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79.xml" ContentType="application/vnd.openxmlformats-officedocument.presentationml.notesSlide+xml"/>
  <Override PartName="/ppt/slides/slide80.xml" ContentType="application/vnd.openxmlformats-officedocument.presentationml.slide+xml"/>
  <Override PartName="/ppt/notesSlides/notesSlide80.xml" ContentType="application/vnd.openxmlformats-officedocument.presentationml.notesSlide+xml"/>
  <Override PartName="/ppt/slides/slide81.xml" ContentType="application/vnd.openxmlformats-officedocument.presentationml.slide+xml"/>
  <Override PartName="/ppt/notesSlides/notesSlide81.xml" ContentType="application/vnd.openxmlformats-officedocument.presentationml.notesSlide+xml"/>
  <Override PartName="/ppt/slides/slide82.xml" ContentType="application/vnd.openxmlformats-officedocument.presentationml.slide+xml"/>
  <Override PartName="/ppt/notesSlides/notesSlide82.xml" ContentType="application/vnd.openxmlformats-officedocument.presentationml.notesSlide+xml"/>
  <Override PartName="/ppt/slides/slide83.xml" ContentType="application/vnd.openxmlformats-officedocument.presentationml.slide+xml"/>
  <Override PartName="/ppt/notesSlides/notesSlide83.xml" ContentType="application/vnd.openxmlformats-officedocument.presentationml.notesSlide+xml"/>
  <Override PartName="/ppt/slides/slide84.xml" ContentType="application/vnd.openxmlformats-officedocument.presentationml.slide+xml"/>
  <Override PartName="/ppt/notesSlides/notesSlide84.xml" ContentType="application/vnd.openxmlformats-officedocument.presentationml.notesSlide+xml"/>
  <Override PartName="/ppt/slides/slide85.xml" ContentType="application/vnd.openxmlformats-officedocument.presentationml.slide+xml"/>
  <Override PartName="/ppt/notesSlides/notesSlide85.xml" ContentType="application/vnd.openxmlformats-officedocument.presentationml.notesSlide+xml"/>
  <Override PartName="/ppt/slides/slide86.xml" ContentType="application/vnd.openxmlformats-officedocument.presentationml.slide+xml"/>
  <Override PartName="/ppt/notesSlides/notesSlide86.xml" ContentType="application/vnd.openxmlformats-officedocument.presentationml.notesSlide+xml"/>
  <Override PartName="/ppt/slides/slide87.xml" ContentType="application/vnd.openxmlformats-officedocument.presentationml.slide+xml"/>
  <Override PartName="/ppt/notesSlides/notesSlide87.xml" ContentType="application/vnd.openxmlformats-officedocument.presentationml.notesSlide+xml"/>
  <Override PartName="/ppt/slides/slide88.xml" ContentType="application/vnd.openxmlformats-officedocument.presentationml.slide+xml"/>
  <Override PartName="/ppt/notesSlides/notesSlide88.xml" ContentType="application/vnd.openxmlformats-officedocument.presentationml.notesSlide+xml"/>
  <Override PartName="/ppt/slides/slide89.xml" ContentType="application/vnd.openxmlformats-officedocument.presentationml.slide+xml"/>
  <Override PartName="/ppt/notesSlides/notesSlide89.xml" ContentType="application/vnd.openxmlformats-officedocument.presentationml.notesSlide+xml"/>
  <Override PartName="/ppt/slides/slide90.xml" ContentType="application/vnd.openxmlformats-officedocument.presentationml.slide+xml"/>
  <Override PartName="/ppt/notesSlides/notesSlide90.xml" ContentType="application/vnd.openxmlformats-officedocument.presentationml.notesSlide+xml"/>
  <Override PartName="/ppt/slides/slide91.xml" ContentType="application/vnd.openxmlformats-officedocument.presentationml.slide+xml"/>
  <Override PartName="/ppt/notesSlides/notesSlide91.xml" ContentType="application/vnd.openxmlformats-officedocument.presentationml.notesSlide+xml"/>
  <Override PartName="/ppt/slides/slide92.xml" ContentType="application/vnd.openxmlformats-officedocument.presentationml.slide+xml"/>
  <Override PartName="/ppt/notesSlides/notesSlide92.xml" ContentType="application/vnd.openxmlformats-officedocument.presentationml.notesSlide+xml"/>
  <Override PartName="/ppt/slides/slide93.xml" ContentType="application/vnd.openxmlformats-officedocument.presentationml.slide+xml"/>
  <Override PartName="/ppt/notesSlides/notesSlide93.xml" ContentType="application/vnd.openxmlformats-officedocument.presentationml.notesSlide+xml"/>
  <Override PartName="/ppt/slides/slide94.xml" ContentType="application/vnd.openxmlformats-officedocument.presentationml.slide+xml"/>
  <Override PartName="/ppt/notesSlides/notesSlide94.xml" ContentType="application/vnd.openxmlformats-officedocument.presentationml.notesSlide+xml"/>
  <Override PartName="/ppt/slides/slide95.xml" ContentType="application/vnd.openxmlformats-officedocument.presentationml.slide+xml"/>
  <Override PartName="/ppt/notesSlides/notesSlide95.xml" ContentType="application/vnd.openxmlformats-officedocument.presentationml.notesSlide+xml"/>
  <Override PartName="/ppt/slides/slide96.xml" ContentType="application/vnd.openxmlformats-officedocument.presentationml.slide+xml"/>
  <Override PartName="/ppt/notesSlides/notesSlide96.xml" ContentType="application/vnd.openxmlformats-officedocument.presentationml.notesSlide+xml"/>
  <Override PartName="/ppt/slides/slide97.xml" ContentType="application/vnd.openxmlformats-officedocument.presentationml.slide+xml"/>
  <Override PartName="/ppt/notesSlides/notesSlide97.xml" ContentType="application/vnd.openxmlformats-officedocument.presentationml.notesSlide+xml"/>
  <Override PartName="/ppt/slides/slide98.xml" ContentType="application/vnd.openxmlformats-officedocument.presentationml.slide+xml"/>
  <Override PartName="/ppt/notesSlides/notesSlide98.xml" ContentType="application/vnd.openxmlformats-officedocument.presentationml.notesSlide+xml"/>
  <Override PartName="/ppt/slides/slide99.xml" ContentType="application/vnd.openxmlformats-officedocument.presentationml.slide+xml"/>
  <Override PartName="/ppt/notesSlides/notesSlide99.xml" ContentType="application/vnd.openxmlformats-officedocument.presentationml.notesSlide+xml"/>
  <Override PartName="/ppt/slides/slide100.xml" ContentType="application/vnd.openxmlformats-officedocument.presentationml.slide+xml"/>
  <Override PartName="/ppt/notesSlides/notesSlide100.xml" ContentType="application/vnd.openxmlformats-officedocument.presentationml.notesSlide+xml"/>
  <Override PartName="/ppt/slides/slide101.xml" ContentType="application/vnd.openxmlformats-officedocument.presentationml.slide+xml"/>
  <Override PartName="/ppt/notesSlides/notesSlide101.xml" ContentType="application/vnd.openxmlformats-officedocument.presentationml.notesSlide+xml"/>
  <Override PartName="/ppt/slides/slide102.xml" ContentType="application/vnd.openxmlformats-officedocument.presentationml.slide+xml"/>
  <Override PartName="/ppt/notesSlides/notesSlide102.xml" ContentType="application/vnd.openxmlformats-officedocument.presentationml.notesSlide+xml"/>
  <Override PartName="/ppt/slides/slide103.xml" ContentType="application/vnd.openxmlformats-officedocument.presentationml.slide+xml"/>
  <Override PartName="/ppt/notesSlides/notesSlide103.xml" ContentType="application/vnd.openxmlformats-officedocument.presentationml.notesSlide+xml"/>
  <Override PartName="/ppt/slides/slide104.xml" ContentType="application/vnd.openxmlformats-officedocument.presentationml.slide+xml"/>
  <Override PartName="/ppt/notesSlides/notesSlide104.xml" ContentType="application/vnd.openxmlformats-officedocument.presentationml.notesSlide+xml"/>
  <Override PartName="/ppt/slides/slide105.xml" ContentType="application/vnd.openxmlformats-officedocument.presentationml.slide+xml"/>
  <Override PartName="/ppt/notesSlides/notesSlide105.xml" ContentType="application/vnd.openxmlformats-officedocument.presentationml.notesSlide+xml"/>
  <Override PartName="/ppt/slides/slide106.xml" ContentType="application/vnd.openxmlformats-officedocument.presentationml.slide+xml"/>
  <Override PartName="/ppt/notesSlides/notesSlide106.xml" ContentType="application/vnd.openxmlformats-officedocument.presentationml.notesSlide+xml"/>
  <Override PartName="/ppt/slides/slide107.xml" ContentType="application/vnd.openxmlformats-officedocument.presentationml.slide+xml"/>
  <Override PartName="/ppt/notesSlides/notesSlide107.xml" ContentType="application/vnd.openxmlformats-officedocument.presentationml.notesSlide+xml"/>
  <Override PartName="/ppt/slides/slide108.xml" ContentType="application/vnd.openxmlformats-officedocument.presentationml.slide+xml"/>
  <Override PartName="/ppt/notesSlides/notesSlide108.xml" ContentType="application/vnd.openxmlformats-officedocument.presentationml.notesSlide+xml"/>
  <Override PartName="/ppt/slides/slide109.xml" ContentType="application/vnd.openxmlformats-officedocument.presentationml.slide+xml"/>
  <Override PartName="/ppt/notesSlides/notesSlide109.xml" ContentType="application/vnd.openxmlformats-officedocument.presentationml.notesSlide+xml"/>
  <Override PartName="/ppt/slides/slide110.xml" ContentType="application/vnd.openxmlformats-officedocument.presentationml.slide+xml"/>
  <Override PartName="/ppt/notesSlides/notesSlide110.xml" ContentType="application/vnd.openxmlformats-officedocument.presentationml.notesSlide+xml"/>
  <Override PartName="/ppt/slides/slide111.xml" ContentType="application/vnd.openxmlformats-officedocument.presentationml.slide+xml"/>
  <Override PartName="/ppt/notesSlides/notesSlide111.xml" ContentType="application/vnd.openxmlformats-officedocument.presentationml.notesSlide+xml"/>
  <Override PartName="/ppt/slides/slide112.xml" ContentType="application/vnd.openxmlformats-officedocument.presentationml.slide+xml"/>
  <Override PartName="/ppt/notesSlides/notesSlide112.xml" ContentType="application/vnd.openxmlformats-officedocument.presentationml.notesSlide+xml"/>
  <Override PartName="/ppt/slides/slide113.xml" ContentType="application/vnd.openxmlformats-officedocument.presentationml.slide+xml"/>
  <Override PartName="/ppt/notesSlides/notesSlide113.xml" ContentType="application/vnd.openxmlformats-officedocument.presentationml.notesSlide+xml"/>
  <Override PartName="/ppt/slides/slide114.xml" ContentType="application/vnd.openxmlformats-officedocument.presentationml.slide+xml"/>
  <Override PartName="/ppt/notesSlides/notesSlide114.xml" ContentType="application/vnd.openxmlformats-officedocument.presentationml.notesSlide+xml"/>
  <Override PartName="/ppt/slides/slide115.xml" ContentType="application/vnd.openxmlformats-officedocument.presentationml.slide+xml"/>
  <Override PartName="/ppt/notesSlides/notesSlide115.xml" ContentType="application/vnd.openxmlformats-officedocument.presentationml.notesSlide+xml"/>
  <Override PartName="/ppt/slides/slide116.xml" ContentType="application/vnd.openxmlformats-officedocument.presentationml.slide+xml"/>
  <Override PartName="/ppt/notesSlides/notesSlide116.xml" ContentType="application/vnd.openxmlformats-officedocument.presentationml.notesSlide+xml"/>
  <Override PartName="/ppt/slides/slide117.xml" ContentType="application/vnd.openxmlformats-officedocument.presentationml.slide+xml"/>
  <Override PartName="/ppt/notesSlides/notesSlide117.xml" ContentType="application/vnd.openxmlformats-officedocument.presentationml.notesSlide+xml"/>
  <Override PartName="/ppt/slides/slide118.xml" ContentType="application/vnd.openxmlformats-officedocument.presentationml.slide+xml"/>
  <Override PartName="/ppt/notesSlides/notesSlide118.xml" ContentType="application/vnd.openxmlformats-officedocument.presentationml.notesSlide+xml"/>
  <Override PartName="/ppt/slides/slide119.xml" ContentType="application/vnd.openxmlformats-officedocument.presentationml.slide+xml"/>
  <Override PartName="/ppt/notesSlides/notesSlide119.xml" ContentType="application/vnd.openxmlformats-officedocument.presentationml.notesSlide+xml"/>
  <Override PartName="/ppt/slides/slide120.xml" ContentType="application/vnd.openxmlformats-officedocument.presentationml.slide+xml"/>
  <Override PartName="/ppt/notesSlides/notesSlide120.xml" ContentType="application/vnd.openxmlformats-officedocument.presentationml.notesSlide+xml"/>
  <Override PartName="/ppt/slides/slide121.xml" ContentType="application/vnd.openxmlformats-officedocument.presentationml.slide+xml"/>
  <Override PartName="/ppt/notesSlides/notesSlide121.xml" ContentType="application/vnd.openxmlformats-officedocument.presentationml.notesSlide+xml"/>
  <Override PartName="/ppt/slides/slide122.xml" ContentType="application/vnd.openxmlformats-officedocument.presentationml.slide+xml"/>
  <Override PartName="/ppt/notesSlides/notesSlide122.xml" ContentType="application/vnd.openxmlformats-officedocument.presentationml.notesSlide+xml"/>
  <Override PartName="/ppt/slides/slide123.xml" ContentType="application/vnd.openxmlformats-officedocument.presentationml.slide+xml"/>
  <Override PartName="/ppt/notesSlides/notesSlide123.xml" ContentType="application/vnd.openxmlformats-officedocument.presentationml.notesSlide+xml"/>
  <Override PartName="/ppt/slides/slide124.xml" ContentType="application/vnd.openxmlformats-officedocument.presentationml.slide+xml"/>
  <Override PartName="/ppt/notesSlides/notesSlide124.xml" ContentType="application/vnd.openxmlformats-officedocument.presentationml.notesSlide+xml"/>
  <Override PartName="/ppt/slides/slide125.xml" ContentType="application/vnd.openxmlformats-officedocument.presentationml.slide+xml"/>
  <Override PartName="/ppt/notesSlides/notesSlide125.xml" ContentType="application/vnd.openxmlformats-officedocument.presentationml.notesSlide+xml"/>
  <Override PartName="/ppt/slides/slide126.xml" ContentType="application/vnd.openxmlformats-officedocument.presentationml.slide+xml"/>
  <Override PartName="/ppt/notesSlides/notesSlide126.xml" ContentType="application/vnd.openxmlformats-officedocument.presentationml.notesSlide+xml"/>
  <Override PartName="/ppt/slides/slide127.xml" ContentType="application/vnd.openxmlformats-officedocument.presentationml.slide+xml"/>
  <Override PartName="/ppt/notesSlides/notesSlide127.xml" ContentType="application/vnd.openxmlformats-officedocument.presentationml.notesSlide+xml"/>
  <Override PartName="/ppt/slides/slide128.xml" ContentType="application/vnd.openxmlformats-officedocument.presentationml.slide+xml"/>
  <Override PartName="/ppt/notesSlides/notesSlide128.xml" ContentType="application/vnd.openxmlformats-officedocument.presentationml.notesSlide+xml"/>
  <Override PartName="/ppt/slides/slide129.xml" ContentType="application/vnd.openxmlformats-officedocument.presentationml.slide+xml"/>
  <Override PartName="/ppt/notesSlides/notesSlide129.xml" ContentType="application/vnd.openxmlformats-officedocument.presentationml.notesSlide+xml"/>
  <Override PartName="/ppt/slides/slide130.xml" ContentType="application/vnd.openxmlformats-officedocument.presentationml.slide+xml"/>
  <Override PartName="/ppt/notesSlides/notesSlide130.xml" ContentType="application/vnd.openxmlformats-officedocument.presentationml.notesSlide+xml"/>
  <Override PartName="/ppt/slides/slide131.xml" ContentType="application/vnd.openxmlformats-officedocument.presentationml.slide+xml"/>
  <Override PartName="/ppt/notesSlides/notesSlide131.xml" ContentType="application/vnd.openxmlformats-officedocument.presentationml.notesSlide+xml"/>
  <Override PartName="/ppt/slides/slide132.xml" ContentType="application/vnd.openxmlformats-officedocument.presentationml.slide+xml"/>
  <Override PartName="/ppt/notesSlides/notesSlide132.xml" ContentType="application/vnd.openxmlformats-officedocument.presentationml.notesSlide+xml"/>
  <Override PartName="/ppt/slides/slide133.xml" ContentType="application/vnd.openxmlformats-officedocument.presentationml.slide+xml"/>
  <Override PartName="/ppt/notesSlides/notesSlide133.xml" ContentType="application/vnd.openxmlformats-officedocument.presentationml.notesSlide+xml"/>
  <Override PartName="/ppt/slides/slide134.xml" ContentType="application/vnd.openxmlformats-officedocument.presentationml.slide+xml"/>
  <Override PartName="/ppt/notesSlides/notesSlide134.xml" ContentType="application/vnd.openxmlformats-officedocument.presentationml.notesSlide+xml"/>
  <Override PartName="/ppt/slides/slide135.xml" ContentType="application/vnd.openxmlformats-officedocument.presentationml.slide+xml"/>
  <Override PartName="/ppt/notesSlides/notesSlide135.xml" ContentType="application/vnd.openxmlformats-officedocument.presentationml.notesSlide+xml"/>
  <Override PartName="/ppt/slides/slide136.xml" ContentType="application/vnd.openxmlformats-officedocument.presentationml.slide+xml"/>
  <Override PartName="/ppt/notesSlides/notesSlide136.xml" ContentType="application/vnd.openxmlformats-officedocument.presentationml.notesSlide+xml"/>
  <Override PartName="/ppt/slides/slide137.xml" ContentType="application/vnd.openxmlformats-officedocument.presentationml.slide+xml"/>
  <Override PartName="/ppt/notesSlides/notesSlide137.xml" ContentType="application/vnd.openxmlformats-officedocument.presentationml.notesSlide+xml"/>
  <Override PartName="/ppt/slides/slide138.xml" ContentType="application/vnd.openxmlformats-officedocument.presentationml.slide+xml"/>
  <Override PartName="/ppt/notesSlides/notesSlide138.xml" ContentType="application/vnd.openxmlformats-officedocument.presentationml.notesSlide+xml"/>
  <Override PartName="/ppt/slides/slide139.xml" ContentType="application/vnd.openxmlformats-officedocument.presentationml.slide+xml"/>
  <Override PartName="/ppt/notesSlides/notesSlide139.xml" ContentType="application/vnd.openxmlformats-officedocument.presentationml.notesSlide+xml"/>
  <Override PartName="/ppt/slides/slide140.xml" ContentType="application/vnd.openxmlformats-officedocument.presentationml.slide+xml"/>
  <Override PartName="/ppt/notesSlides/notesSlide140.xml" ContentType="application/vnd.openxmlformats-officedocument.presentationml.notesSlide+xml"/>
  <Override PartName="/ppt/slides/slide141.xml" ContentType="application/vnd.openxmlformats-officedocument.presentationml.slide+xml"/>
  <Override PartName="/ppt/notesSlides/notesSlide141.xml" ContentType="application/vnd.openxmlformats-officedocument.presentationml.notesSlide+xml"/>
  <Override PartName="/ppt/slides/slide142.xml" ContentType="application/vnd.openxmlformats-officedocument.presentationml.slide+xml"/>
  <Override PartName="/ppt/notesSlides/notesSlide142.xml" ContentType="application/vnd.openxmlformats-officedocument.presentationml.notesSlide+xml"/>
  <Override PartName="/ppt/slides/slide143.xml" ContentType="application/vnd.openxmlformats-officedocument.presentationml.slide+xml"/>
  <Override PartName="/ppt/notesSlides/notesSlide143.xml" ContentType="application/vnd.openxmlformats-officedocument.presentationml.notesSlide+xml"/>
  <Override PartName="/ppt/slides/slide144.xml" ContentType="application/vnd.openxmlformats-officedocument.presentationml.slide+xml"/>
  <Override PartName="/ppt/notesSlides/notesSlide144.xml" ContentType="application/vnd.openxmlformats-officedocument.presentationml.notesSlide+xml"/>
  <Override PartName="/ppt/slides/slide145.xml" ContentType="application/vnd.openxmlformats-officedocument.presentationml.slide+xml"/>
  <Override PartName="/ppt/notesSlides/notesSlide145.xml" ContentType="application/vnd.openxmlformats-officedocument.presentationml.notesSlide+xml"/>
  <Override PartName="/ppt/slides/slide146.xml" ContentType="application/vnd.openxmlformats-officedocument.presentationml.slide+xml"/>
  <Override PartName="/ppt/notesSlides/notesSlide146.xml" ContentType="application/vnd.openxmlformats-officedocument.presentationml.notesSlide+xml"/>
  <Override PartName="/ppt/slides/slide147.xml" ContentType="application/vnd.openxmlformats-officedocument.presentationml.slide+xml"/>
  <Override PartName="/ppt/notesSlides/notesSlide147.xml" ContentType="application/vnd.openxmlformats-officedocument.presentationml.notesSlide+xml"/>
  <Override PartName="/ppt/slides/slide148.xml" ContentType="application/vnd.openxmlformats-officedocument.presentationml.slide+xml"/>
  <Override PartName="/ppt/notesSlides/notesSlide148.xml" ContentType="application/vnd.openxmlformats-officedocument.presentationml.notesSlide+xml"/>
  <Override PartName="/ppt/slides/slide149.xml" ContentType="application/vnd.openxmlformats-officedocument.presentationml.slide+xml"/>
  <Override PartName="/ppt/notesSlides/notesSlide149.xml" ContentType="application/vnd.openxmlformats-officedocument.presentationml.notesSlide+xml"/>
  <Override PartName="/ppt/slides/slide150.xml" ContentType="application/vnd.openxmlformats-officedocument.presentationml.slide+xml"/>
  <Override PartName="/ppt/notesSlides/notesSlide150.xml" ContentType="application/vnd.openxmlformats-officedocument.presentationml.notesSlide+xml"/>
  <Override PartName="/ppt/slides/slide151.xml" ContentType="application/vnd.openxmlformats-officedocument.presentationml.slide+xml"/>
  <Override PartName="/ppt/notesSlides/notesSlide151.xml" ContentType="application/vnd.openxmlformats-officedocument.presentationml.notesSlide+xml"/>
  <Override PartName="/ppt/slides/slide152.xml" ContentType="application/vnd.openxmlformats-officedocument.presentationml.slide+xml"/>
  <Override PartName="/ppt/notesSlides/notesSlide152.xml" ContentType="application/vnd.openxmlformats-officedocument.presentationml.notesSlide+xml"/>
  <Override PartName="/ppt/slides/slide153.xml" ContentType="application/vnd.openxmlformats-officedocument.presentationml.slide+xml"/>
  <Override PartName="/ppt/notesSlides/notesSlide153.xml" ContentType="application/vnd.openxmlformats-officedocument.presentationml.notesSlide+xml"/>
  <Override PartName="/ppt/slides/slide154.xml" ContentType="application/vnd.openxmlformats-officedocument.presentationml.slide+xml"/>
  <Override PartName="/ppt/notesSlides/notesSlide154.xml" ContentType="application/vnd.openxmlformats-officedocument.presentationml.notesSlide+xml"/>
  <Override PartName="/ppt/slides/slide155.xml" ContentType="application/vnd.openxmlformats-officedocument.presentationml.slide+xml"/>
  <Override PartName="/ppt/notesSlides/notesSlide155.xml" ContentType="application/vnd.openxmlformats-officedocument.presentationml.notesSlide+xml"/>
  <Override PartName="/ppt/slides/slide156.xml" ContentType="application/vnd.openxmlformats-officedocument.presentationml.slide+xml"/>
  <Override PartName="/ppt/notesSlides/notesSlide156.xml" ContentType="application/vnd.openxmlformats-officedocument.presentationml.notesSlide+xml"/>
  <Override PartName="/ppt/slides/slide157.xml" ContentType="application/vnd.openxmlformats-officedocument.presentationml.slide+xml"/>
  <Override PartName="/ppt/notesSlides/notesSlide157.xml" ContentType="application/vnd.openxmlformats-officedocument.presentationml.notesSlide+xml"/>
  <Override PartName="/ppt/slides/slide158.xml" ContentType="application/vnd.openxmlformats-officedocument.presentationml.slide+xml"/>
  <Override PartName="/ppt/notesSlides/notesSlide158.xml" ContentType="application/vnd.openxmlformats-officedocument.presentationml.notesSlide+xml"/>
  <Override PartName="/ppt/slides/slide159.xml" ContentType="application/vnd.openxmlformats-officedocument.presentationml.slide+xml"/>
  <Override PartName="/ppt/notesSlides/notesSlide159.xml" ContentType="application/vnd.openxmlformats-officedocument.presentationml.notesSlide+xml"/>
  <Override PartName="/ppt/slides/slide160.xml" ContentType="application/vnd.openxmlformats-officedocument.presentationml.slide+xml"/>
  <Override PartName="/ppt/notesSlides/notesSlide160.xml" ContentType="application/vnd.openxmlformats-officedocument.presentationml.notesSlide+xml"/>
  <Override PartName="/ppt/slides/slide161.xml" ContentType="application/vnd.openxmlformats-officedocument.presentationml.slide+xml"/>
  <Override PartName="/ppt/notesSlides/notesSlide161.xml" ContentType="application/vnd.openxmlformats-officedocument.presentationml.notesSlide+xml"/>
  <Override PartName="/ppt/slides/slide162.xml" ContentType="application/vnd.openxmlformats-officedocument.presentationml.slide+xml"/>
  <Override PartName="/ppt/notesSlides/notesSlide162.xml" ContentType="application/vnd.openxmlformats-officedocument.presentationml.notesSlide+xml"/>
  <Override PartName="/ppt/slides/slide163.xml" ContentType="application/vnd.openxmlformats-officedocument.presentationml.slide+xml"/>
  <Override PartName="/ppt/notesSlides/notesSlide163.xml" ContentType="application/vnd.openxmlformats-officedocument.presentationml.notesSlide+xml"/>
  <Override PartName="/ppt/slides/slide164.xml" ContentType="application/vnd.openxmlformats-officedocument.presentationml.slide+xml"/>
  <Override PartName="/ppt/notesSlides/notesSlide164.xml" ContentType="application/vnd.openxmlformats-officedocument.presentationml.notesSlide+xml"/>
  <Override PartName="/ppt/slides/slide165.xml" ContentType="application/vnd.openxmlformats-officedocument.presentationml.slide+xml"/>
  <Override PartName="/ppt/notesSlides/notesSlide165.xml" ContentType="application/vnd.openxmlformats-officedocument.presentationml.notesSlide+xml"/>
  <Override PartName="/ppt/slides/slide166.xml" ContentType="application/vnd.openxmlformats-officedocument.presentationml.slide+xml"/>
  <Override PartName="/ppt/notesSlides/notesSlide166.xml" ContentType="application/vnd.openxmlformats-officedocument.presentationml.notesSlide+xml"/>
  <Override PartName="/ppt/slides/slide167.xml" ContentType="application/vnd.openxmlformats-officedocument.presentationml.slide+xml"/>
  <Override PartName="/ppt/notesSlides/notesSlide167.xml" ContentType="application/vnd.openxmlformats-officedocument.presentationml.notesSlide+xml"/>
  <Override PartName="/ppt/slides/slide168.xml" ContentType="application/vnd.openxmlformats-officedocument.presentationml.slide+xml"/>
  <Override PartName="/ppt/notesSlides/notesSlide168.xml" ContentType="application/vnd.openxmlformats-officedocument.presentationml.notesSlide+xml"/>
  <Override PartName="/ppt/slides/slide169.xml" ContentType="application/vnd.openxmlformats-officedocument.presentationml.slide+xml"/>
  <Override PartName="/ppt/notesSlides/notesSlide169.xml" ContentType="application/vnd.openxmlformats-officedocument.presentationml.notesSlide+xml"/>
  <Override PartName="/ppt/slides/slide170.xml" ContentType="application/vnd.openxmlformats-officedocument.presentationml.slide+xml"/>
  <Override PartName="/ppt/notesSlides/notesSlide170.xml" ContentType="application/vnd.openxmlformats-officedocument.presentationml.notesSlide+xml"/>
  <Override PartName="/ppt/slides/slide171.xml" ContentType="application/vnd.openxmlformats-officedocument.presentationml.slide+xml"/>
  <Override PartName="/ppt/notesSlides/notesSlide171.xml" ContentType="application/vnd.openxmlformats-officedocument.presentationml.notesSlide+xml"/>
  <Override PartName="/ppt/slides/slide172.xml" ContentType="application/vnd.openxmlformats-officedocument.presentationml.slide+xml"/>
  <Override PartName="/ppt/notesSlides/notesSlide172.xml" ContentType="application/vnd.openxmlformats-officedocument.presentationml.notesSlide+xml"/>
  <Override PartName="/ppt/slides/slide173.xml" ContentType="application/vnd.openxmlformats-officedocument.presentationml.slide+xml"/>
  <Override PartName="/ppt/notesSlides/notesSlide173.xml" ContentType="application/vnd.openxmlformats-officedocument.presentationml.notesSlide+xml"/>
  <Override PartName="/ppt/slides/slide174.xml" ContentType="application/vnd.openxmlformats-officedocument.presentationml.slide+xml"/>
  <Override PartName="/ppt/notesSlides/notesSlide174.xml" ContentType="application/vnd.openxmlformats-officedocument.presentationml.notesSlide+xml"/>
  <Override PartName="/ppt/slides/slide175.xml" ContentType="application/vnd.openxmlformats-officedocument.presentationml.slide+xml"/>
  <Override PartName="/ppt/notesSlides/notesSlide175.xml" ContentType="application/vnd.openxmlformats-officedocument.presentationml.notesSlide+xml"/>
  <Override PartName="/ppt/slides/slide176.xml" ContentType="application/vnd.openxmlformats-officedocument.presentationml.slide+xml"/>
  <Override PartName="/ppt/notesSlides/notesSlide176.xml" ContentType="application/vnd.openxmlformats-officedocument.presentationml.notesSlide+xml"/>
  <Override PartName="/ppt/slides/slide177.xml" ContentType="application/vnd.openxmlformats-officedocument.presentationml.slide+xml"/>
  <Override PartName="/ppt/notesSlides/notesSlide177.xml" ContentType="application/vnd.openxmlformats-officedocument.presentationml.notesSlide+xml"/>
  <Override PartName="/ppt/slides/slide178.xml" ContentType="application/vnd.openxmlformats-officedocument.presentationml.slide+xml"/>
  <Override PartName="/ppt/notesSlides/notesSlide178.xml" ContentType="application/vnd.openxmlformats-officedocument.presentationml.notesSlide+xml"/>
  <Override PartName="/ppt/slides/slide179.xml" ContentType="application/vnd.openxmlformats-officedocument.presentationml.slide+xml"/>
  <Override PartName="/ppt/notesSlides/notesSlide179.xml" ContentType="application/vnd.openxmlformats-officedocument.presentationml.notesSlide+xml"/>
  <Override PartName="/ppt/slides/slide180.xml" ContentType="application/vnd.openxmlformats-officedocument.presentationml.slide+xml"/>
  <Override PartName="/ppt/notesSlides/notesSlide180.xml" ContentType="application/vnd.openxmlformats-officedocument.presentationml.notesSlide+xml"/>
  <Override PartName="/ppt/slides/slide181.xml" ContentType="application/vnd.openxmlformats-officedocument.presentationml.slide+xml"/>
  <Override PartName="/ppt/notesSlides/notesSlide181.xml" ContentType="application/vnd.openxmlformats-officedocument.presentationml.notesSlide+xml"/>
  <Override PartName="/ppt/slides/slide182.xml" ContentType="application/vnd.openxmlformats-officedocument.presentationml.slide+xml"/>
  <Override PartName="/ppt/notesSlides/notesSlide182.xml" ContentType="application/vnd.openxmlformats-officedocument.presentationml.notesSlide+xml"/>
  <Override PartName="/ppt/slides/slide183.xml" ContentType="application/vnd.openxmlformats-officedocument.presentationml.slide+xml"/>
  <Override PartName="/ppt/notesSlides/notesSlide183.xml" ContentType="application/vnd.openxmlformats-officedocument.presentationml.notesSlide+xml"/>
  <Override PartName="/ppt/slides/slide184.xml" ContentType="application/vnd.openxmlformats-officedocument.presentationml.slide+xml"/>
  <Override PartName="/ppt/notesSlides/notesSlide184.xml" ContentType="application/vnd.openxmlformats-officedocument.presentationml.notesSlide+xml"/>
  <Override PartName="/ppt/slides/slide185.xml" ContentType="application/vnd.openxmlformats-officedocument.presentationml.slide+xml"/>
  <Override PartName="/ppt/notesSlides/notesSlide185.xml" ContentType="application/vnd.openxmlformats-officedocument.presentationml.notesSlide+xml"/>
  <Override PartName="/ppt/slides/slide186.xml" ContentType="application/vnd.openxmlformats-officedocument.presentationml.slide+xml"/>
  <Override PartName="/ppt/notesSlides/notesSlide186.xml" ContentType="application/vnd.openxmlformats-officedocument.presentationml.notesSlide+xml"/>
  <Override PartName="/ppt/slides/slide187.xml" ContentType="application/vnd.openxmlformats-officedocument.presentationml.slide+xml"/>
  <Override PartName="/ppt/notesSlides/notesSlide187.xml" ContentType="application/vnd.openxmlformats-officedocument.presentationml.notesSlide+xml"/>
  <Override PartName="/ppt/slides/slide188.xml" ContentType="application/vnd.openxmlformats-officedocument.presentationml.slide+xml"/>
  <Override PartName="/ppt/notesSlides/notesSlide188.xml" ContentType="application/vnd.openxmlformats-officedocument.presentationml.notesSlide+xml"/>
  <Override PartName="/ppt/slides/slide189.xml" ContentType="application/vnd.openxmlformats-officedocument.presentationml.slide+xml"/>
  <Override PartName="/ppt/notesSlides/notesSlide189.xml" ContentType="application/vnd.openxmlformats-officedocument.presentationml.notesSlide+xml"/>
  <Override PartName="/ppt/slides/slide190.xml" ContentType="application/vnd.openxmlformats-officedocument.presentationml.slide+xml"/>
  <Override PartName="/ppt/notesSlides/notesSlide190.xml" ContentType="application/vnd.openxmlformats-officedocument.presentationml.notesSlide+xml"/>
  <Override PartName="/ppt/slides/slide191.xml" ContentType="application/vnd.openxmlformats-officedocument.presentationml.slide+xml"/>
  <Override PartName="/ppt/notesSlides/notesSlide191.xml" ContentType="application/vnd.openxmlformats-officedocument.presentationml.notesSlide+xml"/>
  <Override PartName="/ppt/slides/slide192.xml" ContentType="application/vnd.openxmlformats-officedocument.presentationml.slide+xml"/>
  <Override PartName="/ppt/notesSlides/notesSlide192.xml" ContentType="application/vnd.openxmlformats-officedocument.presentationml.notesSlide+xml"/>
  <Override PartName="/ppt/slides/slide193.xml" ContentType="application/vnd.openxmlformats-officedocument.presentationml.slide+xml"/>
  <Override PartName="/ppt/notesSlides/notesSlide193.xml" ContentType="application/vnd.openxmlformats-officedocument.presentationml.notesSlide+xml"/>
  <Override PartName="/ppt/slides/slide194.xml" ContentType="application/vnd.openxmlformats-officedocument.presentationml.slide+xml"/>
  <Override PartName="/ppt/notesSlides/notesSlide194.xml" ContentType="application/vnd.openxmlformats-officedocument.presentationml.notesSlide+xml"/>
  <Override PartName="/ppt/slides/slide195.xml" ContentType="application/vnd.openxmlformats-officedocument.presentationml.slide+xml"/>
  <Override PartName="/ppt/notesSlides/notesSlide195.xml" ContentType="application/vnd.openxmlformats-officedocument.presentationml.notesSlide+xml"/>
  <Override PartName="/ppt/slides/slide196.xml" ContentType="application/vnd.openxmlformats-officedocument.presentationml.slide+xml"/>
  <Override PartName="/ppt/notesSlides/notesSlide196.xml" ContentType="application/vnd.openxmlformats-officedocument.presentationml.notesSlide+xml"/>
  <Override PartName="/ppt/slides/slide197.xml" ContentType="application/vnd.openxmlformats-officedocument.presentationml.slide+xml"/>
  <Override PartName="/ppt/notesSlides/notesSlide197.xml" ContentType="application/vnd.openxmlformats-officedocument.presentationml.notesSlide+xml"/>
  <Override PartName="/ppt/slides/slide198.xml" ContentType="application/vnd.openxmlformats-officedocument.presentationml.slide+xml"/>
  <Override PartName="/ppt/notesSlides/notesSlide198.xml" ContentType="application/vnd.openxmlformats-officedocument.presentationml.notesSlide+xml"/>
  <Override PartName="/ppt/slides/slide199.xml" ContentType="application/vnd.openxmlformats-officedocument.presentationml.slide+xml"/>
  <Override PartName="/ppt/notesSlides/notesSlide199.xml" ContentType="application/vnd.openxmlformats-officedocument.presentationml.notesSlide+xml"/>
  <Override PartName="/ppt/slides/slide200.xml" ContentType="application/vnd.openxmlformats-officedocument.presentationml.slide+xml"/>
  <Override PartName="/ppt/notesSlides/notesSlide200.xml" ContentType="application/vnd.openxmlformats-officedocument.presentationml.notesSlide+xml"/>
  <Override PartName="/ppt/slides/slide201.xml" ContentType="application/vnd.openxmlformats-officedocument.presentationml.slide+xml"/>
  <Override PartName="/ppt/notesSlides/notesSlide201.xml" ContentType="application/vnd.openxmlformats-officedocument.presentationml.notesSlide+xml"/>
  <Override PartName="/ppt/slides/slide202.xml" ContentType="application/vnd.openxmlformats-officedocument.presentationml.slide+xml"/>
  <Override PartName="/ppt/notesSlides/notesSlide202.xml" ContentType="application/vnd.openxmlformats-officedocument.presentationml.notesSlide+xml"/>
  <Override PartName="/ppt/slides/slide203.xml" ContentType="application/vnd.openxmlformats-officedocument.presentationml.slide+xml"/>
  <Override PartName="/ppt/notesSlides/notesSlide203.xml" ContentType="application/vnd.openxmlformats-officedocument.presentationml.notesSlide+xml"/>
  <Override PartName="/ppt/slides/slide204.xml" ContentType="application/vnd.openxmlformats-officedocument.presentationml.slide+xml"/>
  <Override PartName="/ppt/notesSlides/notesSlide204.xml" ContentType="application/vnd.openxmlformats-officedocument.presentationml.notesSlide+xml"/>
  <Override PartName="/ppt/slides/slide205.xml" ContentType="application/vnd.openxmlformats-officedocument.presentationml.slide+xml"/>
  <Override PartName="/ppt/notesSlides/notesSlide205.xml" ContentType="application/vnd.openxmlformats-officedocument.presentationml.notesSlide+xml"/>
  <Override PartName="/ppt/slides/slide206.xml" ContentType="application/vnd.openxmlformats-officedocument.presentationml.slide+xml"/>
  <Override PartName="/ppt/notesSlides/notesSlide206.xml" ContentType="application/vnd.openxmlformats-officedocument.presentationml.notesSlide+xml"/>
  <Override PartName="/ppt/slides/slide207.xml" ContentType="application/vnd.openxmlformats-officedocument.presentationml.slide+xml"/>
  <Override PartName="/ppt/notesSlides/notesSlide207.xml" ContentType="application/vnd.openxmlformats-officedocument.presentationml.notesSlide+xml"/>
  <Override PartName="/ppt/slides/slide208.xml" ContentType="application/vnd.openxmlformats-officedocument.presentationml.slide+xml"/>
  <Override PartName="/ppt/notesSlides/notesSlide208.xml" ContentType="application/vnd.openxmlformats-officedocument.presentationml.notesSlide+xml"/>
  <Override PartName="/ppt/slides/slide209.xml" ContentType="application/vnd.openxmlformats-officedocument.presentationml.slide+xml"/>
  <Override PartName="/ppt/notesSlides/notesSlide209.xml" ContentType="application/vnd.openxmlformats-officedocument.presentationml.notesSlide+xml"/>
  <Override PartName="/ppt/slides/slide210.xml" ContentType="application/vnd.openxmlformats-officedocument.presentationml.slide+xml"/>
  <Override PartName="/ppt/notesSlides/notesSlide210.xml" ContentType="application/vnd.openxmlformats-officedocument.presentationml.notesSlide+xml"/>
  <Override PartName="/ppt/slides/slide211.xml" ContentType="application/vnd.openxmlformats-officedocument.presentationml.slide+xml"/>
  <Override PartName="/ppt/notesSlides/notesSlide211.xml" ContentType="application/vnd.openxmlformats-officedocument.presentationml.notesSlide+xml"/>
  <Override PartName="/ppt/slides/slide212.xml" ContentType="application/vnd.openxmlformats-officedocument.presentationml.slide+xml"/>
  <Override PartName="/ppt/notesSlides/notesSlide212.xml" ContentType="application/vnd.openxmlformats-officedocument.presentationml.notesSlide+xml"/>
  <Override PartName="/ppt/slides/slide213.xml" ContentType="application/vnd.openxmlformats-officedocument.presentationml.slide+xml"/>
  <Override PartName="/ppt/notesSlides/notesSlide213.xml" ContentType="application/vnd.openxmlformats-officedocument.presentationml.notesSlide+xml"/>
  <Override PartName="/ppt/slides/slide214.xml" ContentType="application/vnd.openxmlformats-officedocument.presentationml.slide+xml"/>
  <Override PartName="/ppt/notesSlides/notesSlide214.xml" ContentType="application/vnd.openxmlformats-officedocument.presentationml.notesSlide+xml"/>
  <Override PartName="/ppt/slides/slide215.xml" ContentType="application/vnd.openxmlformats-officedocument.presentationml.slide+xml"/>
  <Override PartName="/ppt/notesSlides/notesSlide215.xml" ContentType="application/vnd.openxmlformats-officedocument.presentationml.notesSlide+xml"/>
  <Override PartName="/ppt/slides/slide216.xml" ContentType="application/vnd.openxmlformats-officedocument.presentationml.slide+xml"/>
  <Override PartName="/ppt/notesSlides/notesSlide216.xml" ContentType="application/vnd.openxmlformats-officedocument.presentationml.notesSlide+xml"/>
  <Override PartName="/ppt/slides/slide217.xml" ContentType="application/vnd.openxmlformats-officedocument.presentationml.slide+xml"/>
  <Override PartName="/ppt/notesSlides/notesSlide217.xml" ContentType="application/vnd.openxmlformats-officedocument.presentationml.notesSlide+xml"/>
  <Override PartName="/ppt/slides/slide218.xml" ContentType="application/vnd.openxmlformats-officedocument.presentationml.slide+xml"/>
  <Override PartName="/ppt/notesSlides/notesSlide218.xml" ContentType="application/vnd.openxmlformats-officedocument.presentationml.notesSlide+xml"/>
  <Override PartName="/ppt/slides/slide219.xml" ContentType="application/vnd.openxmlformats-officedocument.presentationml.slide+xml"/>
  <Override PartName="/ppt/notesSlides/notesSlide219.xml" ContentType="application/vnd.openxmlformats-officedocument.presentationml.notesSlide+xml"/>
  <Override PartName="/ppt/slides/slide220.xml" ContentType="application/vnd.openxmlformats-officedocument.presentationml.slide+xml"/>
  <Override PartName="/ppt/notesSlides/notesSlide220.xml" ContentType="application/vnd.openxmlformats-officedocument.presentationml.notesSlide+xml"/>
  <Override PartName="/ppt/slides/slide221.xml" ContentType="application/vnd.openxmlformats-officedocument.presentationml.slide+xml"/>
  <Override PartName="/ppt/notesSlides/notesSlide221.xml" ContentType="application/vnd.openxmlformats-officedocument.presentationml.notesSlide+xml"/>
  <Override PartName="/ppt/slides/slide222.xml" ContentType="application/vnd.openxmlformats-officedocument.presentationml.slide+xml"/>
  <Override PartName="/ppt/notesSlides/notesSlide222.xml" ContentType="application/vnd.openxmlformats-officedocument.presentationml.notesSlide+xml"/>
  <Override PartName="/ppt/slides/slide223.xml" ContentType="application/vnd.openxmlformats-officedocument.presentationml.slide+xml"/>
  <Override PartName="/ppt/notesSlides/notesSlide223.xml" ContentType="application/vnd.openxmlformats-officedocument.presentationml.notesSlide+xml"/>
  <Override PartName="/ppt/slides/slide224.xml" ContentType="application/vnd.openxmlformats-officedocument.presentationml.slide+xml"/>
  <Override PartName="/ppt/notesSlides/notesSlide224.xml" ContentType="application/vnd.openxmlformats-officedocument.presentationml.notesSlide+xml"/>
  <Override PartName="/ppt/slides/slide225.xml" ContentType="application/vnd.openxmlformats-officedocument.presentationml.slide+xml"/>
  <Override PartName="/ppt/notesSlides/notesSlide225.xml" ContentType="application/vnd.openxmlformats-officedocument.presentationml.notesSlide+xml"/>
  <Override PartName="/ppt/slides/slide226.xml" ContentType="application/vnd.openxmlformats-officedocument.presentationml.slide+xml"/>
  <Override PartName="/ppt/notesSlides/notesSlide226.xml" ContentType="application/vnd.openxmlformats-officedocument.presentationml.notesSlide+xml"/>
  <Override PartName="/ppt/slides/slide227.xml" ContentType="application/vnd.openxmlformats-officedocument.presentationml.slide+xml"/>
  <Override PartName="/ppt/notesSlides/notesSlide227.xml" ContentType="application/vnd.openxmlformats-officedocument.presentationml.notesSlide+xml"/>
  <Override PartName="/ppt/slides/slide228.xml" ContentType="application/vnd.openxmlformats-officedocument.presentationml.slide+xml"/>
  <Override PartName="/ppt/notesSlides/notesSlide228.xml" ContentType="application/vnd.openxmlformats-officedocument.presentationml.notesSlide+xml"/>
  <Override PartName="/ppt/slides/slide229.xml" ContentType="application/vnd.openxmlformats-officedocument.presentationml.slide+xml"/>
  <Override PartName="/ppt/notesSlides/notesSlide229.xml" ContentType="application/vnd.openxmlformats-officedocument.presentationml.notesSlide+xml"/>
  <Override PartName="/ppt/slides/slide230.xml" ContentType="application/vnd.openxmlformats-officedocument.presentationml.slide+xml"/>
  <Override PartName="/ppt/notesSlides/notesSlide230.xml" ContentType="application/vnd.openxmlformats-officedocument.presentationml.notesSlide+xml"/>
  <Override PartName="/ppt/slides/slide231.xml" ContentType="application/vnd.openxmlformats-officedocument.presentationml.slide+xml"/>
  <Override PartName="/ppt/notesSlides/notesSlide231.xml" ContentType="application/vnd.openxmlformats-officedocument.presentationml.notesSlide+xml"/>
  <Override PartName="/ppt/slides/slide232.xml" ContentType="application/vnd.openxmlformats-officedocument.presentationml.slide+xml"/>
  <Override PartName="/ppt/notesSlides/notesSlide232.xml" ContentType="application/vnd.openxmlformats-officedocument.presentationml.notesSlide+xml"/>
  <Override PartName="/ppt/slides/slide233.xml" ContentType="application/vnd.openxmlformats-officedocument.presentationml.slide+xml"/>
  <Override PartName="/ppt/notesSlides/notesSlide233.xml" ContentType="application/vnd.openxmlformats-officedocument.presentationml.notesSlide+xml"/>
  <Override PartName="/ppt/slides/slide234.xml" ContentType="application/vnd.openxmlformats-officedocument.presentationml.slide+xml"/>
  <Override PartName="/ppt/notesSlides/notesSlide234.xml" ContentType="application/vnd.openxmlformats-officedocument.presentationml.notesSlide+xml"/>
  <Override PartName="/ppt/slides/slide235.xml" ContentType="application/vnd.openxmlformats-officedocument.presentationml.slide+xml"/>
  <Override PartName="/ppt/notesSlides/notesSlide235.xml" ContentType="application/vnd.openxmlformats-officedocument.presentationml.notesSlide+xml"/>
  <Override PartName="/ppt/slides/slide236.xml" ContentType="application/vnd.openxmlformats-officedocument.presentationml.slide+xml"/>
  <Override PartName="/ppt/notesSlides/notesSlide236.xml" ContentType="application/vnd.openxmlformats-officedocument.presentationml.notesSlide+xml"/>
  <Override PartName="/ppt/slides/slide237.xml" ContentType="application/vnd.openxmlformats-officedocument.presentationml.slide+xml"/>
  <Override PartName="/ppt/notesSlides/notesSlide237.xml" ContentType="application/vnd.openxmlformats-officedocument.presentationml.notesSlide+xml"/>
  <Override PartName="/ppt/slides/slide238.xml" ContentType="application/vnd.openxmlformats-officedocument.presentationml.slide+xml"/>
  <Override PartName="/ppt/notesSlides/notesSlide238.xml" ContentType="application/vnd.openxmlformats-officedocument.presentationml.notesSlide+xml"/>
  <Override PartName="/ppt/slides/slide239.xml" ContentType="application/vnd.openxmlformats-officedocument.presentationml.slide+xml"/>
  <Override PartName="/ppt/notesSlides/notesSlide239.xml" ContentType="application/vnd.openxmlformats-officedocument.presentationml.notesSlide+xml"/>
  <Override PartName="/ppt/slides/slide240.xml" ContentType="application/vnd.openxmlformats-officedocument.presentationml.slide+xml"/>
  <Override PartName="/ppt/notesSlides/notesSlide240.xml" ContentType="application/vnd.openxmlformats-officedocument.presentationml.notesSlide+xml"/>
  <Override PartName="/ppt/slides/slide241.xml" ContentType="application/vnd.openxmlformats-officedocument.presentationml.slide+xml"/>
  <Override PartName="/ppt/notesSlides/notesSlide241.xml" ContentType="application/vnd.openxmlformats-officedocument.presentationml.notesSlide+xml"/>
  <Override PartName="/ppt/slides/slide242.xml" ContentType="application/vnd.openxmlformats-officedocument.presentationml.slide+xml"/>
  <Override PartName="/ppt/notesSlides/notesSlide242.xml" ContentType="application/vnd.openxmlformats-officedocument.presentationml.notesSlide+xml"/>
  <Override PartName="/ppt/slides/slide243.xml" ContentType="application/vnd.openxmlformats-officedocument.presentationml.slide+xml"/>
  <Override PartName="/ppt/notesSlides/notesSlide243.xml" ContentType="application/vnd.openxmlformats-officedocument.presentationml.notesSlide+xml"/>
  <Override PartName="/ppt/slides/slide244.xml" ContentType="application/vnd.openxmlformats-officedocument.presentationml.slide+xml"/>
  <Override PartName="/ppt/notesSlides/notesSlide244.xml" ContentType="application/vnd.openxmlformats-officedocument.presentationml.notesSlide+xml"/>
  <Override PartName="/ppt/slides/slide245.xml" ContentType="application/vnd.openxmlformats-officedocument.presentationml.slide+xml"/>
  <Override PartName="/ppt/notesSlides/notesSlide245.xml" ContentType="application/vnd.openxmlformats-officedocument.presentationml.notesSlide+xml"/>
  <Override PartName="/ppt/slides/slide246.xml" ContentType="application/vnd.openxmlformats-officedocument.presentationml.slide+xml"/>
  <Override PartName="/ppt/notesSlides/notesSlide246.xml" ContentType="application/vnd.openxmlformats-officedocument.presentationml.notesSlide+xml"/>
  <Override PartName="/ppt/slides/slide247.xml" ContentType="application/vnd.openxmlformats-officedocument.presentationml.slide+xml"/>
  <Override PartName="/ppt/notesSlides/notesSlide247.xml" ContentType="application/vnd.openxmlformats-officedocument.presentationml.notesSlide+xml"/>
  <Override PartName="/ppt/slides/slide248.xml" ContentType="application/vnd.openxmlformats-officedocument.presentationml.slide+xml"/>
  <Override PartName="/ppt/notesSlides/notesSlide248.xml" ContentType="application/vnd.openxmlformats-officedocument.presentationml.notesSlide+xml"/>
  <Override PartName="/ppt/slides/slide249.xml" ContentType="application/vnd.openxmlformats-officedocument.presentationml.slide+xml"/>
  <Override PartName="/ppt/notesSlides/notesSlide249.xml" ContentType="application/vnd.openxmlformats-officedocument.presentationml.notesSlide+xml"/>
  <Override PartName="/ppt/slides/slide250.xml" ContentType="application/vnd.openxmlformats-officedocument.presentationml.slide+xml"/>
  <Override PartName="/ppt/notesSlides/notesSlide250.xml" ContentType="application/vnd.openxmlformats-officedocument.presentationml.notesSlide+xml"/>
  <Override PartName="/ppt/slides/slide251.xml" ContentType="application/vnd.openxmlformats-officedocument.presentationml.slide+xml"/>
  <Override PartName="/ppt/notesSlides/notesSlide251.xml" ContentType="application/vnd.openxmlformats-officedocument.presentationml.notesSlide+xml"/>
  <Override PartName="/ppt/slides/slide252.xml" ContentType="application/vnd.openxmlformats-officedocument.presentationml.slide+xml"/>
  <Override PartName="/ppt/notesSlides/notesSlide252.xml" ContentType="application/vnd.openxmlformats-officedocument.presentationml.notesSlide+xml"/>
  <Override PartName="/ppt/slides/slide253.xml" ContentType="application/vnd.openxmlformats-officedocument.presentationml.slide+xml"/>
  <Override PartName="/ppt/notesSlides/notesSlide253.xml" ContentType="application/vnd.openxmlformats-officedocument.presentationml.notesSlide+xml"/>
  <Override PartName="/ppt/slides/slide254.xml" ContentType="application/vnd.openxmlformats-officedocument.presentationml.slide+xml"/>
  <Override PartName="/ppt/notesSlides/notesSlide254.xml" ContentType="application/vnd.openxmlformats-officedocument.presentationml.notesSlide+xml"/>
  <Override PartName="/ppt/slides/slide255.xml" ContentType="application/vnd.openxmlformats-officedocument.presentationml.slide+xml"/>
  <Override PartName="/ppt/notesSlides/notesSlide255.xml" ContentType="application/vnd.openxmlformats-officedocument.presentationml.notesSlide+xml"/>
  <Override PartName="/ppt/slides/slide256.xml" ContentType="application/vnd.openxmlformats-officedocument.presentationml.slide+xml"/>
  <Override PartName="/ppt/notesSlides/notesSlide256.xml" ContentType="application/vnd.openxmlformats-officedocument.presentationml.notesSlide+xml"/>
  <Override PartName="/ppt/slides/slide257.xml" ContentType="application/vnd.openxmlformats-officedocument.presentationml.slide+xml"/>
  <Override PartName="/ppt/notesSlides/notesSlide257.xml" ContentType="application/vnd.openxmlformats-officedocument.presentationml.notesSlide+xml"/>
  <Override PartName="/ppt/slides/slide258.xml" ContentType="application/vnd.openxmlformats-officedocument.presentationml.slide+xml"/>
  <Override PartName="/ppt/notesSlides/notesSlide258.xml" ContentType="application/vnd.openxmlformats-officedocument.presentationml.notesSlide+xml"/>
  <Override PartName="/ppt/slides/slide259.xml" ContentType="application/vnd.openxmlformats-officedocument.presentationml.slide+xml"/>
  <Override PartName="/ppt/notesSlides/notesSlide259.xml" ContentType="application/vnd.openxmlformats-officedocument.presentationml.notesSlide+xml"/>
  <Override PartName="/ppt/slides/slide260.xml" ContentType="application/vnd.openxmlformats-officedocument.presentationml.slide+xml"/>
  <Override PartName="/ppt/notesSlides/notesSlide260.xml" ContentType="application/vnd.openxmlformats-officedocument.presentationml.notesSlide+xml"/>
  <Override PartName="/ppt/slides/slide261.xml" ContentType="application/vnd.openxmlformats-officedocument.presentationml.slide+xml"/>
  <Override PartName="/ppt/notesSlides/notesSlide261.xml" ContentType="application/vnd.openxmlformats-officedocument.presentationml.notesSlide+xml"/>
  <Override PartName="/ppt/slides/slide262.xml" ContentType="application/vnd.openxmlformats-officedocument.presentationml.slide+xml"/>
  <Override PartName="/ppt/notesSlides/notesSlide262.xml" ContentType="application/vnd.openxmlformats-officedocument.presentationml.notesSlide+xml"/>
  <Override PartName="/ppt/slides/slide263.xml" ContentType="application/vnd.openxmlformats-officedocument.presentationml.slide+xml"/>
  <Override PartName="/ppt/notesSlides/notesSlide263.xml" ContentType="application/vnd.openxmlformats-officedocument.presentationml.notesSlide+xml"/>
  <Override PartName="/ppt/slides/slide264.xml" ContentType="application/vnd.openxmlformats-officedocument.presentationml.slide+xml"/>
  <Override PartName="/ppt/notesSlides/notesSlide264.xml" ContentType="application/vnd.openxmlformats-officedocument.presentationml.notesSlide+xml"/>
  <Override PartName="/ppt/slides/slide265.xml" ContentType="application/vnd.openxmlformats-officedocument.presentationml.slide+xml"/>
  <Override PartName="/ppt/notesSlides/notesSlide265.xml" ContentType="application/vnd.openxmlformats-officedocument.presentationml.notesSlide+xml"/>
  <Override PartName="/ppt/slides/slide266.xml" ContentType="application/vnd.openxmlformats-officedocument.presentationml.slide+xml"/>
  <Override PartName="/ppt/notesSlides/notesSlide266.xml" ContentType="application/vnd.openxmlformats-officedocument.presentationml.notesSlide+xml"/>
  <Override PartName="/ppt/slides/slide267.xml" ContentType="application/vnd.openxmlformats-officedocument.presentationml.slide+xml"/>
  <Override PartName="/ppt/notesSlides/notesSlide267.xml" ContentType="application/vnd.openxmlformats-officedocument.presentationml.notesSlide+xml"/>
  <Override PartName="/ppt/slides/slide268.xml" ContentType="application/vnd.openxmlformats-officedocument.presentationml.slide+xml"/>
  <Override PartName="/ppt/notesSlides/notesSlide268.xml" ContentType="application/vnd.openxmlformats-officedocument.presentationml.notesSlide+xml"/>
  <Override PartName="/ppt/slides/slide269.xml" ContentType="application/vnd.openxmlformats-officedocument.presentationml.slide+xml"/>
  <Override PartName="/ppt/notesSlides/notesSlide269.xml" ContentType="application/vnd.openxmlformats-officedocument.presentationml.notesSlide+xml"/>
  <Override PartName="/ppt/slides/slide270.xml" ContentType="application/vnd.openxmlformats-officedocument.presentationml.slide+xml"/>
  <Override PartName="/ppt/notesSlides/notesSlide27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e6a8ff39e23463c" /><Relationship Type="http://schemas.openxmlformats.org/officeDocument/2006/relationships/extended-properties" Target="/docProps/app.xml" Id="R7ac3b6905b774df7" /><Relationship Type="http://schemas.openxmlformats.org/officeDocument/2006/relationships/officeDocument" Target="/ppt/presentation.xml" Id="R022a0aca10ce4a6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5f822b4f4c54147"/>
  </p:sldMasterIdLst>
  <p:notesMasterIdLst>
    <p:notesMasterId xmlns:r="http://schemas.openxmlformats.org/officeDocument/2006/relationships" r:id="R969f8bce30a24fbc"/>
  </p:notesMasterIdLst>
  <p:sldIdLst>
    <p:sldId xmlns:r="http://schemas.openxmlformats.org/officeDocument/2006/relationships" id="256" r:id="Re355d6508e364069"/>
    <p:sldId xmlns:r="http://schemas.openxmlformats.org/officeDocument/2006/relationships" id="257" r:id="R643c3992221a4e28"/>
    <p:sldId xmlns:r="http://schemas.openxmlformats.org/officeDocument/2006/relationships" id="258" r:id="Rddf389891dc44775"/>
    <p:sldId xmlns:r="http://schemas.openxmlformats.org/officeDocument/2006/relationships" id="259" r:id="R71f6090461144486"/>
    <p:sldId xmlns:r="http://schemas.openxmlformats.org/officeDocument/2006/relationships" id="260" r:id="Rc0e26092d548474b"/>
    <p:sldId xmlns:r="http://schemas.openxmlformats.org/officeDocument/2006/relationships" id="261" r:id="Rb7bf0f962c6b419d"/>
    <p:sldId xmlns:r="http://schemas.openxmlformats.org/officeDocument/2006/relationships" id="262" r:id="R40491c89843e45fe"/>
    <p:sldId xmlns:r="http://schemas.openxmlformats.org/officeDocument/2006/relationships" id="263" r:id="R827cd601575d45e4"/>
    <p:sldId xmlns:r="http://schemas.openxmlformats.org/officeDocument/2006/relationships" id="264" r:id="R9f115af9e3cc400e"/>
    <p:sldId xmlns:r="http://schemas.openxmlformats.org/officeDocument/2006/relationships" id="265" r:id="R59b4b633cf104e21"/>
    <p:sldId xmlns:r="http://schemas.openxmlformats.org/officeDocument/2006/relationships" id="266" r:id="Ra61124fcf89147ad"/>
    <p:sldId xmlns:r="http://schemas.openxmlformats.org/officeDocument/2006/relationships" id="267" r:id="R164d60632bfa4248"/>
    <p:sldId xmlns:r="http://schemas.openxmlformats.org/officeDocument/2006/relationships" id="268" r:id="R1cb5dfa7a7384cf8"/>
    <p:sldId xmlns:r="http://schemas.openxmlformats.org/officeDocument/2006/relationships" id="269" r:id="Rf527ce02329c4891"/>
    <p:sldId xmlns:r="http://schemas.openxmlformats.org/officeDocument/2006/relationships" id="270" r:id="R396409ac0354406e"/>
    <p:sldId xmlns:r="http://schemas.openxmlformats.org/officeDocument/2006/relationships" id="271" r:id="R84e17a04a16c4e94"/>
    <p:sldId xmlns:r="http://schemas.openxmlformats.org/officeDocument/2006/relationships" id="272" r:id="R688802d775df48f8"/>
    <p:sldId xmlns:r="http://schemas.openxmlformats.org/officeDocument/2006/relationships" id="273" r:id="R273fa023e26d40b5"/>
    <p:sldId xmlns:r="http://schemas.openxmlformats.org/officeDocument/2006/relationships" id="274" r:id="Rc558867a8ff248e3"/>
    <p:sldId xmlns:r="http://schemas.openxmlformats.org/officeDocument/2006/relationships" id="275" r:id="Rde2bcb8ce28e4b82"/>
    <p:sldId xmlns:r="http://schemas.openxmlformats.org/officeDocument/2006/relationships" id="276" r:id="Reca3b98541dd4a5d"/>
    <p:sldId xmlns:r="http://schemas.openxmlformats.org/officeDocument/2006/relationships" id="277" r:id="Rcdff178ab6904c53"/>
    <p:sldId xmlns:r="http://schemas.openxmlformats.org/officeDocument/2006/relationships" id="278" r:id="R4fd09b24754f4437"/>
    <p:sldId xmlns:r="http://schemas.openxmlformats.org/officeDocument/2006/relationships" id="279" r:id="R0a5df736b8114545"/>
    <p:sldId xmlns:r="http://schemas.openxmlformats.org/officeDocument/2006/relationships" id="280" r:id="Ra5b529ed923b443d"/>
    <p:sldId xmlns:r="http://schemas.openxmlformats.org/officeDocument/2006/relationships" id="281" r:id="R88e4888aff6f4adc"/>
    <p:sldId xmlns:r="http://schemas.openxmlformats.org/officeDocument/2006/relationships" id="282" r:id="Rff1cf6cdf78b40c0"/>
    <p:sldId xmlns:r="http://schemas.openxmlformats.org/officeDocument/2006/relationships" id="283" r:id="Rb1bf82a42c6c4efc"/>
    <p:sldId xmlns:r="http://schemas.openxmlformats.org/officeDocument/2006/relationships" id="284" r:id="Ra01d08abcc364ebe"/>
    <p:sldId xmlns:r="http://schemas.openxmlformats.org/officeDocument/2006/relationships" id="285" r:id="R80f5080b67714dce"/>
    <p:sldId xmlns:r="http://schemas.openxmlformats.org/officeDocument/2006/relationships" id="286" r:id="Rcc1c3c4d6caf40c2"/>
    <p:sldId xmlns:r="http://schemas.openxmlformats.org/officeDocument/2006/relationships" id="287" r:id="R0cce1116c93d450d"/>
    <p:sldId xmlns:r="http://schemas.openxmlformats.org/officeDocument/2006/relationships" id="288" r:id="Rda5b95bb6a124922"/>
    <p:sldId xmlns:r="http://schemas.openxmlformats.org/officeDocument/2006/relationships" id="289" r:id="Rca012a41bcfe4b9b"/>
    <p:sldId xmlns:r="http://schemas.openxmlformats.org/officeDocument/2006/relationships" id="290" r:id="R3885b3569b374188"/>
    <p:sldId xmlns:r="http://schemas.openxmlformats.org/officeDocument/2006/relationships" id="291" r:id="Rafa9ee9e32794698"/>
    <p:sldId xmlns:r="http://schemas.openxmlformats.org/officeDocument/2006/relationships" id="292" r:id="R618fa31ff6e445a2"/>
    <p:sldId xmlns:r="http://schemas.openxmlformats.org/officeDocument/2006/relationships" id="293" r:id="R5ee003ca2d8f4f02"/>
    <p:sldId xmlns:r="http://schemas.openxmlformats.org/officeDocument/2006/relationships" id="294" r:id="R2dd53e8a17124a0e"/>
    <p:sldId xmlns:r="http://schemas.openxmlformats.org/officeDocument/2006/relationships" id="295" r:id="R0d5bfd16b31145e1"/>
    <p:sldId xmlns:r="http://schemas.openxmlformats.org/officeDocument/2006/relationships" id="296" r:id="R0ec9ef955d4842b8"/>
    <p:sldId xmlns:r="http://schemas.openxmlformats.org/officeDocument/2006/relationships" id="297" r:id="Rbd51a57082c844ef"/>
    <p:sldId xmlns:r="http://schemas.openxmlformats.org/officeDocument/2006/relationships" id="298" r:id="R95c8afbabf5e44dc"/>
    <p:sldId xmlns:r="http://schemas.openxmlformats.org/officeDocument/2006/relationships" id="299" r:id="R0568f0dd7fa34501"/>
    <p:sldId xmlns:r="http://schemas.openxmlformats.org/officeDocument/2006/relationships" id="300" r:id="R59fec831c5824e25"/>
    <p:sldId xmlns:r="http://schemas.openxmlformats.org/officeDocument/2006/relationships" id="301" r:id="Rb98550071fc346d4"/>
    <p:sldId xmlns:r="http://schemas.openxmlformats.org/officeDocument/2006/relationships" id="302" r:id="R289697e5e5fb4a47"/>
    <p:sldId xmlns:r="http://schemas.openxmlformats.org/officeDocument/2006/relationships" id="303" r:id="R4a211e643898474a"/>
    <p:sldId xmlns:r="http://schemas.openxmlformats.org/officeDocument/2006/relationships" id="304" r:id="R4e55dc49128b4532"/>
    <p:sldId xmlns:r="http://schemas.openxmlformats.org/officeDocument/2006/relationships" id="305" r:id="R1d7b7ffe8c864bad"/>
    <p:sldId xmlns:r="http://schemas.openxmlformats.org/officeDocument/2006/relationships" id="306" r:id="R91a543c6dcbe45e4"/>
    <p:sldId xmlns:r="http://schemas.openxmlformats.org/officeDocument/2006/relationships" id="307" r:id="Rfded73ae40174d99"/>
    <p:sldId xmlns:r="http://schemas.openxmlformats.org/officeDocument/2006/relationships" id="308" r:id="R4cbd107a236347ab"/>
    <p:sldId xmlns:r="http://schemas.openxmlformats.org/officeDocument/2006/relationships" id="309" r:id="R21110c5d93dd4975"/>
    <p:sldId xmlns:r="http://schemas.openxmlformats.org/officeDocument/2006/relationships" id="310" r:id="R655587ac4a914641"/>
    <p:sldId xmlns:r="http://schemas.openxmlformats.org/officeDocument/2006/relationships" id="311" r:id="Rdbba69d7fe804be7"/>
    <p:sldId xmlns:r="http://schemas.openxmlformats.org/officeDocument/2006/relationships" id="312" r:id="R1fc1899152de4a1b"/>
    <p:sldId xmlns:r="http://schemas.openxmlformats.org/officeDocument/2006/relationships" id="313" r:id="Rb26ca4a178f14496"/>
    <p:sldId xmlns:r="http://schemas.openxmlformats.org/officeDocument/2006/relationships" id="314" r:id="R9d6df59294324734"/>
    <p:sldId xmlns:r="http://schemas.openxmlformats.org/officeDocument/2006/relationships" id="315" r:id="R2a3e42b557104a37"/>
    <p:sldId xmlns:r="http://schemas.openxmlformats.org/officeDocument/2006/relationships" id="316" r:id="Rf4afacfffdc1477f"/>
    <p:sldId xmlns:r="http://schemas.openxmlformats.org/officeDocument/2006/relationships" id="317" r:id="Rc606a2cb1533476a"/>
    <p:sldId xmlns:r="http://schemas.openxmlformats.org/officeDocument/2006/relationships" id="318" r:id="R4d72cc9767474ad8"/>
    <p:sldId xmlns:r="http://schemas.openxmlformats.org/officeDocument/2006/relationships" id="319" r:id="R0ab1ab04d402432a"/>
    <p:sldId xmlns:r="http://schemas.openxmlformats.org/officeDocument/2006/relationships" id="320" r:id="R74b8f7ff6f4e4d42"/>
    <p:sldId xmlns:r="http://schemas.openxmlformats.org/officeDocument/2006/relationships" id="321" r:id="R79f3c6fa2dcc42d7"/>
    <p:sldId xmlns:r="http://schemas.openxmlformats.org/officeDocument/2006/relationships" id="322" r:id="R563f62dcd88e45a2"/>
    <p:sldId xmlns:r="http://schemas.openxmlformats.org/officeDocument/2006/relationships" id="323" r:id="R2bb2f6a0df7448d8"/>
    <p:sldId xmlns:r="http://schemas.openxmlformats.org/officeDocument/2006/relationships" id="324" r:id="Ra3b85016e85d4abf"/>
    <p:sldId xmlns:r="http://schemas.openxmlformats.org/officeDocument/2006/relationships" id="325" r:id="Rba25eac167fa4794"/>
    <p:sldId xmlns:r="http://schemas.openxmlformats.org/officeDocument/2006/relationships" id="326" r:id="Rfeef95938179422d"/>
    <p:sldId xmlns:r="http://schemas.openxmlformats.org/officeDocument/2006/relationships" id="327" r:id="R6690c35a5d1a44a4"/>
    <p:sldId xmlns:r="http://schemas.openxmlformats.org/officeDocument/2006/relationships" id="328" r:id="Rbb96d00e75184214"/>
    <p:sldId xmlns:r="http://schemas.openxmlformats.org/officeDocument/2006/relationships" id="329" r:id="R8a4699d503f940dc"/>
    <p:sldId xmlns:r="http://schemas.openxmlformats.org/officeDocument/2006/relationships" id="330" r:id="R9f944b08f12f4ecd"/>
    <p:sldId xmlns:r="http://schemas.openxmlformats.org/officeDocument/2006/relationships" id="331" r:id="R134fcb4b45e84b26"/>
    <p:sldId xmlns:r="http://schemas.openxmlformats.org/officeDocument/2006/relationships" id="332" r:id="Rd3ec4d725c744459"/>
    <p:sldId xmlns:r="http://schemas.openxmlformats.org/officeDocument/2006/relationships" id="333" r:id="R29ab57d3e2b04032"/>
    <p:sldId xmlns:r="http://schemas.openxmlformats.org/officeDocument/2006/relationships" id="334" r:id="R913e50e9717040f5"/>
    <p:sldId xmlns:r="http://schemas.openxmlformats.org/officeDocument/2006/relationships" id="335" r:id="R37ab9a6595b24c70"/>
    <p:sldId xmlns:r="http://schemas.openxmlformats.org/officeDocument/2006/relationships" id="336" r:id="R86d3300ed50a41fc"/>
    <p:sldId xmlns:r="http://schemas.openxmlformats.org/officeDocument/2006/relationships" id="337" r:id="R7a9eb6fd16534fa4"/>
    <p:sldId xmlns:r="http://schemas.openxmlformats.org/officeDocument/2006/relationships" id="338" r:id="R903d515098d94cfd"/>
    <p:sldId xmlns:r="http://schemas.openxmlformats.org/officeDocument/2006/relationships" id="339" r:id="Rfcdc91bfd1a94e2d"/>
    <p:sldId xmlns:r="http://schemas.openxmlformats.org/officeDocument/2006/relationships" id="340" r:id="Rb897484438c34200"/>
    <p:sldId xmlns:r="http://schemas.openxmlformats.org/officeDocument/2006/relationships" id="341" r:id="Rd004b4e447674acd"/>
    <p:sldId xmlns:r="http://schemas.openxmlformats.org/officeDocument/2006/relationships" id="342" r:id="Ra508bf0e3bc34b96"/>
    <p:sldId xmlns:r="http://schemas.openxmlformats.org/officeDocument/2006/relationships" id="343" r:id="Rbed8c37d16c54a6c"/>
    <p:sldId xmlns:r="http://schemas.openxmlformats.org/officeDocument/2006/relationships" id="344" r:id="R16d26423f79d46ac"/>
    <p:sldId xmlns:r="http://schemas.openxmlformats.org/officeDocument/2006/relationships" id="345" r:id="R96260720eddb4c28"/>
    <p:sldId xmlns:r="http://schemas.openxmlformats.org/officeDocument/2006/relationships" id="346" r:id="Re202064757294623"/>
    <p:sldId xmlns:r="http://schemas.openxmlformats.org/officeDocument/2006/relationships" id="347" r:id="R84d79bebc5044cbc"/>
    <p:sldId xmlns:r="http://schemas.openxmlformats.org/officeDocument/2006/relationships" id="348" r:id="R5b58cfd0afbe4caf"/>
    <p:sldId xmlns:r="http://schemas.openxmlformats.org/officeDocument/2006/relationships" id="349" r:id="Rdc61061b10434145"/>
    <p:sldId xmlns:r="http://schemas.openxmlformats.org/officeDocument/2006/relationships" id="350" r:id="R1bc10a9b97d84767"/>
    <p:sldId xmlns:r="http://schemas.openxmlformats.org/officeDocument/2006/relationships" id="351" r:id="R3b1f338bbef14e1e"/>
    <p:sldId xmlns:r="http://schemas.openxmlformats.org/officeDocument/2006/relationships" id="352" r:id="Rc33dfaa70bbc4d7c"/>
    <p:sldId xmlns:r="http://schemas.openxmlformats.org/officeDocument/2006/relationships" id="353" r:id="R976061df594548bc"/>
    <p:sldId xmlns:r="http://schemas.openxmlformats.org/officeDocument/2006/relationships" id="354" r:id="R0bf93c30360241d9"/>
    <p:sldId xmlns:r="http://schemas.openxmlformats.org/officeDocument/2006/relationships" id="355" r:id="R7c63e9e9e46548fd"/>
    <p:sldId xmlns:r="http://schemas.openxmlformats.org/officeDocument/2006/relationships" id="356" r:id="R1d576d55c7aa4428"/>
    <p:sldId xmlns:r="http://schemas.openxmlformats.org/officeDocument/2006/relationships" id="357" r:id="Re22361b5df004e5c"/>
    <p:sldId xmlns:r="http://schemas.openxmlformats.org/officeDocument/2006/relationships" id="358" r:id="R42b5b304a7f84dc3"/>
    <p:sldId xmlns:r="http://schemas.openxmlformats.org/officeDocument/2006/relationships" id="359" r:id="Rb1809c19324b4741"/>
    <p:sldId xmlns:r="http://schemas.openxmlformats.org/officeDocument/2006/relationships" id="360" r:id="Re265d52faffe4927"/>
    <p:sldId xmlns:r="http://schemas.openxmlformats.org/officeDocument/2006/relationships" id="361" r:id="R32741e4f4f56429b"/>
    <p:sldId xmlns:r="http://schemas.openxmlformats.org/officeDocument/2006/relationships" id="362" r:id="R4836574ee09e43ad"/>
    <p:sldId xmlns:r="http://schemas.openxmlformats.org/officeDocument/2006/relationships" id="363" r:id="Re4b08aa0277e4e92"/>
    <p:sldId xmlns:r="http://schemas.openxmlformats.org/officeDocument/2006/relationships" id="364" r:id="Ra85dbf5307504044"/>
    <p:sldId xmlns:r="http://schemas.openxmlformats.org/officeDocument/2006/relationships" id="365" r:id="R7e85e2acf4294d49"/>
    <p:sldId xmlns:r="http://schemas.openxmlformats.org/officeDocument/2006/relationships" id="366" r:id="R28e061f628874d20"/>
    <p:sldId xmlns:r="http://schemas.openxmlformats.org/officeDocument/2006/relationships" id="367" r:id="Ra0e7129290484bf3"/>
    <p:sldId xmlns:r="http://schemas.openxmlformats.org/officeDocument/2006/relationships" id="368" r:id="R0a0b4ea20c2d4836"/>
    <p:sldId xmlns:r="http://schemas.openxmlformats.org/officeDocument/2006/relationships" id="369" r:id="Rbd2a14774d5e42ec"/>
    <p:sldId xmlns:r="http://schemas.openxmlformats.org/officeDocument/2006/relationships" id="370" r:id="R919477d4d96547fb"/>
    <p:sldId xmlns:r="http://schemas.openxmlformats.org/officeDocument/2006/relationships" id="371" r:id="Rdd5586a58aad4f09"/>
    <p:sldId xmlns:r="http://schemas.openxmlformats.org/officeDocument/2006/relationships" id="372" r:id="Ra340741bbf9847ae"/>
    <p:sldId xmlns:r="http://schemas.openxmlformats.org/officeDocument/2006/relationships" id="373" r:id="Ra972fda6ee83440e"/>
    <p:sldId xmlns:r="http://schemas.openxmlformats.org/officeDocument/2006/relationships" id="374" r:id="R02fa1eeb5c4746ba"/>
    <p:sldId xmlns:r="http://schemas.openxmlformats.org/officeDocument/2006/relationships" id="375" r:id="R2b94e35420814160"/>
    <p:sldId xmlns:r="http://schemas.openxmlformats.org/officeDocument/2006/relationships" id="376" r:id="Rcbac09e9a1ea422b"/>
    <p:sldId xmlns:r="http://schemas.openxmlformats.org/officeDocument/2006/relationships" id="377" r:id="R6183173055314c56"/>
    <p:sldId xmlns:r="http://schemas.openxmlformats.org/officeDocument/2006/relationships" id="378" r:id="Reaeecd7e7e6c4d55"/>
    <p:sldId xmlns:r="http://schemas.openxmlformats.org/officeDocument/2006/relationships" id="379" r:id="R78d4ddaf5f6642eb"/>
    <p:sldId xmlns:r="http://schemas.openxmlformats.org/officeDocument/2006/relationships" id="380" r:id="Raa1fe94a864f4ab8"/>
    <p:sldId xmlns:r="http://schemas.openxmlformats.org/officeDocument/2006/relationships" id="381" r:id="R4aa164f361e4411f"/>
    <p:sldId xmlns:r="http://schemas.openxmlformats.org/officeDocument/2006/relationships" id="382" r:id="Rc94a3c33d994472e"/>
    <p:sldId xmlns:r="http://schemas.openxmlformats.org/officeDocument/2006/relationships" id="383" r:id="Rf74afbf6b7a7465e"/>
    <p:sldId xmlns:r="http://schemas.openxmlformats.org/officeDocument/2006/relationships" id="384" r:id="R918e239abaa24a14"/>
    <p:sldId xmlns:r="http://schemas.openxmlformats.org/officeDocument/2006/relationships" id="385" r:id="Rffa28bb4a8c44231"/>
    <p:sldId xmlns:r="http://schemas.openxmlformats.org/officeDocument/2006/relationships" id="386" r:id="R995e5f21a79f4d0a"/>
    <p:sldId xmlns:r="http://schemas.openxmlformats.org/officeDocument/2006/relationships" id="387" r:id="R0ab3c7709add427f"/>
    <p:sldId xmlns:r="http://schemas.openxmlformats.org/officeDocument/2006/relationships" id="388" r:id="R920ae987e3da45c6"/>
    <p:sldId xmlns:r="http://schemas.openxmlformats.org/officeDocument/2006/relationships" id="389" r:id="Rd2dacb1b7bba4def"/>
    <p:sldId xmlns:r="http://schemas.openxmlformats.org/officeDocument/2006/relationships" id="390" r:id="R5e956db57dcb4565"/>
    <p:sldId xmlns:r="http://schemas.openxmlformats.org/officeDocument/2006/relationships" id="391" r:id="R214017ebae0a4b8b"/>
    <p:sldId xmlns:r="http://schemas.openxmlformats.org/officeDocument/2006/relationships" id="392" r:id="Rd8f32403c5024824"/>
    <p:sldId xmlns:r="http://schemas.openxmlformats.org/officeDocument/2006/relationships" id="393" r:id="Rafa3cf4ca7ad4f50"/>
    <p:sldId xmlns:r="http://schemas.openxmlformats.org/officeDocument/2006/relationships" id="394" r:id="R107e2b5e1a154649"/>
    <p:sldId xmlns:r="http://schemas.openxmlformats.org/officeDocument/2006/relationships" id="395" r:id="Rc4345ef2b94146b8"/>
    <p:sldId xmlns:r="http://schemas.openxmlformats.org/officeDocument/2006/relationships" id="396" r:id="R9f2e38300bbc4b07"/>
    <p:sldId xmlns:r="http://schemas.openxmlformats.org/officeDocument/2006/relationships" id="397" r:id="R56ccd50c99b64458"/>
    <p:sldId xmlns:r="http://schemas.openxmlformats.org/officeDocument/2006/relationships" id="398" r:id="R583f1a11ec034ce4"/>
    <p:sldId xmlns:r="http://schemas.openxmlformats.org/officeDocument/2006/relationships" id="399" r:id="R0fd2c4a743f143a1"/>
    <p:sldId xmlns:r="http://schemas.openxmlformats.org/officeDocument/2006/relationships" id="400" r:id="R823f7dce565f46e5"/>
    <p:sldId xmlns:r="http://schemas.openxmlformats.org/officeDocument/2006/relationships" id="401" r:id="R51f7264dc1d64cc6"/>
    <p:sldId xmlns:r="http://schemas.openxmlformats.org/officeDocument/2006/relationships" id="402" r:id="R0510f8748c8449fd"/>
    <p:sldId xmlns:r="http://schemas.openxmlformats.org/officeDocument/2006/relationships" id="403" r:id="R09e3854d88b64920"/>
    <p:sldId xmlns:r="http://schemas.openxmlformats.org/officeDocument/2006/relationships" id="404" r:id="Rd2c3ba1409004169"/>
    <p:sldId xmlns:r="http://schemas.openxmlformats.org/officeDocument/2006/relationships" id="405" r:id="Rd45956b205ea4109"/>
    <p:sldId xmlns:r="http://schemas.openxmlformats.org/officeDocument/2006/relationships" id="406" r:id="R78cad449c0394367"/>
    <p:sldId xmlns:r="http://schemas.openxmlformats.org/officeDocument/2006/relationships" id="407" r:id="R0ecf0c9477f94bed"/>
    <p:sldId xmlns:r="http://schemas.openxmlformats.org/officeDocument/2006/relationships" id="408" r:id="R89dc4a9d1dc1416d"/>
    <p:sldId xmlns:r="http://schemas.openxmlformats.org/officeDocument/2006/relationships" id="409" r:id="R31de7c6820654a48"/>
    <p:sldId xmlns:r="http://schemas.openxmlformats.org/officeDocument/2006/relationships" id="410" r:id="R11e509a107494416"/>
    <p:sldId xmlns:r="http://schemas.openxmlformats.org/officeDocument/2006/relationships" id="411" r:id="R2efd035c333c47dc"/>
    <p:sldId xmlns:r="http://schemas.openxmlformats.org/officeDocument/2006/relationships" id="412" r:id="R5309b3d70d9a4907"/>
    <p:sldId xmlns:r="http://schemas.openxmlformats.org/officeDocument/2006/relationships" id="413" r:id="R544406db96924f1a"/>
    <p:sldId xmlns:r="http://schemas.openxmlformats.org/officeDocument/2006/relationships" id="414" r:id="R20ed4a1c1a174a75"/>
    <p:sldId xmlns:r="http://schemas.openxmlformats.org/officeDocument/2006/relationships" id="415" r:id="R028ff38925164312"/>
    <p:sldId xmlns:r="http://schemas.openxmlformats.org/officeDocument/2006/relationships" id="416" r:id="Re893d9928b284481"/>
    <p:sldId xmlns:r="http://schemas.openxmlformats.org/officeDocument/2006/relationships" id="417" r:id="Rf47bccb0cdda4999"/>
    <p:sldId xmlns:r="http://schemas.openxmlformats.org/officeDocument/2006/relationships" id="418" r:id="R61191dda414f43a1"/>
    <p:sldId xmlns:r="http://schemas.openxmlformats.org/officeDocument/2006/relationships" id="419" r:id="Rb21bb02460c4427b"/>
    <p:sldId xmlns:r="http://schemas.openxmlformats.org/officeDocument/2006/relationships" id="420" r:id="Re8ffcc87794f4381"/>
    <p:sldId xmlns:r="http://schemas.openxmlformats.org/officeDocument/2006/relationships" id="421" r:id="R601f8d2d6b964bb8"/>
    <p:sldId xmlns:r="http://schemas.openxmlformats.org/officeDocument/2006/relationships" id="422" r:id="R872929e04e3941a9"/>
    <p:sldId xmlns:r="http://schemas.openxmlformats.org/officeDocument/2006/relationships" id="423" r:id="Ref6b252a37894719"/>
    <p:sldId xmlns:r="http://schemas.openxmlformats.org/officeDocument/2006/relationships" id="424" r:id="R24211bc0738347a0"/>
    <p:sldId xmlns:r="http://schemas.openxmlformats.org/officeDocument/2006/relationships" id="425" r:id="R0532ed0f6f914e72"/>
    <p:sldId xmlns:r="http://schemas.openxmlformats.org/officeDocument/2006/relationships" id="426" r:id="R8cd19e584300467a"/>
    <p:sldId xmlns:r="http://schemas.openxmlformats.org/officeDocument/2006/relationships" id="427" r:id="Rbd757a0f214749c8"/>
    <p:sldId xmlns:r="http://schemas.openxmlformats.org/officeDocument/2006/relationships" id="428" r:id="R962b0a2fc0024e68"/>
    <p:sldId xmlns:r="http://schemas.openxmlformats.org/officeDocument/2006/relationships" id="429" r:id="R655717563a844d59"/>
    <p:sldId xmlns:r="http://schemas.openxmlformats.org/officeDocument/2006/relationships" id="430" r:id="R53f1ca9b02ee4c60"/>
    <p:sldId xmlns:r="http://schemas.openxmlformats.org/officeDocument/2006/relationships" id="431" r:id="R8ddcc505ca914a49"/>
    <p:sldId xmlns:r="http://schemas.openxmlformats.org/officeDocument/2006/relationships" id="432" r:id="R12b480c362d34e76"/>
    <p:sldId xmlns:r="http://schemas.openxmlformats.org/officeDocument/2006/relationships" id="433" r:id="R205295e32cbc49c6"/>
    <p:sldId xmlns:r="http://schemas.openxmlformats.org/officeDocument/2006/relationships" id="434" r:id="R78f3435e080b4d15"/>
    <p:sldId xmlns:r="http://schemas.openxmlformats.org/officeDocument/2006/relationships" id="435" r:id="R7799f6bcb7754fa5"/>
    <p:sldId xmlns:r="http://schemas.openxmlformats.org/officeDocument/2006/relationships" id="436" r:id="Rfb89ac81f3b54527"/>
    <p:sldId xmlns:r="http://schemas.openxmlformats.org/officeDocument/2006/relationships" id="437" r:id="R645d7f776e5643f6"/>
    <p:sldId xmlns:r="http://schemas.openxmlformats.org/officeDocument/2006/relationships" id="438" r:id="R16fc63189ba945bb"/>
    <p:sldId xmlns:r="http://schemas.openxmlformats.org/officeDocument/2006/relationships" id="439" r:id="R7632d5a0a4a8451b"/>
    <p:sldId xmlns:r="http://schemas.openxmlformats.org/officeDocument/2006/relationships" id="440" r:id="R2ea66165c0d240c4"/>
    <p:sldId xmlns:r="http://schemas.openxmlformats.org/officeDocument/2006/relationships" id="441" r:id="Rd9d096e2d16f49ea"/>
    <p:sldId xmlns:r="http://schemas.openxmlformats.org/officeDocument/2006/relationships" id="442" r:id="R16c76b1ad6e54c08"/>
    <p:sldId xmlns:r="http://schemas.openxmlformats.org/officeDocument/2006/relationships" id="443" r:id="Rb46b8159d45a415c"/>
    <p:sldId xmlns:r="http://schemas.openxmlformats.org/officeDocument/2006/relationships" id="444" r:id="R69787f17d5de434a"/>
    <p:sldId xmlns:r="http://schemas.openxmlformats.org/officeDocument/2006/relationships" id="445" r:id="Rd27accbdb5fe4d06"/>
    <p:sldId xmlns:r="http://schemas.openxmlformats.org/officeDocument/2006/relationships" id="446" r:id="R8cd1bb08aa494c88"/>
    <p:sldId xmlns:r="http://schemas.openxmlformats.org/officeDocument/2006/relationships" id="447" r:id="R6edc94690cfd4cf9"/>
    <p:sldId xmlns:r="http://schemas.openxmlformats.org/officeDocument/2006/relationships" id="448" r:id="Rc81599385f174963"/>
    <p:sldId xmlns:r="http://schemas.openxmlformats.org/officeDocument/2006/relationships" id="449" r:id="R42b4b001dd3b4634"/>
    <p:sldId xmlns:r="http://schemas.openxmlformats.org/officeDocument/2006/relationships" id="450" r:id="R71c853b2e4574a7d"/>
    <p:sldId xmlns:r="http://schemas.openxmlformats.org/officeDocument/2006/relationships" id="451" r:id="R5d477cc6d42e4d85"/>
    <p:sldId xmlns:r="http://schemas.openxmlformats.org/officeDocument/2006/relationships" id="452" r:id="R6922ee85ad714cea"/>
    <p:sldId xmlns:r="http://schemas.openxmlformats.org/officeDocument/2006/relationships" id="453" r:id="R9a41f343a7d24f2e"/>
    <p:sldId xmlns:r="http://schemas.openxmlformats.org/officeDocument/2006/relationships" id="454" r:id="R67a5f0a953f64a0c"/>
    <p:sldId xmlns:r="http://schemas.openxmlformats.org/officeDocument/2006/relationships" id="455" r:id="Raeeaee4853fc4792"/>
    <p:sldId xmlns:r="http://schemas.openxmlformats.org/officeDocument/2006/relationships" id="456" r:id="Rdca32a8d84744ddc"/>
    <p:sldId xmlns:r="http://schemas.openxmlformats.org/officeDocument/2006/relationships" id="457" r:id="Rf9f3c66cb5f44789"/>
    <p:sldId xmlns:r="http://schemas.openxmlformats.org/officeDocument/2006/relationships" id="458" r:id="R3ead517295fc4459"/>
    <p:sldId xmlns:r="http://schemas.openxmlformats.org/officeDocument/2006/relationships" id="459" r:id="Rb886e1dd016e4f0f"/>
    <p:sldId xmlns:r="http://schemas.openxmlformats.org/officeDocument/2006/relationships" id="460" r:id="Ra4e71af67f634ce4"/>
    <p:sldId xmlns:r="http://schemas.openxmlformats.org/officeDocument/2006/relationships" id="461" r:id="R1e1113ab43734307"/>
    <p:sldId xmlns:r="http://schemas.openxmlformats.org/officeDocument/2006/relationships" id="462" r:id="Re09ee035c140498a"/>
    <p:sldId xmlns:r="http://schemas.openxmlformats.org/officeDocument/2006/relationships" id="463" r:id="Rf72724fbafe741b4"/>
    <p:sldId xmlns:r="http://schemas.openxmlformats.org/officeDocument/2006/relationships" id="464" r:id="Rfe590087acc744e5"/>
    <p:sldId xmlns:r="http://schemas.openxmlformats.org/officeDocument/2006/relationships" id="465" r:id="R5bbe30ba5876443a"/>
    <p:sldId xmlns:r="http://schemas.openxmlformats.org/officeDocument/2006/relationships" id="466" r:id="Rb75763dd40974d20"/>
    <p:sldId xmlns:r="http://schemas.openxmlformats.org/officeDocument/2006/relationships" id="467" r:id="R5190f3d918284af3"/>
    <p:sldId xmlns:r="http://schemas.openxmlformats.org/officeDocument/2006/relationships" id="468" r:id="Rf051aa545bb64199"/>
    <p:sldId xmlns:r="http://schemas.openxmlformats.org/officeDocument/2006/relationships" id="469" r:id="R2c6edca1746b40ee"/>
    <p:sldId xmlns:r="http://schemas.openxmlformats.org/officeDocument/2006/relationships" id="470" r:id="R14cdda32171d43d4"/>
    <p:sldId xmlns:r="http://schemas.openxmlformats.org/officeDocument/2006/relationships" id="471" r:id="R1dd13862f8e04740"/>
    <p:sldId xmlns:r="http://schemas.openxmlformats.org/officeDocument/2006/relationships" id="472" r:id="R1c162aae96c8420e"/>
    <p:sldId xmlns:r="http://schemas.openxmlformats.org/officeDocument/2006/relationships" id="473" r:id="R4ea9a09edea74666"/>
    <p:sldId xmlns:r="http://schemas.openxmlformats.org/officeDocument/2006/relationships" id="474" r:id="Rb52cf454d9a9438b"/>
    <p:sldId xmlns:r="http://schemas.openxmlformats.org/officeDocument/2006/relationships" id="475" r:id="R43e9a3f2babd4369"/>
    <p:sldId xmlns:r="http://schemas.openxmlformats.org/officeDocument/2006/relationships" id="476" r:id="R6002d49e666b48c9"/>
    <p:sldId xmlns:r="http://schemas.openxmlformats.org/officeDocument/2006/relationships" id="477" r:id="Ra68e01ebd131467f"/>
    <p:sldId xmlns:r="http://schemas.openxmlformats.org/officeDocument/2006/relationships" id="478" r:id="R1f100647446b4e77"/>
    <p:sldId xmlns:r="http://schemas.openxmlformats.org/officeDocument/2006/relationships" id="479" r:id="Rc36c03abd45343e6"/>
    <p:sldId xmlns:r="http://schemas.openxmlformats.org/officeDocument/2006/relationships" id="480" r:id="Rcca7701f22c149f9"/>
    <p:sldId xmlns:r="http://schemas.openxmlformats.org/officeDocument/2006/relationships" id="481" r:id="R77abb1b6e7a447c3"/>
    <p:sldId xmlns:r="http://schemas.openxmlformats.org/officeDocument/2006/relationships" id="482" r:id="R292512f4b3564813"/>
    <p:sldId xmlns:r="http://schemas.openxmlformats.org/officeDocument/2006/relationships" id="483" r:id="Rb77c7c49a9304340"/>
    <p:sldId xmlns:r="http://schemas.openxmlformats.org/officeDocument/2006/relationships" id="484" r:id="R8f3abd2955a64315"/>
    <p:sldId xmlns:r="http://schemas.openxmlformats.org/officeDocument/2006/relationships" id="485" r:id="Rf777a875029c4b81"/>
    <p:sldId xmlns:r="http://schemas.openxmlformats.org/officeDocument/2006/relationships" id="486" r:id="R67b8ae4752c04eb2"/>
    <p:sldId xmlns:r="http://schemas.openxmlformats.org/officeDocument/2006/relationships" id="487" r:id="Rf38912ec392c4d1f"/>
    <p:sldId xmlns:r="http://schemas.openxmlformats.org/officeDocument/2006/relationships" id="488" r:id="Rf9ce006d452a46dc"/>
    <p:sldId xmlns:r="http://schemas.openxmlformats.org/officeDocument/2006/relationships" id="489" r:id="R4ab80a09d15b4243"/>
    <p:sldId xmlns:r="http://schemas.openxmlformats.org/officeDocument/2006/relationships" id="490" r:id="R4a28fc8a075a424f"/>
    <p:sldId xmlns:r="http://schemas.openxmlformats.org/officeDocument/2006/relationships" id="491" r:id="R8f87e33b54354399"/>
    <p:sldId xmlns:r="http://schemas.openxmlformats.org/officeDocument/2006/relationships" id="492" r:id="R344e1f484d134d4e"/>
    <p:sldId xmlns:r="http://schemas.openxmlformats.org/officeDocument/2006/relationships" id="493" r:id="R52ecd17a2cc14ca2"/>
    <p:sldId xmlns:r="http://schemas.openxmlformats.org/officeDocument/2006/relationships" id="494" r:id="R9dd143b6bbb140eb"/>
    <p:sldId xmlns:r="http://schemas.openxmlformats.org/officeDocument/2006/relationships" id="495" r:id="Rafff790f27434552"/>
    <p:sldId xmlns:r="http://schemas.openxmlformats.org/officeDocument/2006/relationships" id="496" r:id="Rc70999d181864e88"/>
    <p:sldId xmlns:r="http://schemas.openxmlformats.org/officeDocument/2006/relationships" id="497" r:id="R0a19bd239b854f36"/>
    <p:sldId xmlns:r="http://schemas.openxmlformats.org/officeDocument/2006/relationships" id="498" r:id="Rbc2d0f15716d4137"/>
    <p:sldId xmlns:r="http://schemas.openxmlformats.org/officeDocument/2006/relationships" id="499" r:id="Rda470fb308b64f2d"/>
    <p:sldId xmlns:r="http://schemas.openxmlformats.org/officeDocument/2006/relationships" id="500" r:id="R57b1a8bdc9e64a85"/>
    <p:sldId xmlns:r="http://schemas.openxmlformats.org/officeDocument/2006/relationships" id="501" r:id="Ra99d47b975134620"/>
    <p:sldId xmlns:r="http://schemas.openxmlformats.org/officeDocument/2006/relationships" id="502" r:id="Rfa7bacc959b649b6"/>
    <p:sldId xmlns:r="http://schemas.openxmlformats.org/officeDocument/2006/relationships" id="503" r:id="R58710559466c4bd7"/>
    <p:sldId xmlns:r="http://schemas.openxmlformats.org/officeDocument/2006/relationships" id="504" r:id="Re22d149b90034a89"/>
    <p:sldId xmlns:r="http://schemas.openxmlformats.org/officeDocument/2006/relationships" id="505" r:id="Rfc2d7e7e505d462c"/>
    <p:sldId xmlns:r="http://schemas.openxmlformats.org/officeDocument/2006/relationships" id="506" r:id="Rbba0772fb091493f"/>
    <p:sldId xmlns:r="http://schemas.openxmlformats.org/officeDocument/2006/relationships" id="507" r:id="R0f0cc7a5e5564b91"/>
    <p:sldId xmlns:r="http://schemas.openxmlformats.org/officeDocument/2006/relationships" id="508" r:id="R289aa49951844f0c"/>
    <p:sldId xmlns:r="http://schemas.openxmlformats.org/officeDocument/2006/relationships" id="509" r:id="Rc839f90e7ed245aa"/>
    <p:sldId xmlns:r="http://schemas.openxmlformats.org/officeDocument/2006/relationships" id="510" r:id="R1472c987de4b4c82"/>
    <p:sldId xmlns:r="http://schemas.openxmlformats.org/officeDocument/2006/relationships" id="511" r:id="Rcaac86c77bdf49a4"/>
    <p:sldId xmlns:r="http://schemas.openxmlformats.org/officeDocument/2006/relationships" id="512" r:id="Rb7c979a48b804597"/>
    <p:sldId xmlns:r="http://schemas.openxmlformats.org/officeDocument/2006/relationships" id="513" r:id="R1cf822d0fb4343ad"/>
    <p:sldId xmlns:r="http://schemas.openxmlformats.org/officeDocument/2006/relationships" id="514" r:id="Rce368933553d4ab4"/>
    <p:sldId xmlns:r="http://schemas.openxmlformats.org/officeDocument/2006/relationships" id="515" r:id="Re9754634d3264679"/>
    <p:sldId xmlns:r="http://schemas.openxmlformats.org/officeDocument/2006/relationships" id="516" r:id="Rc817d21dc2dc4ca8"/>
    <p:sldId xmlns:r="http://schemas.openxmlformats.org/officeDocument/2006/relationships" id="517" r:id="R56df930e9a384a9d"/>
    <p:sldId xmlns:r="http://schemas.openxmlformats.org/officeDocument/2006/relationships" id="518" r:id="R7083a540d6374479"/>
    <p:sldId xmlns:r="http://schemas.openxmlformats.org/officeDocument/2006/relationships" id="519" r:id="Raae21d4aac244c2a"/>
    <p:sldId xmlns:r="http://schemas.openxmlformats.org/officeDocument/2006/relationships" id="520" r:id="Rf7942a89f3dd479c"/>
    <p:sldId xmlns:r="http://schemas.openxmlformats.org/officeDocument/2006/relationships" id="521" r:id="R458276203c594b1c"/>
    <p:sldId xmlns:r="http://schemas.openxmlformats.org/officeDocument/2006/relationships" id="522" r:id="Raa450014fe154aa1"/>
    <p:sldId xmlns:r="http://schemas.openxmlformats.org/officeDocument/2006/relationships" id="523" r:id="R61ebbb846fd64f90"/>
    <p:sldId xmlns:r="http://schemas.openxmlformats.org/officeDocument/2006/relationships" id="524" r:id="R807602fe108a4fa7"/>
    <p:sldId xmlns:r="http://schemas.openxmlformats.org/officeDocument/2006/relationships" id="525" r:id="R8d2a836e8d984e4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8839b6f99a84afd" /><Relationship Type="http://schemas.openxmlformats.org/officeDocument/2006/relationships/slideMaster" Target="/ppt/slideMasters/slideMaster1.xml" Id="R85f822b4f4c54147" /><Relationship Type="http://schemas.openxmlformats.org/officeDocument/2006/relationships/notesMaster" Target="/ppt/notesMasters/notesMaster1.xml" Id="R969f8bce30a24fbc" /><Relationship Type="http://schemas.openxmlformats.org/officeDocument/2006/relationships/presProps" Target="/ppt/presProps.xml" Id="Rb781e203727f42a5" /><Relationship Type="http://schemas.openxmlformats.org/officeDocument/2006/relationships/tableStyles" Target="/ppt/tableStyles.xml" Id="R4177979b19b84449" /><Relationship Type="http://schemas.openxmlformats.org/officeDocument/2006/relationships/slide" Target="/ppt/slides/slide1.xml" Id="Re355d6508e364069" /><Relationship Type="http://schemas.openxmlformats.org/officeDocument/2006/relationships/slide" Target="/ppt/slides/slide2.xml" Id="R643c3992221a4e28" /><Relationship Type="http://schemas.openxmlformats.org/officeDocument/2006/relationships/slide" Target="/ppt/slides/slide3.xml" Id="Rddf389891dc44775" /><Relationship Type="http://schemas.openxmlformats.org/officeDocument/2006/relationships/slide" Target="/ppt/slides/slide4.xml" Id="R71f6090461144486" /><Relationship Type="http://schemas.openxmlformats.org/officeDocument/2006/relationships/slide" Target="/ppt/slides/slide5.xml" Id="Rc0e26092d548474b" /><Relationship Type="http://schemas.openxmlformats.org/officeDocument/2006/relationships/slide" Target="/ppt/slides/slide6.xml" Id="Rb7bf0f962c6b419d" /><Relationship Type="http://schemas.openxmlformats.org/officeDocument/2006/relationships/slide" Target="/ppt/slides/slide7.xml" Id="R40491c89843e45fe" /><Relationship Type="http://schemas.openxmlformats.org/officeDocument/2006/relationships/slide" Target="/ppt/slides/slide8.xml" Id="R827cd601575d45e4" /><Relationship Type="http://schemas.openxmlformats.org/officeDocument/2006/relationships/slide" Target="/ppt/slides/slide9.xml" Id="R9f115af9e3cc400e" /><Relationship Type="http://schemas.openxmlformats.org/officeDocument/2006/relationships/slide" Target="/ppt/slides/slide10.xml" Id="R59b4b633cf104e21" /><Relationship Type="http://schemas.openxmlformats.org/officeDocument/2006/relationships/slide" Target="/ppt/slides/slide11.xml" Id="Ra61124fcf89147ad" /><Relationship Type="http://schemas.openxmlformats.org/officeDocument/2006/relationships/slide" Target="/ppt/slides/slide12.xml" Id="R164d60632bfa4248" /><Relationship Type="http://schemas.openxmlformats.org/officeDocument/2006/relationships/slide" Target="/ppt/slides/slide13.xml" Id="R1cb5dfa7a7384cf8" /><Relationship Type="http://schemas.openxmlformats.org/officeDocument/2006/relationships/slide" Target="/ppt/slides/slide14.xml" Id="Rf527ce02329c4891" /><Relationship Type="http://schemas.openxmlformats.org/officeDocument/2006/relationships/slide" Target="/ppt/slides/slide15.xml" Id="R396409ac0354406e" /><Relationship Type="http://schemas.openxmlformats.org/officeDocument/2006/relationships/slide" Target="/ppt/slides/slide16.xml" Id="R84e17a04a16c4e94" /><Relationship Type="http://schemas.openxmlformats.org/officeDocument/2006/relationships/slide" Target="/ppt/slides/slide17.xml" Id="R688802d775df48f8" /><Relationship Type="http://schemas.openxmlformats.org/officeDocument/2006/relationships/slide" Target="/ppt/slides/slide18.xml" Id="R273fa023e26d40b5" /><Relationship Type="http://schemas.openxmlformats.org/officeDocument/2006/relationships/slide" Target="/ppt/slides/slide19.xml" Id="Rc558867a8ff248e3" /><Relationship Type="http://schemas.openxmlformats.org/officeDocument/2006/relationships/slide" Target="/ppt/slides/slide20.xml" Id="Rde2bcb8ce28e4b82" /><Relationship Type="http://schemas.openxmlformats.org/officeDocument/2006/relationships/slide" Target="/ppt/slides/slide21.xml" Id="Reca3b98541dd4a5d" /><Relationship Type="http://schemas.openxmlformats.org/officeDocument/2006/relationships/slide" Target="/ppt/slides/slide22.xml" Id="Rcdff178ab6904c53" /><Relationship Type="http://schemas.openxmlformats.org/officeDocument/2006/relationships/slide" Target="/ppt/slides/slide23.xml" Id="R4fd09b24754f4437" /><Relationship Type="http://schemas.openxmlformats.org/officeDocument/2006/relationships/slide" Target="/ppt/slides/slide24.xml" Id="R0a5df736b8114545" /><Relationship Type="http://schemas.openxmlformats.org/officeDocument/2006/relationships/slide" Target="/ppt/slides/slide25.xml" Id="Ra5b529ed923b443d" /><Relationship Type="http://schemas.openxmlformats.org/officeDocument/2006/relationships/slide" Target="/ppt/slides/slide26.xml" Id="R88e4888aff6f4adc" /><Relationship Type="http://schemas.openxmlformats.org/officeDocument/2006/relationships/slide" Target="/ppt/slides/slide27.xml" Id="Rff1cf6cdf78b40c0" /><Relationship Type="http://schemas.openxmlformats.org/officeDocument/2006/relationships/slide" Target="/ppt/slides/slide28.xml" Id="Rb1bf82a42c6c4efc" /><Relationship Type="http://schemas.openxmlformats.org/officeDocument/2006/relationships/slide" Target="/ppt/slides/slide29.xml" Id="Ra01d08abcc364ebe" /><Relationship Type="http://schemas.openxmlformats.org/officeDocument/2006/relationships/slide" Target="/ppt/slides/slide30.xml" Id="R80f5080b67714dce" /><Relationship Type="http://schemas.openxmlformats.org/officeDocument/2006/relationships/slide" Target="/ppt/slides/slide31.xml" Id="Rcc1c3c4d6caf40c2" /><Relationship Type="http://schemas.openxmlformats.org/officeDocument/2006/relationships/slide" Target="/ppt/slides/slide32.xml" Id="R0cce1116c93d450d" /><Relationship Type="http://schemas.openxmlformats.org/officeDocument/2006/relationships/slide" Target="/ppt/slides/slide33.xml" Id="Rda5b95bb6a124922" /><Relationship Type="http://schemas.openxmlformats.org/officeDocument/2006/relationships/slide" Target="/ppt/slides/slide34.xml" Id="Rca012a41bcfe4b9b" /><Relationship Type="http://schemas.openxmlformats.org/officeDocument/2006/relationships/slide" Target="/ppt/slides/slide35.xml" Id="R3885b3569b374188" /><Relationship Type="http://schemas.openxmlformats.org/officeDocument/2006/relationships/slide" Target="/ppt/slides/slide36.xml" Id="Rafa9ee9e32794698" /><Relationship Type="http://schemas.openxmlformats.org/officeDocument/2006/relationships/slide" Target="/ppt/slides/slide37.xml" Id="R618fa31ff6e445a2" /><Relationship Type="http://schemas.openxmlformats.org/officeDocument/2006/relationships/slide" Target="/ppt/slides/slide38.xml" Id="R5ee003ca2d8f4f02" /><Relationship Type="http://schemas.openxmlformats.org/officeDocument/2006/relationships/slide" Target="/ppt/slides/slide39.xml" Id="R2dd53e8a17124a0e" /><Relationship Type="http://schemas.openxmlformats.org/officeDocument/2006/relationships/slide" Target="/ppt/slides/slide40.xml" Id="R0d5bfd16b31145e1" /><Relationship Type="http://schemas.openxmlformats.org/officeDocument/2006/relationships/slide" Target="/ppt/slides/slide41.xml" Id="R0ec9ef955d4842b8" /><Relationship Type="http://schemas.openxmlformats.org/officeDocument/2006/relationships/slide" Target="/ppt/slides/slide42.xml" Id="Rbd51a57082c844ef" /><Relationship Type="http://schemas.openxmlformats.org/officeDocument/2006/relationships/slide" Target="/ppt/slides/slide43.xml" Id="R95c8afbabf5e44dc" /><Relationship Type="http://schemas.openxmlformats.org/officeDocument/2006/relationships/slide" Target="/ppt/slides/slide44.xml" Id="R0568f0dd7fa34501" /><Relationship Type="http://schemas.openxmlformats.org/officeDocument/2006/relationships/slide" Target="/ppt/slides/slide45.xml" Id="R59fec831c5824e25" /><Relationship Type="http://schemas.openxmlformats.org/officeDocument/2006/relationships/slide" Target="/ppt/slides/slide46.xml" Id="Rb98550071fc346d4" /><Relationship Type="http://schemas.openxmlformats.org/officeDocument/2006/relationships/slide" Target="/ppt/slides/slide47.xml" Id="R289697e5e5fb4a47" /><Relationship Type="http://schemas.openxmlformats.org/officeDocument/2006/relationships/slide" Target="/ppt/slides/slide48.xml" Id="R4a211e643898474a" /><Relationship Type="http://schemas.openxmlformats.org/officeDocument/2006/relationships/slide" Target="/ppt/slides/slide49.xml" Id="R4e55dc49128b4532" /><Relationship Type="http://schemas.openxmlformats.org/officeDocument/2006/relationships/slide" Target="/ppt/slides/slide50.xml" Id="R1d7b7ffe8c864bad" /><Relationship Type="http://schemas.openxmlformats.org/officeDocument/2006/relationships/slide" Target="/ppt/slides/slide51.xml" Id="R91a543c6dcbe45e4" /><Relationship Type="http://schemas.openxmlformats.org/officeDocument/2006/relationships/slide" Target="/ppt/slides/slide52.xml" Id="Rfded73ae40174d99" /><Relationship Type="http://schemas.openxmlformats.org/officeDocument/2006/relationships/slide" Target="/ppt/slides/slide53.xml" Id="R4cbd107a236347ab" /><Relationship Type="http://schemas.openxmlformats.org/officeDocument/2006/relationships/slide" Target="/ppt/slides/slide54.xml" Id="R21110c5d93dd4975" /><Relationship Type="http://schemas.openxmlformats.org/officeDocument/2006/relationships/slide" Target="/ppt/slides/slide55.xml" Id="R655587ac4a914641" /><Relationship Type="http://schemas.openxmlformats.org/officeDocument/2006/relationships/slide" Target="/ppt/slides/slide56.xml" Id="Rdbba69d7fe804be7" /><Relationship Type="http://schemas.openxmlformats.org/officeDocument/2006/relationships/slide" Target="/ppt/slides/slide57.xml" Id="R1fc1899152de4a1b" /><Relationship Type="http://schemas.openxmlformats.org/officeDocument/2006/relationships/slide" Target="/ppt/slides/slide58.xml" Id="Rb26ca4a178f14496" /><Relationship Type="http://schemas.openxmlformats.org/officeDocument/2006/relationships/slide" Target="/ppt/slides/slide59.xml" Id="R9d6df59294324734" /><Relationship Type="http://schemas.openxmlformats.org/officeDocument/2006/relationships/slide" Target="/ppt/slides/slide60.xml" Id="R2a3e42b557104a37" /><Relationship Type="http://schemas.openxmlformats.org/officeDocument/2006/relationships/slide" Target="/ppt/slides/slide61.xml" Id="Rf4afacfffdc1477f" /><Relationship Type="http://schemas.openxmlformats.org/officeDocument/2006/relationships/slide" Target="/ppt/slides/slide62.xml" Id="Rc606a2cb1533476a" /><Relationship Type="http://schemas.openxmlformats.org/officeDocument/2006/relationships/slide" Target="/ppt/slides/slide63.xml" Id="R4d72cc9767474ad8" /><Relationship Type="http://schemas.openxmlformats.org/officeDocument/2006/relationships/slide" Target="/ppt/slides/slide64.xml" Id="R0ab1ab04d402432a" /><Relationship Type="http://schemas.openxmlformats.org/officeDocument/2006/relationships/slide" Target="/ppt/slides/slide65.xml" Id="R74b8f7ff6f4e4d42" /><Relationship Type="http://schemas.openxmlformats.org/officeDocument/2006/relationships/slide" Target="/ppt/slides/slide66.xml" Id="R79f3c6fa2dcc42d7" /><Relationship Type="http://schemas.openxmlformats.org/officeDocument/2006/relationships/slide" Target="/ppt/slides/slide67.xml" Id="R563f62dcd88e45a2" /><Relationship Type="http://schemas.openxmlformats.org/officeDocument/2006/relationships/slide" Target="/ppt/slides/slide68.xml" Id="R2bb2f6a0df7448d8" /><Relationship Type="http://schemas.openxmlformats.org/officeDocument/2006/relationships/slide" Target="/ppt/slides/slide69.xml" Id="Ra3b85016e85d4abf" /><Relationship Type="http://schemas.openxmlformats.org/officeDocument/2006/relationships/slide" Target="/ppt/slides/slide70.xml" Id="Rba25eac167fa4794" /><Relationship Type="http://schemas.openxmlformats.org/officeDocument/2006/relationships/slide" Target="/ppt/slides/slide71.xml" Id="Rfeef95938179422d" /><Relationship Type="http://schemas.openxmlformats.org/officeDocument/2006/relationships/slide" Target="/ppt/slides/slide72.xml" Id="R6690c35a5d1a44a4" /><Relationship Type="http://schemas.openxmlformats.org/officeDocument/2006/relationships/slide" Target="/ppt/slides/slide73.xml" Id="Rbb96d00e75184214" /><Relationship Type="http://schemas.openxmlformats.org/officeDocument/2006/relationships/slide" Target="/ppt/slides/slide74.xml" Id="R8a4699d503f940dc" /><Relationship Type="http://schemas.openxmlformats.org/officeDocument/2006/relationships/slide" Target="/ppt/slides/slide75.xml" Id="R9f944b08f12f4ecd" /><Relationship Type="http://schemas.openxmlformats.org/officeDocument/2006/relationships/slide" Target="/ppt/slides/slide76.xml" Id="R134fcb4b45e84b26" /><Relationship Type="http://schemas.openxmlformats.org/officeDocument/2006/relationships/slide" Target="/ppt/slides/slide77.xml" Id="Rd3ec4d725c744459" /><Relationship Type="http://schemas.openxmlformats.org/officeDocument/2006/relationships/slide" Target="/ppt/slides/slide78.xml" Id="R29ab57d3e2b04032" /><Relationship Type="http://schemas.openxmlformats.org/officeDocument/2006/relationships/slide" Target="/ppt/slides/slide79.xml" Id="R913e50e9717040f5" /><Relationship Type="http://schemas.openxmlformats.org/officeDocument/2006/relationships/slide" Target="/ppt/slides/slide80.xml" Id="R37ab9a6595b24c70" /><Relationship Type="http://schemas.openxmlformats.org/officeDocument/2006/relationships/slide" Target="/ppt/slides/slide81.xml" Id="R86d3300ed50a41fc" /><Relationship Type="http://schemas.openxmlformats.org/officeDocument/2006/relationships/slide" Target="/ppt/slides/slide82.xml" Id="R7a9eb6fd16534fa4" /><Relationship Type="http://schemas.openxmlformats.org/officeDocument/2006/relationships/slide" Target="/ppt/slides/slide83.xml" Id="R903d515098d94cfd" /><Relationship Type="http://schemas.openxmlformats.org/officeDocument/2006/relationships/slide" Target="/ppt/slides/slide84.xml" Id="Rfcdc91bfd1a94e2d" /><Relationship Type="http://schemas.openxmlformats.org/officeDocument/2006/relationships/slide" Target="/ppt/slides/slide85.xml" Id="Rb897484438c34200" /><Relationship Type="http://schemas.openxmlformats.org/officeDocument/2006/relationships/slide" Target="/ppt/slides/slide86.xml" Id="Rd004b4e447674acd" /><Relationship Type="http://schemas.openxmlformats.org/officeDocument/2006/relationships/slide" Target="/ppt/slides/slide87.xml" Id="Ra508bf0e3bc34b96" /><Relationship Type="http://schemas.openxmlformats.org/officeDocument/2006/relationships/slide" Target="/ppt/slides/slide88.xml" Id="Rbed8c37d16c54a6c" /><Relationship Type="http://schemas.openxmlformats.org/officeDocument/2006/relationships/slide" Target="/ppt/slides/slide89.xml" Id="R16d26423f79d46ac" /><Relationship Type="http://schemas.openxmlformats.org/officeDocument/2006/relationships/slide" Target="/ppt/slides/slide90.xml" Id="R96260720eddb4c28" /><Relationship Type="http://schemas.openxmlformats.org/officeDocument/2006/relationships/slide" Target="/ppt/slides/slide91.xml" Id="Re202064757294623" /><Relationship Type="http://schemas.openxmlformats.org/officeDocument/2006/relationships/slide" Target="/ppt/slides/slide92.xml" Id="R84d79bebc5044cbc" /><Relationship Type="http://schemas.openxmlformats.org/officeDocument/2006/relationships/slide" Target="/ppt/slides/slide93.xml" Id="R5b58cfd0afbe4caf" /><Relationship Type="http://schemas.openxmlformats.org/officeDocument/2006/relationships/slide" Target="/ppt/slides/slide94.xml" Id="Rdc61061b10434145" /><Relationship Type="http://schemas.openxmlformats.org/officeDocument/2006/relationships/slide" Target="/ppt/slides/slide95.xml" Id="R1bc10a9b97d84767" /><Relationship Type="http://schemas.openxmlformats.org/officeDocument/2006/relationships/slide" Target="/ppt/slides/slide96.xml" Id="R3b1f338bbef14e1e" /><Relationship Type="http://schemas.openxmlformats.org/officeDocument/2006/relationships/slide" Target="/ppt/slides/slide97.xml" Id="Rc33dfaa70bbc4d7c" /><Relationship Type="http://schemas.openxmlformats.org/officeDocument/2006/relationships/slide" Target="/ppt/slides/slide98.xml" Id="R976061df594548bc" /><Relationship Type="http://schemas.openxmlformats.org/officeDocument/2006/relationships/slide" Target="/ppt/slides/slide99.xml" Id="R0bf93c30360241d9" /><Relationship Type="http://schemas.openxmlformats.org/officeDocument/2006/relationships/slide" Target="/ppt/slides/slide100.xml" Id="R7c63e9e9e46548fd" /><Relationship Type="http://schemas.openxmlformats.org/officeDocument/2006/relationships/slide" Target="/ppt/slides/slide101.xml" Id="R1d576d55c7aa4428" /><Relationship Type="http://schemas.openxmlformats.org/officeDocument/2006/relationships/slide" Target="/ppt/slides/slide102.xml" Id="Re22361b5df004e5c" /><Relationship Type="http://schemas.openxmlformats.org/officeDocument/2006/relationships/slide" Target="/ppt/slides/slide103.xml" Id="R42b5b304a7f84dc3" /><Relationship Type="http://schemas.openxmlformats.org/officeDocument/2006/relationships/slide" Target="/ppt/slides/slide104.xml" Id="Rb1809c19324b4741" /><Relationship Type="http://schemas.openxmlformats.org/officeDocument/2006/relationships/slide" Target="/ppt/slides/slide105.xml" Id="Re265d52faffe4927" /><Relationship Type="http://schemas.openxmlformats.org/officeDocument/2006/relationships/slide" Target="/ppt/slides/slide106.xml" Id="R32741e4f4f56429b" /><Relationship Type="http://schemas.openxmlformats.org/officeDocument/2006/relationships/slide" Target="/ppt/slides/slide107.xml" Id="R4836574ee09e43ad" /><Relationship Type="http://schemas.openxmlformats.org/officeDocument/2006/relationships/slide" Target="/ppt/slides/slide108.xml" Id="Re4b08aa0277e4e92" /><Relationship Type="http://schemas.openxmlformats.org/officeDocument/2006/relationships/slide" Target="/ppt/slides/slide109.xml" Id="Ra85dbf5307504044" /><Relationship Type="http://schemas.openxmlformats.org/officeDocument/2006/relationships/slide" Target="/ppt/slides/slide110.xml" Id="R7e85e2acf4294d49" /><Relationship Type="http://schemas.openxmlformats.org/officeDocument/2006/relationships/slide" Target="/ppt/slides/slide111.xml" Id="R28e061f628874d20" /><Relationship Type="http://schemas.openxmlformats.org/officeDocument/2006/relationships/slide" Target="/ppt/slides/slide112.xml" Id="Ra0e7129290484bf3" /><Relationship Type="http://schemas.openxmlformats.org/officeDocument/2006/relationships/slide" Target="/ppt/slides/slide113.xml" Id="R0a0b4ea20c2d4836" /><Relationship Type="http://schemas.openxmlformats.org/officeDocument/2006/relationships/slide" Target="/ppt/slides/slide114.xml" Id="Rbd2a14774d5e42ec" /><Relationship Type="http://schemas.openxmlformats.org/officeDocument/2006/relationships/slide" Target="/ppt/slides/slide115.xml" Id="R919477d4d96547fb" /><Relationship Type="http://schemas.openxmlformats.org/officeDocument/2006/relationships/slide" Target="/ppt/slides/slide116.xml" Id="Rdd5586a58aad4f09" /><Relationship Type="http://schemas.openxmlformats.org/officeDocument/2006/relationships/slide" Target="/ppt/slides/slide117.xml" Id="Ra340741bbf9847ae" /><Relationship Type="http://schemas.openxmlformats.org/officeDocument/2006/relationships/slide" Target="/ppt/slides/slide118.xml" Id="Ra972fda6ee83440e" /><Relationship Type="http://schemas.openxmlformats.org/officeDocument/2006/relationships/slide" Target="/ppt/slides/slide119.xml" Id="R02fa1eeb5c4746ba" /><Relationship Type="http://schemas.openxmlformats.org/officeDocument/2006/relationships/slide" Target="/ppt/slides/slide120.xml" Id="R2b94e35420814160" /><Relationship Type="http://schemas.openxmlformats.org/officeDocument/2006/relationships/slide" Target="/ppt/slides/slide121.xml" Id="Rcbac09e9a1ea422b" /><Relationship Type="http://schemas.openxmlformats.org/officeDocument/2006/relationships/slide" Target="/ppt/slides/slide122.xml" Id="R6183173055314c56" /><Relationship Type="http://schemas.openxmlformats.org/officeDocument/2006/relationships/slide" Target="/ppt/slides/slide123.xml" Id="Reaeecd7e7e6c4d55" /><Relationship Type="http://schemas.openxmlformats.org/officeDocument/2006/relationships/slide" Target="/ppt/slides/slide124.xml" Id="R78d4ddaf5f6642eb" /><Relationship Type="http://schemas.openxmlformats.org/officeDocument/2006/relationships/slide" Target="/ppt/slides/slide125.xml" Id="Raa1fe94a864f4ab8" /><Relationship Type="http://schemas.openxmlformats.org/officeDocument/2006/relationships/slide" Target="/ppt/slides/slide126.xml" Id="R4aa164f361e4411f" /><Relationship Type="http://schemas.openxmlformats.org/officeDocument/2006/relationships/slide" Target="/ppt/slides/slide127.xml" Id="Rc94a3c33d994472e" /><Relationship Type="http://schemas.openxmlformats.org/officeDocument/2006/relationships/slide" Target="/ppt/slides/slide128.xml" Id="Rf74afbf6b7a7465e" /><Relationship Type="http://schemas.openxmlformats.org/officeDocument/2006/relationships/slide" Target="/ppt/slides/slide129.xml" Id="R918e239abaa24a14" /><Relationship Type="http://schemas.openxmlformats.org/officeDocument/2006/relationships/slide" Target="/ppt/slides/slide130.xml" Id="Rffa28bb4a8c44231" /><Relationship Type="http://schemas.openxmlformats.org/officeDocument/2006/relationships/slide" Target="/ppt/slides/slide131.xml" Id="R995e5f21a79f4d0a" /><Relationship Type="http://schemas.openxmlformats.org/officeDocument/2006/relationships/slide" Target="/ppt/slides/slide132.xml" Id="R0ab3c7709add427f" /><Relationship Type="http://schemas.openxmlformats.org/officeDocument/2006/relationships/slide" Target="/ppt/slides/slide133.xml" Id="R920ae987e3da45c6" /><Relationship Type="http://schemas.openxmlformats.org/officeDocument/2006/relationships/slide" Target="/ppt/slides/slide134.xml" Id="Rd2dacb1b7bba4def" /><Relationship Type="http://schemas.openxmlformats.org/officeDocument/2006/relationships/slide" Target="/ppt/slides/slide135.xml" Id="R5e956db57dcb4565" /><Relationship Type="http://schemas.openxmlformats.org/officeDocument/2006/relationships/slide" Target="/ppt/slides/slide136.xml" Id="R214017ebae0a4b8b" /><Relationship Type="http://schemas.openxmlformats.org/officeDocument/2006/relationships/slide" Target="/ppt/slides/slide137.xml" Id="Rd8f32403c5024824" /><Relationship Type="http://schemas.openxmlformats.org/officeDocument/2006/relationships/slide" Target="/ppt/slides/slide138.xml" Id="Rafa3cf4ca7ad4f50" /><Relationship Type="http://schemas.openxmlformats.org/officeDocument/2006/relationships/slide" Target="/ppt/slides/slide139.xml" Id="R107e2b5e1a154649" /><Relationship Type="http://schemas.openxmlformats.org/officeDocument/2006/relationships/slide" Target="/ppt/slides/slide140.xml" Id="Rc4345ef2b94146b8" /><Relationship Type="http://schemas.openxmlformats.org/officeDocument/2006/relationships/slide" Target="/ppt/slides/slide141.xml" Id="R9f2e38300bbc4b07" /><Relationship Type="http://schemas.openxmlformats.org/officeDocument/2006/relationships/slide" Target="/ppt/slides/slide142.xml" Id="R56ccd50c99b64458" /><Relationship Type="http://schemas.openxmlformats.org/officeDocument/2006/relationships/slide" Target="/ppt/slides/slide143.xml" Id="R583f1a11ec034ce4" /><Relationship Type="http://schemas.openxmlformats.org/officeDocument/2006/relationships/slide" Target="/ppt/slides/slide144.xml" Id="R0fd2c4a743f143a1" /><Relationship Type="http://schemas.openxmlformats.org/officeDocument/2006/relationships/slide" Target="/ppt/slides/slide145.xml" Id="R823f7dce565f46e5" /><Relationship Type="http://schemas.openxmlformats.org/officeDocument/2006/relationships/slide" Target="/ppt/slides/slide146.xml" Id="R51f7264dc1d64cc6" /><Relationship Type="http://schemas.openxmlformats.org/officeDocument/2006/relationships/slide" Target="/ppt/slides/slide147.xml" Id="R0510f8748c8449fd" /><Relationship Type="http://schemas.openxmlformats.org/officeDocument/2006/relationships/slide" Target="/ppt/slides/slide148.xml" Id="R09e3854d88b64920" /><Relationship Type="http://schemas.openxmlformats.org/officeDocument/2006/relationships/slide" Target="/ppt/slides/slide149.xml" Id="Rd2c3ba1409004169" /><Relationship Type="http://schemas.openxmlformats.org/officeDocument/2006/relationships/slide" Target="/ppt/slides/slide150.xml" Id="Rd45956b205ea4109" /><Relationship Type="http://schemas.openxmlformats.org/officeDocument/2006/relationships/slide" Target="/ppt/slides/slide151.xml" Id="R78cad449c0394367" /><Relationship Type="http://schemas.openxmlformats.org/officeDocument/2006/relationships/slide" Target="/ppt/slides/slide152.xml" Id="R0ecf0c9477f94bed" /><Relationship Type="http://schemas.openxmlformats.org/officeDocument/2006/relationships/slide" Target="/ppt/slides/slide153.xml" Id="R89dc4a9d1dc1416d" /><Relationship Type="http://schemas.openxmlformats.org/officeDocument/2006/relationships/slide" Target="/ppt/slides/slide154.xml" Id="R31de7c6820654a48" /><Relationship Type="http://schemas.openxmlformats.org/officeDocument/2006/relationships/slide" Target="/ppt/slides/slide155.xml" Id="R11e509a107494416" /><Relationship Type="http://schemas.openxmlformats.org/officeDocument/2006/relationships/slide" Target="/ppt/slides/slide156.xml" Id="R2efd035c333c47dc" /><Relationship Type="http://schemas.openxmlformats.org/officeDocument/2006/relationships/slide" Target="/ppt/slides/slide157.xml" Id="R5309b3d70d9a4907" /><Relationship Type="http://schemas.openxmlformats.org/officeDocument/2006/relationships/slide" Target="/ppt/slides/slide158.xml" Id="R544406db96924f1a" /><Relationship Type="http://schemas.openxmlformats.org/officeDocument/2006/relationships/slide" Target="/ppt/slides/slide159.xml" Id="R20ed4a1c1a174a75" /><Relationship Type="http://schemas.openxmlformats.org/officeDocument/2006/relationships/slide" Target="/ppt/slides/slide160.xml" Id="R028ff38925164312" /><Relationship Type="http://schemas.openxmlformats.org/officeDocument/2006/relationships/slide" Target="/ppt/slides/slide161.xml" Id="Re893d9928b284481" /><Relationship Type="http://schemas.openxmlformats.org/officeDocument/2006/relationships/slide" Target="/ppt/slides/slide162.xml" Id="Rf47bccb0cdda4999" /><Relationship Type="http://schemas.openxmlformats.org/officeDocument/2006/relationships/slide" Target="/ppt/slides/slide163.xml" Id="R61191dda414f43a1" /><Relationship Type="http://schemas.openxmlformats.org/officeDocument/2006/relationships/slide" Target="/ppt/slides/slide164.xml" Id="Rb21bb02460c4427b" /><Relationship Type="http://schemas.openxmlformats.org/officeDocument/2006/relationships/slide" Target="/ppt/slides/slide165.xml" Id="Re8ffcc87794f4381" /><Relationship Type="http://schemas.openxmlformats.org/officeDocument/2006/relationships/slide" Target="/ppt/slides/slide166.xml" Id="R601f8d2d6b964bb8" /><Relationship Type="http://schemas.openxmlformats.org/officeDocument/2006/relationships/slide" Target="/ppt/slides/slide167.xml" Id="R872929e04e3941a9" /><Relationship Type="http://schemas.openxmlformats.org/officeDocument/2006/relationships/slide" Target="/ppt/slides/slide168.xml" Id="Ref6b252a37894719" /><Relationship Type="http://schemas.openxmlformats.org/officeDocument/2006/relationships/slide" Target="/ppt/slides/slide169.xml" Id="R24211bc0738347a0" /><Relationship Type="http://schemas.openxmlformats.org/officeDocument/2006/relationships/slide" Target="/ppt/slides/slide170.xml" Id="R0532ed0f6f914e72" /><Relationship Type="http://schemas.openxmlformats.org/officeDocument/2006/relationships/slide" Target="/ppt/slides/slide171.xml" Id="R8cd19e584300467a" /><Relationship Type="http://schemas.openxmlformats.org/officeDocument/2006/relationships/slide" Target="/ppt/slides/slide172.xml" Id="Rbd757a0f214749c8" /><Relationship Type="http://schemas.openxmlformats.org/officeDocument/2006/relationships/slide" Target="/ppt/slides/slide173.xml" Id="R962b0a2fc0024e68" /><Relationship Type="http://schemas.openxmlformats.org/officeDocument/2006/relationships/slide" Target="/ppt/slides/slide174.xml" Id="R655717563a844d59" /><Relationship Type="http://schemas.openxmlformats.org/officeDocument/2006/relationships/slide" Target="/ppt/slides/slide175.xml" Id="R53f1ca9b02ee4c60" /><Relationship Type="http://schemas.openxmlformats.org/officeDocument/2006/relationships/slide" Target="/ppt/slides/slide176.xml" Id="R8ddcc505ca914a49" /><Relationship Type="http://schemas.openxmlformats.org/officeDocument/2006/relationships/slide" Target="/ppt/slides/slide177.xml" Id="R12b480c362d34e76" /><Relationship Type="http://schemas.openxmlformats.org/officeDocument/2006/relationships/slide" Target="/ppt/slides/slide178.xml" Id="R205295e32cbc49c6" /><Relationship Type="http://schemas.openxmlformats.org/officeDocument/2006/relationships/slide" Target="/ppt/slides/slide179.xml" Id="R78f3435e080b4d15" /><Relationship Type="http://schemas.openxmlformats.org/officeDocument/2006/relationships/slide" Target="/ppt/slides/slide180.xml" Id="R7799f6bcb7754fa5" /><Relationship Type="http://schemas.openxmlformats.org/officeDocument/2006/relationships/slide" Target="/ppt/slides/slide181.xml" Id="Rfb89ac81f3b54527" /><Relationship Type="http://schemas.openxmlformats.org/officeDocument/2006/relationships/slide" Target="/ppt/slides/slide182.xml" Id="R645d7f776e5643f6" /><Relationship Type="http://schemas.openxmlformats.org/officeDocument/2006/relationships/slide" Target="/ppt/slides/slide183.xml" Id="R16fc63189ba945bb" /><Relationship Type="http://schemas.openxmlformats.org/officeDocument/2006/relationships/slide" Target="/ppt/slides/slide184.xml" Id="R7632d5a0a4a8451b" /><Relationship Type="http://schemas.openxmlformats.org/officeDocument/2006/relationships/slide" Target="/ppt/slides/slide185.xml" Id="R2ea66165c0d240c4" /><Relationship Type="http://schemas.openxmlformats.org/officeDocument/2006/relationships/slide" Target="/ppt/slides/slide186.xml" Id="Rd9d096e2d16f49ea" /><Relationship Type="http://schemas.openxmlformats.org/officeDocument/2006/relationships/slide" Target="/ppt/slides/slide187.xml" Id="R16c76b1ad6e54c08" /><Relationship Type="http://schemas.openxmlformats.org/officeDocument/2006/relationships/slide" Target="/ppt/slides/slide188.xml" Id="Rb46b8159d45a415c" /><Relationship Type="http://schemas.openxmlformats.org/officeDocument/2006/relationships/slide" Target="/ppt/slides/slide189.xml" Id="R69787f17d5de434a" /><Relationship Type="http://schemas.openxmlformats.org/officeDocument/2006/relationships/slide" Target="/ppt/slides/slide190.xml" Id="Rd27accbdb5fe4d06" /><Relationship Type="http://schemas.openxmlformats.org/officeDocument/2006/relationships/slide" Target="/ppt/slides/slide191.xml" Id="R8cd1bb08aa494c88" /><Relationship Type="http://schemas.openxmlformats.org/officeDocument/2006/relationships/slide" Target="/ppt/slides/slide192.xml" Id="R6edc94690cfd4cf9" /><Relationship Type="http://schemas.openxmlformats.org/officeDocument/2006/relationships/slide" Target="/ppt/slides/slide193.xml" Id="Rc81599385f174963" /><Relationship Type="http://schemas.openxmlformats.org/officeDocument/2006/relationships/slide" Target="/ppt/slides/slide194.xml" Id="R42b4b001dd3b4634" /><Relationship Type="http://schemas.openxmlformats.org/officeDocument/2006/relationships/slide" Target="/ppt/slides/slide195.xml" Id="R71c853b2e4574a7d" /><Relationship Type="http://schemas.openxmlformats.org/officeDocument/2006/relationships/slide" Target="/ppt/slides/slide196.xml" Id="R5d477cc6d42e4d85" /><Relationship Type="http://schemas.openxmlformats.org/officeDocument/2006/relationships/slide" Target="/ppt/slides/slide197.xml" Id="R6922ee85ad714cea" /><Relationship Type="http://schemas.openxmlformats.org/officeDocument/2006/relationships/slide" Target="/ppt/slides/slide198.xml" Id="R9a41f343a7d24f2e" /><Relationship Type="http://schemas.openxmlformats.org/officeDocument/2006/relationships/slide" Target="/ppt/slides/slide199.xml" Id="R67a5f0a953f64a0c" /><Relationship Type="http://schemas.openxmlformats.org/officeDocument/2006/relationships/slide" Target="/ppt/slides/slide200.xml" Id="Raeeaee4853fc4792" /><Relationship Type="http://schemas.openxmlformats.org/officeDocument/2006/relationships/slide" Target="/ppt/slides/slide201.xml" Id="Rdca32a8d84744ddc" /><Relationship Type="http://schemas.openxmlformats.org/officeDocument/2006/relationships/slide" Target="/ppt/slides/slide202.xml" Id="Rf9f3c66cb5f44789" /><Relationship Type="http://schemas.openxmlformats.org/officeDocument/2006/relationships/slide" Target="/ppt/slides/slide203.xml" Id="R3ead517295fc4459" /><Relationship Type="http://schemas.openxmlformats.org/officeDocument/2006/relationships/slide" Target="/ppt/slides/slide204.xml" Id="Rb886e1dd016e4f0f" /><Relationship Type="http://schemas.openxmlformats.org/officeDocument/2006/relationships/slide" Target="/ppt/slides/slide205.xml" Id="Ra4e71af67f634ce4" /><Relationship Type="http://schemas.openxmlformats.org/officeDocument/2006/relationships/slide" Target="/ppt/slides/slide206.xml" Id="R1e1113ab43734307" /><Relationship Type="http://schemas.openxmlformats.org/officeDocument/2006/relationships/slide" Target="/ppt/slides/slide207.xml" Id="Re09ee035c140498a" /><Relationship Type="http://schemas.openxmlformats.org/officeDocument/2006/relationships/slide" Target="/ppt/slides/slide208.xml" Id="Rf72724fbafe741b4" /><Relationship Type="http://schemas.openxmlformats.org/officeDocument/2006/relationships/slide" Target="/ppt/slides/slide209.xml" Id="Rfe590087acc744e5" /><Relationship Type="http://schemas.openxmlformats.org/officeDocument/2006/relationships/slide" Target="/ppt/slides/slide210.xml" Id="R5bbe30ba5876443a" /><Relationship Type="http://schemas.openxmlformats.org/officeDocument/2006/relationships/slide" Target="/ppt/slides/slide211.xml" Id="Rb75763dd40974d20" /><Relationship Type="http://schemas.openxmlformats.org/officeDocument/2006/relationships/slide" Target="/ppt/slides/slide212.xml" Id="R5190f3d918284af3" /><Relationship Type="http://schemas.openxmlformats.org/officeDocument/2006/relationships/slide" Target="/ppt/slides/slide213.xml" Id="Rf051aa545bb64199" /><Relationship Type="http://schemas.openxmlformats.org/officeDocument/2006/relationships/slide" Target="/ppt/slides/slide214.xml" Id="R2c6edca1746b40ee" /><Relationship Type="http://schemas.openxmlformats.org/officeDocument/2006/relationships/slide" Target="/ppt/slides/slide215.xml" Id="R14cdda32171d43d4" /><Relationship Type="http://schemas.openxmlformats.org/officeDocument/2006/relationships/slide" Target="/ppt/slides/slide216.xml" Id="R1dd13862f8e04740" /><Relationship Type="http://schemas.openxmlformats.org/officeDocument/2006/relationships/slide" Target="/ppt/slides/slide217.xml" Id="R1c162aae96c8420e" /><Relationship Type="http://schemas.openxmlformats.org/officeDocument/2006/relationships/slide" Target="/ppt/slides/slide218.xml" Id="R4ea9a09edea74666" /><Relationship Type="http://schemas.openxmlformats.org/officeDocument/2006/relationships/slide" Target="/ppt/slides/slide219.xml" Id="Rb52cf454d9a9438b" /><Relationship Type="http://schemas.openxmlformats.org/officeDocument/2006/relationships/slide" Target="/ppt/slides/slide220.xml" Id="R43e9a3f2babd4369" /><Relationship Type="http://schemas.openxmlformats.org/officeDocument/2006/relationships/slide" Target="/ppt/slides/slide221.xml" Id="R6002d49e666b48c9" /><Relationship Type="http://schemas.openxmlformats.org/officeDocument/2006/relationships/slide" Target="/ppt/slides/slide222.xml" Id="Ra68e01ebd131467f" /><Relationship Type="http://schemas.openxmlformats.org/officeDocument/2006/relationships/slide" Target="/ppt/slides/slide223.xml" Id="R1f100647446b4e77" /><Relationship Type="http://schemas.openxmlformats.org/officeDocument/2006/relationships/slide" Target="/ppt/slides/slide224.xml" Id="Rc36c03abd45343e6" /><Relationship Type="http://schemas.openxmlformats.org/officeDocument/2006/relationships/slide" Target="/ppt/slides/slide225.xml" Id="Rcca7701f22c149f9" /><Relationship Type="http://schemas.openxmlformats.org/officeDocument/2006/relationships/slide" Target="/ppt/slides/slide226.xml" Id="R77abb1b6e7a447c3" /><Relationship Type="http://schemas.openxmlformats.org/officeDocument/2006/relationships/slide" Target="/ppt/slides/slide227.xml" Id="R292512f4b3564813" /><Relationship Type="http://schemas.openxmlformats.org/officeDocument/2006/relationships/slide" Target="/ppt/slides/slide228.xml" Id="Rb77c7c49a9304340" /><Relationship Type="http://schemas.openxmlformats.org/officeDocument/2006/relationships/slide" Target="/ppt/slides/slide229.xml" Id="R8f3abd2955a64315" /><Relationship Type="http://schemas.openxmlformats.org/officeDocument/2006/relationships/slide" Target="/ppt/slides/slide230.xml" Id="Rf777a875029c4b81" /><Relationship Type="http://schemas.openxmlformats.org/officeDocument/2006/relationships/slide" Target="/ppt/slides/slide231.xml" Id="R67b8ae4752c04eb2" /><Relationship Type="http://schemas.openxmlformats.org/officeDocument/2006/relationships/slide" Target="/ppt/slides/slide232.xml" Id="Rf38912ec392c4d1f" /><Relationship Type="http://schemas.openxmlformats.org/officeDocument/2006/relationships/slide" Target="/ppt/slides/slide233.xml" Id="Rf9ce006d452a46dc" /><Relationship Type="http://schemas.openxmlformats.org/officeDocument/2006/relationships/slide" Target="/ppt/slides/slide234.xml" Id="R4ab80a09d15b4243" /><Relationship Type="http://schemas.openxmlformats.org/officeDocument/2006/relationships/slide" Target="/ppt/slides/slide235.xml" Id="R4a28fc8a075a424f" /><Relationship Type="http://schemas.openxmlformats.org/officeDocument/2006/relationships/slide" Target="/ppt/slides/slide236.xml" Id="R8f87e33b54354399" /><Relationship Type="http://schemas.openxmlformats.org/officeDocument/2006/relationships/slide" Target="/ppt/slides/slide237.xml" Id="R344e1f484d134d4e" /><Relationship Type="http://schemas.openxmlformats.org/officeDocument/2006/relationships/slide" Target="/ppt/slides/slide238.xml" Id="R52ecd17a2cc14ca2" /><Relationship Type="http://schemas.openxmlformats.org/officeDocument/2006/relationships/slide" Target="/ppt/slides/slide239.xml" Id="R9dd143b6bbb140eb" /><Relationship Type="http://schemas.openxmlformats.org/officeDocument/2006/relationships/slide" Target="/ppt/slides/slide240.xml" Id="Rafff790f27434552" /><Relationship Type="http://schemas.openxmlformats.org/officeDocument/2006/relationships/slide" Target="/ppt/slides/slide241.xml" Id="Rc70999d181864e88" /><Relationship Type="http://schemas.openxmlformats.org/officeDocument/2006/relationships/slide" Target="/ppt/slides/slide242.xml" Id="R0a19bd239b854f36" /><Relationship Type="http://schemas.openxmlformats.org/officeDocument/2006/relationships/slide" Target="/ppt/slides/slide243.xml" Id="Rbc2d0f15716d4137" /><Relationship Type="http://schemas.openxmlformats.org/officeDocument/2006/relationships/slide" Target="/ppt/slides/slide244.xml" Id="Rda470fb308b64f2d" /><Relationship Type="http://schemas.openxmlformats.org/officeDocument/2006/relationships/slide" Target="/ppt/slides/slide245.xml" Id="R57b1a8bdc9e64a85" /><Relationship Type="http://schemas.openxmlformats.org/officeDocument/2006/relationships/slide" Target="/ppt/slides/slide246.xml" Id="Ra99d47b975134620" /><Relationship Type="http://schemas.openxmlformats.org/officeDocument/2006/relationships/slide" Target="/ppt/slides/slide247.xml" Id="Rfa7bacc959b649b6" /><Relationship Type="http://schemas.openxmlformats.org/officeDocument/2006/relationships/slide" Target="/ppt/slides/slide248.xml" Id="R58710559466c4bd7" /><Relationship Type="http://schemas.openxmlformats.org/officeDocument/2006/relationships/slide" Target="/ppt/slides/slide249.xml" Id="Re22d149b90034a89" /><Relationship Type="http://schemas.openxmlformats.org/officeDocument/2006/relationships/slide" Target="/ppt/slides/slide250.xml" Id="Rfc2d7e7e505d462c" /><Relationship Type="http://schemas.openxmlformats.org/officeDocument/2006/relationships/slide" Target="/ppt/slides/slide251.xml" Id="Rbba0772fb091493f" /><Relationship Type="http://schemas.openxmlformats.org/officeDocument/2006/relationships/slide" Target="/ppt/slides/slide252.xml" Id="R0f0cc7a5e5564b91" /><Relationship Type="http://schemas.openxmlformats.org/officeDocument/2006/relationships/slide" Target="/ppt/slides/slide253.xml" Id="R289aa49951844f0c" /><Relationship Type="http://schemas.openxmlformats.org/officeDocument/2006/relationships/slide" Target="/ppt/slides/slide254.xml" Id="Rc839f90e7ed245aa" /><Relationship Type="http://schemas.openxmlformats.org/officeDocument/2006/relationships/slide" Target="/ppt/slides/slide255.xml" Id="R1472c987de4b4c82" /><Relationship Type="http://schemas.openxmlformats.org/officeDocument/2006/relationships/slide" Target="/ppt/slides/slide256.xml" Id="Rcaac86c77bdf49a4" /><Relationship Type="http://schemas.openxmlformats.org/officeDocument/2006/relationships/slide" Target="/ppt/slides/slide257.xml" Id="Rb7c979a48b804597" /><Relationship Type="http://schemas.openxmlformats.org/officeDocument/2006/relationships/slide" Target="/ppt/slides/slide258.xml" Id="R1cf822d0fb4343ad" /><Relationship Type="http://schemas.openxmlformats.org/officeDocument/2006/relationships/slide" Target="/ppt/slides/slide259.xml" Id="Rce368933553d4ab4" /><Relationship Type="http://schemas.openxmlformats.org/officeDocument/2006/relationships/slide" Target="/ppt/slides/slide260.xml" Id="Re9754634d3264679" /><Relationship Type="http://schemas.openxmlformats.org/officeDocument/2006/relationships/slide" Target="/ppt/slides/slide261.xml" Id="Rc817d21dc2dc4ca8" /><Relationship Type="http://schemas.openxmlformats.org/officeDocument/2006/relationships/slide" Target="/ppt/slides/slide262.xml" Id="R56df930e9a384a9d" /><Relationship Type="http://schemas.openxmlformats.org/officeDocument/2006/relationships/slide" Target="/ppt/slides/slide263.xml" Id="R7083a540d6374479" /><Relationship Type="http://schemas.openxmlformats.org/officeDocument/2006/relationships/slide" Target="/ppt/slides/slide264.xml" Id="Raae21d4aac244c2a" /><Relationship Type="http://schemas.openxmlformats.org/officeDocument/2006/relationships/slide" Target="/ppt/slides/slide265.xml" Id="Rf7942a89f3dd479c" /><Relationship Type="http://schemas.openxmlformats.org/officeDocument/2006/relationships/slide" Target="/ppt/slides/slide266.xml" Id="R458276203c594b1c" /><Relationship Type="http://schemas.openxmlformats.org/officeDocument/2006/relationships/slide" Target="/ppt/slides/slide267.xml" Id="Raa450014fe154aa1" /><Relationship Type="http://schemas.openxmlformats.org/officeDocument/2006/relationships/slide" Target="/ppt/slides/slide268.xml" Id="R61ebbb846fd64f90" /><Relationship Type="http://schemas.openxmlformats.org/officeDocument/2006/relationships/slide" Target="/ppt/slides/slide269.xml" Id="R807602fe108a4fa7" /><Relationship Type="http://schemas.openxmlformats.org/officeDocument/2006/relationships/slide" Target="/ppt/slides/slide270.xml" Id="R8d2a836e8d984e4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51d9952d4014dd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f91464e1dfd47e5" /><Relationship Type="http://schemas.openxmlformats.org/officeDocument/2006/relationships/notesMaster" Target="/ppt/notesMasters/notesMaster1.xml" Id="Re75b565a3bed421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9ed788c3d204ac2" /><Relationship Type="http://schemas.openxmlformats.org/officeDocument/2006/relationships/notesMaster" Target="/ppt/notesMasters/notesMaster1.xml" Id="R0f0b382a27c54cb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f69595366ab4b27" /><Relationship Type="http://schemas.openxmlformats.org/officeDocument/2006/relationships/notesMaster" Target="/ppt/notesMasters/notesMaster1.xml" Id="R6442f5c1f876497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018a465d3dc4760" /><Relationship Type="http://schemas.openxmlformats.org/officeDocument/2006/relationships/notesMaster" Target="/ppt/notesMasters/notesMaster1.xml" Id="R56e9332c243943b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32e8d7fcee0440b" /><Relationship Type="http://schemas.openxmlformats.org/officeDocument/2006/relationships/notesMaster" Target="/ppt/notesMasters/notesMaster1.xml" Id="R7d373887ea574ab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973a99cb829427e" /><Relationship Type="http://schemas.openxmlformats.org/officeDocument/2006/relationships/notesMaster" Target="/ppt/notesMasters/notesMaster1.xml" Id="Rbaac5cd1fdf242b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14ee23472d047aa" /><Relationship Type="http://schemas.openxmlformats.org/officeDocument/2006/relationships/notesMaster" Target="/ppt/notesMasters/notesMaster1.xml" Id="R460a96b4c1e94a2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383757b62b74b7c" /><Relationship Type="http://schemas.openxmlformats.org/officeDocument/2006/relationships/notesMaster" Target="/ppt/notesMasters/notesMaster1.xml" Id="Rb304e5f217d846a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9339c23e6234d70" /><Relationship Type="http://schemas.openxmlformats.org/officeDocument/2006/relationships/notesMaster" Target="/ppt/notesMasters/notesMaster1.xml" Id="R04e76e8a936b43e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ed13d074c724575" /><Relationship Type="http://schemas.openxmlformats.org/officeDocument/2006/relationships/notesMaster" Target="/ppt/notesMasters/notesMaster1.xml" Id="R625fb694ec36492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bc8929a1dfe45f9" /><Relationship Type="http://schemas.openxmlformats.org/officeDocument/2006/relationships/notesMaster" Target="/ppt/notesMasters/notesMaster1.xml" Id="R6c1298b8ba52458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bf29fee61974937" /><Relationship Type="http://schemas.openxmlformats.org/officeDocument/2006/relationships/notesMaster" Target="/ppt/notesMasters/notesMaster1.xml" Id="R9ec7dfc081f0444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95ee68af2294cbb" /><Relationship Type="http://schemas.openxmlformats.org/officeDocument/2006/relationships/notesMaster" Target="/ppt/notesMasters/notesMaster1.xml" Id="R38c3362e4d29499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6b1d12377b64d5a" /><Relationship Type="http://schemas.openxmlformats.org/officeDocument/2006/relationships/notesMaster" Target="/ppt/notesMasters/notesMaster1.xml" Id="R75e0f3f2d44548a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b0f46d3cc2f418a" /><Relationship Type="http://schemas.openxmlformats.org/officeDocument/2006/relationships/notesMaster" Target="/ppt/notesMasters/notesMaster1.xml" Id="R04d37d46fd024ce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4504ef1c8864939" /><Relationship Type="http://schemas.openxmlformats.org/officeDocument/2006/relationships/notesMaster" Target="/ppt/notesMasters/notesMaster1.xml" Id="R919f3f77b8f1418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8c1d5767fae4c6f" /><Relationship Type="http://schemas.openxmlformats.org/officeDocument/2006/relationships/notesMaster" Target="/ppt/notesMasters/notesMaster1.xml" Id="Rfed17b9ac6fd496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8242ade469e4cc0" /><Relationship Type="http://schemas.openxmlformats.org/officeDocument/2006/relationships/notesMaster" Target="/ppt/notesMasters/notesMaster1.xml" Id="R84db30fab9bb49b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edd9d2e7f3147f3" /><Relationship Type="http://schemas.openxmlformats.org/officeDocument/2006/relationships/notesMaster" Target="/ppt/notesMasters/notesMaster1.xml" Id="Rbff4aee2d265424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ae00cba51a1467c" /><Relationship Type="http://schemas.openxmlformats.org/officeDocument/2006/relationships/notesMaster" Target="/ppt/notesMasters/notesMaster1.xml" Id="Rf66f26f15747456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1ceabf05a31473f" /><Relationship Type="http://schemas.openxmlformats.org/officeDocument/2006/relationships/notesMaster" Target="/ppt/notesMasters/notesMaster1.xml" Id="R50bb7ff64bb0406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d36ffaa781e46ef" /><Relationship Type="http://schemas.openxmlformats.org/officeDocument/2006/relationships/notesMaster" Target="/ppt/notesMasters/notesMaster1.xml" Id="R914063219c9f4127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a5b171bcc45544a4" /><Relationship Type="http://schemas.openxmlformats.org/officeDocument/2006/relationships/notesMaster" Target="/ppt/notesMasters/notesMaster1.xml" Id="R941affafae864b4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cad64533da5458e" /><Relationship Type="http://schemas.openxmlformats.org/officeDocument/2006/relationships/notesMaster" Target="/ppt/notesMasters/notesMaster1.xml" Id="Re29ef5a887f14219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568184bb23514b8e" /><Relationship Type="http://schemas.openxmlformats.org/officeDocument/2006/relationships/notesMaster" Target="/ppt/notesMasters/notesMaster1.xml" Id="R7a3e64b09e92443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24346178ecc64718" /><Relationship Type="http://schemas.openxmlformats.org/officeDocument/2006/relationships/notesMaster" Target="/ppt/notesMasters/notesMaster1.xml" Id="Rbca9cc868bd64b0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0c76e6fc363f4c74" /><Relationship Type="http://schemas.openxmlformats.org/officeDocument/2006/relationships/notesMaster" Target="/ppt/notesMasters/notesMaster1.xml" Id="Raf4bb244b5f6476c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0479282784e643b3" /><Relationship Type="http://schemas.openxmlformats.org/officeDocument/2006/relationships/notesMaster" Target="/ppt/notesMasters/notesMaster1.xml" Id="Re1683a66877b4b88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8f690531c0e047eb" /><Relationship Type="http://schemas.openxmlformats.org/officeDocument/2006/relationships/notesMaster" Target="/ppt/notesMasters/notesMaster1.xml" Id="Rfa393d6374f549f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c8e0d66af9654e68" /><Relationship Type="http://schemas.openxmlformats.org/officeDocument/2006/relationships/notesMaster" Target="/ppt/notesMasters/notesMaster1.xml" Id="R0ededd16df4d4e92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b0a97a549d684222" /><Relationship Type="http://schemas.openxmlformats.org/officeDocument/2006/relationships/notesMaster" Target="/ppt/notesMasters/notesMaster1.xml" Id="R07d4796ff2304fd8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0acda7a3f6ec4b4b" /><Relationship Type="http://schemas.openxmlformats.org/officeDocument/2006/relationships/notesMaster" Target="/ppt/notesMasters/notesMaster1.xml" Id="R1f4d9fd71cf349df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7111593d4edc42e4" /><Relationship Type="http://schemas.openxmlformats.org/officeDocument/2006/relationships/notesMaster" Target="/ppt/notesMasters/notesMaster1.xml" Id="R3a14fabcacde47d3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fca23a8801724893" /><Relationship Type="http://schemas.openxmlformats.org/officeDocument/2006/relationships/notesMaster" Target="/ppt/notesMasters/notesMaster1.xml" Id="R4baa3245a1e34494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896d110f9be342a3" /><Relationship Type="http://schemas.openxmlformats.org/officeDocument/2006/relationships/notesMaster" Target="/ppt/notesMasters/notesMaster1.xml" Id="R389f2d6ad7964a6e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e72d8086cc3943f2" /><Relationship Type="http://schemas.openxmlformats.org/officeDocument/2006/relationships/notesMaster" Target="/ppt/notesMasters/notesMaster1.xml" Id="R71423e712a054051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f8ccd9794dc94c72" /><Relationship Type="http://schemas.openxmlformats.org/officeDocument/2006/relationships/notesMaster" Target="/ppt/notesMasters/notesMaster1.xml" Id="Re8f8d62028084189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4fc0c0890a9849c6" /><Relationship Type="http://schemas.openxmlformats.org/officeDocument/2006/relationships/notesMaster" Target="/ppt/notesMasters/notesMaster1.xml" Id="R7dc9072329294838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22c72bc0f3c84e51" /><Relationship Type="http://schemas.openxmlformats.org/officeDocument/2006/relationships/notesMaster" Target="/ppt/notesMasters/notesMaster1.xml" Id="R35f32a932ac74a43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bd04df7d27c148b9" /><Relationship Type="http://schemas.openxmlformats.org/officeDocument/2006/relationships/notesMaster" Target="/ppt/notesMasters/notesMaster1.xml" Id="R536a0125ccef4c5d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89e7f6e07feb44e8" /><Relationship Type="http://schemas.openxmlformats.org/officeDocument/2006/relationships/notesMaster" Target="/ppt/notesMasters/notesMaster1.xml" Id="R34037c78de2c401b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026057e1d1284e7f" /><Relationship Type="http://schemas.openxmlformats.org/officeDocument/2006/relationships/notesMaster" Target="/ppt/notesMasters/notesMaster1.xml" Id="R1548c565efc9422c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52fa30a252464f60" /><Relationship Type="http://schemas.openxmlformats.org/officeDocument/2006/relationships/notesMaster" Target="/ppt/notesMasters/notesMaster1.xml" Id="R54efc1a762db4a66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9b9d02c6e151428b" /><Relationship Type="http://schemas.openxmlformats.org/officeDocument/2006/relationships/notesMaster" Target="/ppt/notesMasters/notesMaster1.xml" Id="Rab1e106d16fb489c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2e0da9664ef944e5" /><Relationship Type="http://schemas.openxmlformats.org/officeDocument/2006/relationships/notesMaster" Target="/ppt/notesMasters/notesMaster1.xml" Id="R513c956486a6423f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989ce754244840be" /><Relationship Type="http://schemas.openxmlformats.org/officeDocument/2006/relationships/notesMaster" Target="/ppt/notesMasters/notesMaster1.xml" Id="R0f0645aca94e41a7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d802df9da5fa4b1c" /><Relationship Type="http://schemas.openxmlformats.org/officeDocument/2006/relationships/notesMaster" Target="/ppt/notesMasters/notesMaster1.xml" Id="R99689330a17e49c5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7bed0bc5250f4970" /><Relationship Type="http://schemas.openxmlformats.org/officeDocument/2006/relationships/notesMaster" Target="/ppt/notesMasters/notesMaster1.xml" Id="Rd4827af29def47c6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b90ca48d05c74476" /><Relationship Type="http://schemas.openxmlformats.org/officeDocument/2006/relationships/notesMaster" Target="/ppt/notesMasters/notesMaster1.xml" Id="R664093ce61074842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153e4d8fe0d04a8a" /><Relationship Type="http://schemas.openxmlformats.org/officeDocument/2006/relationships/notesMaster" Target="/ppt/notesMasters/notesMaster1.xml" Id="Rea30d7dc52504d10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02ac85350dd149d8" /><Relationship Type="http://schemas.openxmlformats.org/officeDocument/2006/relationships/notesMaster" Target="/ppt/notesMasters/notesMaster1.xml" Id="R9d6e64c60e314361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24dc72af9e4f4719" /><Relationship Type="http://schemas.openxmlformats.org/officeDocument/2006/relationships/notesMaster" Target="/ppt/notesMasters/notesMaster1.xml" Id="R36efdebb82374ba1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62e6f07a67f547ea" /><Relationship Type="http://schemas.openxmlformats.org/officeDocument/2006/relationships/notesMaster" Target="/ppt/notesMasters/notesMaster1.xml" Id="Rc0f33a0772944d1f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73e6b3ba9e474ed3" /><Relationship Type="http://schemas.openxmlformats.org/officeDocument/2006/relationships/notesMaster" Target="/ppt/notesMasters/notesMaster1.xml" Id="R07e7e93a00404053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59b84ab7eeb94c6b" /><Relationship Type="http://schemas.openxmlformats.org/officeDocument/2006/relationships/notesMaster" Target="/ppt/notesMasters/notesMaster1.xml" Id="R31e60f79fecf4fe6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e4788d8ee7ec498a" /><Relationship Type="http://schemas.openxmlformats.org/officeDocument/2006/relationships/notesMaster" Target="/ppt/notesMasters/notesMaster1.xml" Id="R31a8fb050f574945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130b18602ca64b42" /><Relationship Type="http://schemas.openxmlformats.org/officeDocument/2006/relationships/notesMaster" Target="/ppt/notesMasters/notesMaster1.xml" Id="Re4546e690eb84dae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9a62d78bc9474d75" /><Relationship Type="http://schemas.openxmlformats.org/officeDocument/2006/relationships/notesMaster" Target="/ppt/notesMasters/notesMaster1.xml" Id="Ra7f5f06020cb4bd7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aa73f7b7fb9542ee" /><Relationship Type="http://schemas.openxmlformats.org/officeDocument/2006/relationships/notesMaster" Target="/ppt/notesMasters/notesMaster1.xml" Id="R29729eb17b7b4225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d097f25bc73d47e7" /><Relationship Type="http://schemas.openxmlformats.org/officeDocument/2006/relationships/notesMaster" Target="/ppt/notesMasters/notesMaster1.xml" Id="R2524ebb9e193406e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092965a680644a19" /><Relationship Type="http://schemas.openxmlformats.org/officeDocument/2006/relationships/notesMaster" Target="/ppt/notesMasters/notesMaster1.xml" Id="Raa18a47d928645a5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3c9e5181e02e4616" /><Relationship Type="http://schemas.openxmlformats.org/officeDocument/2006/relationships/notesMaster" Target="/ppt/notesMasters/notesMaster1.xml" Id="R98c69218255c4dc2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eab8985e2bac4b06" /><Relationship Type="http://schemas.openxmlformats.org/officeDocument/2006/relationships/notesMaster" Target="/ppt/notesMasters/notesMaster1.xml" Id="R11cdf161ab5543be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6684cbf6ba684605" /><Relationship Type="http://schemas.openxmlformats.org/officeDocument/2006/relationships/notesMaster" Target="/ppt/notesMasters/notesMaster1.xml" Id="Ra73e1ec3c25b4ba7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89a631e082c94bd8" /><Relationship Type="http://schemas.openxmlformats.org/officeDocument/2006/relationships/notesMaster" Target="/ppt/notesMasters/notesMaster1.xml" Id="Rf5846a3ec6ce4715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c8608b29065b4fed" /><Relationship Type="http://schemas.openxmlformats.org/officeDocument/2006/relationships/notesMaster" Target="/ppt/notesMasters/notesMaster1.xml" Id="R7e52cb35a51d4239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cfd5f5c0779b4c8e" /><Relationship Type="http://schemas.openxmlformats.org/officeDocument/2006/relationships/notesMaster" Target="/ppt/notesMasters/notesMaster1.xml" Id="Rf39173e0ecf84b19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b295d5d506e2428e" /><Relationship Type="http://schemas.openxmlformats.org/officeDocument/2006/relationships/notesMaster" Target="/ppt/notesMasters/notesMaster1.xml" Id="Rbd519bdd1c174410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30cc726bd31941a8" /><Relationship Type="http://schemas.openxmlformats.org/officeDocument/2006/relationships/notesMaster" Target="/ppt/notesMasters/notesMaster1.xml" Id="R6aa004783bf549e5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05c93785e7104704" /><Relationship Type="http://schemas.openxmlformats.org/officeDocument/2006/relationships/notesMaster" Target="/ppt/notesMasters/notesMaster1.xml" Id="Rc631685c01cc4a76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1e6fd42501ea4297" /><Relationship Type="http://schemas.openxmlformats.org/officeDocument/2006/relationships/notesMaster" Target="/ppt/notesMasters/notesMaster1.xml" Id="R241580a6cd744af9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42d67e4c266a4e9c" /><Relationship Type="http://schemas.openxmlformats.org/officeDocument/2006/relationships/notesMaster" Target="/ppt/notesMasters/notesMaster1.xml" Id="R3c81a9f68e614c81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e5d2d231a9b04789" /><Relationship Type="http://schemas.openxmlformats.org/officeDocument/2006/relationships/notesMaster" Target="/ppt/notesMasters/notesMaster1.xml" Id="R21c866e434154ba0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6fe0fd1c068b4d5a" /><Relationship Type="http://schemas.openxmlformats.org/officeDocument/2006/relationships/notesMaster" Target="/ppt/notesMasters/notesMaster1.xml" Id="R7077c9df084c4aca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7ea01389fef84907" /><Relationship Type="http://schemas.openxmlformats.org/officeDocument/2006/relationships/notesMaster" Target="/ppt/notesMasters/notesMaster1.xml" Id="R7abce8240db7464e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96fbcbbc901748c8" /><Relationship Type="http://schemas.openxmlformats.org/officeDocument/2006/relationships/notesMaster" Target="/ppt/notesMasters/notesMaster1.xml" Id="Rf69b115d581f48c0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6d3a823638d746cc" /><Relationship Type="http://schemas.openxmlformats.org/officeDocument/2006/relationships/notesMaster" Target="/ppt/notesMasters/notesMaster1.xml" Id="R0a38771947964539" /></Relationships>
</file>

<file path=ppt/notesSlides/_rels/notesSlide78.xml.rels>&#65279;<?xml version="1.0" encoding="utf-8"?><Relationships xmlns="http://schemas.openxmlformats.org/package/2006/relationships"><Relationship Type="http://schemas.openxmlformats.org/officeDocument/2006/relationships/slide" Target="/ppt/slides/slide78.xml" Id="R0b10302461f34472" /><Relationship Type="http://schemas.openxmlformats.org/officeDocument/2006/relationships/notesMaster" Target="/ppt/notesMasters/notesMaster1.xml" Id="R2f997555e1184921" /></Relationships>
</file>

<file path=ppt/notesSlides/_rels/notesSlide79.xml.rels>&#65279;<?xml version="1.0" encoding="utf-8"?><Relationships xmlns="http://schemas.openxmlformats.org/package/2006/relationships"><Relationship Type="http://schemas.openxmlformats.org/officeDocument/2006/relationships/slide" Target="/ppt/slides/slide79.xml" Id="R4b34b4f6504746a4" /><Relationship Type="http://schemas.openxmlformats.org/officeDocument/2006/relationships/notesMaster" Target="/ppt/notesMasters/notesMaster1.xml" Id="Ra2db199b58e34e85" /></Relationships>
</file>

<file path=ppt/notesSlides/_rels/notesSlide80.xml.rels>&#65279;<?xml version="1.0" encoding="utf-8"?><Relationships xmlns="http://schemas.openxmlformats.org/package/2006/relationships"><Relationship Type="http://schemas.openxmlformats.org/officeDocument/2006/relationships/slide" Target="/ppt/slides/slide80.xml" Id="R7e12a45e3dde40c1" /><Relationship Type="http://schemas.openxmlformats.org/officeDocument/2006/relationships/notesMaster" Target="/ppt/notesMasters/notesMaster1.xml" Id="R6df781c2c3954fb4" /></Relationships>
</file>

<file path=ppt/notesSlides/_rels/notesSlide81.xml.rels>&#65279;<?xml version="1.0" encoding="utf-8"?><Relationships xmlns="http://schemas.openxmlformats.org/package/2006/relationships"><Relationship Type="http://schemas.openxmlformats.org/officeDocument/2006/relationships/slide" Target="/ppt/slides/slide81.xml" Id="Ra53e0c6042574eee" /><Relationship Type="http://schemas.openxmlformats.org/officeDocument/2006/relationships/notesMaster" Target="/ppt/notesMasters/notesMaster1.xml" Id="R0aa7e7664feb40ad" /></Relationships>
</file>

<file path=ppt/notesSlides/_rels/notesSlide82.xml.rels>&#65279;<?xml version="1.0" encoding="utf-8"?><Relationships xmlns="http://schemas.openxmlformats.org/package/2006/relationships"><Relationship Type="http://schemas.openxmlformats.org/officeDocument/2006/relationships/slide" Target="/ppt/slides/slide82.xml" Id="R0edc8ab9251a41d1" /><Relationship Type="http://schemas.openxmlformats.org/officeDocument/2006/relationships/notesMaster" Target="/ppt/notesMasters/notesMaster1.xml" Id="R1b9a61e53f1d4124" /></Relationships>
</file>

<file path=ppt/notesSlides/_rels/notesSlide83.xml.rels>&#65279;<?xml version="1.0" encoding="utf-8"?><Relationships xmlns="http://schemas.openxmlformats.org/package/2006/relationships"><Relationship Type="http://schemas.openxmlformats.org/officeDocument/2006/relationships/slide" Target="/ppt/slides/slide83.xml" Id="R32eeb90245b14470" /><Relationship Type="http://schemas.openxmlformats.org/officeDocument/2006/relationships/notesMaster" Target="/ppt/notesMasters/notesMaster1.xml" Id="R5a562dafd69545de" /></Relationships>
</file>

<file path=ppt/notesSlides/_rels/notesSlide84.xml.rels>&#65279;<?xml version="1.0" encoding="utf-8"?><Relationships xmlns="http://schemas.openxmlformats.org/package/2006/relationships"><Relationship Type="http://schemas.openxmlformats.org/officeDocument/2006/relationships/slide" Target="/ppt/slides/slide84.xml" Id="Rb4607c1c3cf34aae" /><Relationship Type="http://schemas.openxmlformats.org/officeDocument/2006/relationships/notesMaster" Target="/ppt/notesMasters/notesMaster1.xml" Id="R77ae1a3d1e4940a0" /></Relationships>
</file>

<file path=ppt/notesSlides/_rels/notesSlide85.xml.rels>&#65279;<?xml version="1.0" encoding="utf-8"?><Relationships xmlns="http://schemas.openxmlformats.org/package/2006/relationships"><Relationship Type="http://schemas.openxmlformats.org/officeDocument/2006/relationships/slide" Target="/ppt/slides/slide85.xml" Id="Re71867e35ba8495c" /><Relationship Type="http://schemas.openxmlformats.org/officeDocument/2006/relationships/notesMaster" Target="/ppt/notesMasters/notesMaster1.xml" Id="R328550f909f84919" /></Relationships>
</file>

<file path=ppt/notesSlides/_rels/notesSlide86.xml.rels>&#65279;<?xml version="1.0" encoding="utf-8"?><Relationships xmlns="http://schemas.openxmlformats.org/package/2006/relationships"><Relationship Type="http://schemas.openxmlformats.org/officeDocument/2006/relationships/slide" Target="/ppt/slides/slide86.xml" Id="R629ee043876c4ff9" /><Relationship Type="http://schemas.openxmlformats.org/officeDocument/2006/relationships/notesMaster" Target="/ppt/notesMasters/notesMaster1.xml" Id="Rb4832a745159416b" /></Relationships>
</file>

<file path=ppt/notesSlides/_rels/notesSlide87.xml.rels>&#65279;<?xml version="1.0" encoding="utf-8"?><Relationships xmlns="http://schemas.openxmlformats.org/package/2006/relationships"><Relationship Type="http://schemas.openxmlformats.org/officeDocument/2006/relationships/slide" Target="/ppt/slides/slide87.xml" Id="R7a1ed9db27d341b3" /><Relationship Type="http://schemas.openxmlformats.org/officeDocument/2006/relationships/notesMaster" Target="/ppt/notesMasters/notesMaster1.xml" Id="R64f7b02c7b844664" /></Relationships>
</file>

<file path=ppt/notesSlides/_rels/notesSlide88.xml.rels>&#65279;<?xml version="1.0" encoding="utf-8"?><Relationships xmlns="http://schemas.openxmlformats.org/package/2006/relationships"><Relationship Type="http://schemas.openxmlformats.org/officeDocument/2006/relationships/slide" Target="/ppt/slides/slide88.xml" Id="R06bb9c7fbbcc43aa" /><Relationship Type="http://schemas.openxmlformats.org/officeDocument/2006/relationships/notesMaster" Target="/ppt/notesMasters/notesMaster1.xml" Id="Rf7f4de22531e4ef2" /></Relationships>
</file>

<file path=ppt/notesSlides/_rels/notesSlide89.xml.rels>&#65279;<?xml version="1.0" encoding="utf-8"?><Relationships xmlns="http://schemas.openxmlformats.org/package/2006/relationships"><Relationship Type="http://schemas.openxmlformats.org/officeDocument/2006/relationships/slide" Target="/ppt/slides/slide89.xml" Id="R7297c924c3284c98" /><Relationship Type="http://schemas.openxmlformats.org/officeDocument/2006/relationships/notesMaster" Target="/ppt/notesMasters/notesMaster1.xml" Id="R62beab77a5f94d07" /></Relationships>
</file>

<file path=ppt/notesSlides/_rels/notesSlide90.xml.rels>&#65279;<?xml version="1.0" encoding="utf-8"?><Relationships xmlns="http://schemas.openxmlformats.org/package/2006/relationships"><Relationship Type="http://schemas.openxmlformats.org/officeDocument/2006/relationships/slide" Target="/ppt/slides/slide90.xml" Id="R6f912df856c24d2c" /><Relationship Type="http://schemas.openxmlformats.org/officeDocument/2006/relationships/notesMaster" Target="/ppt/notesMasters/notesMaster1.xml" Id="R77b2548c12db4de9" /></Relationships>
</file>

<file path=ppt/notesSlides/_rels/notesSlide91.xml.rels>&#65279;<?xml version="1.0" encoding="utf-8"?><Relationships xmlns="http://schemas.openxmlformats.org/package/2006/relationships"><Relationship Type="http://schemas.openxmlformats.org/officeDocument/2006/relationships/slide" Target="/ppt/slides/slide91.xml" Id="R92c3d98a56544f78" /><Relationship Type="http://schemas.openxmlformats.org/officeDocument/2006/relationships/notesMaster" Target="/ppt/notesMasters/notesMaster1.xml" Id="R830c92348ea14fe1" /></Relationships>
</file>

<file path=ppt/notesSlides/_rels/notesSlide92.xml.rels>&#65279;<?xml version="1.0" encoding="utf-8"?><Relationships xmlns="http://schemas.openxmlformats.org/package/2006/relationships"><Relationship Type="http://schemas.openxmlformats.org/officeDocument/2006/relationships/slide" Target="/ppt/slides/slide92.xml" Id="R421d9822f6414c52" /><Relationship Type="http://schemas.openxmlformats.org/officeDocument/2006/relationships/notesMaster" Target="/ppt/notesMasters/notesMaster1.xml" Id="R3936bc950e7047ef" /></Relationships>
</file>

<file path=ppt/notesSlides/_rels/notesSlide93.xml.rels>&#65279;<?xml version="1.0" encoding="utf-8"?><Relationships xmlns="http://schemas.openxmlformats.org/package/2006/relationships"><Relationship Type="http://schemas.openxmlformats.org/officeDocument/2006/relationships/slide" Target="/ppt/slides/slide93.xml" Id="Rde30791829534591" /><Relationship Type="http://schemas.openxmlformats.org/officeDocument/2006/relationships/notesMaster" Target="/ppt/notesMasters/notesMaster1.xml" Id="R349a05a1703c4119" /></Relationships>
</file>

<file path=ppt/notesSlides/_rels/notesSlide94.xml.rels>&#65279;<?xml version="1.0" encoding="utf-8"?><Relationships xmlns="http://schemas.openxmlformats.org/package/2006/relationships"><Relationship Type="http://schemas.openxmlformats.org/officeDocument/2006/relationships/slide" Target="/ppt/slides/slide94.xml" Id="R3601abab768144f6" /><Relationship Type="http://schemas.openxmlformats.org/officeDocument/2006/relationships/notesMaster" Target="/ppt/notesMasters/notesMaster1.xml" Id="Re5cf1b00a5f74d9e" /></Relationships>
</file>

<file path=ppt/notesSlides/_rels/notesSlide95.xml.rels>&#65279;<?xml version="1.0" encoding="utf-8"?><Relationships xmlns="http://schemas.openxmlformats.org/package/2006/relationships"><Relationship Type="http://schemas.openxmlformats.org/officeDocument/2006/relationships/slide" Target="/ppt/slides/slide95.xml" Id="Rc71d2e02099e4fa5" /><Relationship Type="http://schemas.openxmlformats.org/officeDocument/2006/relationships/notesMaster" Target="/ppt/notesMasters/notesMaster1.xml" Id="Rbe76bee16c8f4912" /></Relationships>
</file>

<file path=ppt/notesSlides/_rels/notesSlide96.xml.rels>&#65279;<?xml version="1.0" encoding="utf-8"?><Relationships xmlns="http://schemas.openxmlformats.org/package/2006/relationships"><Relationship Type="http://schemas.openxmlformats.org/officeDocument/2006/relationships/slide" Target="/ppt/slides/slide96.xml" Id="R1d7376393cbb434a" /><Relationship Type="http://schemas.openxmlformats.org/officeDocument/2006/relationships/notesMaster" Target="/ppt/notesMasters/notesMaster1.xml" Id="Rea63cac4ce2a4d9b" /></Relationships>
</file>

<file path=ppt/notesSlides/_rels/notesSlide97.xml.rels>&#65279;<?xml version="1.0" encoding="utf-8"?><Relationships xmlns="http://schemas.openxmlformats.org/package/2006/relationships"><Relationship Type="http://schemas.openxmlformats.org/officeDocument/2006/relationships/slide" Target="/ppt/slides/slide97.xml" Id="R15bc7dcacb624cdb" /><Relationship Type="http://schemas.openxmlformats.org/officeDocument/2006/relationships/notesMaster" Target="/ppt/notesMasters/notesMaster1.xml" Id="R34d1d8b7bfee4cb9" /></Relationships>
</file>

<file path=ppt/notesSlides/_rels/notesSlide98.xml.rels>&#65279;<?xml version="1.0" encoding="utf-8"?><Relationships xmlns="http://schemas.openxmlformats.org/package/2006/relationships"><Relationship Type="http://schemas.openxmlformats.org/officeDocument/2006/relationships/slide" Target="/ppt/slides/slide98.xml" Id="R9250e47ab9414ae7" /><Relationship Type="http://schemas.openxmlformats.org/officeDocument/2006/relationships/notesMaster" Target="/ppt/notesMasters/notesMaster1.xml" Id="Rcbdbfc6d88334218" /></Relationships>
</file>

<file path=ppt/notesSlides/_rels/notesSlide99.xml.rels>&#65279;<?xml version="1.0" encoding="utf-8"?><Relationships xmlns="http://schemas.openxmlformats.org/package/2006/relationships"><Relationship Type="http://schemas.openxmlformats.org/officeDocument/2006/relationships/slide" Target="/ppt/slides/slide99.xml" Id="R62f026f75fbc430d" /><Relationship Type="http://schemas.openxmlformats.org/officeDocument/2006/relationships/notesMaster" Target="/ppt/notesMasters/notesMaster1.xml" Id="Rcae9ac6c4977437f" /></Relationships>
</file>

<file path=ppt/notesSlides/_rels/notesSlide100.xml.rels>&#65279;<?xml version="1.0" encoding="utf-8"?><Relationships xmlns="http://schemas.openxmlformats.org/package/2006/relationships"><Relationship Type="http://schemas.openxmlformats.org/officeDocument/2006/relationships/slide" Target="/ppt/slides/slide100.xml" Id="R02cf533704d84a58" /><Relationship Type="http://schemas.openxmlformats.org/officeDocument/2006/relationships/notesMaster" Target="/ppt/notesMasters/notesMaster1.xml" Id="Rcab0d5a4096a43c5" /></Relationships>
</file>

<file path=ppt/notesSlides/_rels/notesSlide101.xml.rels>&#65279;<?xml version="1.0" encoding="utf-8"?><Relationships xmlns="http://schemas.openxmlformats.org/package/2006/relationships"><Relationship Type="http://schemas.openxmlformats.org/officeDocument/2006/relationships/slide" Target="/ppt/slides/slide101.xml" Id="R805e18563c0f488f" /><Relationship Type="http://schemas.openxmlformats.org/officeDocument/2006/relationships/notesMaster" Target="/ppt/notesMasters/notesMaster1.xml" Id="R8f8a7c4833154bc0" /></Relationships>
</file>

<file path=ppt/notesSlides/_rels/notesSlide102.xml.rels>&#65279;<?xml version="1.0" encoding="utf-8"?><Relationships xmlns="http://schemas.openxmlformats.org/package/2006/relationships"><Relationship Type="http://schemas.openxmlformats.org/officeDocument/2006/relationships/slide" Target="/ppt/slides/slide102.xml" Id="Rec7dabf5cf0541f7" /><Relationship Type="http://schemas.openxmlformats.org/officeDocument/2006/relationships/notesMaster" Target="/ppt/notesMasters/notesMaster1.xml" Id="R964e777685514fc6" /></Relationships>
</file>

<file path=ppt/notesSlides/_rels/notesSlide103.xml.rels>&#65279;<?xml version="1.0" encoding="utf-8"?><Relationships xmlns="http://schemas.openxmlformats.org/package/2006/relationships"><Relationship Type="http://schemas.openxmlformats.org/officeDocument/2006/relationships/slide" Target="/ppt/slides/slide103.xml" Id="R694d004a594e4cfb" /><Relationship Type="http://schemas.openxmlformats.org/officeDocument/2006/relationships/notesMaster" Target="/ppt/notesMasters/notesMaster1.xml" Id="Red8740374e7849b2" /></Relationships>
</file>

<file path=ppt/notesSlides/_rels/notesSlide104.xml.rels>&#65279;<?xml version="1.0" encoding="utf-8"?><Relationships xmlns="http://schemas.openxmlformats.org/package/2006/relationships"><Relationship Type="http://schemas.openxmlformats.org/officeDocument/2006/relationships/slide" Target="/ppt/slides/slide104.xml" Id="Rafb37ddd62f44cb1" /><Relationship Type="http://schemas.openxmlformats.org/officeDocument/2006/relationships/notesMaster" Target="/ppt/notesMasters/notesMaster1.xml" Id="R33565158ec8c4fe7" /></Relationships>
</file>

<file path=ppt/notesSlides/_rels/notesSlide105.xml.rels>&#65279;<?xml version="1.0" encoding="utf-8"?><Relationships xmlns="http://schemas.openxmlformats.org/package/2006/relationships"><Relationship Type="http://schemas.openxmlformats.org/officeDocument/2006/relationships/slide" Target="/ppt/slides/slide105.xml" Id="R6de40cd5ab484dba" /><Relationship Type="http://schemas.openxmlformats.org/officeDocument/2006/relationships/notesMaster" Target="/ppt/notesMasters/notesMaster1.xml" Id="R575ac5a007d649ce" /></Relationships>
</file>

<file path=ppt/notesSlides/_rels/notesSlide106.xml.rels>&#65279;<?xml version="1.0" encoding="utf-8"?><Relationships xmlns="http://schemas.openxmlformats.org/package/2006/relationships"><Relationship Type="http://schemas.openxmlformats.org/officeDocument/2006/relationships/slide" Target="/ppt/slides/slide106.xml" Id="R0d4f8a23e4b04d57" /><Relationship Type="http://schemas.openxmlformats.org/officeDocument/2006/relationships/notesMaster" Target="/ppt/notesMasters/notesMaster1.xml" Id="Rf9f28ab48beb4f7b" /></Relationships>
</file>

<file path=ppt/notesSlides/_rels/notesSlide107.xml.rels>&#65279;<?xml version="1.0" encoding="utf-8"?><Relationships xmlns="http://schemas.openxmlformats.org/package/2006/relationships"><Relationship Type="http://schemas.openxmlformats.org/officeDocument/2006/relationships/slide" Target="/ppt/slides/slide107.xml" Id="Rf2db03d769ab4443" /><Relationship Type="http://schemas.openxmlformats.org/officeDocument/2006/relationships/notesMaster" Target="/ppt/notesMasters/notesMaster1.xml" Id="R7f879aa076d942dd" /></Relationships>
</file>

<file path=ppt/notesSlides/_rels/notesSlide108.xml.rels>&#65279;<?xml version="1.0" encoding="utf-8"?><Relationships xmlns="http://schemas.openxmlformats.org/package/2006/relationships"><Relationship Type="http://schemas.openxmlformats.org/officeDocument/2006/relationships/slide" Target="/ppt/slides/slide108.xml" Id="R7df545f53f9a47d1" /><Relationship Type="http://schemas.openxmlformats.org/officeDocument/2006/relationships/notesMaster" Target="/ppt/notesMasters/notesMaster1.xml" Id="R446de21d041e49c1" /></Relationships>
</file>

<file path=ppt/notesSlides/_rels/notesSlide109.xml.rels>&#65279;<?xml version="1.0" encoding="utf-8"?><Relationships xmlns="http://schemas.openxmlformats.org/package/2006/relationships"><Relationship Type="http://schemas.openxmlformats.org/officeDocument/2006/relationships/slide" Target="/ppt/slides/slide109.xml" Id="R511e99d01e0145e2" /><Relationship Type="http://schemas.openxmlformats.org/officeDocument/2006/relationships/notesMaster" Target="/ppt/notesMasters/notesMaster1.xml" Id="R13aea0ab304d4bca" /></Relationships>
</file>

<file path=ppt/notesSlides/_rels/notesSlide110.xml.rels>&#65279;<?xml version="1.0" encoding="utf-8"?><Relationships xmlns="http://schemas.openxmlformats.org/package/2006/relationships"><Relationship Type="http://schemas.openxmlformats.org/officeDocument/2006/relationships/slide" Target="/ppt/slides/slide110.xml" Id="R21db37a118ed4fdd" /><Relationship Type="http://schemas.openxmlformats.org/officeDocument/2006/relationships/notesMaster" Target="/ppt/notesMasters/notesMaster1.xml" Id="Rb0d88b4f7e0f4bed" /></Relationships>
</file>

<file path=ppt/notesSlides/_rels/notesSlide111.xml.rels>&#65279;<?xml version="1.0" encoding="utf-8"?><Relationships xmlns="http://schemas.openxmlformats.org/package/2006/relationships"><Relationship Type="http://schemas.openxmlformats.org/officeDocument/2006/relationships/slide" Target="/ppt/slides/slide111.xml" Id="R87c3baf7d3214366" /><Relationship Type="http://schemas.openxmlformats.org/officeDocument/2006/relationships/notesMaster" Target="/ppt/notesMasters/notesMaster1.xml" Id="R954fc9f20c1f4116" /></Relationships>
</file>

<file path=ppt/notesSlides/_rels/notesSlide112.xml.rels>&#65279;<?xml version="1.0" encoding="utf-8"?><Relationships xmlns="http://schemas.openxmlformats.org/package/2006/relationships"><Relationship Type="http://schemas.openxmlformats.org/officeDocument/2006/relationships/slide" Target="/ppt/slides/slide112.xml" Id="R01441cf86aed434d" /><Relationship Type="http://schemas.openxmlformats.org/officeDocument/2006/relationships/notesMaster" Target="/ppt/notesMasters/notesMaster1.xml" Id="Rafcc274a8d9b42ac" /></Relationships>
</file>

<file path=ppt/notesSlides/_rels/notesSlide113.xml.rels>&#65279;<?xml version="1.0" encoding="utf-8"?><Relationships xmlns="http://schemas.openxmlformats.org/package/2006/relationships"><Relationship Type="http://schemas.openxmlformats.org/officeDocument/2006/relationships/slide" Target="/ppt/slides/slide113.xml" Id="R8cbbd223fdd84cbc" /><Relationship Type="http://schemas.openxmlformats.org/officeDocument/2006/relationships/notesMaster" Target="/ppt/notesMasters/notesMaster1.xml" Id="R4b8895b2988241e9" /></Relationships>
</file>

<file path=ppt/notesSlides/_rels/notesSlide114.xml.rels>&#65279;<?xml version="1.0" encoding="utf-8"?><Relationships xmlns="http://schemas.openxmlformats.org/package/2006/relationships"><Relationship Type="http://schemas.openxmlformats.org/officeDocument/2006/relationships/slide" Target="/ppt/slides/slide114.xml" Id="R0887853c0bcb4f45" /><Relationship Type="http://schemas.openxmlformats.org/officeDocument/2006/relationships/notesMaster" Target="/ppt/notesMasters/notesMaster1.xml" Id="R48d45a124c874aec" /></Relationships>
</file>

<file path=ppt/notesSlides/_rels/notesSlide115.xml.rels>&#65279;<?xml version="1.0" encoding="utf-8"?><Relationships xmlns="http://schemas.openxmlformats.org/package/2006/relationships"><Relationship Type="http://schemas.openxmlformats.org/officeDocument/2006/relationships/slide" Target="/ppt/slides/slide115.xml" Id="R42984e57711d4f90" /><Relationship Type="http://schemas.openxmlformats.org/officeDocument/2006/relationships/notesMaster" Target="/ppt/notesMasters/notesMaster1.xml" Id="R77b29e92f8b74b6b" /></Relationships>
</file>

<file path=ppt/notesSlides/_rels/notesSlide116.xml.rels>&#65279;<?xml version="1.0" encoding="utf-8"?><Relationships xmlns="http://schemas.openxmlformats.org/package/2006/relationships"><Relationship Type="http://schemas.openxmlformats.org/officeDocument/2006/relationships/slide" Target="/ppt/slides/slide116.xml" Id="R0c65d7b21fe64585" /><Relationship Type="http://schemas.openxmlformats.org/officeDocument/2006/relationships/notesMaster" Target="/ppt/notesMasters/notesMaster1.xml" Id="Rcd3c8f16e4084400" /></Relationships>
</file>

<file path=ppt/notesSlides/_rels/notesSlide117.xml.rels>&#65279;<?xml version="1.0" encoding="utf-8"?><Relationships xmlns="http://schemas.openxmlformats.org/package/2006/relationships"><Relationship Type="http://schemas.openxmlformats.org/officeDocument/2006/relationships/slide" Target="/ppt/slides/slide117.xml" Id="Rbbfec0f02c2c4901" /><Relationship Type="http://schemas.openxmlformats.org/officeDocument/2006/relationships/notesMaster" Target="/ppt/notesMasters/notesMaster1.xml" Id="R5f16a3c538e44254" /></Relationships>
</file>

<file path=ppt/notesSlides/_rels/notesSlide118.xml.rels>&#65279;<?xml version="1.0" encoding="utf-8"?><Relationships xmlns="http://schemas.openxmlformats.org/package/2006/relationships"><Relationship Type="http://schemas.openxmlformats.org/officeDocument/2006/relationships/slide" Target="/ppt/slides/slide118.xml" Id="R3136f9af05514cd0" /><Relationship Type="http://schemas.openxmlformats.org/officeDocument/2006/relationships/notesMaster" Target="/ppt/notesMasters/notesMaster1.xml" Id="Rfe979a640c564ff8" /></Relationships>
</file>

<file path=ppt/notesSlides/_rels/notesSlide119.xml.rels>&#65279;<?xml version="1.0" encoding="utf-8"?><Relationships xmlns="http://schemas.openxmlformats.org/package/2006/relationships"><Relationship Type="http://schemas.openxmlformats.org/officeDocument/2006/relationships/slide" Target="/ppt/slides/slide119.xml" Id="R06363cd596c34664" /><Relationship Type="http://schemas.openxmlformats.org/officeDocument/2006/relationships/notesMaster" Target="/ppt/notesMasters/notesMaster1.xml" Id="R76e4b2c0018f40ae" /></Relationships>
</file>

<file path=ppt/notesSlides/_rels/notesSlide120.xml.rels>&#65279;<?xml version="1.0" encoding="utf-8"?><Relationships xmlns="http://schemas.openxmlformats.org/package/2006/relationships"><Relationship Type="http://schemas.openxmlformats.org/officeDocument/2006/relationships/slide" Target="/ppt/slides/slide120.xml" Id="R50d92cc156b942df" /><Relationship Type="http://schemas.openxmlformats.org/officeDocument/2006/relationships/notesMaster" Target="/ppt/notesMasters/notesMaster1.xml" Id="R3ea99a4944fb4515" /></Relationships>
</file>

<file path=ppt/notesSlides/_rels/notesSlide121.xml.rels>&#65279;<?xml version="1.0" encoding="utf-8"?><Relationships xmlns="http://schemas.openxmlformats.org/package/2006/relationships"><Relationship Type="http://schemas.openxmlformats.org/officeDocument/2006/relationships/slide" Target="/ppt/slides/slide121.xml" Id="Rc09f3d87bf3647fe" /><Relationship Type="http://schemas.openxmlformats.org/officeDocument/2006/relationships/notesMaster" Target="/ppt/notesMasters/notesMaster1.xml" Id="R6f11e21ec3404470" /></Relationships>
</file>

<file path=ppt/notesSlides/_rels/notesSlide122.xml.rels>&#65279;<?xml version="1.0" encoding="utf-8"?><Relationships xmlns="http://schemas.openxmlformats.org/package/2006/relationships"><Relationship Type="http://schemas.openxmlformats.org/officeDocument/2006/relationships/slide" Target="/ppt/slides/slide122.xml" Id="R7977c81debc0462a" /><Relationship Type="http://schemas.openxmlformats.org/officeDocument/2006/relationships/notesMaster" Target="/ppt/notesMasters/notesMaster1.xml" Id="Rbb47799677074751" /></Relationships>
</file>

<file path=ppt/notesSlides/_rels/notesSlide123.xml.rels>&#65279;<?xml version="1.0" encoding="utf-8"?><Relationships xmlns="http://schemas.openxmlformats.org/package/2006/relationships"><Relationship Type="http://schemas.openxmlformats.org/officeDocument/2006/relationships/slide" Target="/ppt/slides/slide123.xml" Id="Rd0d3c231c63b4c0f" /><Relationship Type="http://schemas.openxmlformats.org/officeDocument/2006/relationships/notesMaster" Target="/ppt/notesMasters/notesMaster1.xml" Id="R413dcf95f21547c0" /></Relationships>
</file>

<file path=ppt/notesSlides/_rels/notesSlide124.xml.rels>&#65279;<?xml version="1.0" encoding="utf-8"?><Relationships xmlns="http://schemas.openxmlformats.org/package/2006/relationships"><Relationship Type="http://schemas.openxmlformats.org/officeDocument/2006/relationships/slide" Target="/ppt/slides/slide124.xml" Id="Rcc78080db95e4459" /><Relationship Type="http://schemas.openxmlformats.org/officeDocument/2006/relationships/notesMaster" Target="/ppt/notesMasters/notesMaster1.xml" Id="R064d8e65e43e4356" /></Relationships>
</file>

<file path=ppt/notesSlides/_rels/notesSlide125.xml.rels>&#65279;<?xml version="1.0" encoding="utf-8"?><Relationships xmlns="http://schemas.openxmlformats.org/package/2006/relationships"><Relationship Type="http://schemas.openxmlformats.org/officeDocument/2006/relationships/slide" Target="/ppt/slides/slide125.xml" Id="Re40c066ec1a7409c" /><Relationship Type="http://schemas.openxmlformats.org/officeDocument/2006/relationships/notesMaster" Target="/ppt/notesMasters/notesMaster1.xml" Id="Rbc115f80a8bb4adf" /></Relationships>
</file>

<file path=ppt/notesSlides/_rels/notesSlide126.xml.rels>&#65279;<?xml version="1.0" encoding="utf-8"?><Relationships xmlns="http://schemas.openxmlformats.org/package/2006/relationships"><Relationship Type="http://schemas.openxmlformats.org/officeDocument/2006/relationships/slide" Target="/ppt/slides/slide126.xml" Id="R88a4e75966024b34" /><Relationship Type="http://schemas.openxmlformats.org/officeDocument/2006/relationships/notesMaster" Target="/ppt/notesMasters/notesMaster1.xml" Id="R8ff304e6dfee4086" /></Relationships>
</file>

<file path=ppt/notesSlides/_rels/notesSlide127.xml.rels>&#65279;<?xml version="1.0" encoding="utf-8"?><Relationships xmlns="http://schemas.openxmlformats.org/package/2006/relationships"><Relationship Type="http://schemas.openxmlformats.org/officeDocument/2006/relationships/slide" Target="/ppt/slides/slide127.xml" Id="R586d7acfac294cd0" /><Relationship Type="http://schemas.openxmlformats.org/officeDocument/2006/relationships/notesMaster" Target="/ppt/notesMasters/notesMaster1.xml" Id="R2cb6327aaf974d88" /></Relationships>
</file>

<file path=ppt/notesSlides/_rels/notesSlide128.xml.rels>&#65279;<?xml version="1.0" encoding="utf-8"?><Relationships xmlns="http://schemas.openxmlformats.org/package/2006/relationships"><Relationship Type="http://schemas.openxmlformats.org/officeDocument/2006/relationships/slide" Target="/ppt/slides/slide128.xml" Id="Rc4b9c165d2f2475e" /><Relationship Type="http://schemas.openxmlformats.org/officeDocument/2006/relationships/notesMaster" Target="/ppt/notesMasters/notesMaster1.xml" Id="R25209214a7f343ce" /></Relationships>
</file>

<file path=ppt/notesSlides/_rels/notesSlide129.xml.rels>&#65279;<?xml version="1.0" encoding="utf-8"?><Relationships xmlns="http://schemas.openxmlformats.org/package/2006/relationships"><Relationship Type="http://schemas.openxmlformats.org/officeDocument/2006/relationships/slide" Target="/ppt/slides/slide129.xml" Id="R08b68fdb69864068" /><Relationship Type="http://schemas.openxmlformats.org/officeDocument/2006/relationships/notesMaster" Target="/ppt/notesMasters/notesMaster1.xml" Id="R3e61a811a7f44aee" /></Relationships>
</file>

<file path=ppt/notesSlides/_rels/notesSlide130.xml.rels>&#65279;<?xml version="1.0" encoding="utf-8"?><Relationships xmlns="http://schemas.openxmlformats.org/package/2006/relationships"><Relationship Type="http://schemas.openxmlformats.org/officeDocument/2006/relationships/slide" Target="/ppt/slides/slide130.xml" Id="Rab354e5b8151466d" /><Relationship Type="http://schemas.openxmlformats.org/officeDocument/2006/relationships/notesMaster" Target="/ppt/notesMasters/notesMaster1.xml" Id="R6032a04962854e91" /></Relationships>
</file>

<file path=ppt/notesSlides/_rels/notesSlide131.xml.rels>&#65279;<?xml version="1.0" encoding="utf-8"?><Relationships xmlns="http://schemas.openxmlformats.org/package/2006/relationships"><Relationship Type="http://schemas.openxmlformats.org/officeDocument/2006/relationships/slide" Target="/ppt/slides/slide131.xml" Id="R2c0dcb3db965470b" /><Relationship Type="http://schemas.openxmlformats.org/officeDocument/2006/relationships/notesMaster" Target="/ppt/notesMasters/notesMaster1.xml" Id="R6b1f72a39e1043c6" /></Relationships>
</file>

<file path=ppt/notesSlides/_rels/notesSlide132.xml.rels>&#65279;<?xml version="1.0" encoding="utf-8"?><Relationships xmlns="http://schemas.openxmlformats.org/package/2006/relationships"><Relationship Type="http://schemas.openxmlformats.org/officeDocument/2006/relationships/slide" Target="/ppt/slides/slide132.xml" Id="Rd8fc5cef327e4d26" /><Relationship Type="http://schemas.openxmlformats.org/officeDocument/2006/relationships/notesMaster" Target="/ppt/notesMasters/notesMaster1.xml" Id="Rabf313ff94ef418d" /></Relationships>
</file>

<file path=ppt/notesSlides/_rels/notesSlide133.xml.rels>&#65279;<?xml version="1.0" encoding="utf-8"?><Relationships xmlns="http://schemas.openxmlformats.org/package/2006/relationships"><Relationship Type="http://schemas.openxmlformats.org/officeDocument/2006/relationships/slide" Target="/ppt/slides/slide133.xml" Id="R2363f389e0244cd7" /><Relationship Type="http://schemas.openxmlformats.org/officeDocument/2006/relationships/notesMaster" Target="/ppt/notesMasters/notesMaster1.xml" Id="Rc3fdf65133f84283" /></Relationships>
</file>

<file path=ppt/notesSlides/_rels/notesSlide134.xml.rels>&#65279;<?xml version="1.0" encoding="utf-8"?><Relationships xmlns="http://schemas.openxmlformats.org/package/2006/relationships"><Relationship Type="http://schemas.openxmlformats.org/officeDocument/2006/relationships/slide" Target="/ppt/slides/slide134.xml" Id="Rd9cf0b2057564168" /><Relationship Type="http://schemas.openxmlformats.org/officeDocument/2006/relationships/notesMaster" Target="/ppt/notesMasters/notesMaster1.xml" Id="Rb91a9c89e2c4430d" /></Relationships>
</file>

<file path=ppt/notesSlides/_rels/notesSlide135.xml.rels>&#65279;<?xml version="1.0" encoding="utf-8"?><Relationships xmlns="http://schemas.openxmlformats.org/package/2006/relationships"><Relationship Type="http://schemas.openxmlformats.org/officeDocument/2006/relationships/slide" Target="/ppt/slides/slide135.xml" Id="R75e4c2806513472a" /><Relationship Type="http://schemas.openxmlformats.org/officeDocument/2006/relationships/notesMaster" Target="/ppt/notesMasters/notesMaster1.xml" Id="R7dc5b0dd19fa4c19" /></Relationships>
</file>

<file path=ppt/notesSlides/_rels/notesSlide136.xml.rels>&#65279;<?xml version="1.0" encoding="utf-8"?><Relationships xmlns="http://schemas.openxmlformats.org/package/2006/relationships"><Relationship Type="http://schemas.openxmlformats.org/officeDocument/2006/relationships/slide" Target="/ppt/slides/slide136.xml" Id="R6f6bd9535e1e4999" /><Relationship Type="http://schemas.openxmlformats.org/officeDocument/2006/relationships/notesMaster" Target="/ppt/notesMasters/notesMaster1.xml" Id="Rcf3cfecb56ee441b" /></Relationships>
</file>

<file path=ppt/notesSlides/_rels/notesSlide137.xml.rels>&#65279;<?xml version="1.0" encoding="utf-8"?><Relationships xmlns="http://schemas.openxmlformats.org/package/2006/relationships"><Relationship Type="http://schemas.openxmlformats.org/officeDocument/2006/relationships/slide" Target="/ppt/slides/slide137.xml" Id="R5aab4d27568a457a" /><Relationship Type="http://schemas.openxmlformats.org/officeDocument/2006/relationships/notesMaster" Target="/ppt/notesMasters/notesMaster1.xml" Id="Rb75502a356954322" /></Relationships>
</file>

<file path=ppt/notesSlides/_rels/notesSlide138.xml.rels>&#65279;<?xml version="1.0" encoding="utf-8"?><Relationships xmlns="http://schemas.openxmlformats.org/package/2006/relationships"><Relationship Type="http://schemas.openxmlformats.org/officeDocument/2006/relationships/slide" Target="/ppt/slides/slide138.xml" Id="Re09a68f1d4ad46d0" /><Relationship Type="http://schemas.openxmlformats.org/officeDocument/2006/relationships/notesMaster" Target="/ppt/notesMasters/notesMaster1.xml" Id="Re75bbf86aa094fd1" /></Relationships>
</file>

<file path=ppt/notesSlides/_rels/notesSlide139.xml.rels>&#65279;<?xml version="1.0" encoding="utf-8"?><Relationships xmlns="http://schemas.openxmlformats.org/package/2006/relationships"><Relationship Type="http://schemas.openxmlformats.org/officeDocument/2006/relationships/slide" Target="/ppt/slides/slide139.xml" Id="Ra42e4b12fb004ed9" /><Relationship Type="http://schemas.openxmlformats.org/officeDocument/2006/relationships/notesMaster" Target="/ppt/notesMasters/notesMaster1.xml" Id="Rd5a5451e3b284127" /></Relationships>
</file>

<file path=ppt/notesSlides/_rels/notesSlide140.xml.rels>&#65279;<?xml version="1.0" encoding="utf-8"?><Relationships xmlns="http://schemas.openxmlformats.org/package/2006/relationships"><Relationship Type="http://schemas.openxmlformats.org/officeDocument/2006/relationships/slide" Target="/ppt/slides/slide140.xml" Id="R13397b13af474276" /><Relationship Type="http://schemas.openxmlformats.org/officeDocument/2006/relationships/notesMaster" Target="/ppt/notesMasters/notesMaster1.xml" Id="R99cd62be8da1450b" /></Relationships>
</file>

<file path=ppt/notesSlides/_rels/notesSlide141.xml.rels>&#65279;<?xml version="1.0" encoding="utf-8"?><Relationships xmlns="http://schemas.openxmlformats.org/package/2006/relationships"><Relationship Type="http://schemas.openxmlformats.org/officeDocument/2006/relationships/slide" Target="/ppt/slides/slide141.xml" Id="Rfcb59b03f1e9441c" /><Relationship Type="http://schemas.openxmlformats.org/officeDocument/2006/relationships/notesMaster" Target="/ppt/notesMasters/notesMaster1.xml" Id="Re83d87ea1e474117" /></Relationships>
</file>

<file path=ppt/notesSlides/_rels/notesSlide142.xml.rels>&#65279;<?xml version="1.0" encoding="utf-8"?><Relationships xmlns="http://schemas.openxmlformats.org/package/2006/relationships"><Relationship Type="http://schemas.openxmlformats.org/officeDocument/2006/relationships/slide" Target="/ppt/slides/slide142.xml" Id="R3d584def15fe4363" /><Relationship Type="http://schemas.openxmlformats.org/officeDocument/2006/relationships/notesMaster" Target="/ppt/notesMasters/notesMaster1.xml" Id="R4a36736df5fd44a4" /></Relationships>
</file>

<file path=ppt/notesSlides/_rels/notesSlide143.xml.rels>&#65279;<?xml version="1.0" encoding="utf-8"?><Relationships xmlns="http://schemas.openxmlformats.org/package/2006/relationships"><Relationship Type="http://schemas.openxmlformats.org/officeDocument/2006/relationships/slide" Target="/ppt/slides/slide143.xml" Id="Rba738ce9c7a74c8c" /><Relationship Type="http://schemas.openxmlformats.org/officeDocument/2006/relationships/notesMaster" Target="/ppt/notesMasters/notesMaster1.xml" Id="R6097dd2149a74f93" /></Relationships>
</file>

<file path=ppt/notesSlides/_rels/notesSlide144.xml.rels>&#65279;<?xml version="1.0" encoding="utf-8"?><Relationships xmlns="http://schemas.openxmlformats.org/package/2006/relationships"><Relationship Type="http://schemas.openxmlformats.org/officeDocument/2006/relationships/slide" Target="/ppt/slides/slide144.xml" Id="R64d93b9ea53f4f02" /><Relationship Type="http://schemas.openxmlformats.org/officeDocument/2006/relationships/notesMaster" Target="/ppt/notesMasters/notesMaster1.xml" Id="R64f5425e94e846e9" /></Relationships>
</file>

<file path=ppt/notesSlides/_rels/notesSlide145.xml.rels>&#65279;<?xml version="1.0" encoding="utf-8"?><Relationships xmlns="http://schemas.openxmlformats.org/package/2006/relationships"><Relationship Type="http://schemas.openxmlformats.org/officeDocument/2006/relationships/slide" Target="/ppt/slides/slide145.xml" Id="R5806d7e232de44ea" /><Relationship Type="http://schemas.openxmlformats.org/officeDocument/2006/relationships/notesMaster" Target="/ppt/notesMasters/notesMaster1.xml" Id="R91d3aa8cb9a64f30" /></Relationships>
</file>

<file path=ppt/notesSlides/_rels/notesSlide146.xml.rels>&#65279;<?xml version="1.0" encoding="utf-8"?><Relationships xmlns="http://schemas.openxmlformats.org/package/2006/relationships"><Relationship Type="http://schemas.openxmlformats.org/officeDocument/2006/relationships/slide" Target="/ppt/slides/slide146.xml" Id="R28eab3e0eb734c4b" /><Relationship Type="http://schemas.openxmlformats.org/officeDocument/2006/relationships/notesMaster" Target="/ppt/notesMasters/notesMaster1.xml" Id="Rc01334db8cf741ee" /></Relationships>
</file>

<file path=ppt/notesSlides/_rels/notesSlide147.xml.rels>&#65279;<?xml version="1.0" encoding="utf-8"?><Relationships xmlns="http://schemas.openxmlformats.org/package/2006/relationships"><Relationship Type="http://schemas.openxmlformats.org/officeDocument/2006/relationships/slide" Target="/ppt/slides/slide147.xml" Id="R0d6470d07143499a" /><Relationship Type="http://schemas.openxmlformats.org/officeDocument/2006/relationships/notesMaster" Target="/ppt/notesMasters/notesMaster1.xml" Id="R6b23c5830d5542e5" /></Relationships>
</file>

<file path=ppt/notesSlides/_rels/notesSlide148.xml.rels>&#65279;<?xml version="1.0" encoding="utf-8"?><Relationships xmlns="http://schemas.openxmlformats.org/package/2006/relationships"><Relationship Type="http://schemas.openxmlformats.org/officeDocument/2006/relationships/slide" Target="/ppt/slides/slide148.xml" Id="R0d18c82deafe43ed" /><Relationship Type="http://schemas.openxmlformats.org/officeDocument/2006/relationships/notesMaster" Target="/ppt/notesMasters/notesMaster1.xml" Id="Re784fab8c9b74f11" /></Relationships>
</file>

<file path=ppt/notesSlides/_rels/notesSlide149.xml.rels>&#65279;<?xml version="1.0" encoding="utf-8"?><Relationships xmlns="http://schemas.openxmlformats.org/package/2006/relationships"><Relationship Type="http://schemas.openxmlformats.org/officeDocument/2006/relationships/slide" Target="/ppt/slides/slide149.xml" Id="R7e3d27124bb24346" /><Relationship Type="http://schemas.openxmlformats.org/officeDocument/2006/relationships/notesMaster" Target="/ppt/notesMasters/notesMaster1.xml" Id="R4ff1800ae8644562" /></Relationships>
</file>

<file path=ppt/notesSlides/_rels/notesSlide150.xml.rels>&#65279;<?xml version="1.0" encoding="utf-8"?><Relationships xmlns="http://schemas.openxmlformats.org/package/2006/relationships"><Relationship Type="http://schemas.openxmlformats.org/officeDocument/2006/relationships/slide" Target="/ppt/slides/slide150.xml" Id="R2c1f91a3955f4804" /><Relationship Type="http://schemas.openxmlformats.org/officeDocument/2006/relationships/notesMaster" Target="/ppt/notesMasters/notesMaster1.xml" Id="R87d82ea7c7204245" /></Relationships>
</file>

<file path=ppt/notesSlides/_rels/notesSlide151.xml.rels>&#65279;<?xml version="1.0" encoding="utf-8"?><Relationships xmlns="http://schemas.openxmlformats.org/package/2006/relationships"><Relationship Type="http://schemas.openxmlformats.org/officeDocument/2006/relationships/slide" Target="/ppt/slides/slide151.xml" Id="Rd5ebbb4b4a4a4a97" /><Relationship Type="http://schemas.openxmlformats.org/officeDocument/2006/relationships/notesMaster" Target="/ppt/notesMasters/notesMaster1.xml" Id="R2a2ae94dcdca4e27" /></Relationships>
</file>

<file path=ppt/notesSlides/_rels/notesSlide152.xml.rels>&#65279;<?xml version="1.0" encoding="utf-8"?><Relationships xmlns="http://schemas.openxmlformats.org/package/2006/relationships"><Relationship Type="http://schemas.openxmlformats.org/officeDocument/2006/relationships/slide" Target="/ppt/slides/slide152.xml" Id="R2d354bec99c54f53" /><Relationship Type="http://schemas.openxmlformats.org/officeDocument/2006/relationships/notesMaster" Target="/ppt/notesMasters/notesMaster1.xml" Id="R96feaca360d04ee1" /></Relationships>
</file>

<file path=ppt/notesSlides/_rels/notesSlide153.xml.rels>&#65279;<?xml version="1.0" encoding="utf-8"?><Relationships xmlns="http://schemas.openxmlformats.org/package/2006/relationships"><Relationship Type="http://schemas.openxmlformats.org/officeDocument/2006/relationships/slide" Target="/ppt/slides/slide153.xml" Id="R4bbe15f653d74fc4" /><Relationship Type="http://schemas.openxmlformats.org/officeDocument/2006/relationships/notesMaster" Target="/ppt/notesMasters/notesMaster1.xml" Id="R096884df00b54105" /></Relationships>
</file>

<file path=ppt/notesSlides/_rels/notesSlide154.xml.rels>&#65279;<?xml version="1.0" encoding="utf-8"?><Relationships xmlns="http://schemas.openxmlformats.org/package/2006/relationships"><Relationship Type="http://schemas.openxmlformats.org/officeDocument/2006/relationships/slide" Target="/ppt/slides/slide154.xml" Id="R54961d90c11b441c" /><Relationship Type="http://schemas.openxmlformats.org/officeDocument/2006/relationships/notesMaster" Target="/ppt/notesMasters/notesMaster1.xml" Id="Rd045583e59694075" /></Relationships>
</file>

<file path=ppt/notesSlides/_rels/notesSlide155.xml.rels>&#65279;<?xml version="1.0" encoding="utf-8"?><Relationships xmlns="http://schemas.openxmlformats.org/package/2006/relationships"><Relationship Type="http://schemas.openxmlformats.org/officeDocument/2006/relationships/slide" Target="/ppt/slides/slide155.xml" Id="R822f2027e1614e27" /><Relationship Type="http://schemas.openxmlformats.org/officeDocument/2006/relationships/notesMaster" Target="/ppt/notesMasters/notesMaster1.xml" Id="R03d21c9d5ff54ecb" /></Relationships>
</file>

<file path=ppt/notesSlides/_rels/notesSlide156.xml.rels>&#65279;<?xml version="1.0" encoding="utf-8"?><Relationships xmlns="http://schemas.openxmlformats.org/package/2006/relationships"><Relationship Type="http://schemas.openxmlformats.org/officeDocument/2006/relationships/slide" Target="/ppt/slides/slide156.xml" Id="Reba85c5cf58740a4" /><Relationship Type="http://schemas.openxmlformats.org/officeDocument/2006/relationships/notesMaster" Target="/ppt/notesMasters/notesMaster1.xml" Id="Ra592be4fdbca4e5b" /></Relationships>
</file>

<file path=ppt/notesSlides/_rels/notesSlide157.xml.rels>&#65279;<?xml version="1.0" encoding="utf-8"?><Relationships xmlns="http://schemas.openxmlformats.org/package/2006/relationships"><Relationship Type="http://schemas.openxmlformats.org/officeDocument/2006/relationships/slide" Target="/ppt/slides/slide157.xml" Id="R195411c3543a44e4" /><Relationship Type="http://schemas.openxmlformats.org/officeDocument/2006/relationships/notesMaster" Target="/ppt/notesMasters/notesMaster1.xml" Id="R151ea8f9f54e43b0" /></Relationships>
</file>

<file path=ppt/notesSlides/_rels/notesSlide158.xml.rels>&#65279;<?xml version="1.0" encoding="utf-8"?><Relationships xmlns="http://schemas.openxmlformats.org/package/2006/relationships"><Relationship Type="http://schemas.openxmlformats.org/officeDocument/2006/relationships/slide" Target="/ppt/slides/slide158.xml" Id="R1a5e3844be2d4e7d" /><Relationship Type="http://schemas.openxmlformats.org/officeDocument/2006/relationships/notesMaster" Target="/ppt/notesMasters/notesMaster1.xml" Id="Rbbe640bde82b422d" /></Relationships>
</file>

<file path=ppt/notesSlides/_rels/notesSlide159.xml.rels>&#65279;<?xml version="1.0" encoding="utf-8"?><Relationships xmlns="http://schemas.openxmlformats.org/package/2006/relationships"><Relationship Type="http://schemas.openxmlformats.org/officeDocument/2006/relationships/slide" Target="/ppt/slides/slide159.xml" Id="R0c7711ef7faf4c6f" /><Relationship Type="http://schemas.openxmlformats.org/officeDocument/2006/relationships/notesMaster" Target="/ppt/notesMasters/notesMaster1.xml" Id="R37ac6be9c27e4257" /></Relationships>
</file>

<file path=ppt/notesSlides/_rels/notesSlide160.xml.rels>&#65279;<?xml version="1.0" encoding="utf-8"?><Relationships xmlns="http://schemas.openxmlformats.org/package/2006/relationships"><Relationship Type="http://schemas.openxmlformats.org/officeDocument/2006/relationships/slide" Target="/ppt/slides/slide160.xml" Id="R1954707ea45a4f54" /><Relationship Type="http://schemas.openxmlformats.org/officeDocument/2006/relationships/notesMaster" Target="/ppt/notesMasters/notesMaster1.xml" Id="R571e0bdc3d59413a" /></Relationships>
</file>

<file path=ppt/notesSlides/_rels/notesSlide161.xml.rels>&#65279;<?xml version="1.0" encoding="utf-8"?><Relationships xmlns="http://schemas.openxmlformats.org/package/2006/relationships"><Relationship Type="http://schemas.openxmlformats.org/officeDocument/2006/relationships/slide" Target="/ppt/slides/slide161.xml" Id="Rc501785a7ff04132" /><Relationship Type="http://schemas.openxmlformats.org/officeDocument/2006/relationships/notesMaster" Target="/ppt/notesMasters/notesMaster1.xml" Id="R30de7628cd574808" /></Relationships>
</file>

<file path=ppt/notesSlides/_rels/notesSlide162.xml.rels>&#65279;<?xml version="1.0" encoding="utf-8"?><Relationships xmlns="http://schemas.openxmlformats.org/package/2006/relationships"><Relationship Type="http://schemas.openxmlformats.org/officeDocument/2006/relationships/slide" Target="/ppt/slides/slide162.xml" Id="Rfa7a167ae0a941fb" /><Relationship Type="http://schemas.openxmlformats.org/officeDocument/2006/relationships/notesMaster" Target="/ppt/notesMasters/notesMaster1.xml" Id="Reb62dc0df49045e4" /></Relationships>
</file>

<file path=ppt/notesSlides/_rels/notesSlide163.xml.rels>&#65279;<?xml version="1.0" encoding="utf-8"?><Relationships xmlns="http://schemas.openxmlformats.org/package/2006/relationships"><Relationship Type="http://schemas.openxmlformats.org/officeDocument/2006/relationships/slide" Target="/ppt/slides/slide163.xml" Id="R41d89dff370a4b0d" /><Relationship Type="http://schemas.openxmlformats.org/officeDocument/2006/relationships/notesMaster" Target="/ppt/notesMasters/notesMaster1.xml" Id="R8e5fec56ac40463a" /></Relationships>
</file>

<file path=ppt/notesSlides/_rels/notesSlide164.xml.rels>&#65279;<?xml version="1.0" encoding="utf-8"?><Relationships xmlns="http://schemas.openxmlformats.org/package/2006/relationships"><Relationship Type="http://schemas.openxmlformats.org/officeDocument/2006/relationships/slide" Target="/ppt/slides/slide164.xml" Id="R628777aeb9f1477a" /><Relationship Type="http://schemas.openxmlformats.org/officeDocument/2006/relationships/notesMaster" Target="/ppt/notesMasters/notesMaster1.xml" Id="Rc42febb2df4a4032" /></Relationships>
</file>

<file path=ppt/notesSlides/_rels/notesSlide165.xml.rels>&#65279;<?xml version="1.0" encoding="utf-8"?><Relationships xmlns="http://schemas.openxmlformats.org/package/2006/relationships"><Relationship Type="http://schemas.openxmlformats.org/officeDocument/2006/relationships/slide" Target="/ppt/slides/slide165.xml" Id="Raa0b9bdad2924d4b" /><Relationship Type="http://schemas.openxmlformats.org/officeDocument/2006/relationships/notesMaster" Target="/ppt/notesMasters/notesMaster1.xml" Id="Rbdcf0bc04a9b460f" /></Relationships>
</file>

<file path=ppt/notesSlides/_rels/notesSlide166.xml.rels>&#65279;<?xml version="1.0" encoding="utf-8"?><Relationships xmlns="http://schemas.openxmlformats.org/package/2006/relationships"><Relationship Type="http://schemas.openxmlformats.org/officeDocument/2006/relationships/slide" Target="/ppt/slides/slide166.xml" Id="Ra2a3742fba774a9e" /><Relationship Type="http://schemas.openxmlformats.org/officeDocument/2006/relationships/notesMaster" Target="/ppt/notesMasters/notesMaster1.xml" Id="R097997564c5447f5" /></Relationships>
</file>

<file path=ppt/notesSlides/_rels/notesSlide167.xml.rels>&#65279;<?xml version="1.0" encoding="utf-8"?><Relationships xmlns="http://schemas.openxmlformats.org/package/2006/relationships"><Relationship Type="http://schemas.openxmlformats.org/officeDocument/2006/relationships/slide" Target="/ppt/slides/slide167.xml" Id="R2ad255eb2fd54145" /><Relationship Type="http://schemas.openxmlformats.org/officeDocument/2006/relationships/notesMaster" Target="/ppt/notesMasters/notesMaster1.xml" Id="R1a9bd5f4eaeb4b87" /></Relationships>
</file>

<file path=ppt/notesSlides/_rels/notesSlide168.xml.rels>&#65279;<?xml version="1.0" encoding="utf-8"?><Relationships xmlns="http://schemas.openxmlformats.org/package/2006/relationships"><Relationship Type="http://schemas.openxmlformats.org/officeDocument/2006/relationships/slide" Target="/ppt/slides/slide168.xml" Id="R29edf6542bd44fce" /><Relationship Type="http://schemas.openxmlformats.org/officeDocument/2006/relationships/notesMaster" Target="/ppt/notesMasters/notesMaster1.xml" Id="Rd0cb8a8a04e34829" /></Relationships>
</file>

<file path=ppt/notesSlides/_rels/notesSlide169.xml.rels>&#65279;<?xml version="1.0" encoding="utf-8"?><Relationships xmlns="http://schemas.openxmlformats.org/package/2006/relationships"><Relationship Type="http://schemas.openxmlformats.org/officeDocument/2006/relationships/slide" Target="/ppt/slides/slide169.xml" Id="R1659da2bff3442bf" /><Relationship Type="http://schemas.openxmlformats.org/officeDocument/2006/relationships/notesMaster" Target="/ppt/notesMasters/notesMaster1.xml" Id="R891a0c0873fa4b3b" /></Relationships>
</file>

<file path=ppt/notesSlides/_rels/notesSlide170.xml.rels>&#65279;<?xml version="1.0" encoding="utf-8"?><Relationships xmlns="http://schemas.openxmlformats.org/package/2006/relationships"><Relationship Type="http://schemas.openxmlformats.org/officeDocument/2006/relationships/slide" Target="/ppt/slides/slide170.xml" Id="R9823d1b879b447a9" /><Relationship Type="http://schemas.openxmlformats.org/officeDocument/2006/relationships/notesMaster" Target="/ppt/notesMasters/notesMaster1.xml" Id="Raf9f5d640abd454e" /></Relationships>
</file>

<file path=ppt/notesSlides/_rels/notesSlide171.xml.rels>&#65279;<?xml version="1.0" encoding="utf-8"?><Relationships xmlns="http://schemas.openxmlformats.org/package/2006/relationships"><Relationship Type="http://schemas.openxmlformats.org/officeDocument/2006/relationships/slide" Target="/ppt/slides/slide171.xml" Id="Re564809c661b44eb" /><Relationship Type="http://schemas.openxmlformats.org/officeDocument/2006/relationships/notesMaster" Target="/ppt/notesMasters/notesMaster1.xml" Id="R1ce77914e8c44ba2" /></Relationships>
</file>

<file path=ppt/notesSlides/_rels/notesSlide172.xml.rels>&#65279;<?xml version="1.0" encoding="utf-8"?><Relationships xmlns="http://schemas.openxmlformats.org/package/2006/relationships"><Relationship Type="http://schemas.openxmlformats.org/officeDocument/2006/relationships/slide" Target="/ppt/slides/slide172.xml" Id="Ra5125fe1acac472f" /><Relationship Type="http://schemas.openxmlformats.org/officeDocument/2006/relationships/notesMaster" Target="/ppt/notesMasters/notesMaster1.xml" Id="R4caa1cba55ca40c6" /></Relationships>
</file>

<file path=ppt/notesSlides/_rels/notesSlide173.xml.rels>&#65279;<?xml version="1.0" encoding="utf-8"?><Relationships xmlns="http://schemas.openxmlformats.org/package/2006/relationships"><Relationship Type="http://schemas.openxmlformats.org/officeDocument/2006/relationships/slide" Target="/ppt/slides/slide173.xml" Id="R975e8eda6eb74088" /><Relationship Type="http://schemas.openxmlformats.org/officeDocument/2006/relationships/notesMaster" Target="/ppt/notesMasters/notesMaster1.xml" Id="R080bfbdb20a54b77" /></Relationships>
</file>

<file path=ppt/notesSlides/_rels/notesSlide174.xml.rels>&#65279;<?xml version="1.0" encoding="utf-8"?><Relationships xmlns="http://schemas.openxmlformats.org/package/2006/relationships"><Relationship Type="http://schemas.openxmlformats.org/officeDocument/2006/relationships/slide" Target="/ppt/slides/slide174.xml" Id="R8a2aa114ca3f438f" /><Relationship Type="http://schemas.openxmlformats.org/officeDocument/2006/relationships/notesMaster" Target="/ppt/notesMasters/notesMaster1.xml" Id="R4a0a96474e3e4988" /></Relationships>
</file>

<file path=ppt/notesSlides/_rels/notesSlide175.xml.rels>&#65279;<?xml version="1.0" encoding="utf-8"?><Relationships xmlns="http://schemas.openxmlformats.org/package/2006/relationships"><Relationship Type="http://schemas.openxmlformats.org/officeDocument/2006/relationships/slide" Target="/ppt/slides/slide175.xml" Id="R7807ab4300c341e2" /><Relationship Type="http://schemas.openxmlformats.org/officeDocument/2006/relationships/notesMaster" Target="/ppt/notesMasters/notesMaster1.xml" Id="Rb999b9bc5c1e4bf8" /></Relationships>
</file>

<file path=ppt/notesSlides/_rels/notesSlide176.xml.rels>&#65279;<?xml version="1.0" encoding="utf-8"?><Relationships xmlns="http://schemas.openxmlformats.org/package/2006/relationships"><Relationship Type="http://schemas.openxmlformats.org/officeDocument/2006/relationships/slide" Target="/ppt/slides/slide176.xml" Id="R2463651442e34b0b" /><Relationship Type="http://schemas.openxmlformats.org/officeDocument/2006/relationships/notesMaster" Target="/ppt/notesMasters/notesMaster1.xml" Id="Re150ed75f7244e64" /></Relationships>
</file>

<file path=ppt/notesSlides/_rels/notesSlide177.xml.rels>&#65279;<?xml version="1.0" encoding="utf-8"?><Relationships xmlns="http://schemas.openxmlformats.org/package/2006/relationships"><Relationship Type="http://schemas.openxmlformats.org/officeDocument/2006/relationships/slide" Target="/ppt/slides/slide177.xml" Id="R920ec8b0a47143c1" /><Relationship Type="http://schemas.openxmlformats.org/officeDocument/2006/relationships/notesMaster" Target="/ppt/notesMasters/notesMaster1.xml" Id="Rcd0668721ea24ba5" /></Relationships>
</file>

<file path=ppt/notesSlides/_rels/notesSlide178.xml.rels>&#65279;<?xml version="1.0" encoding="utf-8"?><Relationships xmlns="http://schemas.openxmlformats.org/package/2006/relationships"><Relationship Type="http://schemas.openxmlformats.org/officeDocument/2006/relationships/slide" Target="/ppt/slides/slide178.xml" Id="R84932e6b19bf4653" /><Relationship Type="http://schemas.openxmlformats.org/officeDocument/2006/relationships/notesMaster" Target="/ppt/notesMasters/notesMaster1.xml" Id="Rcdc5d0abaae14afc" /></Relationships>
</file>

<file path=ppt/notesSlides/_rels/notesSlide179.xml.rels>&#65279;<?xml version="1.0" encoding="utf-8"?><Relationships xmlns="http://schemas.openxmlformats.org/package/2006/relationships"><Relationship Type="http://schemas.openxmlformats.org/officeDocument/2006/relationships/slide" Target="/ppt/slides/slide179.xml" Id="R5156ce25593e43e8" /><Relationship Type="http://schemas.openxmlformats.org/officeDocument/2006/relationships/notesMaster" Target="/ppt/notesMasters/notesMaster1.xml" Id="Rfab9e78c0f394e2b" /></Relationships>
</file>

<file path=ppt/notesSlides/_rels/notesSlide180.xml.rels>&#65279;<?xml version="1.0" encoding="utf-8"?><Relationships xmlns="http://schemas.openxmlformats.org/package/2006/relationships"><Relationship Type="http://schemas.openxmlformats.org/officeDocument/2006/relationships/slide" Target="/ppt/slides/slide180.xml" Id="Rdfee76142d1c47be" /><Relationship Type="http://schemas.openxmlformats.org/officeDocument/2006/relationships/notesMaster" Target="/ppt/notesMasters/notesMaster1.xml" Id="Rb27b99fca9fd405f" /></Relationships>
</file>

<file path=ppt/notesSlides/_rels/notesSlide181.xml.rels>&#65279;<?xml version="1.0" encoding="utf-8"?><Relationships xmlns="http://schemas.openxmlformats.org/package/2006/relationships"><Relationship Type="http://schemas.openxmlformats.org/officeDocument/2006/relationships/slide" Target="/ppt/slides/slide181.xml" Id="R28fdfeb37e0e4b6e" /><Relationship Type="http://schemas.openxmlformats.org/officeDocument/2006/relationships/notesMaster" Target="/ppt/notesMasters/notesMaster1.xml" Id="Rebcf7937fd9b44c9" /></Relationships>
</file>

<file path=ppt/notesSlides/_rels/notesSlide182.xml.rels>&#65279;<?xml version="1.0" encoding="utf-8"?><Relationships xmlns="http://schemas.openxmlformats.org/package/2006/relationships"><Relationship Type="http://schemas.openxmlformats.org/officeDocument/2006/relationships/slide" Target="/ppt/slides/slide182.xml" Id="R1d1a4c36a74247d4" /><Relationship Type="http://schemas.openxmlformats.org/officeDocument/2006/relationships/notesMaster" Target="/ppt/notesMasters/notesMaster1.xml" Id="Rb19e7c77d5604d40" /></Relationships>
</file>

<file path=ppt/notesSlides/_rels/notesSlide183.xml.rels>&#65279;<?xml version="1.0" encoding="utf-8"?><Relationships xmlns="http://schemas.openxmlformats.org/package/2006/relationships"><Relationship Type="http://schemas.openxmlformats.org/officeDocument/2006/relationships/slide" Target="/ppt/slides/slide183.xml" Id="R14d315d71c8f4ec8" /><Relationship Type="http://schemas.openxmlformats.org/officeDocument/2006/relationships/notesMaster" Target="/ppt/notesMasters/notesMaster1.xml" Id="Rda24a5b808454933" /></Relationships>
</file>

<file path=ppt/notesSlides/_rels/notesSlide184.xml.rels>&#65279;<?xml version="1.0" encoding="utf-8"?><Relationships xmlns="http://schemas.openxmlformats.org/package/2006/relationships"><Relationship Type="http://schemas.openxmlformats.org/officeDocument/2006/relationships/slide" Target="/ppt/slides/slide184.xml" Id="R9263c1a443c84377" /><Relationship Type="http://schemas.openxmlformats.org/officeDocument/2006/relationships/notesMaster" Target="/ppt/notesMasters/notesMaster1.xml" Id="R963b3deb9e584f27" /></Relationships>
</file>

<file path=ppt/notesSlides/_rels/notesSlide185.xml.rels>&#65279;<?xml version="1.0" encoding="utf-8"?><Relationships xmlns="http://schemas.openxmlformats.org/package/2006/relationships"><Relationship Type="http://schemas.openxmlformats.org/officeDocument/2006/relationships/slide" Target="/ppt/slides/slide185.xml" Id="R99f5d521670a4afd" /><Relationship Type="http://schemas.openxmlformats.org/officeDocument/2006/relationships/notesMaster" Target="/ppt/notesMasters/notesMaster1.xml" Id="R1cd03b6e36be4967" /></Relationships>
</file>

<file path=ppt/notesSlides/_rels/notesSlide186.xml.rels>&#65279;<?xml version="1.0" encoding="utf-8"?><Relationships xmlns="http://schemas.openxmlformats.org/package/2006/relationships"><Relationship Type="http://schemas.openxmlformats.org/officeDocument/2006/relationships/slide" Target="/ppt/slides/slide186.xml" Id="R6f584bfc322d4632" /><Relationship Type="http://schemas.openxmlformats.org/officeDocument/2006/relationships/notesMaster" Target="/ppt/notesMasters/notesMaster1.xml" Id="R3cb7d456f7f84b44" /></Relationships>
</file>

<file path=ppt/notesSlides/_rels/notesSlide187.xml.rels>&#65279;<?xml version="1.0" encoding="utf-8"?><Relationships xmlns="http://schemas.openxmlformats.org/package/2006/relationships"><Relationship Type="http://schemas.openxmlformats.org/officeDocument/2006/relationships/slide" Target="/ppt/slides/slide187.xml" Id="Re2f38b7476db409a" /><Relationship Type="http://schemas.openxmlformats.org/officeDocument/2006/relationships/notesMaster" Target="/ppt/notesMasters/notesMaster1.xml" Id="R6e2bf51de742436d" /></Relationships>
</file>

<file path=ppt/notesSlides/_rels/notesSlide188.xml.rels>&#65279;<?xml version="1.0" encoding="utf-8"?><Relationships xmlns="http://schemas.openxmlformats.org/package/2006/relationships"><Relationship Type="http://schemas.openxmlformats.org/officeDocument/2006/relationships/slide" Target="/ppt/slides/slide188.xml" Id="R299305c3b8b74f8e" /><Relationship Type="http://schemas.openxmlformats.org/officeDocument/2006/relationships/notesMaster" Target="/ppt/notesMasters/notesMaster1.xml" Id="Rb712b93bd51e45e2" /></Relationships>
</file>

<file path=ppt/notesSlides/_rels/notesSlide189.xml.rels>&#65279;<?xml version="1.0" encoding="utf-8"?><Relationships xmlns="http://schemas.openxmlformats.org/package/2006/relationships"><Relationship Type="http://schemas.openxmlformats.org/officeDocument/2006/relationships/slide" Target="/ppt/slides/slide189.xml" Id="R4778738d71a4476b" /><Relationship Type="http://schemas.openxmlformats.org/officeDocument/2006/relationships/notesMaster" Target="/ppt/notesMasters/notesMaster1.xml" Id="R5517782d6175410a" /></Relationships>
</file>

<file path=ppt/notesSlides/_rels/notesSlide190.xml.rels>&#65279;<?xml version="1.0" encoding="utf-8"?><Relationships xmlns="http://schemas.openxmlformats.org/package/2006/relationships"><Relationship Type="http://schemas.openxmlformats.org/officeDocument/2006/relationships/slide" Target="/ppt/slides/slide190.xml" Id="Rb857e9a4af674d12" /><Relationship Type="http://schemas.openxmlformats.org/officeDocument/2006/relationships/notesMaster" Target="/ppt/notesMasters/notesMaster1.xml" Id="Ra1aa3b85af5843d9" /></Relationships>
</file>

<file path=ppt/notesSlides/_rels/notesSlide191.xml.rels>&#65279;<?xml version="1.0" encoding="utf-8"?><Relationships xmlns="http://schemas.openxmlformats.org/package/2006/relationships"><Relationship Type="http://schemas.openxmlformats.org/officeDocument/2006/relationships/slide" Target="/ppt/slides/slide191.xml" Id="R1256c686fb9d48d8" /><Relationship Type="http://schemas.openxmlformats.org/officeDocument/2006/relationships/notesMaster" Target="/ppt/notesMasters/notesMaster1.xml" Id="R13cec818ea1741ca" /></Relationships>
</file>

<file path=ppt/notesSlides/_rels/notesSlide192.xml.rels>&#65279;<?xml version="1.0" encoding="utf-8"?><Relationships xmlns="http://schemas.openxmlformats.org/package/2006/relationships"><Relationship Type="http://schemas.openxmlformats.org/officeDocument/2006/relationships/slide" Target="/ppt/slides/slide192.xml" Id="R861e5978b05d47e9" /><Relationship Type="http://schemas.openxmlformats.org/officeDocument/2006/relationships/notesMaster" Target="/ppt/notesMasters/notesMaster1.xml" Id="Re86eee26dc4f42fc" /></Relationships>
</file>

<file path=ppt/notesSlides/_rels/notesSlide193.xml.rels>&#65279;<?xml version="1.0" encoding="utf-8"?><Relationships xmlns="http://schemas.openxmlformats.org/package/2006/relationships"><Relationship Type="http://schemas.openxmlformats.org/officeDocument/2006/relationships/slide" Target="/ppt/slides/slide193.xml" Id="R85188738a44848b8" /><Relationship Type="http://schemas.openxmlformats.org/officeDocument/2006/relationships/notesMaster" Target="/ppt/notesMasters/notesMaster1.xml" Id="Rc0abbf079e3d4910" /></Relationships>
</file>

<file path=ppt/notesSlides/_rels/notesSlide194.xml.rels>&#65279;<?xml version="1.0" encoding="utf-8"?><Relationships xmlns="http://schemas.openxmlformats.org/package/2006/relationships"><Relationship Type="http://schemas.openxmlformats.org/officeDocument/2006/relationships/slide" Target="/ppt/slides/slide194.xml" Id="R2f32104458b644b8" /><Relationship Type="http://schemas.openxmlformats.org/officeDocument/2006/relationships/notesMaster" Target="/ppt/notesMasters/notesMaster1.xml" Id="Rec65934110994d84" /></Relationships>
</file>

<file path=ppt/notesSlides/_rels/notesSlide195.xml.rels>&#65279;<?xml version="1.0" encoding="utf-8"?><Relationships xmlns="http://schemas.openxmlformats.org/package/2006/relationships"><Relationship Type="http://schemas.openxmlformats.org/officeDocument/2006/relationships/slide" Target="/ppt/slides/slide195.xml" Id="R0e2540039893452d" /><Relationship Type="http://schemas.openxmlformats.org/officeDocument/2006/relationships/notesMaster" Target="/ppt/notesMasters/notesMaster1.xml" Id="R137e4535af1349a5" /></Relationships>
</file>

<file path=ppt/notesSlides/_rels/notesSlide196.xml.rels>&#65279;<?xml version="1.0" encoding="utf-8"?><Relationships xmlns="http://schemas.openxmlformats.org/package/2006/relationships"><Relationship Type="http://schemas.openxmlformats.org/officeDocument/2006/relationships/slide" Target="/ppt/slides/slide196.xml" Id="Ra28f01a385ef45ae" /><Relationship Type="http://schemas.openxmlformats.org/officeDocument/2006/relationships/notesMaster" Target="/ppt/notesMasters/notesMaster1.xml" Id="R9b26c69607c74959" /></Relationships>
</file>

<file path=ppt/notesSlides/_rels/notesSlide197.xml.rels>&#65279;<?xml version="1.0" encoding="utf-8"?><Relationships xmlns="http://schemas.openxmlformats.org/package/2006/relationships"><Relationship Type="http://schemas.openxmlformats.org/officeDocument/2006/relationships/slide" Target="/ppt/slides/slide197.xml" Id="R7b9972454f73444a" /><Relationship Type="http://schemas.openxmlformats.org/officeDocument/2006/relationships/notesMaster" Target="/ppt/notesMasters/notesMaster1.xml" Id="Rd589220c100e46f2" /></Relationships>
</file>

<file path=ppt/notesSlides/_rels/notesSlide198.xml.rels>&#65279;<?xml version="1.0" encoding="utf-8"?><Relationships xmlns="http://schemas.openxmlformats.org/package/2006/relationships"><Relationship Type="http://schemas.openxmlformats.org/officeDocument/2006/relationships/slide" Target="/ppt/slides/slide198.xml" Id="Rac44aa0a3e8742f0" /><Relationship Type="http://schemas.openxmlformats.org/officeDocument/2006/relationships/notesMaster" Target="/ppt/notesMasters/notesMaster1.xml" Id="Rb19474a9c534463e" /></Relationships>
</file>

<file path=ppt/notesSlides/_rels/notesSlide199.xml.rels>&#65279;<?xml version="1.0" encoding="utf-8"?><Relationships xmlns="http://schemas.openxmlformats.org/package/2006/relationships"><Relationship Type="http://schemas.openxmlformats.org/officeDocument/2006/relationships/slide" Target="/ppt/slides/slide199.xml" Id="Rc61e7754c795490b" /><Relationship Type="http://schemas.openxmlformats.org/officeDocument/2006/relationships/notesMaster" Target="/ppt/notesMasters/notesMaster1.xml" Id="R3397242b2d7048ec" /></Relationships>
</file>

<file path=ppt/notesSlides/_rels/notesSlide200.xml.rels>&#65279;<?xml version="1.0" encoding="utf-8"?><Relationships xmlns="http://schemas.openxmlformats.org/package/2006/relationships"><Relationship Type="http://schemas.openxmlformats.org/officeDocument/2006/relationships/slide" Target="/ppt/slides/slide200.xml" Id="R908a2fc6adb841ec" /><Relationship Type="http://schemas.openxmlformats.org/officeDocument/2006/relationships/notesMaster" Target="/ppt/notesMasters/notesMaster1.xml" Id="Ra320b4163929491f" /></Relationships>
</file>

<file path=ppt/notesSlides/_rels/notesSlide201.xml.rels>&#65279;<?xml version="1.0" encoding="utf-8"?><Relationships xmlns="http://schemas.openxmlformats.org/package/2006/relationships"><Relationship Type="http://schemas.openxmlformats.org/officeDocument/2006/relationships/slide" Target="/ppt/slides/slide201.xml" Id="R487c5417f5b040e1" /><Relationship Type="http://schemas.openxmlformats.org/officeDocument/2006/relationships/notesMaster" Target="/ppt/notesMasters/notesMaster1.xml" Id="R6f4d06bd171547ae" /></Relationships>
</file>

<file path=ppt/notesSlides/_rels/notesSlide202.xml.rels>&#65279;<?xml version="1.0" encoding="utf-8"?><Relationships xmlns="http://schemas.openxmlformats.org/package/2006/relationships"><Relationship Type="http://schemas.openxmlformats.org/officeDocument/2006/relationships/slide" Target="/ppt/slides/slide202.xml" Id="Rb0c84905ed274af2" /><Relationship Type="http://schemas.openxmlformats.org/officeDocument/2006/relationships/notesMaster" Target="/ppt/notesMasters/notesMaster1.xml" Id="R88708a8245f74eb9" /></Relationships>
</file>

<file path=ppt/notesSlides/_rels/notesSlide203.xml.rels>&#65279;<?xml version="1.0" encoding="utf-8"?><Relationships xmlns="http://schemas.openxmlformats.org/package/2006/relationships"><Relationship Type="http://schemas.openxmlformats.org/officeDocument/2006/relationships/slide" Target="/ppt/slides/slide203.xml" Id="Rd9457a9f4d9a4b65" /><Relationship Type="http://schemas.openxmlformats.org/officeDocument/2006/relationships/notesMaster" Target="/ppt/notesMasters/notesMaster1.xml" Id="R5e88b518987c4100" /></Relationships>
</file>

<file path=ppt/notesSlides/_rels/notesSlide204.xml.rels>&#65279;<?xml version="1.0" encoding="utf-8"?><Relationships xmlns="http://schemas.openxmlformats.org/package/2006/relationships"><Relationship Type="http://schemas.openxmlformats.org/officeDocument/2006/relationships/slide" Target="/ppt/slides/slide204.xml" Id="R10de7d06a53c4c44" /><Relationship Type="http://schemas.openxmlformats.org/officeDocument/2006/relationships/notesMaster" Target="/ppt/notesMasters/notesMaster1.xml" Id="R66dcdaa6b53743fc" /></Relationships>
</file>

<file path=ppt/notesSlides/_rels/notesSlide205.xml.rels>&#65279;<?xml version="1.0" encoding="utf-8"?><Relationships xmlns="http://schemas.openxmlformats.org/package/2006/relationships"><Relationship Type="http://schemas.openxmlformats.org/officeDocument/2006/relationships/slide" Target="/ppt/slides/slide205.xml" Id="Rab5f2014cf194596" /><Relationship Type="http://schemas.openxmlformats.org/officeDocument/2006/relationships/notesMaster" Target="/ppt/notesMasters/notesMaster1.xml" Id="R3d719076021b4987" /></Relationships>
</file>

<file path=ppt/notesSlides/_rels/notesSlide206.xml.rels>&#65279;<?xml version="1.0" encoding="utf-8"?><Relationships xmlns="http://schemas.openxmlformats.org/package/2006/relationships"><Relationship Type="http://schemas.openxmlformats.org/officeDocument/2006/relationships/slide" Target="/ppt/slides/slide206.xml" Id="Rf21f47143bd74a70" /><Relationship Type="http://schemas.openxmlformats.org/officeDocument/2006/relationships/notesMaster" Target="/ppt/notesMasters/notesMaster1.xml" Id="R1c1fb1fb3f704622" /></Relationships>
</file>

<file path=ppt/notesSlides/_rels/notesSlide207.xml.rels>&#65279;<?xml version="1.0" encoding="utf-8"?><Relationships xmlns="http://schemas.openxmlformats.org/package/2006/relationships"><Relationship Type="http://schemas.openxmlformats.org/officeDocument/2006/relationships/slide" Target="/ppt/slides/slide207.xml" Id="R2a8bb9079817457b" /><Relationship Type="http://schemas.openxmlformats.org/officeDocument/2006/relationships/notesMaster" Target="/ppt/notesMasters/notesMaster1.xml" Id="Ra3253a65f01e439c" /></Relationships>
</file>

<file path=ppt/notesSlides/_rels/notesSlide208.xml.rels>&#65279;<?xml version="1.0" encoding="utf-8"?><Relationships xmlns="http://schemas.openxmlformats.org/package/2006/relationships"><Relationship Type="http://schemas.openxmlformats.org/officeDocument/2006/relationships/slide" Target="/ppt/slides/slide208.xml" Id="Rc18e60bbbbc64805" /><Relationship Type="http://schemas.openxmlformats.org/officeDocument/2006/relationships/notesMaster" Target="/ppt/notesMasters/notesMaster1.xml" Id="Rf5092301af6140f3" /></Relationships>
</file>

<file path=ppt/notesSlides/_rels/notesSlide209.xml.rels>&#65279;<?xml version="1.0" encoding="utf-8"?><Relationships xmlns="http://schemas.openxmlformats.org/package/2006/relationships"><Relationship Type="http://schemas.openxmlformats.org/officeDocument/2006/relationships/slide" Target="/ppt/slides/slide209.xml" Id="Rb66c3cee3276450c" /><Relationship Type="http://schemas.openxmlformats.org/officeDocument/2006/relationships/notesMaster" Target="/ppt/notesMasters/notesMaster1.xml" Id="Ra44da756cec7423d" /></Relationships>
</file>

<file path=ppt/notesSlides/_rels/notesSlide210.xml.rels>&#65279;<?xml version="1.0" encoding="utf-8"?><Relationships xmlns="http://schemas.openxmlformats.org/package/2006/relationships"><Relationship Type="http://schemas.openxmlformats.org/officeDocument/2006/relationships/slide" Target="/ppt/slides/slide210.xml" Id="R3583a261800345fd" /><Relationship Type="http://schemas.openxmlformats.org/officeDocument/2006/relationships/notesMaster" Target="/ppt/notesMasters/notesMaster1.xml" Id="Rbc016fa5808448fe" /></Relationships>
</file>

<file path=ppt/notesSlides/_rels/notesSlide211.xml.rels>&#65279;<?xml version="1.0" encoding="utf-8"?><Relationships xmlns="http://schemas.openxmlformats.org/package/2006/relationships"><Relationship Type="http://schemas.openxmlformats.org/officeDocument/2006/relationships/slide" Target="/ppt/slides/slide211.xml" Id="Rd22bb3ad047241ab" /><Relationship Type="http://schemas.openxmlformats.org/officeDocument/2006/relationships/notesMaster" Target="/ppt/notesMasters/notesMaster1.xml" Id="R537514b7d3bc42b8" /></Relationships>
</file>

<file path=ppt/notesSlides/_rels/notesSlide212.xml.rels>&#65279;<?xml version="1.0" encoding="utf-8"?><Relationships xmlns="http://schemas.openxmlformats.org/package/2006/relationships"><Relationship Type="http://schemas.openxmlformats.org/officeDocument/2006/relationships/slide" Target="/ppt/slides/slide212.xml" Id="Re46f14346dba4436" /><Relationship Type="http://schemas.openxmlformats.org/officeDocument/2006/relationships/notesMaster" Target="/ppt/notesMasters/notesMaster1.xml" Id="R94487eac77a148e2" /></Relationships>
</file>

<file path=ppt/notesSlides/_rels/notesSlide213.xml.rels>&#65279;<?xml version="1.0" encoding="utf-8"?><Relationships xmlns="http://schemas.openxmlformats.org/package/2006/relationships"><Relationship Type="http://schemas.openxmlformats.org/officeDocument/2006/relationships/slide" Target="/ppt/slides/slide213.xml" Id="Ra9430730a85a4228" /><Relationship Type="http://schemas.openxmlformats.org/officeDocument/2006/relationships/notesMaster" Target="/ppt/notesMasters/notesMaster1.xml" Id="R520695bf22044df6" /></Relationships>
</file>

<file path=ppt/notesSlides/_rels/notesSlide214.xml.rels>&#65279;<?xml version="1.0" encoding="utf-8"?><Relationships xmlns="http://schemas.openxmlformats.org/package/2006/relationships"><Relationship Type="http://schemas.openxmlformats.org/officeDocument/2006/relationships/slide" Target="/ppt/slides/slide214.xml" Id="Rf74057da67714c16" /><Relationship Type="http://schemas.openxmlformats.org/officeDocument/2006/relationships/notesMaster" Target="/ppt/notesMasters/notesMaster1.xml" Id="Rae93cef68e214400" /></Relationships>
</file>

<file path=ppt/notesSlides/_rels/notesSlide215.xml.rels>&#65279;<?xml version="1.0" encoding="utf-8"?><Relationships xmlns="http://schemas.openxmlformats.org/package/2006/relationships"><Relationship Type="http://schemas.openxmlformats.org/officeDocument/2006/relationships/slide" Target="/ppt/slides/slide215.xml" Id="Re38336dd7eed4eeb" /><Relationship Type="http://schemas.openxmlformats.org/officeDocument/2006/relationships/notesMaster" Target="/ppt/notesMasters/notesMaster1.xml" Id="Rc627c5fcfe594362" /></Relationships>
</file>

<file path=ppt/notesSlides/_rels/notesSlide216.xml.rels>&#65279;<?xml version="1.0" encoding="utf-8"?><Relationships xmlns="http://schemas.openxmlformats.org/package/2006/relationships"><Relationship Type="http://schemas.openxmlformats.org/officeDocument/2006/relationships/slide" Target="/ppt/slides/slide216.xml" Id="R5462eadadfbe4f77" /><Relationship Type="http://schemas.openxmlformats.org/officeDocument/2006/relationships/notesMaster" Target="/ppt/notesMasters/notesMaster1.xml" Id="R816c67345cb9414b" /></Relationships>
</file>

<file path=ppt/notesSlides/_rels/notesSlide217.xml.rels>&#65279;<?xml version="1.0" encoding="utf-8"?><Relationships xmlns="http://schemas.openxmlformats.org/package/2006/relationships"><Relationship Type="http://schemas.openxmlformats.org/officeDocument/2006/relationships/slide" Target="/ppt/slides/slide217.xml" Id="Rf4f2eb04bf9b4041" /><Relationship Type="http://schemas.openxmlformats.org/officeDocument/2006/relationships/notesMaster" Target="/ppt/notesMasters/notesMaster1.xml" Id="R17c2358598b44fcd" /></Relationships>
</file>

<file path=ppt/notesSlides/_rels/notesSlide218.xml.rels>&#65279;<?xml version="1.0" encoding="utf-8"?><Relationships xmlns="http://schemas.openxmlformats.org/package/2006/relationships"><Relationship Type="http://schemas.openxmlformats.org/officeDocument/2006/relationships/slide" Target="/ppt/slides/slide218.xml" Id="R20bf8d65fea84a8a" /><Relationship Type="http://schemas.openxmlformats.org/officeDocument/2006/relationships/notesMaster" Target="/ppt/notesMasters/notesMaster1.xml" Id="Rb7dfc4ffec514c74" /></Relationships>
</file>

<file path=ppt/notesSlides/_rels/notesSlide219.xml.rels>&#65279;<?xml version="1.0" encoding="utf-8"?><Relationships xmlns="http://schemas.openxmlformats.org/package/2006/relationships"><Relationship Type="http://schemas.openxmlformats.org/officeDocument/2006/relationships/slide" Target="/ppt/slides/slide219.xml" Id="Re834a66fdb3344ac" /><Relationship Type="http://schemas.openxmlformats.org/officeDocument/2006/relationships/notesMaster" Target="/ppt/notesMasters/notesMaster1.xml" Id="R79623db106c444d6" /></Relationships>
</file>

<file path=ppt/notesSlides/_rels/notesSlide220.xml.rels>&#65279;<?xml version="1.0" encoding="utf-8"?><Relationships xmlns="http://schemas.openxmlformats.org/package/2006/relationships"><Relationship Type="http://schemas.openxmlformats.org/officeDocument/2006/relationships/slide" Target="/ppt/slides/slide220.xml" Id="Rfdcbab87bfb54a2e" /><Relationship Type="http://schemas.openxmlformats.org/officeDocument/2006/relationships/notesMaster" Target="/ppt/notesMasters/notesMaster1.xml" Id="Rc2a53c2a01d24ec0" /></Relationships>
</file>

<file path=ppt/notesSlides/_rels/notesSlide221.xml.rels>&#65279;<?xml version="1.0" encoding="utf-8"?><Relationships xmlns="http://schemas.openxmlformats.org/package/2006/relationships"><Relationship Type="http://schemas.openxmlformats.org/officeDocument/2006/relationships/slide" Target="/ppt/slides/slide221.xml" Id="R1715a3088a0d4527" /><Relationship Type="http://schemas.openxmlformats.org/officeDocument/2006/relationships/notesMaster" Target="/ppt/notesMasters/notesMaster1.xml" Id="Rc88160847f924b1b" /></Relationships>
</file>

<file path=ppt/notesSlides/_rels/notesSlide222.xml.rels>&#65279;<?xml version="1.0" encoding="utf-8"?><Relationships xmlns="http://schemas.openxmlformats.org/package/2006/relationships"><Relationship Type="http://schemas.openxmlformats.org/officeDocument/2006/relationships/slide" Target="/ppt/slides/slide222.xml" Id="R5027847c28474376" /><Relationship Type="http://schemas.openxmlformats.org/officeDocument/2006/relationships/notesMaster" Target="/ppt/notesMasters/notesMaster1.xml" Id="Rdbdacc715ff64746" /></Relationships>
</file>

<file path=ppt/notesSlides/_rels/notesSlide223.xml.rels>&#65279;<?xml version="1.0" encoding="utf-8"?><Relationships xmlns="http://schemas.openxmlformats.org/package/2006/relationships"><Relationship Type="http://schemas.openxmlformats.org/officeDocument/2006/relationships/slide" Target="/ppt/slides/slide223.xml" Id="R0b103fb531be454b" /><Relationship Type="http://schemas.openxmlformats.org/officeDocument/2006/relationships/notesMaster" Target="/ppt/notesMasters/notesMaster1.xml" Id="R9e2f3f5ae6b646b5" /></Relationships>
</file>

<file path=ppt/notesSlides/_rels/notesSlide224.xml.rels>&#65279;<?xml version="1.0" encoding="utf-8"?><Relationships xmlns="http://schemas.openxmlformats.org/package/2006/relationships"><Relationship Type="http://schemas.openxmlformats.org/officeDocument/2006/relationships/slide" Target="/ppt/slides/slide224.xml" Id="Raa0ab22b1b384034" /><Relationship Type="http://schemas.openxmlformats.org/officeDocument/2006/relationships/notesMaster" Target="/ppt/notesMasters/notesMaster1.xml" Id="R67162607e2754ac2" /></Relationships>
</file>

<file path=ppt/notesSlides/_rels/notesSlide225.xml.rels>&#65279;<?xml version="1.0" encoding="utf-8"?><Relationships xmlns="http://schemas.openxmlformats.org/package/2006/relationships"><Relationship Type="http://schemas.openxmlformats.org/officeDocument/2006/relationships/slide" Target="/ppt/slides/slide225.xml" Id="R74f506d141184038" /><Relationship Type="http://schemas.openxmlformats.org/officeDocument/2006/relationships/notesMaster" Target="/ppt/notesMasters/notesMaster1.xml" Id="Ref02047616bd45b5" /></Relationships>
</file>

<file path=ppt/notesSlides/_rels/notesSlide226.xml.rels>&#65279;<?xml version="1.0" encoding="utf-8"?><Relationships xmlns="http://schemas.openxmlformats.org/package/2006/relationships"><Relationship Type="http://schemas.openxmlformats.org/officeDocument/2006/relationships/slide" Target="/ppt/slides/slide226.xml" Id="Rc0725efd7f5d455e" /><Relationship Type="http://schemas.openxmlformats.org/officeDocument/2006/relationships/notesMaster" Target="/ppt/notesMasters/notesMaster1.xml" Id="R8833860fb9e042e6" /></Relationships>
</file>

<file path=ppt/notesSlides/_rels/notesSlide227.xml.rels>&#65279;<?xml version="1.0" encoding="utf-8"?><Relationships xmlns="http://schemas.openxmlformats.org/package/2006/relationships"><Relationship Type="http://schemas.openxmlformats.org/officeDocument/2006/relationships/slide" Target="/ppt/slides/slide227.xml" Id="Rde969fd2673445cc" /><Relationship Type="http://schemas.openxmlformats.org/officeDocument/2006/relationships/notesMaster" Target="/ppt/notesMasters/notesMaster1.xml" Id="R92992c6cd706461d" /></Relationships>
</file>

<file path=ppt/notesSlides/_rels/notesSlide228.xml.rels>&#65279;<?xml version="1.0" encoding="utf-8"?><Relationships xmlns="http://schemas.openxmlformats.org/package/2006/relationships"><Relationship Type="http://schemas.openxmlformats.org/officeDocument/2006/relationships/slide" Target="/ppt/slides/slide228.xml" Id="R65030306fb044691" /><Relationship Type="http://schemas.openxmlformats.org/officeDocument/2006/relationships/notesMaster" Target="/ppt/notesMasters/notesMaster1.xml" Id="Rc08723cafc91439a" /></Relationships>
</file>

<file path=ppt/notesSlides/_rels/notesSlide229.xml.rels>&#65279;<?xml version="1.0" encoding="utf-8"?><Relationships xmlns="http://schemas.openxmlformats.org/package/2006/relationships"><Relationship Type="http://schemas.openxmlformats.org/officeDocument/2006/relationships/slide" Target="/ppt/slides/slide229.xml" Id="R376e6bdd09464601" /><Relationship Type="http://schemas.openxmlformats.org/officeDocument/2006/relationships/notesMaster" Target="/ppt/notesMasters/notesMaster1.xml" Id="R3f6234ef544e4452" /></Relationships>
</file>

<file path=ppt/notesSlides/_rels/notesSlide230.xml.rels>&#65279;<?xml version="1.0" encoding="utf-8"?><Relationships xmlns="http://schemas.openxmlformats.org/package/2006/relationships"><Relationship Type="http://schemas.openxmlformats.org/officeDocument/2006/relationships/slide" Target="/ppt/slides/slide230.xml" Id="Rced9af6f35a44853" /><Relationship Type="http://schemas.openxmlformats.org/officeDocument/2006/relationships/notesMaster" Target="/ppt/notesMasters/notesMaster1.xml" Id="R3ed4aac25cdf4004" /></Relationships>
</file>

<file path=ppt/notesSlides/_rels/notesSlide231.xml.rels>&#65279;<?xml version="1.0" encoding="utf-8"?><Relationships xmlns="http://schemas.openxmlformats.org/package/2006/relationships"><Relationship Type="http://schemas.openxmlformats.org/officeDocument/2006/relationships/slide" Target="/ppt/slides/slide231.xml" Id="Rf09d863baaf947f9" /><Relationship Type="http://schemas.openxmlformats.org/officeDocument/2006/relationships/notesMaster" Target="/ppt/notesMasters/notesMaster1.xml" Id="R77f55d5700004af9" /></Relationships>
</file>

<file path=ppt/notesSlides/_rels/notesSlide232.xml.rels>&#65279;<?xml version="1.0" encoding="utf-8"?><Relationships xmlns="http://schemas.openxmlformats.org/package/2006/relationships"><Relationship Type="http://schemas.openxmlformats.org/officeDocument/2006/relationships/slide" Target="/ppt/slides/slide232.xml" Id="R63c51b105dbb4e11" /><Relationship Type="http://schemas.openxmlformats.org/officeDocument/2006/relationships/notesMaster" Target="/ppt/notesMasters/notesMaster1.xml" Id="Rd2472bcde97a43f9" /></Relationships>
</file>

<file path=ppt/notesSlides/_rels/notesSlide233.xml.rels>&#65279;<?xml version="1.0" encoding="utf-8"?><Relationships xmlns="http://schemas.openxmlformats.org/package/2006/relationships"><Relationship Type="http://schemas.openxmlformats.org/officeDocument/2006/relationships/slide" Target="/ppt/slides/slide233.xml" Id="R6ce90cf499624db3" /><Relationship Type="http://schemas.openxmlformats.org/officeDocument/2006/relationships/notesMaster" Target="/ppt/notesMasters/notesMaster1.xml" Id="R9212c342bd3b4518" /></Relationships>
</file>

<file path=ppt/notesSlides/_rels/notesSlide234.xml.rels>&#65279;<?xml version="1.0" encoding="utf-8"?><Relationships xmlns="http://schemas.openxmlformats.org/package/2006/relationships"><Relationship Type="http://schemas.openxmlformats.org/officeDocument/2006/relationships/slide" Target="/ppt/slides/slide234.xml" Id="Re57483d49d114051" /><Relationship Type="http://schemas.openxmlformats.org/officeDocument/2006/relationships/notesMaster" Target="/ppt/notesMasters/notesMaster1.xml" Id="Rc7e9d560dec64c12" /></Relationships>
</file>

<file path=ppt/notesSlides/_rels/notesSlide235.xml.rels>&#65279;<?xml version="1.0" encoding="utf-8"?><Relationships xmlns="http://schemas.openxmlformats.org/package/2006/relationships"><Relationship Type="http://schemas.openxmlformats.org/officeDocument/2006/relationships/slide" Target="/ppt/slides/slide235.xml" Id="R0fa9e0160f684458" /><Relationship Type="http://schemas.openxmlformats.org/officeDocument/2006/relationships/notesMaster" Target="/ppt/notesMasters/notesMaster1.xml" Id="Rec0dfb35e6b24a9a" /></Relationships>
</file>

<file path=ppt/notesSlides/_rels/notesSlide236.xml.rels>&#65279;<?xml version="1.0" encoding="utf-8"?><Relationships xmlns="http://schemas.openxmlformats.org/package/2006/relationships"><Relationship Type="http://schemas.openxmlformats.org/officeDocument/2006/relationships/slide" Target="/ppt/slides/slide236.xml" Id="Rb3a6d9a7254e4412" /><Relationship Type="http://schemas.openxmlformats.org/officeDocument/2006/relationships/notesMaster" Target="/ppt/notesMasters/notesMaster1.xml" Id="R28060ca0e5904a51" /></Relationships>
</file>

<file path=ppt/notesSlides/_rels/notesSlide237.xml.rels>&#65279;<?xml version="1.0" encoding="utf-8"?><Relationships xmlns="http://schemas.openxmlformats.org/package/2006/relationships"><Relationship Type="http://schemas.openxmlformats.org/officeDocument/2006/relationships/slide" Target="/ppt/slides/slide237.xml" Id="Rf90a5c653c834d1e" /><Relationship Type="http://schemas.openxmlformats.org/officeDocument/2006/relationships/notesMaster" Target="/ppt/notesMasters/notesMaster1.xml" Id="R0606b05fbd3c41d3" /></Relationships>
</file>

<file path=ppt/notesSlides/_rels/notesSlide238.xml.rels>&#65279;<?xml version="1.0" encoding="utf-8"?><Relationships xmlns="http://schemas.openxmlformats.org/package/2006/relationships"><Relationship Type="http://schemas.openxmlformats.org/officeDocument/2006/relationships/slide" Target="/ppt/slides/slide238.xml" Id="R9255019d12fe4a77" /><Relationship Type="http://schemas.openxmlformats.org/officeDocument/2006/relationships/notesMaster" Target="/ppt/notesMasters/notesMaster1.xml" Id="Ra7886e3878ae49b0" /></Relationships>
</file>

<file path=ppt/notesSlides/_rels/notesSlide239.xml.rels>&#65279;<?xml version="1.0" encoding="utf-8"?><Relationships xmlns="http://schemas.openxmlformats.org/package/2006/relationships"><Relationship Type="http://schemas.openxmlformats.org/officeDocument/2006/relationships/slide" Target="/ppt/slides/slide239.xml" Id="Rfe2c1a82839c4f88" /><Relationship Type="http://schemas.openxmlformats.org/officeDocument/2006/relationships/notesMaster" Target="/ppt/notesMasters/notesMaster1.xml" Id="R21417828f8eb4b17" /></Relationships>
</file>

<file path=ppt/notesSlides/_rels/notesSlide240.xml.rels>&#65279;<?xml version="1.0" encoding="utf-8"?><Relationships xmlns="http://schemas.openxmlformats.org/package/2006/relationships"><Relationship Type="http://schemas.openxmlformats.org/officeDocument/2006/relationships/slide" Target="/ppt/slides/slide240.xml" Id="R7895f7664afe4125" /><Relationship Type="http://schemas.openxmlformats.org/officeDocument/2006/relationships/notesMaster" Target="/ppt/notesMasters/notesMaster1.xml" Id="R5a9eb2461bbd4629" /></Relationships>
</file>

<file path=ppt/notesSlides/_rels/notesSlide241.xml.rels>&#65279;<?xml version="1.0" encoding="utf-8"?><Relationships xmlns="http://schemas.openxmlformats.org/package/2006/relationships"><Relationship Type="http://schemas.openxmlformats.org/officeDocument/2006/relationships/slide" Target="/ppt/slides/slide241.xml" Id="Rb99302e268fc41a3" /><Relationship Type="http://schemas.openxmlformats.org/officeDocument/2006/relationships/notesMaster" Target="/ppt/notesMasters/notesMaster1.xml" Id="Rae03263ffe954c61" /></Relationships>
</file>

<file path=ppt/notesSlides/_rels/notesSlide242.xml.rels>&#65279;<?xml version="1.0" encoding="utf-8"?><Relationships xmlns="http://schemas.openxmlformats.org/package/2006/relationships"><Relationship Type="http://schemas.openxmlformats.org/officeDocument/2006/relationships/slide" Target="/ppt/slides/slide242.xml" Id="R130d622a5ebe49a9" /><Relationship Type="http://schemas.openxmlformats.org/officeDocument/2006/relationships/notesMaster" Target="/ppt/notesMasters/notesMaster1.xml" Id="Rd9068bffab8641c1" /></Relationships>
</file>

<file path=ppt/notesSlides/_rels/notesSlide243.xml.rels>&#65279;<?xml version="1.0" encoding="utf-8"?><Relationships xmlns="http://schemas.openxmlformats.org/package/2006/relationships"><Relationship Type="http://schemas.openxmlformats.org/officeDocument/2006/relationships/slide" Target="/ppt/slides/slide243.xml" Id="R56bde096266c4d64" /><Relationship Type="http://schemas.openxmlformats.org/officeDocument/2006/relationships/notesMaster" Target="/ppt/notesMasters/notesMaster1.xml" Id="R638900103d96423d" /></Relationships>
</file>

<file path=ppt/notesSlides/_rels/notesSlide244.xml.rels>&#65279;<?xml version="1.0" encoding="utf-8"?><Relationships xmlns="http://schemas.openxmlformats.org/package/2006/relationships"><Relationship Type="http://schemas.openxmlformats.org/officeDocument/2006/relationships/slide" Target="/ppt/slides/slide244.xml" Id="Rd0eb8c3041744d14" /><Relationship Type="http://schemas.openxmlformats.org/officeDocument/2006/relationships/notesMaster" Target="/ppt/notesMasters/notesMaster1.xml" Id="R5e7eb292407c43ba" /></Relationships>
</file>

<file path=ppt/notesSlides/_rels/notesSlide245.xml.rels>&#65279;<?xml version="1.0" encoding="utf-8"?><Relationships xmlns="http://schemas.openxmlformats.org/package/2006/relationships"><Relationship Type="http://schemas.openxmlformats.org/officeDocument/2006/relationships/slide" Target="/ppt/slides/slide245.xml" Id="R09ffcd849e3b4bcc" /><Relationship Type="http://schemas.openxmlformats.org/officeDocument/2006/relationships/notesMaster" Target="/ppt/notesMasters/notesMaster1.xml" Id="R41ce06c0734c4d1f" /></Relationships>
</file>

<file path=ppt/notesSlides/_rels/notesSlide246.xml.rels>&#65279;<?xml version="1.0" encoding="utf-8"?><Relationships xmlns="http://schemas.openxmlformats.org/package/2006/relationships"><Relationship Type="http://schemas.openxmlformats.org/officeDocument/2006/relationships/slide" Target="/ppt/slides/slide246.xml" Id="Rfc406bda365f404d" /><Relationship Type="http://schemas.openxmlformats.org/officeDocument/2006/relationships/notesMaster" Target="/ppt/notesMasters/notesMaster1.xml" Id="R8bc7599cd525432b" /></Relationships>
</file>

<file path=ppt/notesSlides/_rels/notesSlide247.xml.rels>&#65279;<?xml version="1.0" encoding="utf-8"?><Relationships xmlns="http://schemas.openxmlformats.org/package/2006/relationships"><Relationship Type="http://schemas.openxmlformats.org/officeDocument/2006/relationships/slide" Target="/ppt/slides/slide247.xml" Id="Rd39c34a9b0a34c23" /><Relationship Type="http://schemas.openxmlformats.org/officeDocument/2006/relationships/notesMaster" Target="/ppt/notesMasters/notesMaster1.xml" Id="Rc7d1bdae7f7e43c8" /></Relationships>
</file>

<file path=ppt/notesSlides/_rels/notesSlide248.xml.rels>&#65279;<?xml version="1.0" encoding="utf-8"?><Relationships xmlns="http://schemas.openxmlformats.org/package/2006/relationships"><Relationship Type="http://schemas.openxmlformats.org/officeDocument/2006/relationships/slide" Target="/ppt/slides/slide248.xml" Id="Rf61671c1c90247ec" /><Relationship Type="http://schemas.openxmlformats.org/officeDocument/2006/relationships/notesMaster" Target="/ppt/notesMasters/notesMaster1.xml" Id="Rb6bf0f0a5f0d448c" /></Relationships>
</file>

<file path=ppt/notesSlides/_rels/notesSlide249.xml.rels>&#65279;<?xml version="1.0" encoding="utf-8"?><Relationships xmlns="http://schemas.openxmlformats.org/package/2006/relationships"><Relationship Type="http://schemas.openxmlformats.org/officeDocument/2006/relationships/slide" Target="/ppt/slides/slide249.xml" Id="R95be00df6eba49c3" /><Relationship Type="http://schemas.openxmlformats.org/officeDocument/2006/relationships/notesMaster" Target="/ppt/notesMasters/notesMaster1.xml" Id="R27234b8d225d46e6" /></Relationships>
</file>

<file path=ppt/notesSlides/_rels/notesSlide250.xml.rels>&#65279;<?xml version="1.0" encoding="utf-8"?><Relationships xmlns="http://schemas.openxmlformats.org/package/2006/relationships"><Relationship Type="http://schemas.openxmlformats.org/officeDocument/2006/relationships/slide" Target="/ppt/slides/slide250.xml" Id="R52d699771c924e6b" /><Relationship Type="http://schemas.openxmlformats.org/officeDocument/2006/relationships/notesMaster" Target="/ppt/notesMasters/notesMaster1.xml" Id="R410e9597bb4c4d71" /></Relationships>
</file>

<file path=ppt/notesSlides/_rels/notesSlide251.xml.rels>&#65279;<?xml version="1.0" encoding="utf-8"?><Relationships xmlns="http://schemas.openxmlformats.org/package/2006/relationships"><Relationship Type="http://schemas.openxmlformats.org/officeDocument/2006/relationships/slide" Target="/ppt/slides/slide251.xml" Id="Rfdd6633a47ce4db0" /><Relationship Type="http://schemas.openxmlformats.org/officeDocument/2006/relationships/notesMaster" Target="/ppt/notesMasters/notesMaster1.xml" Id="R8322bc4e7c494e6d" /></Relationships>
</file>

<file path=ppt/notesSlides/_rels/notesSlide252.xml.rels>&#65279;<?xml version="1.0" encoding="utf-8"?><Relationships xmlns="http://schemas.openxmlformats.org/package/2006/relationships"><Relationship Type="http://schemas.openxmlformats.org/officeDocument/2006/relationships/slide" Target="/ppt/slides/slide252.xml" Id="R9bfa7fcef7fd4ab7" /><Relationship Type="http://schemas.openxmlformats.org/officeDocument/2006/relationships/notesMaster" Target="/ppt/notesMasters/notesMaster1.xml" Id="Rf86db3109df94600" /></Relationships>
</file>

<file path=ppt/notesSlides/_rels/notesSlide253.xml.rels>&#65279;<?xml version="1.0" encoding="utf-8"?><Relationships xmlns="http://schemas.openxmlformats.org/package/2006/relationships"><Relationship Type="http://schemas.openxmlformats.org/officeDocument/2006/relationships/slide" Target="/ppt/slides/slide253.xml" Id="Rd88f2e4b9e9345b7" /><Relationship Type="http://schemas.openxmlformats.org/officeDocument/2006/relationships/notesMaster" Target="/ppt/notesMasters/notesMaster1.xml" Id="R2644e1d486ed4131" /></Relationships>
</file>

<file path=ppt/notesSlides/_rels/notesSlide254.xml.rels>&#65279;<?xml version="1.0" encoding="utf-8"?><Relationships xmlns="http://schemas.openxmlformats.org/package/2006/relationships"><Relationship Type="http://schemas.openxmlformats.org/officeDocument/2006/relationships/slide" Target="/ppt/slides/slide254.xml" Id="Rff839c33e19140ce" /><Relationship Type="http://schemas.openxmlformats.org/officeDocument/2006/relationships/notesMaster" Target="/ppt/notesMasters/notesMaster1.xml" Id="R3d02a9bd343a44e8" /></Relationships>
</file>

<file path=ppt/notesSlides/_rels/notesSlide255.xml.rels>&#65279;<?xml version="1.0" encoding="utf-8"?><Relationships xmlns="http://schemas.openxmlformats.org/package/2006/relationships"><Relationship Type="http://schemas.openxmlformats.org/officeDocument/2006/relationships/slide" Target="/ppt/slides/slide255.xml" Id="R627c49c916354600" /><Relationship Type="http://schemas.openxmlformats.org/officeDocument/2006/relationships/notesMaster" Target="/ppt/notesMasters/notesMaster1.xml" Id="Rc08fecb6edfb4ff3" /></Relationships>
</file>

<file path=ppt/notesSlides/_rels/notesSlide256.xml.rels>&#65279;<?xml version="1.0" encoding="utf-8"?><Relationships xmlns="http://schemas.openxmlformats.org/package/2006/relationships"><Relationship Type="http://schemas.openxmlformats.org/officeDocument/2006/relationships/slide" Target="/ppt/slides/slide256.xml" Id="R7f369c6f40314f71" /><Relationship Type="http://schemas.openxmlformats.org/officeDocument/2006/relationships/notesMaster" Target="/ppt/notesMasters/notesMaster1.xml" Id="Rf59985037c214400" /></Relationships>
</file>

<file path=ppt/notesSlides/_rels/notesSlide257.xml.rels>&#65279;<?xml version="1.0" encoding="utf-8"?><Relationships xmlns="http://schemas.openxmlformats.org/package/2006/relationships"><Relationship Type="http://schemas.openxmlformats.org/officeDocument/2006/relationships/slide" Target="/ppt/slides/slide257.xml" Id="R4fbb6551a2534fbb" /><Relationship Type="http://schemas.openxmlformats.org/officeDocument/2006/relationships/notesMaster" Target="/ppt/notesMasters/notesMaster1.xml" Id="Rc8f2f35894c046b3" /></Relationships>
</file>

<file path=ppt/notesSlides/_rels/notesSlide258.xml.rels>&#65279;<?xml version="1.0" encoding="utf-8"?><Relationships xmlns="http://schemas.openxmlformats.org/package/2006/relationships"><Relationship Type="http://schemas.openxmlformats.org/officeDocument/2006/relationships/slide" Target="/ppt/slides/slide258.xml" Id="R0982157b796f4219" /><Relationship Type="http://schemas.openxmlformats.org/officeDocument/2006/relationships/notesMaster" Target="/ppt/notesMasters/notesMaster1.xml" Id="Re764031be8fb423c" /></Relationships>
</file>

<file path=ppt/notesSlides/_rels/notesSlide259.xml.rels>&#65279;<?xml version="1.0" encoding="utf-8"?><Relationships xmlns="http://schemas.openxmlformats.org/package/2006/relationships"><Relationship Type="http://schemas.openxmlformats.org/officeDocument/2006/relationships/slide" Target="/ppt/slides/slide259.xml" Id="Re0cc178f18c5417b" /><Relationship Type="http://schemas.openxmlformats.org/officeDocument/2006/relationships/notesMaster" Target="/ppt/notesMasters/notesMaster1.xml" Id="R534c7a278a444b94" /></Relationships>
</file>

<file path=ppt/notesSlides/_rels/notesSlide260.xml.rels>&#65279;<?xml version="1.0" encoding="utf-8"?><Relationships xmlns="http://schemas.openxmlformats.org/package/2006/relationships"><Relationship Type="http://schemas.openxmlformats.org/officeDocument/2006/relationships/slide" Target="/ppt/slides/slide260.xml" Id="Rd9172f610599468f" /><Relationship Type="http://schemas.openxmlformats.org/officeDocument/2006/relationships/notesMaster" Target="/ppt/notesMasters/notesMaster1.xml" Id="R777b5664e4f94642" /></Relationships>
</file>

<file path=ppt/notesSlides/_rels/notesSlide261.xml.rels>&#65279;<?xml version="1.0" encoding="utf-8"?><Relationships xmlns="http://schemas.openxmlformats.org/package/2006/relationships"><Relationship Type="http://schemas.openxmlformats.org/officeDocument/2006/relationships/slide" Target="/ppt/slides/slide261.xml" Id="R15eaaab348234011" /><Relationship Type="http://schemas.openxmlformats.org/officeDocument/2006/relationships/notesMaster" Target="/ppt/notesMasters/notesMaster1.xml" Id="R106fb2bf730747b3" /></Relationships>
</file>

<file path=ppt/notesSlides/_rels/notesSlide262.xml.rels>&#65279;<?xml version="1.0" encoding="utf-8"?><Relationships xmlns="http://schemas.openxmlformats.org/package/2006/relationships"><Relationship Type="http://schemas.openxmlformats.org/officeDocument/2006/relationships/slide" Target="/ppt/slides/slide262.xml" Id="Rb31e5af538e04bdb" /><Relationship Type="http://schemas.openxmlformats.org/officeDocument/2006/relationships/notesMaster" Target="/ppt/notesMasters/notesMaster1.xml" Id="Rff4ad1027afb4a00" /></Relationships>
</file>

<file path=ppt/notesSlides/_rels/notesSlide263.xml.rels>&#65279;<?xml version="1.0" encoding="utf-8"?><Relationships xmlns="http://schemas.openxmlformats.org/package/2006/relationships"><Relationship Type="http://schemas.openxmlformats.org/officeDocument/2006/relationships/slide" Target="/ppt/slides/slide263.xml" Id="R881eb5e157674b6c" /><Relationship Type="http://schemas.openxmlformats.org/officeDocument/2006/relationships/notesMaster" Target="/ppt/notesMasters/notesMaster1.xml" Id="R7e64d315d2474c41" /></Relationships>
</file>

<file path=ppt/notesSlides/_rels/notesSlide264.xml.rels>&#65279;<?xml version="1.0" encoding="utf-8"?><Relationships xmlns="http://schemas.openxmlformats.org/package/2006/relationships"><Relationship Type="http://schemas.openxmlformats.org/officeDocument/2006/relationships/slide" Target="/ppt/slides/slide264.xml" Id="R49bfd978d31a45d9" /><Relationship Type="http://schemas.openxmlformats.org/officeDocument/2006/relationships/notesMaster" Target="/ppt/notesMasters/notesMaster1.xml" Id="R97f95dc3d69b4811" /></Relationships>
</file>

<file path=ppt/notesSlides/_rels/notesSlide265.xml.rels>&#65279;<?xml version="1.0" encoding="utf-8"?><Relationships xmlns="http://schemas.openxmlformats.org/package/2006/relationships"><Relationship Type="http://schemas.openxmlformats.org/officeDocument/2006/relationships/slide" Target="/ppt/slides/slide265.xml" Id="Rbe09558e5d5b4ba5" /><Relationship Type="http://schemas.openxmlformats.org/officeDocument/2006/relationships/notesMaster" Target="/ppt/notesMasters/notesMaster1.xml" Id="R4482888dbbea4850" /></Relationships>
</file>

<file path=ppt/notesSlides/_rels/notesSlide266.xml.rels>&#65279;<?xml version="1.0" encoding="utf-8"?><Relationships xmlns="http://schemas.openxmlformats.org/package/2006/relationships"><Relationship Type="http://schemas.openxmlformats.org/officeDocument/2006/relationships/slide" Target="/ppt/slides/slide266.xml" Id="R0c6c7a515d994d64" /><Relationship Type="http://schemas.openxmlformats.org/officeDocument/2006/relationships/notesMaster" Target="/ppt/notesMasters/notesMaster1.xml" Id="R0fe4996dc04441c9" /></Relationships>
</file>

<file path=ppt/notesSlides/_rels/notesSlide267.xml.rels>&#65279;<?xml version="1.0" encoding="utf-8"?><Relationships xmlns="http://schemas.openxmlformats.org/package/2006/relationships"><Relationship Type="http://schemas.openxmlformats.org/officeDocument/2006/relationships/slide" Target="/ppt/slides/slide267.xml" Id="Rb5b69880f2f04d59" /><Relationship Type="http://schemas.openxmlformats.org/officeDocument/2006/relationships/notesMaster" Target="/ppt/notesMasters/notesMaster1.xml" Id="Red3aa1ccbb6547da" /></Relationships>
</file>

<file path=ppt/notesSlides/_rels/notesSlide268.xml.rels>&#65279;<?xml version="1.0" encoding="utf-8"?><Relationships xmlns="http://schemas.openxmlformats.org/package/2006/relationships"><Relationship Type="http://schemas.openxmlformats.org/officeDocument/2006/relationships/slide" Target="/ppt/slides/slide268.xml" Id="R4abc77662d544fb8" /><Relationship Type="http://schemas.openxmlformats.org/officeDocument/2006/relationships/notesMaster" Target="/ppt/notesMasters/notesMaster1.xml" Id="R75e99bebb7b54cf0" /></Relationships>
</file>

<file path=ppt/notesSlides/_rels/notesSlide269.xml.rels>&#65279;<?xml version="1.0" encoding="utf-8"?><Relationships xmlns="http://schemas.openxmlformats.org/package/2006/relationships"><Relationship Type="http://schemas.openxmlformats.org/officeDocument/2006/relationships/slide" Target="/ppt/slides/slide269.xml" Id="Rf2f519adf4494157" /><Relationship Type="http://schemas.openxmlformats.org/officeDocument/2006/relationships/notesMaster" Target="/ppt/notesMasters/notesMaster1.xml" Id="R6526e3fdb8354009" /></Relationships>
</file>

<file path=ppt/notesSlides/_rels/notesSlide270.xml.rels>&#65279;<?xml version="1.0" encoding="utf-8"?><Relationships xmlns="http://schemas.openxmlformats.org/package/2006/relationships"><Relationship Type="http://schemas.openxmlformats.org/officeDocument/2006/relationships/slide" Target="/ppt/slides/slide270.xml" Id="R53941b07d7be48f5" /><Relationship Type="http://schemas.openxmlformats.org/officeDocument/2006/relationships/notesMaster" Target="/ppt/notesMasters/notesMaster1.xml" Id="R1959a5985f254d7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과정 표지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오프닝 2분. 40시간 동안 하나의 검증 가능한 업무 Agent를 완성한다고 선언한다.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첫날 운영 안내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강사의 오후 주요 일정 때문에 이번 주만 점심시간을 14:00-15:00에 운영한다. 11:30-12:00에는 빠른 점심 또는 간식을 미리 섭취하도록 안내한다. 쉬는 시간은 각 수업 구간의 맨 끝에 배정한다.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첫날 전체 시간표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3쪽의 하루 지도다. 각 차시 표지에서 같은 시간·내용·산출물을 다시 찾아 현재 위치를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머신러닝·딥러닝·LLM을 거쳐, 지금은 Agent 제품을 만듭니다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금융→의료→교육→이커머스를 데이터 형태와 제품 책임의 확장으로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먼저 네 단어의 역할만 잡고 갑니다 · 통합 용어표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네 용어를 개별 장표로 반복하지 않고 한 표에서 역할 차이를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https://docs.langchain.com/oss/python/langchain/overview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재직자와 구직자는 같은 기술을 다르게 증명한다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수업은 네 번의 움직임을 반복합니다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막히면 “안 돼요”보다 네 가지를 알려주세요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실습 속도가 달라도, 다음 행동은 분명합니다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실습 완료는 “작동했다”가 아니라 “다시 확인할 수 있다”입니다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AI Agent를 만드는 일은, 책임 경계를 그리는 일 도구 선택표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툴 이름을 나열하지 않고 역할·선택 이유·대안과의 차이를 먼저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https://developers.openai.com/codex/cli/</a:t>
            </a:r>
          </a:p>
          <a:p xmlns:a="http://schemas.openxmlformats.org/drawingml/2006/main">
            <a:r>
              <a:t>- https://docs.anthropic.com/en/docs/claude-code/overview</a:t>
            </a:r>
          </a:p>
          <a:p xmlns:a="http://schemas.openxmlformats.org/drawingml/2006/main">
            <a:r>
              <a:t>- local://llm-agent-and-workflow-automation</a:t>
            </a:r>
          </a:p>
          <a:p xmlns:a="http://schemas.openxmlformats.org/drawingml/2006/main">
            <a:r>
              <a:t>- local://src/day1_agent.py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Codex CLI · 저장소를 읽고 실행하는 Agent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https://developers.openai.com/codex/cli/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Claude Code · 터미널 중심 Harness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https://docs.anthropic.com/en/docs/claude-code/overview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실제 VS Code 저장소 · 수업의 출발 화면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local://llm-agent-and-workflow-automation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실제 Agent 코드 · 표준 라이브러리부터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local://src/day1_agent.py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작업 요청을 먼저 spec으로 고정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Agent의 최소 반복 구조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Day 1 완료조건을 명령으로 표현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저장소가 말해주는 역할 분리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강사 회의음성 Demo · 실패해도 수업은 계속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Ideation 1 · 강사 Demo를 보고 내 업무를 고릅니다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개인 활동 06 MIN. 5분·2분·1분 전에 남은 시간을 공지한다. 구두 예시로 끝내지 않는다. 강사는 data/demo_meeting.wav 또는 본인이 녹음한 약 1분 WAV를 넣고 실제 코드 결과를 먼저 보여준다. 네트워크·모델 실패에 대비해 data/meeting_sample_ko.txt와 사전 생성 JSON을 즉시 여는 fallback을 준비한다. 이후 개인 Ideation은 발표나 공개 없이 notebook에 적는다.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Ideation 2 · 오늘 사용할 예시를 혼자 정합니다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개인 활동 05 MIN. 5분·2분·1분 전에 남은 시간을 공지한다. 온라인 개인 Ideation이다. 선택한 업무나 구직 상태를 공개하게 하지 않고, 개인 notebook에만 적게 한다. 발표는 진행하지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설계 워크숍 1 · 최종 데모 역산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개인 활동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실행 확인 1 · 환경 신호등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개인 활동 06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실패 1 · 문제 범위가 너무 크다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실패 2 · 실제 회사 데이터를 가져온다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실패 3 · 모델 선택부터 시작한다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재직자 · 현업 PoC 승인 관점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Gate 1 · 범위를 줄일 수 있습니까?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온라인 개인 판단으로 진행한다. 발표나 공개 공유를 요구하지 않고, 질문이 있으면 채팅창에 첫 오류 또는 판단 근거 한 줄만 받는다. 강사가 대표 상황을 골라 해설한다.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차시 구분 표지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시간을 먼저 읽고, 지금 배울 내용·이해할 기준·함께 챙길 내용을 왼쪽부터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시간대 지도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필수 본편은 개념·화면·따라하기·증거다. 실패·복구와 확장은 반 속도에 맞춰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실행 전에 알아야 할 네 가지 계약 · 통합 용어표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네 용어를 개별 장표로 반복하지 않고 한 표에서 역할 차이를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Tool Calling은 실행 권한의 계약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Schema는 문서이자 방화벽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Registry가 실행 가능한 세계를 제한한다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최소 권한은 기능을 줄이는 설계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Validation은 실행 전에 끝낸다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오류도 정상적인 결과 형식이다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Read와 Write는 위험도가 다르다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Audit event가 설명 가능성을 만든다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Tool 호출의 4단계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Tool Prompt와 Schema를 만드는 순서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파일 도구의 경로 검증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오류 분류 결정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테스트 설계 순서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단계별 화면 지도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화면을 보기 전에 전체 경로와 마지막 성공 신호를 먼저 공유한다.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https://docs.ollama.com/api/introduction</a:t>
            </a:r>
          </a:p>
          <a:p xmlns:a="http://schemas.openxmlformats.org/drawingml/2006/main">
            <a:r>
              <a:t>- https://docs.github.com/en/rest/authentication/authenticating-to-the-rest-api</a:t>
            </a:r>
          </a:p>
          <a:p xmlns:a="http://schemas.openxmlformats.org/drawingml/2006/main">
            <a:r>
              <a:t>- https://docs.pytest.org/en/stable/getting-started.html</a:t>
            </a:r>
          </a:p>
          <a:p xmlns:a="http://schemas.openxmlformats.org/drawingml/2006/main">
            <a:r>
              <a:t>- local://python312-m-pytest-q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Ollama API · 호출 형식을 공식 문서로 확인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https://docs.ollama.com/api/introduction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GitHub REST · 인증은 코드와 분리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https://docs.github.com/en/rest/authentication/authenticating-to-the-rest-api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pytest · 실패를 재현하는 가장 작은 도구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https://docs.pytest.org/en/stable/getting-started.html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실제 실행 · 19 tests 통과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local://python312-m-pytest-q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도구 schema · 허용 입력만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예상 밖 인자를 차단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경로 이탈을 막는 guard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오류를 공통 result로 정규화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Tool Calling Prompt의 최소 구조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설계 워크숍 1 · 도구 한 개를 schema로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개인 활동 07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소프트웨어 실습 1 · 잘못된 Tool Call 실행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개인 활동 09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소프트웨어 실습 2 · workspace guard 실행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개인 활동 09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소프트웨어 실습 3 · ToolResult 계약 검증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개인 활동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실패 1 · 모델 JSON을 바로 실행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실패 2 · 범용 shell 도구 제공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실패 3 · 모든 오류를 retry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재직자 · Tool 권한 승인표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Gate 2 · 이 Tool Call을 실행할까요?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온라인 개인 판단으로 진행한다. 발표나 공개 공유를 요구하지 않고, 질문이 있으면 채팅창에 첫 오류 또는 판단 근거 한 줄만 받는다. 강사가 대표 상황을 골라 해설한다.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차시 구분 표지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시간을 먼저 읽고, 지금 배울 내용·이해할 기준·함께 챙길 내용을 왼쪽부터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시간대 지도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필수 본편은 개념·화면·따라하기·증거다. 실패·복구와 확장은 반 속도에 맞춰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한국어 데이터를 읽는 네 가지 단위 · 통합 용어표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네 용어를 개별 장표로 반복하지 않고 한 표에서 역할 차이를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PBL은 기술 목록이 아니라 사용자 문제에서 시작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K-Work Copilot의 공통 입력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한국어는 띄어쓰기보다 업무 맥락이 어렵다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실제 데이터처럼 보이는 최소 조건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데이터 공개와 사용 허가는 다르다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Dataset Card가 실습을 재현하게 한다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Transcript schema가 STT와 LLM을 연결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Evidence가 요약의 근거를 고정한다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공개 데이터 선택 4단계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한국어 업무 Prompt의 기본 구조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비식별 처리 순서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Golden set 만드는 순서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PBL canvas 네 칸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한국어 데이터의 핵심은 맥락과 책임 도구 선택표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툴 이름을 나열하지 않고 역할·선택 이유·대안과의 차이를 먼저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https://data.seoul.go.kr/</a:t>
            </a:r>
          </a:p>
          <a:p xmlns:a="http://schemas.openxmlformats.org/drawingml/2006/main">
            <a:r>
              <a:t>- https://kli.korean.go.kr/corpus/</a:t>
            </a:r>
          </a:p>
          <a:p xmlns:a="http://schemas.openxmlformats.org/drawingml/2006/main">
            <a:r>
              <a:t>- https://dataset.nanet.go.kr/</a:t>
            </a:r>
          </a:p>
          <a:p xmlns:a="http://schemas.openxmlformats.org/drawingml/2006/main">
            <a:r>
              <a:t>- https://support.google.com/meet/answer/12849897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서울 열린데이터광장 · 한국어 공공 데이터 탐색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https://data.seoul.go.kr/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국립국어원 모두의 말뭉치 · 한국어 원자료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https://kli.korean.go.kr/corpus/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국회 회의록 빅데이터 · 실제 발화 구조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https://dataset.nanet.go.kr/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Google Meet 전사 · Managed STT의 현재 위치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https://support.google.com/meet/answer/12849897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회의 segment schema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Action Item에 evidence 연결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모호한 날짜는 추론하지 않는다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한국어 회의 Prompt · 모호하면 추론하지 않기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Dataset card 최소 필드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자료 수집 1 · 한국어 사례 후보 3개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개인 활동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자료 수집 2 · 이용 조건 확인표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개인 활동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데이터 확인 1 · 상세 회의에서 근거 구간 찾기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개인 활동 10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소프트웨어 실습 1 · Golden JSON diff 실행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개인 활동 10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실패 1 · 데이터가 너무 크다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실패 2 · 공개 페이지를 그대로 재배포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실패 3 · 정답 없이 prompt를 튜닝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재직자 · 실제 업무를 안전하게 추상화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Gate 3 · 이 Action Item을 믿어도 될까요?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온라인 개인 판단으로 진행한다. 발표나 공개 공유를 요구하지 않고, 질문이 있으면 채팅창에 첫 오류 또는 판단 근거 한 줄만 받는다. 강사가 대표 상황을 골라 해설한다.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차시 구분 표지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시간을 먼저 읽고, 지금 배울 내용·이해할 기준·함께 챙길 내용을 왼쪽부터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시간대 지도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필수 본편은 개념·화면·따라하기·증거다. 실패·복구와 확장은 반 속도에 맞춰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설치보다 먼저 구분할 네 가지 환경 · 통합 용어표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네 용어를 개별 장표로 반복하지 않고 한 표에서 역할 차이를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무료의 정의를 먼저 합의한다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필수 경로와 강사 가속 경로를 분리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Python은 실행기, VS Code는 작업 공간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가상환경은 프로젝트의 재현 경계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Git과 GitHub는 변경의 증거와 검토 장소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Jupyter는 설명과 실행의 다리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Secret은 코드·노트북·캡처 밖에 둔다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Harness Engineering은 PR에서 완료된다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https://learn.chatgpt.com/docs/third-party/github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환경 설치 순서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가상환경 준비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VS Code interpreter 선택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GitHub branch와 Draft PR 준비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Codex PR 검토 루프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단계별 화면 지도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화면을 보기 전에 전체 경로와 마지막 성공 신호를 먼저 공유한다.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https://www.python.org/downloads/</a:t>
            </a:r>
          </a:p>
          <a:p xmlns:a="http://schemas.openxmlformats.org/drawingml/2006/main">
            <a:r>
              <a:t>- https://code.visualstudio.com/docs/python/python-tutorial</a:t>
            </a:r>
          </a:p>
          <a:p xmlns:a="http://schemas.openxmlformats.org/drawingml/2006/main">
            <a:r>
              <a:t>- https://git-scm.com/book/en/v2/Getting-Started-First-Time-Git-Setup</a:t>
            </a:r>
          </a:p>
          <a:p xmlns:a="http://schemas.openxmlformats.org/drawingml/2006/main">
            <a:r>
              <a:t>- https://docs.github.com/en/repositories/creating-and-managing-repositories/quickstart-for-repositories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Python 공식 다운로드 · interpreter 준비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https://www.python.org/downloads/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VS Code Python 튜토리얼 · 세 구성요소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https://code.visualstudio.com/docs/python/python-tutorial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Git 첫 설정 · identity와 기본 확인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https://git-scm.com/book/en/v2/Getting-Started-First-Time-Git-Setup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GitHub repository quickstart · 교육용 sandbox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https://docs.github.com/en/repositories/creating-and-managing-repositories/quickstart-for-repositories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환경 확인 네 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가상환경 명령 · macOS/Linux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가상환경 명령 · Windows PowerShell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작은 branch에서 Draft PR까지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AGENTS.md · Codex가 볼 Review 기준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https://learn.chatgpt.com/docs/third-party/github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개발환경 세팅 실습 1 · 버전 확인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개인 활동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개발환경 세팅 실습 2 · 가상환경과 interpreter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개인 활동 10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개발환경 세팅 실습 3 · notebook kernel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개인 활동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소프트웨어 실습 1 · Branch→Codex→Test→PR 준비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개인 활동 12 MIN. 5분·2분·1분 전에 남은 시간을 공지한다. 강사는 연결된 sandbox repo에서 push와 Draft PR을 시연한다. 수강생은 계정·권한·gh 설치가 준비된 경우에만 PR까지 따라 한다. 자동 리뷰는 @codex review로 요청할 수 있지만 결과는 참고 의견이며, CI와 사람의 diff 확인 뒤에만 merge한다.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실패 1 · 설치를 끝없이 붙잡는다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실패 2 · 전역 Python에 모두 설치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실패 3 · Agent에게 저장소 전체 수정 허용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재직자 · 회사 PC 제약 lane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Gate 4 · 다른 PC에서도 다시 실행할 수 있을까요?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온라인 개인 판단으로 진행한다. 발표나 공개 공유를 요구하지 않고, 질문이 있으면 채팅창에 첫 오류 또는 판단 근거 한 줄만 받는다. 강사가 대표 상황을 골라 해설한다.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차시 구분 표지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시간을 먼저 읽고, 지금 배울 내용·이해할 기준·함께 챙길 내용을 왼쪽부터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시간대 지도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필수 본편은 개념·화면·따라하기·증거다. 실패·복구와 확장은 반 속도에 맞춰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Agent 실행 루프를 나누는 네 역할 · 통합 용어표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네 용어를 개별 장표로 반복하지 않고 한 표에서 역할 차이를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처음부터 LLM을 넣지 않는 이유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Planner는 “무엇을 할까”만 결정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Validator는 안전 경계를 고정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Executor는 등록 함수만 호출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ToolResult는 성공과 실패의 공통 언어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read_public_text는 의도적으로 좁다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count_action_markers는 LLM 전 fixture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코드 읽기 순서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Run All 순서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실패 주입 순서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pytest 빨강→초록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Git checkpoint 만들기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단계별 화면 지도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화면을 보기 전에 전체 경로와 마지막 성공 신호를 먼저 공유한다.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https://jupyter.org/install</a:t>
            </a:r>
          </a:p>
          <a:p xmlns:a="http://schemas.openxmlformats.org/drawingml/2006/main">
            <a:r>
              <a:t>- https://code.visualstudio.com/docs/languages/python</a:t>
            </a:r>
          </a:p>
          <a:p xmlns:a="http://schemas.openxmlformats.org/drawingml/2006/main">
            <a:r>
              <a:t>- https://developers.openai.com/codex/cli/</a:t>
            </a:r>
          </a:p>
          <a:p xmlns:a="http://schemas.openxmlformats.org/drawingml/2006/main">
            <a:r>
              <a:t>- https://docs.anthropic.com/en/docs/claude-code/terminal-guide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Jupyter 설치 · notebook 실행기의 공식 경로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https://jupyter.org/install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VS Code Python · editor와 interpreter 연결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https://code.visualstudio.com/docs/languages/python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Codex CLI · 작은 spec으로 수정 가속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https://developers.openai.com/codex/cli/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Claude Code · 동일 repo에서 검토 루프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https://docs.anthropic.com/en/docs/claude-code/terminal-guide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규칙 기반 planner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SafeToolExecutor의 경계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파일 확장자 allowlist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중복 호출 cache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Agent event 한 건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소프트웨어 실습 1 · Notebook Run All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개인 활동 10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소프트웨어 실습 2 · 정상 도구 호출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개인 활동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소프트웨어 실습 3 · 실패 4종 재현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개인 활동 10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소프트웨어 실습 4 · pytest 전체 확인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개인 활동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실패 1 · Notebook과 module이 다른 Python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실패 2 · 첫 실패 뒤 계속 실행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실패 3 · 테스트를 통과시키려고 정책 완화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재직자 · Safe loop를 현업 tool에 매핑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Gate 5 · 14:00 점심 전 실행 증거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14:00에 정확히 점심을 시작하고 14:55 복귀를 공지한다. 점심 변경 사유와 사과는 오프닝 운영 장표에서 이미 전달했으므로 여기서는 반복하지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차시 구분 표지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시간을 먼저 읽고, 지금 배울 내용·이해할 기준·함께 챙길 내용을 왼쪽부터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시간대 지도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필수 본편은 개념·화면·따라하기·증거다. 실패·복구와 확장은 반 속도에 맞춰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모델을 교체하기 위한 네 가지 층 · 통합 용어표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네 용어를 개별 장표로 반복하지 않고 한 표에서 역할 차이를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필수 목표는 “모델 설치 성공”이 아니다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Ollama는 CLI와 localhost API 경로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LM Studio는 GUI와 OpenAI-compatible server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Jan은 desktop local API 대안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Provider adapter가 차이를 감춘다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OpenAI-compatible은 완전 동일을 뜻하지 않는다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작은 모델은 출력 계약을 더 엄격히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로컬 provider 선택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Ollama 최소 실행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Adapter 네 단계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Structured output 처리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모델 오류 분류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무료 실행의 핵심은 교체 가능한 구조 도구 선택표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툴 이름을 나열하지 않고 역할·선택 이유·대안과의 차이를 먼저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https://ollama.com/download</a:t>
            </a:r>
          </a:p>
          <a:p xmlns:a="http://schemas.openxmlformats.org/drawingml/2006/main">
            <a:r>
              <a:t>- https://ollama.com/library/qwen3</a:t>
            </a:r>
          </a:p>
          <a:p xmlns:a="http://schemas.openxmlformats.org/drawingml/2006/main">
            <a:r>
              <a:t>- https://lmstudio.ai/docs/developer/core/server</a:t>
            </a:r>
          </a:p>
          <a:p xmlns:a="http://schemas.openxmlformats.org/drawingml/2006/main">
            <a:r>
              <a:t>- https://www.jan.ai/docs/desktop/api-server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Ollama 다운로드 · OS별 설치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https://ollama.com/download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Qwen3 model library · tag 확인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https://ollama.com/library/qwen3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LM Studio · Local LLM API server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https://lmstudio.ai/docs/developer/core/server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Jan · Local API Server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https://www.jan.ai/docs/desktop/api-server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Ollama generate payload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https://docs.ollama.com/api/generate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연결 실패도 result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공통 Provider protocol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JSON parse와 schema validate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bounded repair · 한 번만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소프트웨어 실습 1 · Ollama health 확인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개인 활동 07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소프트웨어 실습 2 · LCEL Provider 호출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개인 활동 10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실행 확인 1 · 공통 contract 비교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개인 활동 07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소프트웨어 실습 3 · 깨진 JSON 복구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개인 활동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실패 1 · 큰 모델 다운로드를 기다림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실패 2 · 연결 실패를 traceback으로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실패 3 · JSON처럼 보이면 통과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재직자 · 로컬 LLM 도입 질문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Gate 6 · Local LLM이 꺼져도 계속하기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온라인 개인 판단으로 진행한다. 발표나 공개 공유를 요구하지 않고, 질문이 있으면 채팅창에 첫 오류 또는 판단 근거 한 줄만 받는다. 강사가 대표 상황을 골라 해설한다.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LangChain·LangGraph와 사람 승인</a:t>
            </a:r>
          </a:p>
          <a:p xmlns:a="http://schemas.openxmlformats.org/drawingml/2006/main">
            <a:r>
              <a:t>이 장표의 역할: 차시 구분 표지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시간을 먼저 읽고, 지금 배울 내용·이해할 기준·함께 챙길 내용을 왼쪽부터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LangChain·LangGraph와 사람 승인</a:t>
            </a:r>
          </a:p>
          <a:p xmlns:a="http://schemas.openxmlformats.org/drawingml/2006/main">
            <a:r>
              <a:t>이 장표의 역할: 시간대 지도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필수 본편은 개념·화면·따라하기·증거다. 실패·복구와 확장은 반 속도에 맞춰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LangChain·LangGraph와 사람 승인</a:t>
            </a:r>
          </a:p>
          <a:p xmlns:a="http://schemas.openxmlformats.org/drawingml/2006/main">
            <a:r>
              <a:t>이 장표의 역할: 중단과 재개를 설명하는 네 단어 · 통합 용어표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네 용어를 개별 장표로 반복하지 않고 한 표에서 역할 차이를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https://docs.langchain.com/oss/python/langgraph/persistence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LangChain·LangGraph와 사람 승인</a:t>
            </a:r>
          </a:p>
          <a:p xmlns:a="http://schemas.openxmlformats.org/drawingml/2006/main">
            <a:r>
              <a:t>이 장표의 역할: State는 다음 행동의 근거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LangChain·LangGraph와 사람 승인</a:t>
            </a:r>
          </a:p>
          <a:p xmlns:a="http://schemas.openxmlformats.org/drawingml/2006/main">
            <a:r>
              <a:t>이 장표의 역할: Node는 한 가지 책임의 함수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LangChain·LangGraph와 사람 승인</a:t>
            </a:r>
          </a:p>
          <a:p xmlns:a="http://schemas.openxmlformats.org/drawingml/2006/main">
            <a:r>
              <a:t>이 장표의 역할: Edge는 다음 node를 정하는 정책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LangChain·LangGraph와 사람 승인</a:t>
            </a:r>
          </a:p>
          <a:p xmlns:a="http://schemas.openxmlformats.org/drawingml/2006/main">
            <a:r>
              <a:t>이 장표의 역할: Checkpointer가 중단과 재개를 가능하게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LangChain·LangGraph와 사람 승인</a:t>
            </a:r>
          </a:p>
          <a:p xmlns:a="http://schemas.openxmlformats.org/drawingml/2006/main">
            <a:r>
              <a:t>이 장표의 역할: Interrupt는 “잠깐 멈춤”이 아니라 업무 상태다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공식 튜토리얼의 workflow를 보며 어디에서 중단하고 사람이 개입하는지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https://www.ibm.com/think/tutorials/human-in-the-loop-ai-agent-langraph-watsonx-ai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LangChain·LangGraph와 사람 승인</a:t>
            </a:r>
          </a:p>
          <a:p xmlns:a="http://schemas.openxmlformats.org/drawingml/2006/main">
            <a:r>
              <a:t>이 장표의 역할: Approve·Edit·Reject는 다른 event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LangChain·LangGraph와 사람 승인</a:t>
            </a:r>
          </a:p>
          <a:p xmlns:a="http://schemas.openxmlformats.org/drawingml/2006/main">
            <a:r>
              <a:t>이 장표의 역할: Retry는 일시 오류에만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LangChain·LangGraph와 사람 승인</a:t>
            </a:r>
          </a:p>
          <a:p xmlns:a="http://schemas.openxmlformats.org/drawingml/2006/main">
            <a:r>
              <a:t>이 장표의 역할: Graph 설계 순서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LangChain·LangGraph와 사람 승인</a:t>
            </a:r>
          </a:p>
          <a:p xmlns:a="http://schemas.openxmlformats.org/drawingml/2006/main">
            <a:r>
              <a:t>이 장표의 역할: 오류 routing 순서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LangChain·LangGraph와 사람 승인</a:t>
            </a:r>
          </a:p>
          <a:p xmlns:a="http://schemas.openxmlformats.org/drawingml/2006/main">
            <a:r>
              <a:t>이 장표의 역할: Human review node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LangChain·LangGraph와 사람 승인</a:t>
            </a:r>
          </a:p>
          <a:p xmlns:a="http://schemas.openxmlformats.org/drawingml/2006/main">
            <a:r>
              <a:t>이 장표의 역할: Interrupt payload 설계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LangChain·LangGraph와 사람 승인</a:t>
            </a:r>
          </a:p>
          <a:p xmlns:a="http://schemas.openxmlformats.org/drawingml/2006/main">
            <a:r>
              <a:t>이 장표의 역할: Idempotent publish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LangChain·LangGraph와 사람 승인</a:t>
            </a:r>
          </a:p>
          <a:p xmlns:a="http://schemas.openxmlformats.org/drawingml/2006/main">
            <a:r>
              <a:t>이 장표의 역할: LangGraph는 중단과 재시작을 설계한다 도구 선택표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툴 이름을 나열하지 않고 역할·선택 이유·대안과의 차이를 먼저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https://web-demo-five-sigma.vercel.app/#pipeline</a:t>
            </a:r>
          </a:p>
          <a:p xmlns:a="http://schemas.openxmlformats.org/drawingml/2006/main">
            <a:r>
              <a:t>- https://web-demo-five-sigma.vercel.app/#review</a:t>
            </a:r>
          </a:p>
          <a:p xmlns:a="http://schemas.openxmlformats.org/drawingml/2006/main">
            <a:r>
              <a:t>- https://web-demo-five-sigma.vercel.app/#result</a:t>
            </a:r>
          </a:p>
          <a:p xmlns:a="http://schemas.openxmlformats.org/drawingml/2006/main">
            <a:r>
              <a:t>- local://python312-pytest-19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LangChain·LangGraph와 사람 승인</a:t>
            </a:r>
          </a:p>
          <a:p xmlns:a="http://schemas.openxmlformats.org/drawingml/2006/main">
            <a:r>
              <a:t>이 장표의 역할: 실제 실행 · LCEL 네 단계와 Policy Check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https://web-demo-five-sigma.vercel.app/#pipeline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LangChain·LangGraph와 사람 승인</a:t>
            </a:r>
          </a:p>
          <a:p xmlns:a="http://schemas.openxmlformats.org/drawingml/2006/main">
            <a:r>
              <a:t>이 장표의 역할: 실제 실행 · interrupt payload에서 멈춤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https://web-demo-five-sigma.vercel.app/#review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LangChain·LangGraph와 사람 승인</a:t>
            </a:r>
          </a:p>
          <a:p xmlns:a="http://schemas.openxmlformats.org/drawingml/2006/main">
            <a:r>
              <a:t>이 장표의 역할: 실제 실행 · 거절은 REJECTED와 HOLD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https://web-demo-five-sigma.vercel.app/#result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LangChain·LangGraph와 사람 승인</a:t>
            </a:r>
          </a:p>
          <a:p xmlns:a="http://schemas.openxmlformats.org/drawingml/2006/main">
            <a:r>
              <a:t>이 장표의 역할: 실제 실행 · Python 3.12 test 19개 통과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local://python312-pytest-19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LangChain·LangGraph와 사람 승인</a:t>
            </a:r>
          </a:p>
          <a:p xmlns:a="http://schemas.openxmlformats.org/drawingml/2006/main">
            <a:r>
              <a:t>이 장표의 역할: 실제 WorkflowState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LangChain·LangGraph와 사람 승인</a:t>
            </a:r>
          </a:p>
          <a:p xmlns:a="http://schemas.openxmlformats.org/drawingml/2006/main">
            <a:r>
              <a:t>이 장표의 역할: 실제 조건 route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LangChain·LangGraph와 사람 승인</a:t>
            </a:r>
          </a:p>
          <a:p xmlns:a="http://schemas.openxmlformats.org/drawingml/2006/main">
            <a:r>
              <a:t>이 장표의 역할: 사람 검토에 넘기는 데이터 구조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LangChain·LangGraph와 사람 승인</a:t>
            </a:r>
          </a:p>
          <a:p xmlns:a="http://schemas.openxmlformats.org/drawingml/2006/main">
            <a:r>
              <a:t>이 장표의 역할: Command로 같은 thread 재개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LangChain·LangGraph와 사람 승인</a:t>
            </a:r>
          </a:p>
          <a:p xmlns:a="http://schemas.openxmlformats.org/drawingml/2006/main">
            <a:r>
              <a:t>이 장표의 역할: 승인 event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LangChain·LangGraph와 사람 승인</a:t>
            </a:r>
          </a:p>
          <a:p xmlns:a="http://schemas.openxmlformats.org/drawingml/2006/main">
            <a:r>
              <a:t>이 장표의 역할: 소프트웨어 실습 1 · LangChain LCEL 실행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개인 활동 07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LangChain·LangGraph와 사람 승인</a:t>
            </a:r>
          </a:p>
          <a:p xmlns:a="http://schemas.openxmlformats.org/drawingml/2006/main">
            <a:r>
              <a:t>이 장표의 역할: 소프트웨어 실습 2 · StateGraph 조립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개인 활동 07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LangChain·LangGraph와 사람 승인</a:t>
            </a:r>
          </a:p>
          <a:p xmlns:a="http://schemas.openxmlformats.org/drawingml/2006/main">
            <a:r>
              <a:t>이 장표의 역할: 소프트웨어 실습 3 · interrupt와 같은 thread 재개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개인 활동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LangChain·LangGraph와 사람 승인</a:t>
            </a:r>
          </a:p>
          <a:p xmlns:a="http://schemas.openxmlformats.org/drawingml/2006/main">
            <a:r>
              <a:t>이 장표의 역할: 소프트웨어 실습 4 · 세 결정과 웹 결과 저장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개인 활동 10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LangChain·LangGraph와 사람 승인</a:t>
            </a:r>
          </a:p>
          <a:p xmlns:a="http://schemas.openxmlformats.org/drawingml/2006/main">
            <a:r>
              <a:t>이 장표의 역할: 실패 1 · State에 모든 것을 저장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LangChain·LangGraph와 사람 승인</a:t>
            </a:r>
          </a:p>
          <a:p xmlns:a="http://schemas.openxmlformats.org/drawingml/2006/main">
            <a:r>
              <a:t>이 장표의 역할: 실패 2 · interrupt를 try/except로 감쌈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LangChain·LangGraph와 사람 승인</a:t>
            </a:r>
          </a:p>
          <a:p xmlns:a="http://schemas.openxmlformats.org/drawingml/2006/main">
            <a:r>
              <a:t>이 장표의 역할: 실패 3 · 승인 전에 외부 쓰기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LangChain·LangGraph와 사람 승인</a:t>
            </a:r>
          </a:p>
          <a:p xmlns:a="http://schemas.openxmlformats.org/drawingml/2006/main">
            <a:r>
              <a:t>이 장표의 역할: 재직자 · Human Approval 운영표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LangChain·LangGraph와 사람 승인</a:t>
            </a:r>
          </a:p>
          <a:p xmlns:a="http://schemas.openxmlformats.org/drawingml/2006/main">
            <a:r>
              <a:t>이 장표의 역할: Gate 7 · 승인 뒤 같은 요청이 다시 왔습니다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온라인 개인 판단으로 진행한다. 발표나 공개 공유를 요구하지 않고, 질문이 있으면 채팅창에 첫 오류 또는 판단 근거 한 줄만 받는다. 강사가 대표 상황을 골라 해설한다.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차시 구분 표지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시간을 먼저 읽고, 지금 배울 내용·이해할 기준·함께 챙길 내용을 왼쪽부터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시간대 지도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필수 본편은 개념·화면·따라하기·증거다. 실패·복구와 확장은 반 속도에 맞춰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관측과 배포 판단을 잇는 네 단어 · 통합 용어표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네 용어를 개별 장표로 반복하지 않고 한 표에서 역할 차이를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https://docs.langchain.com/langsmith/evaluation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Managed 회의 기능은 현업의 현재 출발점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수업의 local STT는 원리를 이해하는 최소 실습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STT 품질은 WER 하나로 끝나지 않는다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LangSmith trace는 실행의 계보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민감 데이터는 trace 전에 줄인다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Dataset이 평가 입력을 고정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전체 pipeline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STT 실행 순서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Trace 설계 순서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Dataset 구축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평가 루프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LangSmith는 배포 결정을 위한 증거다 도구 선택표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툴 이름을 나열하지 않고 역할·선택 이유·대안과의 차이를 먼저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https://github.com/SYSTRAN/faster-whisper</a:t>
            </a:r>
          </a:p>
          <a:p xmlns:a="http://schemas.openxmlformats.org/drawingml/2006/main">
            <a:r>
              <a:t>- https://github.com/ggml-org/whisper.cpp</a:t>
            </a:r>
          </a:p>
          <a:p xmlns:a="http://schemas.openxmlformats.org/drawingml/2006/main">
            <a:r>
              <a:t>- https://support.google.com/meet/answer/14754931</a:t>
            </a:r>
          </a:p>
          <a:p xmlns:a="http://schemas.openxmlformats.org/drawingml/2006/main">
            <a:r>
              <a:t>- https://docs.langchain.com/langsmith/observability</a:t>
            </a:r>
          </a:p>
          <a:p xmlns:a="http://schemas.openxmlformats.org/drawingml/2006/main">
            <a:r>
              <a:t>- https://docs.langchain.com/langsmith/evaluation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faster-whisper · Python 기반 local STT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https://github.com/SYSTRAN/faster-whisper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whisper.cpp · 경량 local 대안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https://github.com/ggml-org/whisper.cpp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Google Meet 자동 노트 · 만들기보다 통합하기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https://support.google.com/meet/answer/14754931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LangSmith observability · trace tree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https://docs.langchain.com/langsmith/observability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LangSmith evaluation · dataset과 experiment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https://docs.langchain.com/langsmith/evaluation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faster-whisper 최소 호출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https://github.com/SYSTRAN/faster-whisper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STT 품질 flag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LangSmith 환경 변수 경계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Trace metadata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결정론적 evaluator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Ideation 1 · Managed vs Local 선택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개인 활동 05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소프트웨어 실습 1 · STT quality gate 실행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개인 활동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소프트웨어 실습 2 · 로컬 trace 생성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개인 활동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소프트웨어 실습 3 · Release Gate 테스트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개인 활동 09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실패 1 · STT 결과를 정답으로 간주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실패 2 · 모든 trace에 원문 전송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실패 3 · trace만 보고 평가 완료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재직자 · 운영 dashboard 질문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17:30–18:00 · Q&amp;A와 Exit Ticket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17:30부터 30분을 Q&amp;A·실행 오류 복구·Exit Ticket에 사용한다. 여기서만 Day 1 전체 구조를 짧게 회수한다. Day2–5는 일반 점심 12:00–13:00으로 운영한다고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fbbab9689d4e2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25bcd7fe1df466e" /><Relationship Type="http://schemas.openxmlformats.org/officeDocument/2006/relationships/slideLayout" Target="/ppt/slideLayouts/slideLayout1.xml" Id="Rd4bebcf3e6564ae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4bebcf3e6564ae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9c0c734d5745be" /><Relationship Type="http://schemas.openxmlformats.org/officeDocument/2006/relationships/notesSlide" Target="/ppt/notesSlides/notesSlide1.xml" Id="R9b377d3245be4a0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b961b09133484a" /><Relationship Type="http://schemas.openxmlformats.org/officeDocument/2006/relationships/image" Target="/ppt/media/image.png" Id="R3be7a63e0a254550" /><Relationship Type="http://schemas.openxmlformats.org/officeDocument/2006/relationships/image" Target="/ppt/media/image.svg" Id="R633e0bd5b1584b6d" /><Relationship Type="http://schemas.openxmlformats.org/officeDocument/2006/relationships/notesSlide" Target="/ppt/notesSlides/notesSlide2.xml" Id="R73315e19feb5421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eb58409c1a4520" /><Relationship Type="http://schemas.openxmlformats.org/officeDocument/2006/relationships/notesSlide" Target="/ppt/notesSlides/notesSlide3.xml" Id="R8a78c615484b40b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28c81c05a84b05" /><Relationship Type="http://schemas.openxmlformats.org/officeDocument/2006/relationships/notesSlide" Target="/ppt/notesSlides/notesSlide4.xml" Id="Refc3e96eeef0427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a4e6c3e7da49e9" /><Relationship Type="http://schemas.openxmlformats.org/officeDocument/2006/relationships/notesSlide" Target="/ppt/notesSlides/notesSlide5.xml" Id="Re18a599f35e64d4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550d0c690f48e2" /><Relationship Type="http://schemas.openxmlformats.org/officeDocument/2006/relationships/image" Target="/ppt/media/image2.png" Id="R3458867b4a384df4" /><Relationship Type="http://schemas.openxmlformats.org/officeDocument/2006/relationships/image" Target="/ppt/media/image2.svg" Id="R6f637d20aba84386" /><Relationship Type="http://schemas.openxmlformats.org/officeDocument/2006/relationships/notesSlide" Target="/ppt/notesSlides/notesSlide6.xml" Id="R729a0551bb1f4cf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eb7463bec34c82" /><Relationship Type="http://schemas.openxmlformats.org/officeDocument/2006/relationships/notesSlide" Target="/ppt/notesSlides/notesSlide7.xml" Id="R66e12ab54fd74dc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9980ab8fab46dd" /><Relationship Type="http://schemas.openxmlformats.org/officeDocument/2006/relationships/image" Target="/ppt/media/image3.png" Id="R55d55c8ba1c64c48" /><Relationship Type="http://schemas.openxmlformats.org/officeDocument/2006/relationships/image" Target="/ppt/media/image3.svg" Id="R5dc1f8086a624161" /><Relationship Type="http://schemas.openxmlformats.org/officeDocument/2006/relationships/notesSlide" Target="/ppt/notesSlides/notesSlide8.xml" Id="R8183f84eaf21416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add7e0749045fc" /><Relationship Type="http://schemas.openxmlformats.org/officeDocument/2006/relationships/notesSlide" Target="/ppt/notesSlides/notesSlide9.xml" Id="Rc0e992818189490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5dce5ff92e4cc0" /><Relationship Type="http://schemas.openxmlformats.org/officeDocument/2006/relationships/notesSlide" Target="/ppt/notesSlides/notesSlide10.xml" Id="Rdcf77c3f3b004b0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2996b30edf4e9d" /><Relationship Type="http://schemas.openxmlformats.org/officeDocument/2006/relationships/notesSlide" Target="/ppt/notesSlides/notesSlide11.xml" Id="R7103aa35a3074c2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adf104a0ee4b61" /><Relationship Type="http://schemas.openxmlformats.org/officeDocument/2006/relationships/image" Target="/ppt/media/image.jpeg" Id="R2b70354f10294d5d" /><Relationship Type="http://schemas.openxmlformats.org/officeDocument/2006/relationships/notesSlide" Target="/ppt/notesSlides/notesSlide12.xml" Id="R07b4efdb5a7c46a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f8bdbfd5524f02" /><Relationship Type="http://schemas.openxmlformats.org/officeDocument/2006/relationships/image" Target="/ppt/media/image2.jpeg" Id="Ra7886bce500b40f2" /><Relationship Type="http://schemas.openxmlformats.org/officeDocument/2006/relationships/notesSlide" Target="/ppt/notesSlides/notesSlide13.xml" Id="Rbbb66cf5e654448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266a885a0f475d" /><Relationship Type="http://schemas.openxmlformats.org/officeDocument/2006/relationships/image" Target="/ppt/media/image3.jpeg" Id="Rbc4f82e3f0d447a3" /><Relationship Type="http://schemas.openxmlformats.org/officeDocument/2006/relationships/notesSlide" Target="/ppt/notesSlides/notesSlide14.xml" Id="R0ff5eea5a9f3431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99fa50d5ae4b77" /><Relationship Type="http://schemas.openxmlformats.org/officeDocument/2006/relationships/image" Target="/ppt/media/image4.jpeg" Id="Rba8c1f39850b4647" /><Relationship Type="http://schemas.openxmlformats.org/officeDocument/2006/relationships/notesSlide" Target="/ppt/notesSlides/notesSlide15.xml" Id="R4d5993526a1e4c9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4a9baa35e04054" /><Relationship Type="http://schemas.openxmlformats.org/officeDocument/2006/relationships/notesSlide" Target="/ppt/notesSlides/notesSlide16.xml" Id="R1c28c8d64f424f6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5a8e478cc74455" /><Relationship Type="http://schemas.openxmlformats.org/officeDocument/2006/relationships/notesSlide" Target="/ppt/notesSlides/notesSlide17.xml" Id="R788326b230dd4c2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92c2030cc64a7d" /><Relationship Type="http://schemas.openxmlformats.org/officeDocument/2006/relationships/notesSlide" Target="/ppt/notesSlides/notesSlide18.xml" Id="Rdf2cc428542d412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0e40c786194f69" /><Relationship Type="http://schemas.openxmlformats.org/officeDocument/2006/relationships/notesSlide" Target="/ppt/notesSlides/notesSlide19.xml" Id="R7ec233e9370545b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02088badd54cf7" /><Relationship Type="http://schemas.openxmlformats.org/officeDocument/2006/relationships/notesSlide" Target="/ppt/notesSlides/notesSlide20.xml" Id="R3d9ed8733dd2451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6fc5e255514b6d" /><Relationship Type="http://schemas.openxmlformats.org/officeDocument/2006/relationships/notesSlide" Target="/ppt/notesSlides/notesSlide21.xml" Id="R19d5c9e88d614d0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9d26a587934c13" /><Relationship Type="http://schemas.openxmlformats.org/officeDocument/2006/relationships/notesSlide" Target="/ppt/notesSlides/notesSlide22.xml" Id="Rb2a304747d3544e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44806c2a6f4df7" /><Relationship Type="http://schemas.openxmlformats.org/officeDocument/2006/relationships/notesSlide" Target="/ppt/notesSlides/notesSlide23.xml" Id="Rb2b8eef17a24482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412b045f9e452b" /><Relationship Type="http://schemas.openxmlformats.org/officeDocument/2006/relationships/notesSlide" Target="/ppt/notesSlides/notesSlide24.xml" Id="Rc119c7f6ccc34a76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1e4b84c2c74a5d" /><Relationship Type="http://schemas.openxmlformats.org/officeDocument/2006/relationships/notesSlide" Target="/ppt/notesSlides/notesSlide25.xml" Id="Rd85677c7b9af4027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dbc4c5696d4b0d" /><Relationship Type="http://schemas.openxmlformats.org/officeDocument/2006/relationships/notesSlide" Target="/ppt/notesSlides/notesSlide26.xml" Id="Rb98be2cf9f0a4e62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4ff5e373a7494e" /><Relationship Type="http://schemas.openxmlformats.org/officeDocument/2006/relationships/notesSlide" Target="/ppt/notesSlides/notesSlide27.xml" Id="R60d2d9c946324dce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b2bacb51504db2" /><Relationship Type="http://schemas.openxmlformats.org/officeDocument/2006/relationships/notesSlide" Target="/ppt/notesSlides/notesSlide28.xml" Id="Re0c0ad8e2dde4b7f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c692ae4af04fef" /><Relationship Type="http://schemas.openxmlformats.org/officeDocument/2006/relationships/notesSlide" Target="/ppt/notesSlides/notesSlide29.xml" Id="R06dda48537144f61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e61eb8616649f0" /><Relationship Type="http://schemas.openxmlformats.org/officeDocument/2006/relationships/notesSlide" Target="/ppt/notesSlides/notesSlide30.xml" Id="Re572e44887ae4861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6c98f9fdbb4e95" /><Relationship Type="http://schemas.openxmlformats.org/officeDocument/2006/relationships/notesSlide" Target="/ppt/notesSlides/notesSlide31.xml" Id="R4852712ed12d432f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07db9fac244f6c" /><Relationship Type="http://schemas.openxmlformats.org/officeDocument/2006/relationships/notesSlide" Target="/ppt/notesSlides/notesSlide32.xml" Id="Rd0dc3375162f4953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dd473338444582" /><Relationship Type="http://schemas.openxmlformats.org/officeDocument/2006/relationships/image" Target="/ppt/media/image4.png" Id="Rbabe62baf5c24adb" /><Relationship Type="http://schemas.openxmlformats.org/officeDocument/2006/relationships/image" Target="/ppt/media/image4.svg" Id="R40a44a777ad3446a" /><Relationship Type="http://schemas.openxmlformats.org/officeDocument/2006/relationships/notesSlide" Target="/ppt/notesSlides/notesSlide33.xml" Id="R45f1a70ce7254653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7710d58eee444b" /><Relationship Type="http://schemas.openxmlformats.org/officeDocument/2006/relationships/notesSlide" Target="/ppt/notesSlides/notesSlide34.xml" Id="Rc5f1bb3789f147f4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17896d77384f79" /><Relationship Type="http://schemas.openxmlformats.org/officeDocument/2006/relationships/notesSlide" Target="/ppt/notesSlides/notesSlide35.xml" Id="R4b71c40be60a4ab9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19b9755be94abf" /><Relationship Type="http://schemas.openxmlformats.org/officeDocument/2006/relationships/notesSlide" Target="/ppt/notesSlides/notesSlide36.xml" Id="R4faacd2fcbee46cf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9e0a83da3448ef" /><Relationship Type="http://schemas.openxmlformats.org/officeDocument/2006/relationships/notesSlide" Target="/ppt/notesSlides/notesSlide37.xml" Id="R622a99898a44438a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48b7c0ffbb426f" /><Relationship Type="http://schemas.openxmlformats.org/officeDocument/2006/relationships/notesSlide" Target="/ppt/notesSlides/notesSlide38.xml" Id="R620f0bedb2374bb6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d6c09aed8d457b" /><Relationship Type="http://schemas.openxmlformats.org/officeDocument/2006/relationships/notesSlide" Target="/ppt/notesSlides/notesSlide39.xml" Id="Rb93479de258f4070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d78f3c7e114faa" /><Relationship Type="http://schemas.openxmlformats.org/officeDocument/2006/relationships/notesSlide" Target="/ppt/notesSlides/notesSlide40.xml" Id="Re6692e2929ef42be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7fa49cdd354e27" /><Relationship Type="http://schemas.openxmlformats.org/officeDocument/2006/relationships/notesSlide" Target="/ppt/notesSlides/notesSlide41.xml" Id="R6160b899650d4108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85d4cc42294895" /><Relationship Type="http://schemas.openxmlformats.org/officeDocument/2006/relationships/notesSlide" Target="/ppt/notesSlides/notesSlide42.xml" Id="Rd7784c498aab4688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5e441918ec4251" /><Relationship Type="http://schemas.openxmlformats.org/officeDocument/2006/relationships/notesSlide" Target="/ppt/notesSlides/notesSlide43.xml" Id="R7b1e2d0260f94491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40ab258c2f4e2d" /><Relationship Type="http://schemas.openxmlformats.org/officeDocument/2006/relationships/notesSlide" Target="/ppt/notesSlides/notesSlide44.xml" Id="Rdf491caa6c0b461f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c553041e7e490d" /><Relationship Type="http://schemas.openxmlformats.org/officeDocument/2006/relationships/notesSlide" Target="/ppt/notesSlides/notesSlide45.xml" Id="Ra6c34fcae89247bd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55fcafe285461f" /><Relationship Type="http://schemas.openxmlformats.org/officeDocument/2006/relationships/notesSlide" Target="/ppt/notesSlides/notesSlide46.xml" Id="R7baac51224fb4819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882d066c264f46" /><Relationship Type="http://schemas.openxmlformats.org/officeDocument/2006/relationships/image" Target="/ppt/media/image5.jpeg" Id="R3a35508d650040ed" /><Relationship Type="http://schemas.openxmlformats.org/officeDocument/2006/relationships/notesSlide" Target="/ppt/notesSlides/notesSlide47.xml" Id="R5bac8fa39c814205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fd1818dd864618" /><Relationship Type="http://schemas.openxmlformats.org/officeDocument/2006/relationships/image" Target="/ppt/media/image6.jpeg" Id="Ra9651d8e7d114cc0" /><Relationship Type="http://schemas.openxmlformats.org/officeDocument/2006/relationships/notesSlide" Target="/ppt/notesSlides/notesSlide48.xml" Id="R03f596c0f08a4af1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58bbbc40f54e8f" /><Relationship Type="http://schemas.openxmlformats.org/officeDocument/2006/relationships/image" Target="/ppt/media/image7.jpeg" Id="R49303df3215b47bb" /><Relationship Type="http://schemas.openxmlformats.org/officeDocument/2006/relationships/notesSlide" Target="/ppt/notesSlides/notesSlide49.xml" Id="R9f8cf1b63341469f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80eed84a3744cb" /><Relationship Type="http://schemas.openxmlformats.org/officeDocument/2006/relationships/image" Target="/ppt/media/image8.jpeg" Id="R270e5c36273c4bc0" /><Relationship Type="http://schemas.openxmlformats.org/officeDocument/2006/relationships/notesSlide" Target="/ppt/notesSlides/notesSlide50.xml" Id="R41a326776e7a495f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46cb46d25f4b22" /><Relationship Type="http://schemas.openxmlformats.org/officeDocument/2006/relationships/notesSlide" Target="/ppt/notesSlides/notesSlide51.xml" Id="R2bfd322721b2480b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984fa098834d18" /><Relationship Type="http://schemas.openxmlformats.org/officeDocument/2006/relationships/notesSlide" Target="/ppt/notesSlides/notesSlide52.xml" Id="R680f183d202344bb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8fec6d155a4db1" /><Relationship Type="http://schemas.openxmlformats.org/officeDocument/2006/relationships/notesSlide" Target="/ppt/notesSlides/notesSlide53.xml" Id="Rcabd2cc761c84ca3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0ff060cdf74917" /><Relationship Type="http://schemas.openxmlformats.org/officeDocument/2006/relationships/notesSlide" Target="/ppt/notesSlides/notesSlide54.xml" Id="R2dd5d3e09d1f40bb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28291581db4b87" /><Relationship Type="http://schemas.openxmlformats.org/officeDocument/2006/relationships/notesSlide" Target="/ppt/notesSlides/notesSlide55.xml" Id="R8aa33f31ba7648e9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e74eb9c8604012" /><Relationship Type="http://schemas.openxmlformats.org/officeDocument/2006/relationships/notesSlide" Target="/ppt/notesSlides/notesSlide56.xml" Id="R710fecda1a0d436e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514ea2a5ee4a8b" /><Relationship Type="http://schemas.openxmlformats.org/officeDocument/2006/relationships/notesSlide" Target="/ppt/notesSlides/notesSlide57.xml" Id="R7fe9f4d354424b38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11202c8dcb4972" /><Relationship Type="http://schemas.openxmlformats.org/officeDocument/2006/relationships/notesSlide" Target="/ppt/notesSlides/notesSlide58.xml" Id="Rcf7937d18ec64dc4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432515ba924d1c" /><Relationship Type="http://schemas.openxmlformats.org/officeDocument/2006/relationships/notesSlide" Target="/ppt/notesSlides/notesSlide59.xml" Id="R9e8f313614f94a5b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8254a76e7749bb" /><Relationship Type="http://schemas.openxmlformats.org/officeDocument/2006/relationships/notesSlide" Target="/ppt/notesSlides/notesSlide60.xml" Id="R08ece9697f684703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c615855af145ea" /><Relationship Type="http://schemas.openxmlformats.org/officeDocument/2006/relationships/notesSlide" Target="/ppt/notesSlides/notesSlide61.xml" Id="R1484a7d0856e4386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7d86ee69434c7b" /><Relationship Type="http://schemas.openxmlformats.org/officeDocument/2006/relationships/notesSlide" Target="/ppt/notesSlides/notesSlide62.xml" Id="R682c01b64ca34355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733fd96ff046df" /><Relationship Type="http://schemas.openxmlformats.org/officeDocument/2006/relationships/notesSlide" Target="/ppt/notesSlides/notesSlide63.xml" Id="R07e877b1312e4a15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bf7bde6f0542db" /><Relationship Type="http://schemas.openxmlformats.org/officeDocument/2006/relationships/notesSlide" Target="/ppt/notesSlides/notesSlide64.xml" Id="R8457e0b39bb44156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cfde71950f4066" /><Relationship Type="http://schemas.openxmlformats.org/officeDocument/2006/relationships/notesSlide" Target="/ppt/notesSlides/notesSlide65.xml" Id="R24c15bb2d46f4902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ab4e9401ed4188" /><Relationship Type="http://schemas.openxmlformats.org/officeDocument/2006/relationships/notesSlide" Target="/ppt/notesSlides/notesSlide66.xml" Id="Ra53dcc00e6db4f70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8ab8e635c7488e" /><Relationship Type="http://schemas.openxmlformats.org/officeDocument/2006/relationships/notesSlide" Target="/ppt/notesSlides/notesSlide67.xml" Id="Re139f96e67c64271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02db671a994fb7" /><Relationship Type="http://schemas.openxmlformats.org/officeDocument/2006/relationships/image" Target="/ppt/media/image5.png" Id="Rd14d7758f7e644eb" /><Relationship Type="http://schemas.openxmlformats.org/officeDocument/2006/relationships/image" Target="/ppt/media/image5.svg" Id="Rd33e2cd5d0194a02" /><Relationship Type="http://schemas.openxmlformats.org/officeDocument/2006/relationships/notesSlide" Target="/ppt/notesSlides/notesSlide68.xml" Id="R253fff00fa3342f9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49ca82c6af46b9" /><Relationship Type="http://schemas.openxmlformats.org/officeDocument/2006/relationships/notesSlide" Target="/ppt/notesSlides/notesSlide69.xml" Id="R9bf4f630e69d4b8c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5065934f044aaf" /><Relationship Type="http://schemas.openxmlformats.org/officeDocument/2006/relationships/notesSlide" Target="/ppt/notesSlides/notesSlide70.xml" Id="Rc5467d14d3e146e6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21aec9d56049c1" /><Relationship Type="http://schemas.openxmlformats.org/officeDocument/2006/relationships/notesSlide" Target="/ppt/notesSlides/notesSlide71.xml" Id="R06e064e94ca6433e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bcb2557350473e" /><Relationship Type="http://schemas.openxmlformats.org/officeDocument/2006/relationships/notesSlide" Target="/ppt/notesSlides/notesSlide72.xml" Id="Rd6abd61af0294337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fac0f1b13f45eb" /><Relationship Type="http://schemas.openxmlformats.org/officeDocument/2006/relationships/notesSlide" Target="/ppt/notesSlides/notesSlide73.xml" Id="Re5875311a0e24c77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637493a06b4138" /><Relationship Type="http://schemas.openxmlformats.org/officeDocument/2006/relationships/notesSlide" Target="/ppt/notesSlides/notesSlide74.xml" Id="R63bc0b2e8e714595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a358ac3158439d" /><Relationship Type="http://schemas.openxmlformats.org/officeDocument/2006/relationships/notesSlide" Target="/ppt/notesSlides/notesSlide75.xml" Id="Rb8f781b5148b4375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2632657778407e" /><Relationship Type="http://schemas.openxmlformats.org/officeDocument/2006/relationships/notesSlide" Target="/ppt/notesSlides/notesSlide76.xml" Id="Rab5f2f7595994611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7792d05a1e4301" /><Relationship Type="http://schemas.openxmlformats.org/officeDocument/2006/relationships/notesSlide" Target="/ppt/notesSlides/notesSlide77.xml" Id="R31bc4b87a5ae408b" /></Relationships>
</file>

<file path=ppt/slides/_rels/slide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39662bb266472b" /><Relationship Type="http://schemas.openxmlformats.org/officeDocument/2006/relationships/notesSlide" Target="/ppt/notesSlides/notesSlide78.xml" Id="Rbefe2e21286243c2" /></Relationships>
</file>

<file path=ppt/slides/_rels/slide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49c8aeb7804920" /><Relationship Type="http://schemas.openxmlformats.org/officeDocument/2006/relationships/notesSlide" Target="/ppt/notesSlides/notesSlide79.xml" Id="Rd0dcb4c23435426e" /></Relationships>
</file>

<file path=ppt/slides/_rels/slide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5fed891be94b58" /><Relationship Type="http://schemas.openxmlformats.org/officeDocument/2006/relationships/notesSlide" Target="/ppt/notesSlides/notesSlide80.xml" Id="Rdc6a118320834d10" /></Relationships>
</file>

<file path=ppt/slides/_rels/slide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b0a4ddcc544ffe" /><Relationship Type="http://schemas.openxmlformats.org/officeDocument/2006/relationships/notesSlide" Target="/ppt/notesSlides/notesSlide81.xml" Id="Re7c3f1ee93544731" /></Relationships>
</file>

<file path=ppt/slides/_rels/slide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0ae10e283e429f" /><Relationship Type="http://schemas.openxmlformats.org/officeDocument/2006/relationships/image" Target="/ppt/media/image9.jpeg" Id="R21751dd12da84b0d" /><Relationship Type="http://schemas.openxmlformats.org/officeDocument/2006/relationships/notesSlide" Target="/ppt/notesSlides/notesSlide82.xml" Id="Rc3dc42b7fc484915" /></Relationships>
</file>

<file path=ppt/slides/_rels/slide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6ee5febabb4af5" /><Relationship Type="http://schemas.openxmlformats.org/officeDocument/2006/relationships/image" Target="/ppt/media/image10.jpeg" Id="Re77296c6aa3048cf" /><Relationship Type="http://schemas.openxmlformats.org/officeDocument/2006/relationships/notesSlide" Target="/ppt/notesSlides/notesSlide83.xml" Id="R62b5262832b54947" /></Relationships>
</file>

<file path=ppt/slides/_rels/slide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bec8243858402c" /><Relationship Type="http://schemas.openxmlformats.org/officeDocument/2006/relationships/image" Target="/ppt/media/image11.jpeg" Id="Rc8f414ccb9ad4880" /><Relationship Type="http://schemas.openxmlformats.org/officeDocument/2006/relationships/notesSlide" Target="/ppt/notesSlides/notesSlide84.xml" Id="R0f920c2848204c0a" /></Relationships>
</file>

<file path=ppt/slides/_rels/slide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85923c1da74319" /><Relationship Type="http://schemas.openxmlformats.org/officeDocument/2006/relationships/image" Target="/ppt/media/image12.jpeg" Id="R1e6f882d6a454d35" /><Relationship Type="http://schemas.openxmlformats.org/officeDocument/2006/relationships/notesSlide" Target="/ppt/notesSlides/notesSlide85.xml" Id="Rc0e5de57409f4714" /></Relationships>
</file>

<file path=ppt/slides/_rels/slide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0a348358904070" /><Relationship Type="http://schemas.openxmlformats.org/officeDocument/2006/relationships/notesSlide" Target="/ppt/notesSlides/notesSlide86.xml" Id="Ra8dbe939457b4284" /></Relationships>
</file>

<file path=ppt/slides/_rels/slide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34800caa264600" /><Relationship Type="http://schemas.openxmlformats.org/officeDocument/2006/relationships/notesSlide" Target="/ppt/notesSlides/notesSlide87.xml" Id="R5dcd760269c249e1" /></Relationships>
</file>

<file path=ppt/slides/_rels/slide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4a4cf80733440a" /><Relationship Type="http://schemas.openxmlformats.org/officeDocument/2006/relationships/notesSlide" Target="/ppt/notesSlides/notesSlide88.xml" Id="Rd4af107ef9264fab" /></Relationships>
</file>

<file path=ppt/slides/_rels/slide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4f174493534b72" /><Relationship Type="http://schemas.openxmlformats.org/officeDocument/2006/relationships/notesSlide" Target="/ppt/notesSlides/notesSlide89.xml" Id="R2acaf127269d423d" /></Relationships>
</file>

<file path=ppt/slides/_rels/slide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41edca2d834187" /><Relationship Type="http://schemas.openxmlformats.org/officeDocument/2006/relationships/notesSlide" Target="/ppt/notesSlides/notesSlide90.xml" Id="R8bd76666783d4176" /></Relationships>
</file>

<file path=ppt/slides/_rels/slide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bdc4126cc44899" /><Relationship Type="http://schemas.openxmlformats.org/officeDocument/2006/relationships/notesSlide" Target="/ppt/notesSlides/notesSlide91.xml" Id="Rf45eb9001a444630" /></Relationships>
</file>

<file path=ppt/slides/_rels/slide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04659cd64d47bc" /><Relationship Type="http://schemas.openxmlformats.org/officeDocument/2006/relationships/notesSlide" Target="/ppt/notesSlides/notesSlide92.xml" Id="Re8a20e8f2ec74783" /></Relationships>
</file>

<file path=ppt/slides/_rels/slide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fdf4a25c374b61" /><Relationship Type="http://schemas.openxmlformats.org/officeDocument/2006/relationships/notesSlide" Target="/ppt/notesSlides/notesSlide93.xml" Id="R7a25063024e14287" /></Relationships>
</file>

<file path=ppt/slides/_rels/slide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b82db8395f46bf" /><Relationship Type="http://schemas.openxmlformats.org/officeDocument/2006/relationships/notesSlide" Target="/ppt/notesSlides/notesSlide94.xml" Id="Raba86a737e79495b" /></Relationships>
</file>

<file path=ppt/slides/_rels/slide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f8771d834c4fbe" /><Relationship Type="http://schemas.openxmlformats.org/officeDocument/2006/relationships/notesSlide" Target="/ppt/notesSlides/notesSlide95.xml" Id="Rdaea2a5f8cef413a" /></Relationships>
</file>

<file path=ppt/slides/_rels/slide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0a2b16db514a5b" /><Relationship Type="http://schemas.openxmlformats.org/officeDocument/2006/relationships/notesSlide" Target="/ppt/notesSlides/notesSlide96.xml" Id="Ra4442ba6eb3f4530" /></Relationships>
</file>

<file path=ppt/slides/_rels/slide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7f34ca8d8b4528" /><Relationship Type="http://schemas.openxmlformats.org/officeDocument/2006/relationships/notesSlide" Target="/ppt/notesSlides/notesSlide97.xml" Id="Rf82c5204336d4f1c" /></Relationships>
</file>

<file path=ppt/slides/_rels/slide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c817de9fb34a3c" /><Relationship Type="http://schemas.openxmlformats.org/officeDocument/2006/relationships/notesSlide" Target="/ppt/notesSlides/notesSlide98.xml" Id="R6286e6927f92487d" /></Relationships>
</file>

<file path=ppt/slides/_rels/slide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8fedfbb79d4b11" /><Relationship Type="http://schemas.openxmlformats.org/officeDocument/2006/relationships/notesSlide" Target="/ppt/notesSlides/notesSlide99.xml" Id="R3b2486d0461a44af" /></Relationships>
</file>

<file path=ppt/slides/_rels/slide1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14f6436a604431" /><Relationship Type="http://schemas.openxmlformats.org/officeDocument/2006/relationships/notesSlide" Target="/ppt/notesSlides/notesSlide100.xml" Id="Rec3fb26a077047cf" /></Relationships>
</file>

<file path=ppt/slides/_rels/slide1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b37da2f9584707" /><Relationship Type="http://schemas.openxmlformats.org/officeDocument/2006/relationships/notesSlide" Target="/ppt/notesSlides/notesSlide101.xml" Id="R851811f03a5e4237" /></Relationships>
</file>

<file path=ppt/slides/_rels/slide1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35b7a6d4474ec4" /><Relationship Type="http://schemas.openxmlformats.org/officeDocument/2006/relationships/notesSlide" Target="/ppt/notesSlides/notesSlide102.xml" Id="Rde47325edf5845e6" /></Relationships>
</file>

<file path=ppt/slides/_rels/slide1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3cb01fad464d62" /><Relationship Type="http://schemas.openxmlformats.org/officeDocument/2006/relationships/image" Target="/ppt/media/image6.png" Id="R0b411e5bb8d244be" /><Relationship Type="http://schemas.openxmlformats.org/officeDocument/2006/relationships/image" Target="/ppt/media/image6.svg" Id="R71c5d69cc2e24523" /><Relationship Type="http://schemas.openxmlformats.org/officeDocument/2006/relationships/notesSlide" Target="/ppt/notesSlides/notesSlide103.xml" Id="Ra85fd9de2b5240fb" /></Relationships>
</file>

<file path=ppt/slides/_rels/slide1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2e75e403f24bf2" /><Relationship Type="http://schemas.openxmlformats.org/officeDocument/2006/relationships/notesSlide" Target="/ppt/notesSlides/notesSlide104.xml" Id="Rf66088515070449b" /></Relationships>
</file>

<file path=ppt/slides/_rels/slide1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5ee26287c845ae" /><Relationship Type="http://schemas.openxmlformats.org/officeDocument/2006/relationships/notesSlide" Target="/ppt/notesSlides/notesSlide105.xml" Id="Re090fa5957dc46bd" /></Relationships>
</file>

<file path=ppt/slides/_rels/slide1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6a7a11a33e47d5" /><Relationship Type="http://schemas.openxmlformats.org/officeDocument/2006/relationships/notesSlide" Target="/ppt/notesSlides/notesSlide106.xml" Id="R41e3810931594134" /></Relationships>
</file>

<file path=ppt/slides/_rels/slide1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0f7065f64f482c" /><Relationship Type="http://schemas.openxmlformats.org/officeDocument/2006/relationships/notesSlide" Target="/ppt/notesSlides/notesSlide107.xml" Id="R44702bcaf9e34739" /></Relationships>
</file>

<file path=ppt/slides/_rels/slide1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0089ca8a664049" /><Relationship Type="http://schemas.openxmlformats.org/officeDocument/2006/relationships/notesSlide" Target="/ppt/notesSlides/notesSlide108.xml" Id="Rcaa8a9938f184a91" /></Relationships>
</file>

<file path=ppt/slides/_rels/slide1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0d698cbcb4455c" /><Relationship Type="http://schemas.openxmlformats.org/officeDocument/2006/relationships/notesSlide" Target="/ppt/notesSlides/notesSlide109.xml" Id="Ra4b8ef1374874f8c" /></Relationships>
</file>

<file path=ppt/slides/_rels/slide1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e5f9e0d51d487b" /><Relationship Type="http://schemas.openxmlformats.org/officeDocument/2006/relationships/notesSlide" Target="/ppt/notesSlides/notesSlide110.xml" Id="R832cdeabadeb48eb" /></Relationships>
</file>

<file path=ppt/slides/_rels/slide1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00f22446c943bc" /><Relationship Type="http://schemas.openxmlformats.org/officeDocument/2006/relationships/notesSlide" Target="/ppt/notesSlides/notesSlide111.xml" Id="R0a18335cd9694e2b" /></Relationships>
</file>

<file path=ppt/slides/_rels/slide1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0d134592294b71" /><Relationship Type="http://schemas.openxmlformats.org/officeDocument/2006/relationships/notesSlide" Target="/ppt/notesSlides/notesSlide112.xml" Id="R7c4ac0d7cb6a4fae" /></Relationships>
</file>

<file path=ppt/slides/_rels/slide1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65e1e61cb3480a" /><Relationship Type="http://schemas.openxmlformats.org/officeDocument/2006/relationships/notesSlide" Target="/ppt/notesSlides/notesSlide113.xml" Id="Rc646f7ff185d451e" /></Relationships>
</file>

<file path=ppt/slides/_rels/slide1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a190e6576f4d4a" /><Relationship Type="http://schemas.openxmlformats.org/officeDocument/2006/relationships/notesSlide" Target="/ppt/notesSlides/notesSlide114.xml" Id="R0f4925a3a5ce4dc1" /></Relationships>
</file>

<file path=ppt/slides/_rels/slide1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6802afb3c941bf" /><Relationship Type="http://schemas.openxmlformats.org/officeDocument/2006/relationships/notesSlide" Target="/ppt/notesSlides/notesSlide115.xml" Id="R9019ed665ccb4f18" /></Relationships>
</file>

<file path=ppt/slides/_rels/slide1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d323714ba4458f" /><Relationship Type="http://schemas.openxmlformats.org/officeDocument/2006/relationships/notesSlide" Target="/ppt/notesSlides/notesSlide116.xml" Id="R7f54a51731ae49bb" /></Relationships>
</file>

<file path=ppt/slides/_rels/slide1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976a1a3ed8400c" /><Relationship Type="http://schemas.openxmlformats.org/officeDocument/2006/relationships/image" Target="/ppt/media/image13.jpeg" Id="R3c0b916ec338492e" /><Relationship Type="http://schemas.openxmlformats.org/officeDocument/2006/relationships/notesSlide" Target="/ppt/notesSlides/notesSlide117.xml" Id="R1167481757bd46de" /></Relationships>
</file>

<file path=ppt/slides/_rels/slide1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8a1c99dbfe4244" /><Relationship Type="http://schemas.openxmlformats.org/officeDocument/2006/relationships/image" Target="/ppt/media/image14.jpeg" Id="Rde59737110864af3" /><Relationship Type="http://schemas.openxmlformats.org/officeDocument/2006/relationships/notesSlide" Target="/ppt/notesSlides/notesSlide118.xml" Id="Rf658bd3f79a74f25" /></Relationships>
</file>

<file path=ppt/slides/_rels/slide1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0d02f1f00147a6" /><Relationship Type="http://schemas.openxmlformats.org/officeDocument/2006/relationships/image" Target="/ppt/media/image15.jpeg" Id="Rc1c7aa406dce4e22" /><Relationship Type="http://schemas.openxmlformats.org/officeDocument/2006/relationships/notesSlide" Target="/ppt/notesSlides/notesSlide119.xml" Id="Re922ff8ac0c1413e" /></Relationships>
</file>

<file path=ppt/slides/_rels/slide1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de71ae4e2842bc" /><Relationship Type="http://schemas.openxmlformats.org/officeDocument/2006/relationships/image" Target="/ppt/media/image16.jpeg" Id="Ra81c313d0a184d32" /><Relationship Type="http://schemas.openxmlformats.org/officeDocument/2006/relationships/notesSlide" Target="/ppt/notesSlides/notesSlide120.xml" Id="Rfa22b85f0ca342ea" /></Relationships>
</file>

<file path=ppt/slides/_rels/slide1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09b0f391b14195" /><Relationship Type="http://schemas.openxmlformats.org/officeDocument/2006/relationships/notesSlide" Target="/ppt/notesSlides/notesSlide121.xml" Id="R1793bd4ad0914378" /></Relationships>
</file>

<file path=ppt/slides/_rels/slide1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1fb0fd0ea1434c" /><Relationship Type="http://schemas.openxmlformats.org/officeDocument/2006/relationships/notesSlide" Target="/ppt/notesSlides/notesSlide122.xml" Id="Rc573e52bc0a14353" /></Relationships>
</file>

<file path=ppt/slides/_rels/slide1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7e943426074610" /><Relationship Type="http://schemas.openxmlformats.org/officeDocument/2006/relationships/notesSlide" Target="/ppt/notesSlides/notesSlide123.xml" Id="Rd2243016b8db4924" /></Relationships>
</file>

<file path=ppt/slides/_rels/slide1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4932aafa4742b3" /><Relationship Type="http://schemas.openxmlformats.org/officeDocument/2006/relationships/notesSlide" Target="/ppt/notesSlides/notesSlide124.xml" Id="R44e1768f2e1f43b7" /></Relationships>
</file>

<file path=ppt/slides/_rels/slide1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0e49c9d49d4692" /><Relationship Type="http://schemas.openxmlformats.org/officeDocument/2006/relationships/notesSlide" Target="/ppt/notesSlides/notesSlide125.xml" Id="R9f0775e0437843cf" /></Relationships>
</file>

<file path=ppt/slides/_rels/slide1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830ca9baa645b7" /><Relationship Type="http://schemas.openxmlformats.org/officeDocument/2006/relationships/notesSlide" Target="/ppt/notesSlides/notesSlide126.xml" Id="R023d83c6c39b46b0" /></Relationships>
</file>

<file path=ppt/slides/_rels/slide1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65b374fa48474e" /><Relationship Type="http://schemas.openxmlformats.org/officeDocument/2006/relationships/notesSlide" Target="/ppt/notesSlides/notesSlide127.xml" Id="Rf055bec8b7194c25" /></Relationships>
</file>

<file path=ppt/slides/_rels/slide1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8d080f22fc4709" /><Relationship Type="http://schemas.openxmlformats.org/officeDocument/2006/relationships/notesSlide" Target="/ppt/notesSlides/notesSlide128.xml" Id="R39a59e23f6f9409a" /></Relationships>
</file>

<file path=ppt/slides/_rels/slide1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30b4a617404a13" /><Relationship Type="http://schemas.openxmlformats.org/officeDocument/2006/relationships/notesSlide" Target="/ppt/notesSlides/notesSlide129.xml" Id="R98cbc28f4e494242" /></Relationships>
</file>

<file path=ppt/slides/_rels/slide1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a1222619884ba2" /><Relationship Type="http://schemas.openxmlformats.org/officeDocument/2006/relationships/notesSlide" Target="/ppt/notesSlides/notesSlide130.xml" Id="R4b4b1caa41bf48b2" /></Relationships>
</file>

<file path=ppt/slides/_rels/slide1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0eb50162be4172" /><Relationship Type="http://schemas.openxmlformats.org/officeDocument/2006/relationships/notesSlide" Target="/ppt/notesSlides/notesSlide131.xml" Id="R004faa1a263d42fe" /></Relationships>
</file>

<file path=ppt/slides/_rels/slide1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09a73ea850489e" /><Relationship Type="http://schemas.openxmlformats.org/officeDocument/2006/relationships/notesSlide" Target="/ppt/notesSlides/notesSlide132.xml" Id="Rdc255a76e2fa4d67" /></Relationships>
</file>

<file path=ppt/slides/_rels/slide1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85310bda68490a" /><Relationship Type="http://schemas.openxmlformats.org/officeDocument/2006/relationships/notesSlide" Target="/ppt/notesSlides/notesSlide133.xml" Id="R1dfc9a6573584b99" /></Relationships>
</file>

<file path=ppt/slides/_rels/slide1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32f8b046cf4ea5" /><Relationship Type="http://schemas.openxmlformats.org/officeDocument/2006/relationships/notesSlide" Target="/ppt/notesSlides/notesSlide134.xml" Id="R2dc7233c38a74f6e" /></Relationships>
</file>

<file path=ppt/slides/_rels/slide1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91f368f4bc41f3" /><Relationship Type="http://schemas.openxmlformats.org/officeDocument/2006/relationships/notesSlide" Target="/ppt/notesSlides/notesSlide135.xml" Id="Raf9c6a860e6b4dfd" /></Relationships>
</file>

<file path=ppt/slides/_rels/slide1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47424c98f9464b" /><Relationship Type="http://schemas.openxmlformats.org/officeDocument/2006/relationships/notesSlide" Target="/ppt/notesSlides/notesSlide136.xml" Id="R66b92bd908594386" /></Relationships>
</file>

<file path=ppt/slides/_rels/slide1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81ac7955af4dd1" /><Relationship Type="http://schemas.openxmlformats.org/officeDocument/2006/relationships/notesSlide" Target="/ppt/notesSlides/notesSlide137.xml" Id="R1d6cab8cc3e14d4f" /></Relationships>
</file>

<file path=ppt/slides/_rels/slide1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ea001796ec488f" /><Relationship Type="http://schemas.openxmlformats.org/officeDocument/2006/relationships/image" Target="/ppt/media/image7.png" Id="R888381b339ad4ef7" /><Relationship Type="http://schemas.openxmlformats.org/officeDocument/2006/relationships/image" Target="/ppt/media/image7.svg" Id="R7477515eca8e4d9f" /><Relationship Type="http://schemas.openxmlformats.org/officeDocument/2006/relationships/notesSlide" Target="/ppt/notesSlides/notesSlide138.xml" Id="R084b0fb37f9d4099" /></Relationships>
</file>

<file path=ppt/slides/_rels/slide1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3be67039854bf7" /><Relationship Type="http://schemas.openxmlformats.org/officeDocument/2006/relationships/notesSlide" Target="/ppt/notesSlides/notesSlide139.xml" Id="R5ec24061b5ad4d43" /></Relationships>
</file>

<file path=ppt/slides/_rels/slide1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bb9e4e22ff4d62" /><Relationship Type="http://schemas.openxmlformats.org/officeDocument/2006/relationships/notesSlide" Target="/ppt/notesSlides/notesSlide140.xml" Id="R0835c087ce904a03" /></Relationships>
</file>

<file path=ppt/slides/_rels/slide1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fa460d351b419d" /><Relationship Type="http://schemas.openxmlformats.org/officeDocument/2006/relationships/notesSlide" Target="/ppt/notesSlides/notesSlide141.xml" Id="Re90aa349a28a460c" /></Relationships>
</file>

<file path=ppt/slides/_rels/slide1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ef730d41c646e1" /><Relationship Type="http://schemas.openxmlformats.org/officeDocument/2006/relationships/notesSlide" Target="/ppt/notesSlides/notesSlide142.xml" Id="R6176bdf128c64da9" /></Relationships>
</file>

<file path=ppt/slides/_rels/slide1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63a23b73dd4f79" /><Relationship Type="http://schemas.openxmlformats.org/officeDocument/2006/relationships/notesSlide" Target="/ppt/notesSlides/notesSlide143.xml" Id="Racff4837a9da4c7c" /></Relationships>
</file>

<file path=ppt/slides/_rels/slide1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944ade6a0d4e78" /><Relationship Type="http://schemas.openxmlformats.org/officeDocument/2006/relationships/notesSlide" Target="/ppt/notesSlides/notesSlide144.xml" Id="Rb1f0d09cd7cb46f9" /></Relationships>
</file>

<file path=ppt/slides/_rels/slide1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eed8e6659f4fc1" /><Relationship Type="http://schemas.openxmlformats.org/officeDocument/2006/relationships/notesSlide" Target="/ppt/notesSlides/notesSlide145.xml" Id="R9fdf4045002f4eaa" /></Relationships>
</file>

<file path=ppt/slides/_rels/slide1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051348bbf34310" /><Relationship Type="http://schemas.openxmlformats.org/officeDocument/2006/relationships/notesSlide" Target="/ppt/notesSlides/notesSlide146.xml" Id="R644443a1e0d9427e" /></Relationships>
</file>

<file path=ppt/slides/_rels/slide1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49410500654a9f" /><Relationship Type="http://schemas.openxmlformats.org/officeDocument/2006/relationships/notesSlide" Target="/ppt/notesSlides/notesSlide147.xml" Id="Rf7ccae91857147c4" /></Relationships>
</file>

<file path=ppt/slides/_rels/slide1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3148f3e33d45a0" /><Relationship Type="http://schemas.openxmlformats.org/officeDocument/2006/relationships/notesSlide" Target="/ppt/notesSlides/notesSlide148.xml" Id="R06c420cc25d247f8" /></Relationships>
</file>

<file path=ppt/slides/_rels/slide1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f37cd6c42b4bb3" /><Relationship Type="http://schemas.openxmlformats.org/officeDocument/2006/relationships/notesSlide" Target="/ppt/notesSlides/notesSlide149.xml" Id="Rf5561639b0fd4e72" /></Relationships>
</file>

<file path=ppt/slides/_rels/slide1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7901bd1f6d419e" /><Relationship Type="http://schemas.openxmlformats.org/officeDocument/2006/relationships/notesSlide" Target="/ppt/notesSlides/notesSlide150.xml" Id="R5ffb85d660264117" /></Relationships>
</file>

<file path=ppt/slides/_rels/slide1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0e9aa12d8741d7" /><Relationship Type="http://schemas.openxmlformats.org/officeDocument/2006/relationships/image" Target="/ppt/media/image17.jpeg" Id="Rb730bf5460794088" /><Relationship Type="http://schemas.openxmlformats.org/officeDocument/2006/relationships/notesSlide" Target="/ppt/notesSlides/notesSlide151.xml" Id="Rcecc1e675ec94f5d" /></Relationships>
</file>

<file path=ppt/slides/_rels/slide1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c5b34692464471" /><Relationship Type="http://schemas.openxmlformats.org/officeDocument/2006/relationships/image" Target="/ppt/media/image18.jpeg" Id="R0c97c1d7b8d24593" /><Relationship Type="http://schemas.openxmlformats.org/officeDocument/2006/relationships/notesSlide" Target="/ppt/notesSlides/notesSlide152.xml" Id="R331792e32ac347e2" /></Relationships>
</file>

<file path=ppt/slides/_rels/slide1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861b4161ac49eb" /><Relationship Type="http://schemas.openxmlformats.org/officeDocument/2006/relationships/image" Target="/ppt/media/image19.jpeg" Id="Rec82fb6d37c14e78" /><Relationship Type="http://schemas.openxmlformats.org/officeDocument/2006/relationships/notesSlide" Target="/ppt/notesSlides/notesSlide153.xml" Id="Ra9fa8a10fc034244" /></Relationships>
</file>

<file path=ppt/slides/_rels/slide1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d6f3fefd384132" /><Relationship Type="http://schemas.openxmlformats.org/officeDocument/2006/relationships/image" Target="/ppt/media/image20.jpeg" Id="R13a6c6dccfff4ca6" /><Relationship Type="http://schemas.openxmlformats.org/officeDocument/2006/relationships/notesSlide" Target="/ppt/notesSlides/notesSlide154.xml" Id="R34076d4192314e30" /></Relationships>
</file>

<file path=ppt/slides/_rels/slide1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cd80c7d85a49be" /><Relationship Type="http://schemas.openxmlformats.org/officeDocument/2006/relationships/notesSlide" Target="/ppt/notesSlides/notesSlide155.xml" Id="Ra31b4a33809841f2" /></Relationships>
</file>

<file path=ppt/slides/_rels/slide1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e1c36d2b7f4168" /><Relationship Type="http://schemas.openxmlformats.org/officeDocument/2006/relationships/notesSlide" Target="/ppt/notesSlides/notesSlide156.xml" Id="R294aaef474fa488e" /></Relationships>
</file>

<file path=ppt/slides/_rels/slide1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2be3623c5e4c0e" /><Relationship Type="http://schemas.openxmlformats.org/officeDocument/2006/relationships/notesSlide" Target="/ppt/notesSlides/notesSlide157.xml" Id="R430be06311624215" /></Relationships>
</file>

<file path=ppt/slides/_rels/slide1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7ad11fc39641cf" /><Relationship Type="http://schemas.openxmlformats.org/officeDocument/2006/relationships/notesSlide" Target="/ppt/notesSlides/notesSlide158.xml" Id="R89725fba6f7c4397" /></Relationships>
</file>

<file path=ppt/slides/_rels/slide1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0a2e1b78ac44da" /><Relationship Type="http://schemas.openxmlformats.org/officeDocument/2006/relationships/notesSlide" Target="/ppt/notesSlides/notesSlide159.xml" Id="R151a0c5dc726456c" /></Relationships>
</file>

<file path=ppt/slides/_rels/slide1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ba70c52435481b" /><Relationship Type="http://schemas.openxmlformats.org/officeDocument/2006/relationships/notesSlide" Target="/ppt/notesSlides/notesSlide160.xml" Id="R410c32d56a214c0e" /></Relationships>
</file>

<file path=ppt/slides/_rels/slide1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18e4adc25d4e7e" /><Relationship Type="http://schemas.openxmlformats.org/officeDocument/2006/relationships/notesSlide" Target="/ppt/notesSlides/notesSlide161.xml" Id="R0e66f95c8c584d27" /></Relationships>
</file>

<file path=ppt/slides/_rels/slide1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d106ccbbad433b" /><Relationship Type="http://schemas.openxmlformats.org/officeDocument/2006/relationships/notesSlide" Target="/ppt/notesSlides/notesSlide162.xml" Id="R35e8b4ff51f84fcc" /></Relationships>
</file>

<file path=ppt/slides/_rels/slide1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f7f6ec60e54ef6" /><Relationship Type="http://schemas.openxmlformats.org/officeDocument/2006/relationships/notesSlide" Target="/ppt/notesSlides/notesSlide163.xml" Id="Rf9895d1431bc4f37" /></Relationships>
</file>

<file path=ppt/slides/_rels/slide1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d866ee32304db9" /><Relationship Type="http://schemas.openxmlformats.org/officeDocument/2006/relationships/notesSlide" Target="/ppt/notesSlides/notesSlide164.xml" Id="Rbd4eb13babf84f84" /></Relationships>
</file>

<file path=ppt/slides/_rels/slide1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e6241ce39a434d" /><Relationship Type="http://schemas.openxmlformats.org/officeDocument/2006/relationships/notesSlide" Target="/ppt/notesSlides/notesSlide165.xml" Id="Re186fa41b8a84df2" /></Relationships>
</file>

<file path=ppt/slides/_rels/slide1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b58a8d25da4128" /><Relationship Type="http://schemas.openxmlformats.org/officeDocument/2006/relationships/notesSlide" Target="/ppt/notesSlides/notesSlide166.xml" Id="R2796af27a3b1477f" /></Relationships>
</file>

<file path=ppt/slides/_rels/slide1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4d26c0ec034a55" /><Relationship Type="http://schemas.openxmlformats.org/officeDocument/2006/relationships/notesSlide" Target="/ppt/notesSlides/notesSlide167.xml" Id="Ra10fa341b44c4fcd" /></Relationships>
</file>

<file path=ppt/slides/_rels/slide1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ca3d4853cf4535" /><Relationship Type="http://schemas.openxmlformats.org/officeDocument/2006/relationships/notesSlide" Target="/ppt/notesSlides/notesSlide168.xml" Id="R3cdd9f87408c4dbc" /></Relationships>
</file>

<file path=ppt/slides/_rels/slide1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46a2a9ee294efb" /><Relationship Type="http://schemas.openxmlformats.org/officeDocument/2006/relationships/notesSlide" Target="/ppt/notesSlides/notesSlide169.xml" Id="R2239443a219145b6" /></Relationships>
</file>

<file path=ppt/slides/_rels/slide1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deb990e5f94a5f" /><Relationship Type="http://schemas.openxmlformats.org/officeDocument/2006/relationships/notesSlide" Target="/ppt/notesSlides/notesSlide170.xml" Id="R050c5dea015948fe" /></Relationships>
</file>

<file path=ppt/slides/_rels/slide1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1d984ae8cc4591" /><Relationship Type="http://schemas.openxmlformats.org/officeDocument/2006/relationships/notesSlide" Target="/ppt/notesSlides/notesSlide171.xml" Id="R340faca4399540be" /></Relationships>
</file>

<file path=ppt/slides/_rels/slide1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f815b021af4f97" /><Relationship Type="http://schemas.openxmlformats.org/officeDocument/2006/relationships/image" Target="/ppt/media/image8.png" Id="R6ab788318048440a" /><Relationship Type="http://schemas.openxmlformats.org/officeDocument/2006/relationships/image" Target="/ppt/media/image8.svg" Id="R5bf6a6480d93432b" /><Relationship Type="http://schemas.openxmlformats.org/officeDocument/2006/relationships/notesSlide" Target="/ppt/notesSlides/notesSlide172.xml" Id="Rc8903b734b9244b9" /></Relationships>
</file>

<file path=ppt/slides/_rels/slide1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79451c35024872" /><Relationship Type="http://schemas.openxmlformats.org/officeDocument/2006/relationships/notesSlide" Target="/ppt/notesSlides/notesSlide173.xml" Id="Reb67faef6aee4c4c" /></Relationships>
</file>

<file path=ppt/slides/_rels/slide1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0206fe9ffc46ea" /><Relationship Type="http://schemas.openxmlformats.org/officeDocument/2006/relationships/notesSlide" Target="/ppt/notesSlides/notesSlide174.xml" Id="R11a4ab85f9e749ac" /></Relationships>
</file>

<file path=ppt/slides/_rels/slide1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6243174d8d4278" /><Relationship Type="http://schemas.openxmlformats.org/officeDocument/2006/relationships/notesSlide" Target="/ppt/notesSlides/notesSlide175.xml" Id="Rf84aea0713f44895" /></Relationships>
</file>

<file path=ppt/slides/_rels/slide1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1e14a6bce44b78" /><Relationship Type="http://schemas.openxmlformats.org/officeDocument/2006/relationships/notesSlide" Target="/ppt/notesSlides/notesSlide176.xml" Id="R4c0f1b4b427c40ce" /></Relationships>
</file>

<file path=ppt/slides/_rels/slide1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6786bf7a8b482d" /><Relationship Type="http://schemas.openxmlformats.org/officeDocument/2006/relationships/notesSlide" Target="/ppt/notesSlides/notesSlide177.xml" Id="Rc5a324c1df2244f1" /></Relationships>
</file>

<file path=ppt/slides/_rels/slide1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e95acabe134047" /><Relationship Type="http://schemas.openxmlformats.org/officeDocument/2006/relationships/notesSlide" Target="/ppt/notesSlides/notesSlide178.xml" Id="Redef5052877149da" /></Relationships>
</file>

<file path=ppt/slides/_rels/slide1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c485d8329b492e" /><Relationship Type="http://schemas.openxmlformats.org/officeDocument/2006/relationships/notesSlide" Target="/ppt/notesSlides/notesSlide179.xml" Id="Re08343e59b1a4490" /></Relationships>
</file>

<file path=ppt/slides/_rels/slide1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1edea4b2654ad7" /><Relationship Type="http://schemas.openxmlformats.org/officeDocument/2006/relationships/notesSlide" Target="/ppt/notesSlides/notesSlide180.xml" Id="Rb06c2ce765714bf3" /></Relationships>
</file>

<file path=ppt/slides/_rels/slide1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15c841b8c547c5" /><Relationship Type="http://schemas.openxmlformats.org/officeDocument/2006/relationships/notesSlide" Target="/ppt/notesSlides/notesSlide181.xml" Id="R992b07a6214c4920" /></Relationships>
</file>

<file path=ppt/slides/_rels/slide1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8f622bad0e49af" /><Relationship Type="http://schemas.openxmlformats.org/officeDocument/2006/relationships/notesSlide" Target="/ppt/notesSlides/notesSlide182.xml" Id="R690cee41d5764503" /></Relationships>
</file>

<file path=ppt/slides/_rels/slide1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e721f0420a4f8b" /><Relationship Type="http://schemas.openxmlformats.org/officeDocument/2006/relationships/notesSlide" Target="/ppt/notesSlides/notesSlide183.xml" Id="R4584b4fff5344e24" /></Relationships>
</file>

<file path=ppt/slides/_rels/slide1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8153a7d4fb41fb" /><Relationship Type="http://schemas.openxmlformats.org/officeDocument/2006/relationships/notesSlide" Target="/ppt/notesSlides/notesSlide184.xml" Id="Rb90f21f3879e438b" /></Relationships>
</file>

<file path=ppt/slides/_rels/slide1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7e6b8b45ca4ee7" /><Relationship Type="http://schemas.openxmlformats.org/officeDocument/2006/relationships/image" Target="/ppt/media/image21.jpeg" Id="R5e880d0ae8d246c4" /><Relationship Type="http://schemas.openxmlformats.org/officeDocument/2006/relationships/notesSlide" Target="/ppt/notesSlides/notesSlide185.xml" Id="R10ecb381eadb4f23" /></Relationships>
</file>

<file path=ppt/slides/_rels/slide1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041eabcf1141aa" /><Relationship Type="http://schemas.openxmlformats.org/officeDocument/2006/relationships/image" Target="/ppt/media/image22.jpeg" Id="R05bbae6fd5564b5c" /><Relationship Type="http://schemas.openxmlformats.org/officeDocument/2006/relationships/notesSlide" Target="/ppt/notesSlides/notesSlide186.xml" Id="R204d6eadb4f44dc6" /></Relationships>
</file>

<file path=ppt/slides/_rels/slide1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6779f1530646fd" /><Relationship Type="http://schemas.openxmlformats.org/officeDocument/2006/relationships/image" Target="/ppt/media/image23.jpeg" Id="Ra06d64834c5c4310" /><Relationship Type="http://schemas.openxmlformats.org/officeDocument/2006/relationships/notesSlide" Target="/ppt/notesSlides/notesSlide187.xml" Id="R8a36f106f78d40eb" /></Relationships>
</file>

<file path=ppt/slides/_rels/slide1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34d551e2eb48dc" /><Relationship Type="http://schemas.openxmlformats.org/officeDocument/2006/relationships/image" Target="/ppt/media/image24.jpeg" Id="R1615c85d5324498e" /><Relationship Type="http://schemas.openxmlformats.org/officeDocument/2006/relationships/notesSlide" Target="/ppt/notesSlides/notesSlide188.xml" Id="R0ed6176c43444892" /></Relationships>
</file>

<file path=ppt/slides/_rels/slide1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dad25b956546d0" /><Relationship Type="http://schemas.openxmlformats.org/officeDocument/2006/relationships/notesSlide" Target="/ppt/notesSlides/notesSlide189.xml" Id="Rf26ec56fa7294c0a" /></Relationships>
</file>

<file path=ppt/slides/_rels/slide1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510c78bd6748a3" /><Relationship Type="http://schemas.openxmlformats.org/officeDocument/2006/relationships/notesSlide" Target="/ppt/notesSlides/notesSlide190.xml" Id="R0ee1f1900d794fec" /></Relationships>
</file>

<file path=ppt/slides/_rels/slide1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3c5831c71f4b3c" /><Relationship Type="http://schemas.openxmlformats.org/officeDocument/2006/relationships/notesSlide" Target="/ppt/notesSlides/notesSlide191.xml" Id="R8fb053f239d843a2" /></Relationships>
</file>

<file path=ppt/slides/_rels/slide1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5e452817094105" /><Relationship Type="http://schemas.openxmlformats.org/officeDocument/2006/relationships/notesSlide" Target="/ppt/notesSlides/notesSlide192.xml" Id="Rf748bdae96c64f4c" /></Relationships>
</file>

<file path=ppt/slides/_rels/slide1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4e10efced24a84" /><Relationship Type="http://schemas.openxmlformats.org/officeDocument/2006/relationships/notesSlide" Target="/ppt/notesSlides/notesSlide193.xml" Id="Rfbfb05f608cb48a7" /></Relationships>
</file>

<file path=ppt/slides/_rels/slide1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2ad8613401420c" /><Relationship Type="http://schemas.openxmlformats.org/officeDocument/2006/relationships/notesSlide" Target="/ppt/notesSlides/notesSlide194.xml" Id="Rd2e9f75d6092444a" /></Relationships>
</file>

<file path=ppt/slides/_rels/slide1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728124dc834e51" /><Relationship Type="http://schemas.openxmlformats.org/officeDocument/2006/relationships/notesSlide" Target="/ppt/notesSlides/notesSlide195.xml" Id="R4bfc574c054d45b7" /></Relationships>
</file>

<file path=ppt/slides/_rels/slide1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6dbb0ca5504824" /><Relationship Type="http://schemas.openxmlformats.org/officeDocument/2006/relationships/notesSlide" Target="/ppt/notesSlides/notesSlide196.xml" Id="R96ad2e3ca8cf45dc" /></Relationships>
</file>

<file path=ppt/slides/_rels/slide1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ce71268f0c4a57" /><Relationship Type="http://schemas.openxmlformats.org/officeDocument/2006/relationships/notesSlide" Target="/ppt/notesSlides/notesSlide197.xml" Id="R5344c2a49e3b4ff2" /></Relationships>
</file>

<file path=ppt/slides/_rels/slide1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1ef75d1e604af4" /><Relationship Type="http://schemas.openxmlformats.org/officeDocument/2006/relationships/notesSlide" Target="/ppt/notesSlides/notesSlide198.xml" Id="R289de00cb4204039" /></Relationships>
</file>

<file path=ppt/slides/_rels/slide1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9d53a41f534c0c" /><Relationship Type="http://schemas.openxmlformats.org/officeDocument/2006/relationships/notesSlide" Target="/ppt/notesSlides/notesSlide199.xml" Id="R9bb2b66e6f314f75" /></Relationships>
</file>

<file path=ppt/slides/_rels/slide2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94b61828204f9c" /><Relationship Type="http://schemas.openxmlformats.org/officeDocument/2006/relationships/notesSlide" Target="/ppt/notesSlides/notesSlide200.xml" Id="Rebdbeac1369c4d6a" /></Relationships>
</file>

<file path=ppt/slides/_rels/slide2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d8cc0279c348d8" /><Relationship Type="http://schemas.openxmlformats.org/officeDocument/2006/relationships/notesSlide" Target="/ppt/notesSlides/notesSlide201.xml" Id="R9bf55cae0c634a04" /></Relationships>
</file>

<file path=ppt/slides/_rels/slide2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a4694f4c9642a8" /><Relationship Type="http://schemas.openxmlformats.org/officeDocument/2006/relationships/notesSlide" Target="/ppt/notesSlides/notesSlide202.xml" Id="Rb2b7f75b1b154817" /></Relationships>
</file>

<file path=ppt/slides/_rels/slide2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86d42ba13e40b2" /><Relationship Type="http://schemas.openxmlformats.org/officeDocument/2006/relationships/notesSlide" Target="/ppt/notesSlides/notesSlide203.xml" Id="R4ed8c86653664393" /></Relationships>
</file>

<file path=ppt/slides/_rels/slide2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747dd0d13b4c91" /><Relationship Type="http://schemas.openxmlformats.org/officeDocument/2006/relationships/notesSlide" Target="/ppt/notesSlides/notesSlide204.xml" Id="R857b3bda03e142ea" /></Relationships>
</file>

<file path=ppt/slides/_rels/slide2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9574fcacd142fd" /><Relationship Type="http://schemas.openxmlformats.org/officeDocument/2006/relationships/notesSlide" Target="/ppt/notesSlides/notesSlide205.xml" Id="R3f9c2efe30ef4090" /></Relationships>
</file>

<file path=ppt/slides/_rels/slide2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3220e9ea5e4a68" /><Relationship Type="http://schemas.openxmlformats.org/officeDocument/2006/relationships/image" Target="/ppt/media/image9.png" Id="R34e4f0b72491417d" /><Relationship Type="http://schemas.openxmlformats.org/officeDocument/2006/relationships/image" Target="/ppt/media/image9.svg" Id="Rc171b66c09a3414c" /><Relationship Type="http://schemas.openxmlformats.org/officeDocument/2006/relationships/notesSlide" Target="/ppt/notesSlides/notesSlide206.xml" Id="R7d9718e35d1d4755" /></Relationships>
</file>

<file path=ppt/slides/_rels/slide2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9ba7f5f54d42a0" /><Relationship Type="http://schemas.openxmlformats.org/officeDocument/2006/relationships/notesSlide" Target="/ppt/notesSlides/notesSlide207.xml" Id="Rc859d230892f4d7f" /></Relationships>
</file>

<file path=ppt/slides/_rels/slide2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085af1238f4124" /><Relationship Type="http://schemas.openxmlformats.org/officeDocument/2006/relationships/notesSlide" Target="/ppt/notesSlides/notesSlide208.xml" Id="Rb8dfb9c5f7554662" /></Relationships>
</file>

<file path=ppt/slides/_rels/slide2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e5b30246f74a6e" /><Relationship Type="http://schemas.openxmlformats.org/officeDocument/2006/relationships/notesSlide" Target="/ppt/notesSlides/notesSlide209.xml" Id="R966dcbf8c07e472b" /></Relationships>
</file>

<file path=ppt/slides/_rels/slide2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df0657b07c4045" /><Relationship Type="http://schemas.openxmlformats.org/officeDocument/2006/relationships/image" Target="/ppt/media/image10.png" Id="R0f78594b37684972" /><Relationship Type="http://schemas.openxmlformats.org/officeDocument/2006/relationships/notesSlide" Target="/ppt/notesSlides/notesSlide210.xml" Id="R0c6e216c4cd44f18" /></Relationships>
</file>

<file path=ppt/slides/_rels/slide2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946d6f158f4061" /><Relationship Type="http://schemas.openxmlformats.org/officeDocument/2006/relationships/notesSlide" Target="/ppt/notesSlides/notesSlide211.xml" Id="R93c5d147c43e40e0" /></Relationships>
</file>

<file path=ppt/slides/_rels/slide2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f00f8e6cb34999" /><Relationship Type="http://schemas.openxmlformats.org/officeDocument/2006/relationships/notesSlide" Target="/ppt/notesSlides/notesSlide212.xml" Id="Rafbfe432fc2b461b" /></Relationships>
</file>

<file path=ppt/slides/_rels/slide2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690f2245424750" /><Relationship Type="http://schemas.openxmlformats.org/officeDocument/2006/relationships/notesSlide" Target="/ppt/notesSlides/notesSlide213.xml" Id="R8274aa172592452f" /></Relationships>
</file>

<file path=ppt/slides/_rels/slide2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0cbb759bba44c5" /><Relationship Type="http://schemas.openxmlformats.org/officeDocument/2006/relationships/notesSlide" Target="/ppt/notesSlides/notesSlide214.xml" Id="R1ecc510046b745c9" /></Relationships>
</file>

<file path=ppt/slides/_rels/slide2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cfe88b3d6b4bb6" /><Relationship Type="http://schemas.openxmlformats.org/officeDocument/2006/relationships/notesSlide" Target="/ppt/notesSlides/notesSlide215.xml" Id="R86c44f66073b4684" /></Relationships>
</file>

<file path=ppt/slides/_rels/slide2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c0048853354434" /><Relationship Type="http://schemas.openxmlformats.org/officeDocument/2006/relationships/notesSlide" Target="/ppt/notesSlides/notesSlide216.xml" Id="Rdc3adc2ae7c44e30" /></Relationships>
</file>

<file path=ppt/slides/_rels/slide2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0d6902bff94a47" /><Relationship Type="http://schemas.openxmlformats.org/officeDocument/2006/relationships/notesSlide" Target="/ppt/notesSlides/notesSlide217.xml" Id="R468f8d92f6934788" /></Relationships>
</file>

<file path=ppt/slides/_rels/slide2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23dedeb3ea4a6f" /><Relationship Type="http://schemas.openxmlformats.org/officeDocument/2006/relationships/notesSlide" Target="/ppt/notesSlides/notesSlide218.xml" Id="R95431cc1befd4604" /></Relationships>
</file>

<file path=ppt/slides/_rels/slide2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467e19863d4a8f" /><Relationship Type="http://schemas.openxmlformats.org/officeDocument/2006/relationships/image" Target="/ppt/media/image25.jpeg" Id="R96b747d56b344cf3" /><Relationship Type="http://schemas.openxmlformats.org/officeDocument/2006/relationships/notesSlide" Target="/ppt/notesSlides/notesSlide219.xml" Id="R46f86052acbf4bae" /></Relationships>
</file>

<file path=ppt/slides/_rels/slide2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819086a9e34f57" /><Relationship Type="http://schemas.openxmlformats.org/officeDocument/2006/relationships/image" Target="/ppt/media/image26.jpeg" Id="R74c86e2bc777453a" /><Relationship Type="http://schemas.openxmlformats.org/officeDocument/2006/relationships/notesSlide" Target="/ppt/notesSlides/notesSlide220.xml" Id="R725b5f51662b4ef4" /></Relationships>
</file>

<file path=ppt/slides/_rels/slide2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b88c3d43004f3d" /><Relationship Type="http://schemas.openxmlformats.org/officeDocument/2006/relationships/image" Target="/ppt/media/image27.jpeg" Id="R10dd2205530e4592" /><Relationship Type="http://schemas.openxmlformats.org/officeDocument/2006/relationships/notesSlide" Target="/ppt/notesSlides/notesSlide221.xml" Id="R5c9729e126ff49e8" /></Relationships>
</file>

<file path=ppt/slides/_rels/slide2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308a49c598422e" /><Relationship Type="http://schemas.openxmlformats.org/officeDocument/2006/relationships/image" Target="/ppt/media/image28.jpeg" Id="R6c6ff3fb873f485d" /><Relationship Type="http://schemas.openxmlformats.org/officeDocument/2006/relationships/notesSlide" Target="/ppt/notesSlides/notesSlide222.xml" Id="Rb87e8e9c48334b19" /></Relationships>
</file>

<file path=ppt/slides/_rels/slide2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6712ec42d548b6" /><Relationship Type="http://schemas.openxmlformats.org/officeDocument/2006/relationships/notesSlide" Target="/ppt/notesSlides/notesSlide223.xml" Id="Rca4572374c9d4198" /></Relationships>
</file>

<file path=ppt/slides/_rels/slide2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ff57e9bc7242ef" /><Relationship Type="http://schemas.openxmlformats.org/officeDocument/2006/relationships/notesSlide" Target="/ppt/notesSlides/notesSlide224.xml" Id="Rfd5b04b9079846f1" /></Relationships>
</file>

<file path=ppt/slides/_rels/slide2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fcbb74cf6d4b4f" /><Relationship Type="http://schemas.openxmlformats.org/officeDocument/2006/relationships/notesSlide" Target="/ppt/notesSlides/notesSlide225.xml" Id="R3a2b7a6f8de042cb" /></Relationships>
</file>

<file path=ppt/slides/_rels/slide2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4b1ee35c024173" /><Relationship Type="http://schemas.openxmlformats.org/officeDocument/2006/relationships/notesSlide" Target="/ppt/notesSlides/notesSlide226.xml" Id="R308a10e9fb5844c7" /></Relationships>
</file>

<file path=ppt/slides/_rels/slide2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8fa77b3e2e413b" /><Relationship Type="http://schemas.openxmlformats.org/officeDocument/2006/relationships/notesSlide" Target="/ppt/notesSlides/notesSlide227.xml" Id="R8c95a787a50f4253" /></Relationships>
</file>

<file path=ppt/slides/_rels/slide2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62701292d04b43" /><Relationship Type="http://schemas.openxmlformats.org/officeDocument/2006/relationships/notesSlide" Target="/ppt/notesSlides/notesSlide228.xml" Id="Rfa45647debf14cd2" /></Relationships>
</file>

<file path=ppt/slides/_rels/slide2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9982a7f89243f8" /><Relationship Type="http://schemas.openxmlformats.org/officeDocument/2006/relationships/notesSlide" Target="/ppt/notesSlides/notesSlide229.xml" Id="R1800e540ba894a06" /></Relationships>
</file>

<file path=ppt/slides/_rels/slide2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fcd4795a3d4417" /><Relationship Type="http://schemas.openxmlformats.org/officeDocument/2006/relationships/notesSlide" Target="/ppt/notesSlides/notesSlide230.xml" Id="R541ab71983454f0d" /></Relationships>
</file>

<file path=ppt/slides/_rels/slide2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7cc282ea844ee5" /><Relationship Type="http://schemas.openxmlformats.org/officeDocument/2006/relationships/notesSlide" Target="/ppt/notesSlides/notesSlide231.xml" Id="R09afd83a623c4d98" /></Relationships>
</file>

<file path=ppt/slides/_rels/slide2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1aa7d1f9a745d8" /><Relationship Type="http://schemas.openxmlformats.org/officeDocument/2006/relationships/notesSlide" Target="/ppt/notesSlides/notesSlide232.xml" Id="R3d75cdb0f709489c" /></Relationships>
</file>

<file path=ppt/slides/_rels/slide2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d7d05d08d745d1" /><Relationship Type="http://schemas.openxmlformats.org/officeDocument/2006/relationships/notesSlide" Target="/ppt/notesSlides/notesSlide233.xml" Id="R8c04c605248948b5" /></Relationships>
</file>

<file path=ppt/slides/_rels/slide2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361081428c4acf" /><Relationship Type="http://schemas.openxmlformats.org/officeDocument/2006/relationships/notesSlide" Target="/ppt/notesSlides/notesSlide234.xml" Id="R2dff401a71bc4293" /></Relationships>
</file>

<file path=ppt/slides/_rels/slide2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602d041d5041a2" /><Relationship Type="http://schemas.openxmlformats.org/officeDocument/2006/relationships/notesSlide" Target="/ppt/notesSlides/notesSlide235.xml" Id="R0c27576f20dd4f0f" /></Relationships>
</file>

<file path=ppt/slides/_rels/slide2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dfe04b96c340af" /><Relationship Type="http://schemas.openxmlformats.org/officeDocument/2006/relationships/notesSlide" Target="/ppt/notesSlides/notesSlide236.xml" Id="R4e2ee0956746429b" /></Relationships>
</file>

<file path=ppt/slides/_rels/slide2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8b4a26617242fd" /><Relationship Type="http://schemas.openxmlformats.org/officeDocument/2006/relationships/notesSlide" Target="/ppt/notesSlides/notesSlide237.xml" Id="R47d9cd91f98e4906" /></Relationships>
</file>

<file path=ppt/slides/_rels/slide2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b9a60ddca944b2" /><Relationship Type="http://schemas.openxmlformats.org/officeDocument/2006/relationships/notesSlide" Target="/ppt/notesSlides/notesSlide238.xml" Id="R391b0dcba6f94012" /></Relationships>
</file>

<file path=ppt/slides/_rels/slide2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5c365f56694cf0" /><Relationship Type="http://schemas.openxmlformats.org/officeDocument/2006/relationships/notesSlide" Target="/ppt/notesSlides/notesSlide239.xml" Id="R359b59d1375e466c" /></Relationships>
</file>

<file path=ppt/slides/_rels/slide2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c3be7f355e4466" /><Relationship Type="http://schemas.openxmlformats.org/officeDocument/2006/relationships/image" Target="/ppt/media/image11.png" Id="R1ee5baad225e418d" /><Relationship Type="http://schemas.openxmlformats.org/officeDocument/2006/relationships/image" Target="/ppt/media/image10.svg" Id="R10e061ddbdb14360" /><Relationship Type="http://schemas.openxmlformats.org/officeDocument/2006/relationships/notesSlide" Target="/ppt/notesSlides/notesSlide240.xml" Id="Rc9a42c7b788a48c7" /></Relationships>
</file>

<file path=ppt/slides/_rels/slide2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6d736745314e02" /><Relationship Type="http://schemas.openxmlformats.org/officeDocument/2006/relationships/notesSlide" Target="/ppt/notesSlides/notesSlide241.xml" Id="R99f44963536140a6" /></Relationships>
</file>

<file path=ppt/slides/_rels/slide2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aae44186054c70" /><Relationship Type="http://schemas.openxmlformats.org/officeDocument/2006/relationships/notesSlide" Target="/ppt/notesSlides/notesSlide242.xml" Id="R496e117262b34a10" /></Relationships>
</file>

<file path=ppt/slides/_rels/slide2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295b64f9d94530" /><Relationship Type="http://schemas.openxmlformats.org/officeDocument/2006/relationships/notesSlide" Target="/ppt/notesSlides/notesSlide243.xml" Id="Rdb640f88217d4b92" /></Relationships>
</file>

<file path=ppt/slides/_rels/slide2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eb4b309242490a" /><Relationship Type="http://schemas.openxmlformats.org/officeDocument/2006/relationships/notesSlide" Target="/ppt/notesSlides/notesSlide244.xml" Id="Rc7a319a28a6e4b84" /></Relationships>
</file>

<file path=ppt/slides/_rels/slide2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24f430afa147b3" /><Relationship Type="http://schemas.openxmlformats.org/officeDocument/2006/relationships/notesSlide" Target="/ppt/notesSlides/notesSlide245.xml" Id="Rc637e5aa07524941" /></Relationships>
</file>

<file path=ppt/slides/_rels/slide2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b89d19b8814a42" /><Relationship Type="http://schemas.openxmlformats.org/officeDocument/2006/relationships/notesSlide" Target="/ppt/notesSlides/notesSlide246.xml" Id="Rde64160f9b26424b" /></Relationships>
</file>

<file path=ppt/slides/_rels/slide2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e9c91a58d14428" /><Relationship Type="http://schemas.openxmlformats.org/officeDocument/2006/relationships/notesSlide" Target="/ppt/notesSlides/notesSlide247.xml" Id="R57c72d1cab1b4088" /></Relationships>
</file>

<file path=ppt/slides/_rels/slide2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2467ad46494b44" /><Relationship Type="http://schemas.openxmlformats.org/officeDocument/2006/relationships/notesSlide" Target="/ppt/notesSlides/notesSlide248.xml" Id="R8a59528465d14c6d" /></Relationships>
</file>

<file path=ppt/slides/_rels/slide2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51508b83a34cb9" /><Relationship Type="http://schemas.openxmlformats.org/officeDocument/2006/relationships/notesSlide" Target="/ppt/notesSlides/notesSlide249.xml" Id="R4ea2e72c0ebe49e4" /></Relationships>
</file>

<file path=ppt/slides/_rels/slide2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b9fe898c134f29" /><Relationship Type="http://schemas.openxmlformats.org/officeDocument/2006/relationships/notesSlide" Target="/ppt/notesSlides/notesSlide250.xml" Id="Rd06476d53eb54a43" /></Relationships>
</file>

<file path=ppt/slides/_rels/slide2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67777a92cb44ca" /><Relationship Type="http://schemas.openxmlformats.org/officeDocument/2006/relationships/notesSlide" Target="/ppt/notesSlides/notesSlide251.xml" Id="Rbfd938771616472e" /></Relationships>
</file>

<file path=ppt/slides/_rels/slide2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666bba845141eb" /><Relationship Type="http://schemas.openxmlformats.org/officeDocument/2006/relationships/image" Target="/ppt/media/image29.jpeg" Id="Rd707b829e6d54704" /><Relationship Type="http://schemas.openxmlformats.org/officeDocument/2006/relationships/notesSlide" Target="/ppt/notesSlides/notesSlide252.xml" Id="R18f1d5362c224ffb" /></Relationships>
</file>

<file path=ppt/slides/_rels/slide2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597499dd6d43f3" /><Relationship Type="http://schemas.openxmlformats.org/officeDocument/2006/relationships/image" Target="/ppt/media/image30.jpeg" Id="R6fa3a1e95bba443e" /><Relationship Type="http://schemas.openxmlformats.org/officeDocument/2006/relationships/notesSlide" Target="/ppt/notesSlides/notesSlide253.xml" Id="Re2471a2247f248be" /></Relationships>
</file>

<file path=ppt/slides/_rels/slide2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44bd4dff19486a" /><Relationship Type="http://schemas.openxmlformats.org/officeDocument/2006/relationships/image" Target="/ppt/media/image31.jpeg" Id="Re35d51dd00df4e46" /><Relationship Type="http://schemas.openxmlformats.org/officeDocument/2006/relationships/notesSlide" Target="/ppt/notesSlides/notesSlide254.xml" Id="R04a6b59c164443ef" /></Relationships>
</file>

<file path=ppt/slides/_rels/slide2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fbc1aa485d4bb1" /><Relationship Type="http://schemas.openxmlformats.org/officeDocument/2006/relationships/image" Target="/ppt/media/image32.jpeg" Id="R864272e2e68d4bf2" /><Relationship Type="http://schemas.openxmlformats.org/officeDocument/2006/relationships/notesSlide" Target="/ppt/notesSlides/notesSlide255.xml" Id="Rf12274c4b84a43cd" /></Relationships>
</file>

<file path=ppt/slides/_rels/slide2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fbcdc92cea4aa4" /><Relationship Type="http://schemas.openxmlformats.org/officeDocument/2006/relationships/image" Target="/ppt/media/image33.jpeg" Id="R83cb8f0606a446f5" /><Relationship Type="http://schemas.openxmlformats.org/officeDocument/2006/relationships/notesSlide" Target="/ppt/notesSlides/notesSlide256.xml" Id="R1976d556abe041b0" /></Relationships>
</file>

<file path=ppt/slides/_rels/slide2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7d704dfb4c4049" /><Relationship Type="http://schemas.openxmlformats.org/officeDocument/2006/relationships/notesSlide" Target="/ppt/notesSlides/notesSlide257.xml" Id="R210ec683918844b2" /></Relationships>
</file>

<file path=ppt/slides/_rels/slide2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f25c0b645d4d25" /><Relationship Type="http://schemas.openxmlformats.org/officeDocument/2006/relationships/notesSlide" Target="/ppt/notesSlides/notesSlide258.xml" Id="Rc9784be81b9c482a" /></Relationships>
</file>

<file path=ppt/slides/_rels/slide2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32f3f6151e477f" /><Relationship Type="http://schemas.openxmlformats.org/officeDocument/2006/relationships/notesSlide" Target="/ppt/notesSlides/notesSlide259.xml" Id="Ra3de27c7596f4ee3" /></Relationships>
</file>

<file path=ppt/slides/_rels/slide2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d4ce47bc52469f" /><Relationship Type="http://schemas.openxmlformats.org/officeDocument/2006/relationships/notesSlide" Target="/ppt/notesSlides/notesSlide260.xml" Id="R827952aa430041f1" /></Relationships>
</file>

<file path=ppt/slides/_rels/slide2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0aef48371044eb" /><Relationship Type="http://schemas.openxmlformats.org/officeDocument/2006/relationships/notesSlide" Target="/ppt/notesSlides/notesSlide261.xml" Id="R02037b9d05274555" /></Relationships>
</file>

<file path=ppt/slides/_rels/slide2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33887879cd4097" /><Relationship Type="http://schemas.openxmlformats.org/officeDocument/2006/relationships/notesSlide" Target="/ppt/notesSlides/notesSlide262.xml" Id="Rb032320a7ef641d7" /></Relationships>
</file>

<file path=ppt/slides/_rels/slide2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0c68417cf440ee" /><Relationship Type="http://schemas.openxmlformats.org/officeDocument/2006/relationships/notesSlide" Target="/ppt/notesSlides/notesSlide263.xml" Id="R4549ed4d18c348a8" /></Relationships>
</file>

<file path=ppt/slides/_rels/slide2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ac8970b7f145a1" /><Relationship Type="http://schemas.openxmlformats.org/officeDocument/2006/relationships/notesSlide" Target="/ppt/notesSlides/notesSlide264.xml" Id="R5e3bf46938de4dc7" /></Relationships>
</file>

<file path=ppt/slides/_rels/slide2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a0a2de9da84bdd" /><Relationship Type="http://schemas.openxmlformats.org/officeDocument/2006/relationships/notesSlide" Target="/ppt/notesSlides/notesSlide265.xml" Id="R5c326b9efae34cab" /></Relationships>
</file>

<file path=ppt/slides/_rels/slide2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9dd1bb7ee8426e" /><Relationship Type="http://schemas.openxmlformats.org/officeDocument/2006/relationships/notesSlide" Target="/ppt/notesSlides/notesSlide266.xml" Id="R644247f6f0eb4659" /></Relationships>
</file>

<file path=ppt/slides/_rels/slide2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2725e2ecc54e36" /><Relationship Type="http://schemas.openxmlformats.org/officeDocument/2006/relationships/notesSlide" Target="/ppt/notesSlides/notesSlide267.xml" Id="R0af50889f6204412" /></Relationships>
</file>

<file path=ppt/slides/_rels/slide2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03a7f7b5584144" /><Relationship Type="http://schemas.openxmlformats.org/officeDocument/2006/relationships/notesSlide" Target="/ppt/notesSlides/notesSlide268.xml" Id="R3a12b365eb614fa0" /></Relationships>
</file>

<file path=ppt/slides/_rels/slide2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3245bee74b4a16" /><Relationship Type="http://schemas.openxmlformats.org/officeDocument/2006/relationships/notesSlide" Target="/ppt/notesSlides/notesSlide269.xml" Id="R44b536ab62fc4585" /></Relationships>
</file>

<file path=ppt/slides/_rels/slide2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ec7fb01a8b483a" /><Relationship Type="http://schemas.openxmlformats.org/officeDocument/2006/relationships/image" Target="/ppt/media/image12.png" Id="R0054ae972ee8404d" /><Relationship Type="http://schemas.openxmlformats.org/officeDocument/2006/relationships/image" Target="/ppt/media/image11.svg" Id="R07c6f4c866f14aa9" /><Relationship Type="http://schemas.openxmlformats.org/officeDocument/2006/relationships/notesSlide" Target="/ppt/notesSlides/notesSlide270.xml" Id="R870cb36ae4db4a4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1414B0D-E524-4844-87D6-2174567C2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CB8981-E112-4E98-B1ED-FBF2815D7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4770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IPA · 40H PROJECT BASED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67911E-52C0-4E76-8766-8BE3AF289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668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09:00-09:50 · 1일차 1차시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996AB9-3919-4439-A73D-615B6A194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10096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4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4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LLM Agent &amp;</a:t>
            </a:r>
          </a:p>
          <a:p xmlns:a="http://schemas.openxmlformats.org/drawingml/2006/main">
            <a:pPr algn="l">
              <a:lnSpc>
                <a:spcPct val="94000"/>
              </a:lnSpc>
              <a:buNone/>
              <a:defRPr sz="4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4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646D52-D047-4908-9790-B6EC30C01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57550"/>
            <a:ext cx="971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E0E0E0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1">
                <a:solidFill>
                  <a:srgbClr val="E0E0E0"/>
                </a:solidFill>
                <a:latin typeface="Nanum Gothic"/>
                <a:ea typeface="Nanum Gothic"/>
                <a:cs typeface="Nanum Gothic"/>
              </a:rPr>
              <a:t>답을 잘하는 AI에서, 일을 끝내는 Workflow로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C0CB3A-A1FE-4542-98B4-D377474BF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33800"/>
            <a:ext cx="971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Agent와 문제 정의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EF6F4A-1B48-4DA5-8A15-12CE21D11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57650"/>
            <a:ext cx="1038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C7C7C7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C7C7C7"/>
                </a:solidFill>
                <a:latin typeface="Nanum Gothic"/>
                <a:ea typeface="Nanum Gothic"/>
                <a:cs typeface="Nanum Gothic"/>
              </a:rPr>
              <a:t>09:00-09:12 강의 · 09:12-09:20 강사 시연 · 09:20-09:42 개인 Ideation · 09:42-09:50 확인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43F8F5-67AA-4A71-ACFE-83F33E0CF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3467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DC109B-9308-45DF-9EE1-F113D4092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24350"/>
            <a:ext cx="3200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지금 배우는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12C301-83DB-4065-8B9B-D9C09772A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52950"/>
            <a:ext cx="3467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E6B5AA-2ABB-4EEA-B462-B06BA82A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29150"/>
            <a:ext cx="320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Chatbot과 Agent의 차이 · 자동화 범위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1C1A56-8FB1-49BE-88AF-AF1CD9F3A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267200"/>
            <a:ext cx="4095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593449-17A0-4A03-A6C7-ADBA41CC4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324350"/>
            <a:ext cx="3829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이 차시에서 이해할 것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1CDB94-5D74-47BE-99D1-F9D6F4B40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5295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0919B3-0853-444A-B917-3CC77AC6D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629150"/>
            <a:ext cx="3829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모델보다 먼저 입력·결과·금지 행동을 정한다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AEE2DF-7870-4667-AF6C-71665DC41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267200"/>
            <a:ext cx="2838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2E6129-88C5-494A-92C8-58134DC13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2435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함께 챙길 내용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620590-3A73-464C-8210-F42BFD069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552950"/>
            <a:ext cx="2838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D05966-746D-47B4-8D6F-97173D3CC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629150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자동화할 일 한 문장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109EB3-01B0-470D-974D-3A0799256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29250"/>
            <a:ext cx="723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차성재 · 무신사 Agentic AI Side PM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서울시립대·아주대 AI 겸임교수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1D1242-157F-45A2-A449-B56A9EA13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505450"/>
            <a:ext cx="3162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4000"/>
              </a:lnSpc>
              <a:buNone/>
              <a:defRPr sz="1050" b="1">
                <a:solidFill>
                  <a:srgbClr val="C7C7C7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C7C7C7"/>
                </a:solidFill>
                <a:latin typeface="Nanum Gothic"/>
                <a:ea typeface="Nanum Gothic"/>
                <a:cs typeface="Nanum Gothic"/>
              </a:rPr>
              <a:t>2026.08.23 SUN</a:t>
            </a:r>
          </a:p>
          <a:p xmlns:a="http://schemas.openxmlformats.org/drawingml/2006/main">
            <a:pPr algn="r">
              <a:lnSpc>
                <a:spcPct val="124000"/>
              </a:lnSpc>
              <a:buNone/>
              <a:defRPr sz="1050" b="1">
                <a:solidFill>
                  <a:srgbClr val="C7C7C7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C7C7C7"/>
                </a:solidFill>
                <a:latin typeface="Nanum Gothic"/>
                <a:ea typeface="Nanum Gothic"/>
                <a:cs typeface="Nanum Gothic"/>
              </a:rPr>
              <a:t>09:00-18:00 · LUNCH 14:00-15:00</a:t>
            </a:r>
          </a:p>
        </p:txBody>
      </p:sp>
    </p:spTree>
    <p:extLst>
      <p:ext uri="{BB962C8B-B14F-4D97-AF65-F5344CB8AC3E}">
        <p14:creationId xmlns:p14="http://schemas.microsoft.com/office/powerpoint/2010/main" val="209340935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6AC9310-8907-4DA6-8C81-2F6C7EE8D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DAY 1 · 운영 안내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651347-7FD4-4719-8F2A-4386E83D3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첫날은 점심시간이 14시입니다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15AD57-0250-48F1-86B6-474E04264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89991E-53BA-4912-A89E-92D6C42F5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4705AC-BAE0-413C-B857-915EC570B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37197C-4528-4169-9F12-9AFA605C4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002</a:t>
            </a:r>
          </a:p>
        </p:txBody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e7a63e0a254550">
            <a:extLst>
              <a:ext uri="{96DAC541-7B7A-43D3-8B79-37D633B846F1}">
                <asvg:svgBlip xmlns:asvg="http://schemas.microsoft.com/office/drawing/2016/SVG/main" r:embed="R633e0bd5b1584b6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420350" y="685800"/>
            <a:ext cx="819150" cy="819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293A6E-8F5C-4487-A669-4A1596D12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28750"/>
            <a:ext cx="923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강사의 오후 주요 일정으로 이번 주만 1시간 점심시간을 14:00-15:00에 운영합니다.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AD0038-706F-4B3A-AA99-67B451E56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10553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D8ED75-3512-45CF-92F8-D0D8A4E31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95500"/>
            <a:ext cx="1017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11:30-12:00 쉬는 시간에는 빠른 점심 또는 간식을 미리 드시길 권합니다.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0617D8-1D09-4D3C-875C-F18F42979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71750"/>
            <a:ext cx="1055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12-13시에 점심시간을 드리지 못하게 되었습니다. 불편을 드려 죄송합니다. ㅠ.ㅠ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FEB9E7-CF71-449A-BF57-EABD43E2A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28950"/>
            <a:ext cx="1543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AF1203-5DD8-4322-9C67-B6B5541AF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76575"/>
            <a:ext cx="1543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09:00-12:00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15EF6E-3458-4A21-B055-65C2F9F30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057525"/>
            <a:ext cx="1352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1-3차시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B74EB4-2C13-4C44-B5AD-F30594E9A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05752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09:00-11:30 수업 (11:30-12:00 쉬는 시간)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6B6FEA-6B3C-451F-BFCD-AA5E5BF0C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57525"/>
            <a:ext cx="2343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빠른 점심·간식 권장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F15FA0-6748-4A38-A5FB-BE847201E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457575"/>
            <a:ext cx="872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71B353-4CA7-42E2-8548-33F6CB3F6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81400"/>
            <a:ext cx="1543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99E02B-E4B6-4D84-BCBE-F3F494A57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29025"/>
            <a:ext cx="1543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12:00-14:00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97F37C-B80E-4335-9477-44763CEB2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609975"/>
            <a:ext cx="1352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4-5차시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447EEF-D3BC-449A-806E-6E68983C0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6099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12:00-13:40 수업 (13:40-14:00 쉬는 시간)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3BBD65-8198-442C-914A-E445EB136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609975"/>
            <a:ext cx="2343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총 2시간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80D522-93EA-4FBA-9A1E-048978E88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010025"/>
            <a:ext cx="872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CBC1D7-0DA2-4213-9E22-E82582144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33850"/>
            <a:ext cx="1543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99D88FF-8D92-4169-8F14-B6983ED4C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81475"/>
            <a:ext cx="1543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14:00-15:00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15C7C4-6383-4C05-9A98-A2DCC2900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162425"/>
            <a:ext cx="1352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LUNCH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7D52C61-BC23-45A5-A43A-C5917F5CD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16242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점심시간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30AE59-A59E-4587-9F6A-C8DCFDFF5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162425"/>
            <a:ext cx="2343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이번 주만 14시 시작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43F677-D8E8-4E26-AE1C-0029CDF36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562475"/>
            <a:ext cx="872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05C666-2CF7-4CC1-BC0B-BE68B563F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86300"/>
            <a:ext cx="1543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8030D9F-416B-4BA1-97E1-5522C745C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33925"/>
            <a:ext cx="1543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15:00-17:30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035897-BF07-462A-A8FC-67497023B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714875"/>
            <a:ext cx="1352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6-8차시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AD68B2E-B297-4D1A-97E2-F79E623EA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7148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15:00-17:00 수업 (17:00-17:30 쉬는 시간)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A6BC63F-F009-42C8-B98E-98D18987D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714875"/>
            <a:ext cx="2343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총 2시간 30분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997A26D-B6AE-4504-A82E-4BA46DB72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114925"/>
            <a:ext cx="872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0BFA6DF-183A-4133-ABCD-E14707350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38750"/>
            <a:ext cx="1543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58F9690-1E87-4BE5-9A4F-CA3BD48DA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86375"/>
            <a:ext cx="1543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17:30-18:00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55FFEC6-00AF-41B1-B059-A62C4D911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267325"/>
            <a:ext cx="1352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Q&amp;A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83F6BCB-806D-48D6-987A-880704D97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26732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질문·실행 오류 복구·Exit Ticket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B7C01B3-97A5-4A52-B147-16CE6B331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67325"/>
            <a:ext cx="2343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쉬는 시간 뒤 시작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6A1AECA-B340-44CD-AA04-4D9BC88E5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667375"/>
            <a:ext cx="872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8168484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C8F40797-B7C0-4C1D-97CA-477D4A707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첫날 전체 시간표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DF5C3D-0C5E-4293-8EE3-35F6BF431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1일차는 여덟 개 차시로 진행합니다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150119-7B1F-4A22-8315-43C48F8C2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F43DB8-651D-4A4F-AD3A-6997792BA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FA360E-02DD-4001-96A0-44F7E628C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4E0673-0BF1-4A83-90F1-7D6064004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902EA1-127E-42D9-B451-89ED3EC86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76350"/>
            <a:ext cx="10553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현재 차시의 시간·내용·활동을 확인하고, 쉬는 시간 전에는 실행 상태를 저장합니다.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CBF2DC-9711-4BD8-805F-4E24A325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38300"/>
            <a:ext cx="1055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7A2447-D4A4-46DA-B765-006A92C2F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04975"/>
            <a:ext cx="120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90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시간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AC3B44-B405-41EB-AFE6-74FD965F4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704975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90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슬라이드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50693F-8CD4-4DF5-B74A-94CEB9204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04975"/>
            <a:ext cx="2743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90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진행 내용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311D26-B54B-4339-825F-E89C46C9C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704975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90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강의·시연·개인 활동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A2A125-FAAF-4C43-A332-816AB9741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04975"/>
            <a:ext cx="2590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90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수강생이 남길 것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A1F951-9EDD-4AC4-8706-59FCE2616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62150"/>
            <a:ext cx="1055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794653-B5D4-4689-A4C1-F86B6E447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621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195EC1-2447-486C-AEDD-C62D44374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1930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09:00-09:50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C584A1-F67D-4EA0-8AB5-296DDB4C1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0193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1-29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AAD852-93F0-4136-A70F-48BF07C23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019300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63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1일차 1차시 · Agent와 문제 정의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327C80-0F1D-4101-AB6C-D21B38F68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01930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강의 12 · 시연 8 · Ideation 22 · 확인 8분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37CB4B-D273-4CD1-B60A-669A469A7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01930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자동화할 일 한 문장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4304D6-2A9C-4FC3-A6D5-BD5612233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860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9954A3-428E-41A0-A58E-604CCC52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86000"/>
            <a:ext cx="1055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702E94-2367-45C6-8F2A-1FC3715FA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8600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ADE9B7-1D4D-485C-ADE8-6BE8737AC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4315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09:50-10:40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C0F06F-A763-4069-9E45-1BAAE83A2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3431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30-64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D18E55-9593-4168-B426-4A0942DF4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343150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63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1일차 2차시 · Tool Calling과 실행 권한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E2EB88E-D7A2-49BE-8289-0298D6341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34315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강의 15 · 시연 10 · 코드 실행 20 · 확인 5분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7559E2E-B0A8-44B9-BD33-6AA94AD0D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34315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허용할 도구와 막을 행동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792836F-7604-4DE9-A784-F672F9436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098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A5AA839-AD05-4AE3-A25B-63FAFC996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09850"/>
            <a:ext cx="1055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984ED8F-7AB0-4DE6-8082-33022DDB8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098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25E541B-7D1D-473F-9CE1-AEED71DB3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6700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10:40-11:30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AA91AF4-EEDD-4AFA-A8B5-18239EC9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6670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65-99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C0F258E-796D-4344-B26A-3EFCC9BEF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667000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63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1일차 3차시 · 한국어 데이터와 PBL 사례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E3239F5-9E19-4641-9AB4-1181EE492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6700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강의 14 · 시연 10 · 자료 확인 21 · 저장 5분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8F66158-C36A-45EA-964C-01E6328ED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6700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입력·결과·근거 예시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AB3E17E-153E-4E91-82E1-0EB11C0ED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337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2F95FA1-71D6-461E-BECC-C32497DD0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33700"/>
            <a:ext cx="1055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90AFDED-943C-487C-AA5E-0CC2EEDDD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9085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11:30-12:00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275D423-4694-4D53-AD25-7B6471A24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990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-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03B6BA1-54C0-4870-AD3E-B85D2E88B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990850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쉬는 시간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81C5984-580A-4697-AF06-3052EBD1A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99085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1-3차시 종료 후 휴식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0993599-56AF-4362-B483-50D21F095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99085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빠른 점심 또는 간식 권장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3B7F76B-DD0B-4F58-8DBA-51DA2CA60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575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AC4D4E3-A41B-4FD8-9058-E466E9A13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57550"/>
            <a:ext cx="1055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358701C-45A7-4898-BBDF-EB9C9F8B9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575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5921A49-C8B0-4B00-A0B0-FC3B68D99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1470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12:00-12:50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8A51883-107F-405C-9CC7-3A152D8CF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3147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100-134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9AF7946-D292-40B2-9C00-7B8D8AE62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314700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63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1일차 4차시 · Python·VS Code·Git 환경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F34D8B5-0EBD-4736-B6B1-B265122B5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31470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강의 10 · 시연 15 · 환경 세팅 20 · 확인 5분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82D7C59-D24C-4039-9B66-43DF6490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31470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버전·경로·PR 준비 상태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1FC7DDE-2478-4318-A289-D0143EC04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814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F7CDAF0-0B88-4CCC-AB14-B2AC82EE6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81400"/>
            <a:ext cx="1055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DE35ED8-5DA3-4266-8E4D-0C918B552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8140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C6575E0-3B07-46B4-AF4B-AF88DC085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3855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12:50-13:40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9666D64-C6A8-4A88-AFAF-81C55621B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6385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135-168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D5F5EE8-4573-474A-9213-7894012E0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638550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63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1일차 5차시 · 안전한 Agent 실행 루프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81FCDD4-404C-49A1-9295-E38CAA43A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3855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강의 10 · 시연 10 · 코드 실행 25 · 확인 5분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A9F9FED-0939-43DB-B31C-725E016C7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63855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정상·실패 test 결과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48E215E-B649-41B1-9D09-1E41C86C7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052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28040F0-2B0A-4D93-A6E3-385555004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05250"/>
            <a:ext cx="1055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184B731-41A7-48A3-B107-3289882EE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6240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13:40-14:00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BCE99D3-1A4A-4DDE-B6F2-E61888EA3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9624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-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30AFA47-616B-41C1-96C1-84042775F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962400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쉬는 시간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09DAA25-91A2-44ED-9585-96522DEC3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96240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4-5차시 종료 후 휴식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76D75BE-9DC2-4465-B7E0-67AB2AFC1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96240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점심 전 실행 상태 저장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A31DFCC-1923-42E9-8A8B-CB23ACCC2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291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F859815-2231-433C-8323-CFF9861EF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29100"/>
            <a:ext cx="1055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024353D-A08C-4640-BD70-31F8B06D7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8625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14:00-15:00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3CD650A-AEF8-4409-8428-E98E40C14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2862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-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0FD0D5A-1834-42D0-9C5D-5B4EA1DB1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286250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63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점심시간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D95FCAE-D9A1-4AA6-99FF-425FDACB2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28625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63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1시간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F39250A-5DA6-4EEC-A6D1-03F91096C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28625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63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14:55까지 복귀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24E303B-4DFF-493D-AFA4-4CBF9943F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529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F713676-5864-42DC-8AB3-00E75DD1A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52950"/>
            <a:ext cx="1055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E4D61A8-5B81-4EE0-9EA2-6422CD98B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529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EB89A67-FBE2-4225-BE2E-5D9A588A8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1010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15:00-15:40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7582350-B066-4D65-860D-F7FFBC23D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6101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169-202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74E1DDA6-D07D-43B3-AC7C-17EA26569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610100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63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1일차 6차시 · 무료·로컬 LLM과 Adapter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B6F6A411-A895-4D39-88C9-33E4FCC5D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61010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강의 8 · 시연 10 · 코드 실행 17 · 확인 5분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F6049D23-0AD4-4ED8-B058-97F0223AF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61010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성공 또는 예상된 실패 결과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43B53E3E-455E-42D0-9C3C-3455136CE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768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7A21B47-5940-4D2A-98FF-345194AAE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76800"/>
            <a:ext cx="1055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96FBA73E-F492-4A26-B87B-14B64FD59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7680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92E8C758-4643-4939-9256-9B80998B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3395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15:40-16:20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B0350642-2DF2-48C8-BA12-1948119DC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9339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203-236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29DD9699-4598-4EDC-B121-6DB349891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933950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63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1일차 7차시 · LangChain·LangGraph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3C5B24D3-FD38-4C99-A8F1-114BA84D9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93395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강의 8 · 시연 7 · 코드 실행 23 · 확인 2분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D5D2258B-F78D-40F7-ABF4-4C8F26ABC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93395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LCEL·승인·수정·거절 상태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2B8AC384-FC56-4A5B-A723-ED42B9E50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006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59FA7829-56C7-4661-87E8-E09C24D73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00650"/>
            <a:ext cx="1055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E3BC411-2389-4B7F-908D-27CA94F1C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006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8C13B352-4C20-4E79-AF8A-FF55D977C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5780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16:20-17:00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9F8D1AB4-C3AB-4D28-9D9F-70A04C28C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2578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237-269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05BAB144-572C-4D81-A12D-427108E39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5257800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63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1일차 8차시 · STT와 LangSmith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66C217AE-27E6-4391-A0FC-4F07B99EA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25780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강의 8 · 시연 8 · 코드 실행 17 · 판단 7분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FFC4B79B-3BA9-4958-B33E-0C178003E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25780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품질 기준과 READY/HOLD 판단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E14A85BE-0346-4B61-A9B4-762B1E9EC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C9B582B3-5656-4EDF-844F-1FB700B0D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0"/>
            <a:ext cx="1055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88801B4A-593B-4E4F-B9E3-5DB07A0D8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8165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17:00-17:30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27145712-3DEF-4602-B08B-D025146EB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5816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-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9A94FE74-7102-4693-ADE8-828AA0379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5581650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쉬는 시간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35FE74B6-9CD6-4A06-93B2-03655F380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58165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6-8차시 종료 후 휴식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55AC253B-FC52-4742-AD14-01001339D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58165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63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질문 정리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133F9AAA-ACA4-4EA7-A809-4658A4024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483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936E95C3-AA4F-4B6E-B8FC-37CA37219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48350"/>
            <a:ext cx="1055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443F61A3-3A38-430F-A599-B01858EF4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483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56D776B0-2817-496A-BDA2-38FADEB40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17:30-18:00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31CBC660-5CFC-4F28-B28D-263F165A8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9055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270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5F00446D-8B99-4B6C-B22A-98F2DD309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5905500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63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Q&amp;A · 실행 오류 복구 · Exit Ticket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3FA9C543-87C5-4D6F-81BE-010DB26B8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90550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63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질문 15 · 복구 10 · Exit 5분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116D6716-B345-4D60-9541-2C1054828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90550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863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오늘의 핵심 세 문장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6381B924-0C9E-4E09-9202-07D11ACE1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722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429393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54DE615-5D6E-4F36-A793-3817B12FD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강사 소개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7B339E-F81E-48FB-829E-969908F44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머신러닝·딥러닝·LLM을 거쳐, 지금은 Agent 제품을 만듭니다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C5C1FF-D273-4901-BD5D-BF01F3148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F23686-EA41-478E-961A-4D3AA9F61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A0E19A-7864-477D-8AB9-1C4BD5885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FFF0AD-A49E-4246-9E50-CE63A168B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5C7225-3476-44A6-BDF2-207BF62A7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1057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차성재 · 무신사 Agentic AI Side PM · 서울시립대/아주대학교 AI 부문 겸임교수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A784ED-94C6-44AD-82A3-54B86C7C7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81200"/>
            <a:ext cx="10553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3B33DB-DC7E-461B-80A6-5ABD8124A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876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산업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02F535-7FEF-40BA-A8DB-8BAB1E416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5740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데이터·AI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883780-7402-400E-9BBD-43F20013C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057400"/>
            <a:ext cx="542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풀었던 문제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25231F-4093-4855-B675-B0B72A79C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05740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역할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53A11C-6958-443A-A8BD-83C5AFCFB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38400"/>
            <a:ext cx="876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금융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D19F34-5FEE-4012-8076-7EFD9A646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43840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정형 데이터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AutoML·MLOps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68B073-4E5B-4D1D-AA3C-E0D0ABDE1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438400"/>
            <a:ext cx="5429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은행·카드·보험사의 예측과 의사결정을 자체 AutoML 솔루션으로 자동화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81BEEE-BAA6-4450-8243-AD795C033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438400"/>
            <a:ext cx="1485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에이젠글로벌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ML Team Leader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4CD84F-E924-4683-A4ED-51A4F44F3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861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1EF65F-4D0E-490C-A518-34C06431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86100"/>
            <a:ext cx="105537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481BB4-2244-4DDE-B789-266E560AF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81350"/>
            <a:ext cx="876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의료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7A00F3-F612-4E99-9471-36FC07556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18135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대장내시경 영상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DL·CVOps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526EC7-4708-49BE-9E67-5FBA7A986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81350"/>
            <a:ext cx="5429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실시간 영상에서 용종 탐지·진단을 보조하는 의료 AI 서비스를 제작·운영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C4C215-34D6-42B1-8EE2-22CCC16BA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181350"/>
            <a:ext cx="1485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아이넥스코퍼레이션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AI Engineer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03AFCC-F730-4039-843C-E8FF19ED4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290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1B23233-5562-463D-BA64-39A0A6AAE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24300"/>
            <a:ext cx="876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교육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7DD37CA-88A4-4316-8DD5-B1ACB94BA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92430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말하기·글쓰기·상담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LLMOps·AICC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8AAD89F-5970-41B7-B924-720A02F14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924300"/>
            <a:ext cx="5429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7만 명 영어 평가를 3-5일에서 약 10초로 단축하고 상담 전·중·후 AI를 총괄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71C4F7-CE54-4216-97B0-36ABF08D7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924300"/>
            <a:ext cx="1485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크레버스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AI Engineer·AI PM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91D4F2-DD1D-435A-BC1A-85C773BA6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D6F82B0-8DE4-401C-8E58-FC2D15236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0"/>
            <a:ext cx="105537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309291-D517-4EEB-83DE-1CFE8F985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67250"/>
            <a:ext cx="876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이커머스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C2039DF-496D-4264-B51B-CF788512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6725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고객·상품 맥락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Agentic AI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51AB4E-4720-42DA-BFB8-294E4B8AF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67250"/>
            <a:ext cx="5429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AID Chat·쇼핑 탐색·Voice·AI 해설·SEO/GEO 등 고객 접점 Agent 제품을 담당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2BE8850-5252-4593-B491-400689B9D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667250"/>
            <a:ext cx="1485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무신사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Agentic AI Side PM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7816D7F-1754-4065-9F71-0AF3D2153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149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9DA17C6-0B28-4F93-AAE4-8975BB756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67350"/>
            <a:ext cx="105537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F9B2DBE-D659-480F-AAF2-666219CA6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81650"/>
            <a:ext cx="10172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강의·멘토 · 2개 대학원 AI 겸임교수 / KT·Kakao AX / 연구 AX / 재직자·취준생 AI Native / 출제·심사</a:t>
            </a:r>
          </a:p>
        </p:txBody>
      </p:sp>
    </p:spTree>
    <p:extLst>
      <p:ext uri="{BB962C8B-B14F-4D97-AF65-F5344CB8AC3E}">
        <p14:creationId xmlns:p14="http://schemas.microsoft.com/office/powerpoint/2010/main" val="195562436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2305CFD-1936-4392-A3C3-CCD428DAB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처음 보는 용어 · 한 장으로 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6C529A-02E3-4E12-B297-41600162F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먼저 네 단어의 역할만 잡고 갑니다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5665FC-1D9D-44C8-8FCD-F4297FFFD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0949EE-EEE3-433E-B36A-14199F5F9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66DD7E-657D-4ED0-953D-7D1F49276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C9BC94-ED56-4F33-85DA-4DE43EB5F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67AF04-A462-4F68-A911-C90B09DB1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0020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A7F7E0-0E5A-4999-A62E-68562F27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EE79F8-0D71-4D47-A88F-C282AD034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695450"/>
            <a:ext cx="421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쉽게 말하면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EED6FF-BF1D-40A4-A664-C9EA6C215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69545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오늘 쓰는 곳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67C489-71B3-4462-AFC1-84E1CCF6A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145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생성형 AI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Generative AI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CEA5FF-74BB-4ADA-AD98-71E3E00DC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1145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학습한 패턴을 바탕으로 새로운 텍스트·이미지·코드를 만들어내는 AI이다.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83DEC6-62F7-4EEF-B69E-A0B5B580C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1145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회의 원문을 읽고 요약 초안을 만든 뒤 사람이 검토한다.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F15CF2-37E7-4B1C-BCFF-52322BCA3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C17F34-7C7D-469B-A066-2F567AD1C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92654F-04B6-4E4F-B1B5-4BADBC3C0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LLM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Large Language Model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F161B9-1EB2-4480-8B49-12BBF5936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9908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아주 많은 텍스트로 학습해 다음에 올 말의 가능성을 계산하는 언어 모델이다.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70269B-FD83-425C-B540-767F1816D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908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회의에서 결정·담당자·기한 후보를 구조화한다.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76B337-500D-42D9-98C0-443CC2EA1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67B529-E33C-42CC-8713-9D474CAFF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77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Agent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Goal + State + Tools + Loop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27CBF0-4B8A-4991-9D53-2A9B28997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8671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목표를 받아 현재 상태를 보고, 도구를 선택하고, 결과를 확인하며 다음 행동을 정하는 실행 구조이다.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97CCD4-4203-4DA7-976D-B39051E9D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671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파일 읽기 → 요약 → 검증 → 승인 → 기록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01414A-747B-45A1-9A94-F32FA8399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EA03E0-1BFF-4507-891A-D4D076E81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95F070-58DF-4074-994A-8C607BF98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77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Harness Engineering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Instructions + Tools + Tests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488652-D50A-40A4-B27C-AC3FEC463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7434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모델 주변에 지시문·도구·권한·테스트·관측 장치를 설계하는 방식이다.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64BFC1B-B5DA-4624-9322-97A8DE045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7434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Codex·Claude에 작은 작업을 주고 테스트와 diff로 결과를 확인한다.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7C13CD7-2D16-48E8-ABA6-768A56B69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054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92644919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56AEA6-B83B-499F-B263-CBD168E5E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재직자와 구직자는 같은 기술을 다르게 증명한다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4A2435-0D59-468B-A18A-515ABDE15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E32B6F-FFA1-4C7E-A797-C4D971F62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996CB0-7CFC-4FFF-9E29-C59900F2C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09:00-09:50 · OPENING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271847-335C-45AC-9186-EC33DE850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F40784-6843-4500-850D-CED4EBF24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C56EAA-2660-4266-934B-CB3AD6AF0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8096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재직자는 도입 통제, 구직자는 재현 가능한 포트폴리오를 강조한다.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58867b4a384df4">
            <a:extLst>
              <a:ext uri="{96DAC541-7B7A-43D3-8B79-37D633B846F1}">
                <asvg:svgBlip xmlns:asvg="http://schemas.microsoft.com/office/drawing/2016/SVG/main" r:embed="R6f637d20aba8438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601200" y="1847850"/>
            <a:ext cx="1352550" cy="13525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F8B1E9-97A4-46FC-9B68-68810EF60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8BF0B3-A3EE-474B-A0CC-A02146103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재직자: 보안·업무시간·승인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A01265-3FCC-4136-95FA-F57C58CDE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41EE55-C2A6-4D2B-B80E-806F1DF78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구직자: README·테스트·Git history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64B8CE-A720-485A-81B8-1B3912006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081B7C-80A2-431D-91A2-BD06D99EC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공통: 실제 demo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55F94B-D09A-4100-9792-A6C79AE5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86450"/>
            <a:ext cx="9906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E60115-75E6-4063-B74D-877BF5417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531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제품과 데모가 갈리는 지점  |  데모는 ‘된다’를 보여주고, 제품은 ‘안 될 때’를 설명한다.</a:t>
            </a:r>
          </a:p>
        </p:txBody>
      </p:sp>
    </p:spTree>
    <p:extLst>
      <p:ext uri="{BB962C8B-B14F-4D97-AF65-F5344CB8AC3E}">
        <p14:creationId xmlns:p14="http://schemas.microsoft.com/office/powerpoint/2010/main" val="203673202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1963DEA-5E4E-4639-85C4-86BC5318F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오늘 실습 안내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FFDB3E-D30A-45DE-91CF-479E1B261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수업은 네 번의 움직임을 반복합니다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63F16D-29F9-4E2A-A4A8-70809C505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D1EA5A-0B5C-4F88-BEA1-8EAB87CF1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7D566A-7E02-411A-BFFF-9E75466B0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A7F2A9-3816-439F-9CF5-4ED14AB54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020C4F-3C38-478A-8AA3-E33580D1D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10553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먼저 보고, 그대로 따라하고, 일부러 틀려본 뒤, 성공 증거를 남깁니다.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EB754D-438A-4AD6-B193-DF7AACD00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76450"/>
            <a:ext cx="609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C730A5-0A3D-4496-9825-0DA103939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76450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4C23FA-AC49-47BB-8530-8D2774BAF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105025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강사 화면을 먼저 봅니다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EE51FA-301D-4A53-9FE0-9B04008CA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105025"/>
            <a:ext cx="619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완성 결과와 클릭·명령 순서를 먼저 확인합니다.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F7BB4C-9321-4E61-8CBB-04D561240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762250"/>
            <a:ext cx="937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E65349-1838-4D5F-A1B7-1FD8E581D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14650"/>
            <a:ext cx="609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7744D6-DA09-4FCE-BF24-84A3193E3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14650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E6AEAC-F795-494D-8E49-6E1875B0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43225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같은 화면을 따라 만듭니다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5CD1C4-3A3C-4114-B885-2FBC27198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43225"/>
            <a:ext cx="619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한 단계씩 멈추며 내 화면과 비교합니다.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12A379-95A8-4BBA-958D-02461F0F7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600450"/>
            <a:ext cx="937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B94E3E-5B8C-4A6A-B324-19E3C6637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609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B1052C-07C4-41FC-9E72-6595FC06C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084340-14B9-466F-AFF9-64B1C9538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781425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일부러 한 번 틀려봅니다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F0FDA7-C312-41AC-8FF1-82941771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781425"/>
            <a:ext cx="619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입력값 하나를 바꿔 실패 메시지를 직접 확인합니다.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76F33D-AA71-4949-BC95-1B9AA09A8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438650"/>
            <a:ext cx="937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8BC9177-BCE5-4A04-AB45-745AE4F2A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91050"/>
            <a:ext cx="609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A27163-B2F9-4790-AA12-BFF21CF5D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91050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3C7548-20FF-461B-BE7B-B187EAF29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619625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다시 실행해 확인합니다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F4177B-EB3E-4BCE-AD8B-E423815AD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619625"/>
            <a:ext cx="619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원상 복구한 뒤 test와 결과 파일을 남깁니다.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0DC67B3-0AF2-4805-9BA9-8EC39CFAC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276850"/>
            <a:ext cx="937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67954734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C3657E9-B145-477E-B53B-8218654CF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오늘 실습 안내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F17B81-1036-4E48-AEEB-3FB6DC09D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막히면 “안 돼요”보다 네 가지를 알려주세요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9D6B31-FB83-4E25-A20D-5DE597698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E35CAE-B30F-4F03-97D6-EAE24C4C3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92B82D-38E6-4E44-9942-8BFD1D10B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60BAF9-B15F-4823-BEAF-8620E4F65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5E5A72-0ADD-4151-B1CD-50925563C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37338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d55c8ba1c64c48">
            <a:extLst>
              <a:ext uri="{96DAC541-7B7A-43D3-8B79-37D633B846F1}">
                <asvg:svgBlip xmlns:asvg="http://schemas.microsoft.com/office/drawing/2016/SVG/main" r:embed="R5dc1f8086a62416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52500" y="1981200"/>
            <a:ext cx="666750" cy="6667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8DD008-1FB6-4A2F-9B12-161198A28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5275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31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“안 돼요”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FA97EF-6D6F-4AD9-B2A8-8AC7B170C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10000"/>
            <a:ext cx="285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E0E0E0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0">
                <a:solidFill>
                  <a:srgbClr val="E0E0E0"/>
                </a:solidFill>
                <a:latin typeface="Nanum Gothic"/>
                <a:ea typeface="Nanum Gothic"/>
                <a:cs typeface="Nanum Gothic"/>
              </a:rPr>
              <a:t>어디서부터 확인해야 할지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E0E0E0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0">
                <a:solidFill>
                  <a:srgbClr val="E0E0E0"/>
                </a:solidFill>
                <a:latin typeface="Nanum Gothic"/>
                <a:ea typeface="Nanum Gothic"/>
                <a:cs typeface="Nanum Gothic"/>
              </a:rPr>
              <a:t>알기 어렵습니다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411FD7-A236-4B8A-8B37-17FC0D412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1581150"/>
            <a:ext cx="609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대신 아래 네 가지를 알려주세요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03D0FE-2980-4349-9452-EE16791AD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171700"/>
            <a:ext cx="45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13C168-5D0D-4175-84A8-48429BB3F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171700"/>
            <a:ext cx="228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첫 오류 문장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E3E11D-23A8-4E6D-88B9-77A523FBA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71700"/>
            <a:ext cx="3162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화면에 보이는 그대로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14773C-C131-461E-904A-5DAE3B29D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628900"/>
            <a:ext cx="5467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84B2C5-CC14-4644-A173-9767FBCB2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895600"/>
            <a:ext cx="45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AB0F04-0B7C-4718-B607-7D3610EAB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895600"/>
            <a:ext cx="228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직전 행동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772409-6DD9-4E21-B6D0-2D996ED1B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95600"/>
            <a:ext cx="3162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누른 버튼 또는 입력한 명령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6909A4-754B-42EF-B475-9E15AEA69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352800"/>
            <a:ext cx="5467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4EB6B8-D511-4CA0-97DA-22C6B3FA6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619500"/>
            <a:ext cx="45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4DA22A-D5E9-4486-B541-FF46CA612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619500"/>
            <a:ext cx="228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내 실행 환경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EB3EBA-E981-4196-9609-E0425176C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619500"/>
            <a:ext cx="3162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운영체제와 Python 버전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3CCD84-F749-4F55-9BE9-A543B3597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076700"/>
            <a:ext cx="5467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170437-BADA-48B8-AA4F-B06E23163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343400"/>
            <a:ext cx="45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69BDAF-810D-4C6E-A793-F23DC8315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343400"/>
            <a:ext cx="228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기대한 결과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2AA1DA-50E4-4DC9-AE6A-937B7D23A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43400"/>
            <a:ext cx="3162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원래 나와야 했던 화면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886E23F-08E7-4397-8B28-AFB747DAA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800600"/>
            <a:ext cx="5467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733FB08-0F76-4255-BEBD-FDD6EBB8A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67350"/>
            <a:ext cx="105537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F351C9F-6167-4954-852C-E13F7BE01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91175"/>
            <a:ext cx="10172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예시  |  macOS · Python 3.11 · pip install 뒤 ModuleNotFoundError · notebook가 열릴 것으로 기대</a:t>
            </a:r>
          </a:p>
        </p:txBody>
      </p:sp>
    </p:spTree>
    <p:extLst>
      <p:ext uri="{BB962C8B-B14F-4D97-AF65-F5344CB8AC3E}">
        <p14:creationId xmlns:p14="http://schemas.microsoft.com/office/powerpoint/2010/main" val="42259905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EF194EF-90CB-4D92-B0BB-FD8C0E399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오늘 실습 안내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341901-3900-48C5-AF75-795B70744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실습 속도가 달라도, 다음 행동은 분명합니다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E43CD2-83C7-47A5-87CC-70242D687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F7476A-BE10-4396-9745-69DCB9D7A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BC3AA0-0A95-432D-83FA-47FA449F2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744BB2-2C01-4B38-B776-827770D2B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C8EA61-5561-4C01-AA13-9CDE1324B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1055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빠르거나 느린 것이 아니라, 지금 내 상태에 맞는 행동 하나를 고르면 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599FAD-F0BC-4E03-B2BC-DD7570619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3835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0E0AFD-A1E0-42CA-9206-5555D8A82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33600"/>
            <a:ext cx="2114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지금 내 상태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E0FA0E-24A8-4D69-BA49-9D71C71BF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133600"/>
            <a:ext cx="449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지금 할 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311842-794D-4C39-9AF1-9F92483CF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1336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다음에 남길 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C41806-B5BE-4493-B8EB-3A1CD6B02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2114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바로 다시 실행할 수 있어요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142007-8349-427C-AA52-5190B02A5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533650"/>
            <a:ext cx="4495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혼자 한 번 더 실행하고 결과를 비교합니다.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DAAAAE-D841-47F3-A499-C6ED1BFCB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53365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성공 화면 1장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AF3735-DE18-4A29-90E0-D04C8DB36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623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1C0A73-67A2-412F-BB5A-908CC197B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62300"/>
            <a:ext cx="105537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4AFF01-187E-4DA2-A896-444FE6021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57550"/>
            <a:ext cx="2114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장표를 따라가는 중이에요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F9C21E-69EF-4704-B2E1-54C1375DA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257550"/>
            <a:ext cx="4495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현재 표시된 단계까지만 끝내고 강사 화면과 비교합니다.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E1E5B8-23D5-4F44-BFCF-35657F43B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25755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현재 단계 체크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7E0652-1174-47CA-B9D7-1D59A9CE4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862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61F2FF-98D8-4A57-82FC-5FA753C5E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81450"/>
            <a:ext cx="2114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오류에서 멈췄어요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F82CAA-AC95-43AB-9376-85FD319BA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981450"/>
            <a:ext cx="4495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채팅창에 첫 오류 한 줄을 남긴 뒤 복구 파일에서 다시 시작합니다.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5D5DE6-9BAF-4392-A9A1-DE6881E85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98145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오류 문장 1줄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2AB267-4B27-406A-96F7-6B4CD2F13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101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FEDB83-B96E-440C-9E7D-E0CA65A50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10100"/>
            <a:ext cx="105537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C751B3-0E4C-4B57-8A46-228692128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05350"/>
            <a:ext cx="2114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먼저 끝냈어요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86F319C-8109-4FA1-A2EB-96D8BE1A5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705350"/>
            <a:ext cx="4495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실패 입력을 하나 더 넣고 왜 막혔는지 기록합니다.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5F64C2-B72B-4BAB-8858-F16B39B68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70535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반례와 이유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661414-C30F-4C1D-A440-78B0004FE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CC4334E-7D79-408D-9429-B70A3BDC4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43550"/>
            <a:ext cx="10401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막혔을 때 조용히 기다리지 않아도 됩니다. 첫 오류 한 줄이 가장 좋은 질문입니다.</a:t>
            </a:r>
          </a:p>
        </p:txBody>
      </p:sp>
    </p:spTree>
    <p:extLst>
      <p:ext uri="{BB962C8B-B14F-4D97-AF65-F5344CB8AC3E}">
        <p14:creationId xmlns:p14="http://schemas.microsoft.com/office/powerpoint/2010/main" val="23981759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EFCF6F-064F-4257-AF1D-C10AD4ECE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오늘 실습 안내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93595F-FF16-47B3-9927-C66A6C00D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실습 완료는 “작동했다”가 아니라 “다시 확인할 수 있다”입니다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00BF63-9CAD-4175-A5BF-B238E78AA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9E8E3B-8655-4418-9343-E2E827ABA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8DC25A-7223-4FAC-BED3-FFBFE5859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13599D-021E-4B10-A128-0793C8F55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01E334-3E9D-4067-AFF9-1F82DD0B9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1055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다음 네 가지 중 하나라도 없으면, 아직 실습이 끝난 것이 아닙니다.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1E573D-B547-4900-BFBE-3CA88CA4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7645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완료 체크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A44B3F-8BB7-45E9-8FD6-F93256B9D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9557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E916B9-FDE7-4C20-BF73-8FDC0890A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FAC3EB-DD27-4CFD-A117-8AE2A7B93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6479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결과 파일이 저장되어 있습니다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A6871F-3131-441F-A716-64E5ED1BE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4327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53EC40-A5DF-4E94-B2C3-A670AFF5C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DE6211-CB89-405E-A78C-4683255DF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956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같은 명령을 다시 실행해도 성공합니다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43D0EC-A0AA-44E9-9902-18FBA7060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9097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A8CE49-71E0-4FE6-B04F-11D8976D2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4762BF-513B-4E1B-9A3D-41B7B4CD8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9433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test 또는 schema 검사가 통과합니다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A66940-41FC-4C40-9C7F-12EDD6F16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3867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827DE7-95C6-4C56-BAF0-4D4DA50D0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647DDB-ADD3-4FF6-A5A9-9F76A85DF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910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왜 안전한지 한 문장으로 설명할 수 있습니다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FB916E-298D-4CC7-A5DD-F363330D9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038350"/>
            <a:ext cx="558165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EBB882-86C3-488C-A24C-C7F418B1E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038350"/>
            <a:ext cx="5715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6B6372-15E4-4050-BC4C-973655043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26695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E0E0E0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E0E0E0"/>
                </a:solidFill>
                <a:latin typeface="Nanum Gothic"/>
                <a:ea typeface="Nanum Gothic"/>
                <a:cs typeface="Nanum Gothic"/>
              </a:rPr>
              <a:t>다시 확인할 수 있는 화면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724651-4AF7-4532-850C-91C06E23A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781300"/>
            <a:ext cx="4953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$ python3 -m src.day1_agent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status: SUCCESS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$ python3.12 -m pytest -q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19 passed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$ git status --short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M src/day1_agent.py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33FF31-D1F2-4A01-BD82-3A03AC118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62600"/>
            <a:ext cx="105537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E5634B-89EA-4534-97E0-E483BBA25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1017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오늘 남길 것  |  실행 화면 1장 + test 결과 1줄 + 내가 설명한 안전 기준 1문장</a:t>
            </a:r>
          </a:p>
        </p:txBody>
      </p:sp>
    </p:spTree>
    <p:extLst>
      <p:ext uri="{BB962C8B-B14F-4D97-AF65-F5344CB8AC3E}">
        <p14:creationId xmlns:p14="http://schemas.microsoft.com/office/powerpoint/2010/main" val="38896742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6ABE20F-8772-4722-A620-2299D9321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도구 선택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29B7D8-DF2B-4431-A582-15CF76775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강사의 완성 흐름은 이 네 화면에서 시작합니다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620140-340C-4C04-99DE-74BFEAB2C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987493-4C40-4B11-81EF-C41AB89DD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146C89-FCED-4E8C-8376-990FC7D2A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D1F85B-7AFF-4D52-8EB0-0AD91BF45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10DDA5-6083-4FD1-ACE5-7D6DE7D3A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1057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Agent 도구 → 저장소 → 실제 코드 → test 증거로 이어지는 출발 경로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AF0BE5-D3FF-44A0-9A3B-0C3C412B1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3835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013051-D627-4D5D-A88C-8C0C35395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도구·서비스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983E56-53F0-4E05-956A-A9D950683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133600"/>
            <a:ext cx="186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도메인·역할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AC3229-ACB3-49EE-AC83-1638849DF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33600"/>
            <a:ext cx="3676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이번 강의에서 쓰는 이유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782A57-0454-46A3-BBFA-5FADF7E7E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3360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유사 도구와의 차이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A471B7-AF28-4BD8-A2C3-337A0AC58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241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VS Code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1F6083-536A-4041-BFEC-FBAD5AA7F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241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IDE·주 실습 공간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34C1D9-F770-4702-9A43-D08D1E9AA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241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코드·터미널·Notebook·Git을 한 화면에서 연결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0A4337-A12F-4907-93E6-FD173678B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241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PyCharm보다 가볍고 확장 기반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B2BA6E-4D05-47E7-B687-F248E9161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AD0BD1-75E2-4935-B259-3C42E7DD6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0"/>
            <a:ext cx="10553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7A24F1-2CC3-4DC3-BC34-494DC8450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242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Jupyter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615112-A72A-456D-83B9-F638F5A22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3242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설명과 셀 실행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28E079-DA7C-45C4-8FF5-0A085B59A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3242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처음 배우는 사람이 단계별 결과를 바로 확인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64BB79-9F87-4C63-9C26-F69FECB74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3242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Colab은 설치가 없지만 세션·자원 제약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A59027-30FA-4818-B28E-DA78870DA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386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4F070F-70D8-40E8-931F-28A4B07D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243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Git·GitHub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E9A6BA-206B-4547-BD64-1EBDE7E43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243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버전·포트폴리오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08E2698-F2DA-4C75-ADE2-5DF3CF8CB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1243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diff·commit·README로 완료 증거를 남김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5AC239C-15EF-4C64-BBAD-1FA8FF481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1243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Drive 공유보다 변경 이력이 선명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8451C40-19A4-4884-A293-515B0C9BC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387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0D779DB-D232-4D0F-94CE-761459E9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38700"/>
            <a:ext cx="10553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5990A50-286C-423A-8F61-2B5BBCA61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244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Codex·Claude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382D082-FB59-4C57-BF23-EA3FB9F7E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9244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Coding Agent·가속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99012FE-3160-490E-A851-5D2E9D825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9244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spec→diff→test 데모와 코드 검토를 빠르게 반복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A8C2EA6-D79E-4D19-8D9E-3F31D9ACC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244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필수 도구가 아닌 선택적 Harness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8EB48DF-4871-47A8-A69A-AA2E8BFED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388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11444807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D3ED95-C89A-4A5C-9749-70BDB7FAB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실행 화면 1/4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5A205E-73AE-48D2-AE2C-3A712072B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Codex CLI · 저장소를 읽고 실행하는 Agent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3EDC48-B01E-46C2-B3CD-B365A929C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518D41-3E8C-42E6-ABB1-DDF178A70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ADFFA6-76D6-40FB-BB9C-695B6B298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BFEAF7-1A4A-4C7C-A32C-DB05C58D5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6171CF-B14F-4265-B92C-1A1968758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8239EC-CB80-4854-BFE2-956B2B6ED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B5DC12-9490-48E7-AB0B-649CDD058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작업 디렉터리에서 시작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1ADE94-E2D2-4F97-A746-7FD26F51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A509F8-DB5C-4388-99A2-6F9D33203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요구사항을 파일·테스트로 구체화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0AD0FC-A9D5-4F55-834D-16524DD6F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DA48FA-00B6-4CF0-B614-A0C4D1A31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diff와 명령 결과를 사람이 검토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0C3407-38D9-4F7C-B29B-7A7420AF3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3C9102-CAC3-406D-9EB2-47474F90F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학생 필수 경로는 로컬 코드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59EF0D-54FB-4196-89E5-06BF45F35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70354f10294d5d"/>
          <a:stretch xmlns:a="http://schemas.openxmlformats.org/drawingml/2006/main"/>
        </p:blipFill>
        <p:spPr>
          <a:xfrm xmlns:a="http://schemas.openxmlformats.org/drawingml/2006/main">
            <a:off x="4876800" y="1727597"/>
            <a:ext cx="6591300" cy="370760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693B33-477B-4C5D-B015-7E9149570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OpenAI Codex CLI 공식 문서 화면</a:t>
            </a:r>
          </a:p>
        </p:txBody>
      </p:sp>
    </p:spTree>
    <p:extLst>
      <p:ext uri="{BB962C8B-B14F-4D97-AF65-F5344CB8AC3E}">
        <p14:creationId xmlns:p14="http://schemas.microsoft.com/office/powerpoint/2010/main" val="212635089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307A1B-E21B-4AC6-AF78-D6A4EC496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실행 화면 2/4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83EC0E-7822-47F7-A43C-87CFCBFA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Claude Code · 터미널 중심 Harness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0F2078-71BA-4D31-9544-C71FB9DC7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B56671-2B77-41ED-93BA-A1BD56666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3708D4-DF00-493C-8D14-E22AEAD49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1A5DE3-A9A3-49D3-8E06-7481F6155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29698F-6959-4181-BE2E-2CC22F4D3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F4FBFF-6131-4E17-9D67-3AC753D91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A6B70A-5B15-4251-972B-7BCD7B882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코드베이스 맥락 읽기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63032D-341E-4C26-A393-CE83FE569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B38762-C269-4029-988D-7753D74B3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작업을 작은 단계로 지시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FB4803-4762-40DF-9FB8-2813ADC1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03941A-AA12-4415-8F6F-795013A06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변경·테스트·설명 확인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A9BF6F-45FF-4B6D-BE61-FF1266D65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698DA5-5661-4BD8-BECC-26DF40677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구독·정책은 별도 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4BB244-4766-4336-990A-5509C5AB0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886bce500b40f2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D6C74A-D0EE-479A-AA88-2092DC6A3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Anthropic Claude Code 공식 Overview</a:t>
            </a:r>
          </a:p>
        </p:txBody>
      </p:sp>
    </p:spTree>
    <p:extLst>
      <p:ext uri="{BB962C8B-B14F-4D97-AF65-F5344CB8AC3E}">
        <p14:creationId xmlns:p14="http://schemas.microsoft.com/office/powerpoint/2010/main" val="73436987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CA8371-F336-4F37-A50A-4DDB7337A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실행 화면 3/4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6E0134-7C0F-45FD-8821-BF1AEBD55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실제 VS Code 저장소 · 수업의 출발 화면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E1CB4F-3828-4959-BD8B-217B1C1C1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808680-FAF3-4BD1-9DB8-04A326772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A70FA7-D82B-40F9-8645-4FA5C9ABB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88E073-E54D-4BF7-9D93-BB6026711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77517E-FB28-43D6-8B84-B6482E017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1C4443-D365-4A73-A195-512765261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FDA96D-FDD7-46F2-9AA6-68807A79D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src·tests·materials를 먼저 찾기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E938EB-F091-4529-8627-4682E84D6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18B8B1-BE87-4A4F-B180-85EB55C3D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.env는 열지 않기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279B58-AB60-4DD6-ADA6-9FC9D9050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14A293-D151-4E1F-8C27-9017DB26A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강사와 같은 폴더 구조 확인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56F197-5390-43BD-8C81-7F491D4E1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8A0092-4257-4D35-9A93-DD51A0854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실습 시작 화면으로 사용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FB8DAE-1748-4B03-8B53-55F033AD8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4f82e3f0d447a3"/>
          <a:stretch xmlns:a="http://schemas.openxmlformats.org/drawingml/2006/main"/>
        </p:blipFill>
        <p:spPr>
          <a:xfrm xmlns:a="http://schemas.openxmlformats.org/drawingml/2006/main">
            <a:off x="5166626" y="1695450"/>
            <a:ext cx="6011648" cy="37719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940BCE-4CB6-47F6-B993-8A489572F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로컬에서 연 강의용 저장소</a:t>
            </a:r>
          </a:p>
        </p:txBody>
      </p:sp>
    </p:spTree>
    <p:extLst>
      <p:ext uri="{BB962C8B-B14F-4D97-AF65-F5344CB8AC3E}">
        <p14:creationId xmlns:p14="http://schemas.microsoft.com/office/powerpoint/2010/main" val="52140251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DB8A11-56A3-48BD-93E0-2E3772B8D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실행 화면 4/4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77FB3F-2D70-4687-AA14-921D5E030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실제 Agent 코드 · 표준 라이브러리부터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5BB403-5E5F-4D34-A9B0-4CC263F5A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370E9C-5035-4CD7-8F2B-1A248DBDB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500EB6-15BF-4B04-B371-3CE61E748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EAC76C-FAFE-492A-9004-1293E0095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5E26DA-726B-401C-A617-F51676B8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9682CF-E1AC-480B-9AC1-EF01AB083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21B601-DECC-498F-865A-A683771AB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처음에는 framework 없이 제어 루프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175C53-8E02-43F2-84AD-D37E63C5C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5D3A1C-6C52-49C0-9533-8DB104601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읽기 도구만 허용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25B8BA-B83F-48E1-8CA9-C8C9E4E94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59797F-4005-4872-A026-006B5BFBB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오류를 결과 객체로 정규화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2E6B19-B8BB-4671-A2C5-407C5765F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C2FF79-0307-46BF-AAED-23A5D9F0E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Ollama는 선택 adapter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B53333-3E3A-4F78-A35D-DD53A354F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8c1f39850b4647"/>
          <a:stretch xmlns:a="http://schemas.openxmlformats.org/drawingml/2006/main"/>
        </p:blipFill>
        <p:spPr>
          <a:xfrm xmlns:a="http://schemas.openxmlformats.org/drawingml/2006/main">
            <a:off x="5166626" y="1695450"/>
            <a:ext cx="6011648" cy="37719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907AB8-D472-43D8-8C69-CF55566C5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VS Code에서 연 src/day1_agent.py</a:t>
            </a:r>
          </a:p>
        </p:txBody>
      </p:sp>
    </p:spTree>
    <p:extLst>
      <p:ext uri="{BB962C8B-B14F-4D97-AF65-F5344CB8AC3E}">
        <p14:creationId xmlns:p14="http://schemas.microsoft.com/office/powerpoint/2010/main" val="174441846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5DE8A6-49FB-46E9-AAF6-DCA9F21E7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721AD5-0A51-4E6A-A637-A801499A3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작업 요청을 먼저 spec으로 고정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0F7921-8E29-40E6-A4B2-BC9E37931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B8CD30-EC2A-4336-A12F-5E1CC3FC0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916F65-12CC-47EA-9346-00F67C36E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61C84B-1FAC-4A88-A5C3-144874E04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2FA2FC-CF77-46B5-9014-BFD15264E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84C2EE-1AC1-460C-A5A3-CB64E35E2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CE47A5-8379-4AF2-A805-BC4910598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목표를 한 문장으로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1A0BDA-205D-4269-9D3F-515CA1E1A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1C7B80-0939-4076-B00E-54C20F69A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입력·출력 형식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797183-EE1A-439C-A7E1-FC6D15CC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69615F-C349-4BA4-A43F-DB1D11BAB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허용 행동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B804A2-AFC8-4B90-9584-51ACE54B8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4E519C-9F46-4B2C-AE38-9180D7FF2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중단과 완료 증거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0C9B6F-0520-44B7-AF67-6A3DF6B5C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672CF4-DB45-47E3-A9B1-3818DB246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9269E9-5E10-431A-A229-7D1E77D07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goal: 안전한 파일 읽기 Agent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input: 공개 txt/md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allowed_tools: [read_public_text]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stop: validation_error | success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evidence: pytest + output json</a:t>
            </a:r>
          </a:p>
        </p:txBody>
      </p:sp>
    </p:spTree>
    <p:extLst>
      <p:ext uri="{BB962C8B-B14F-4D97-AF65-F5344CB8AC3E}">
        <p14:creationId xmlns:p14="http://schemas.microsoft.com/office/powerpoint/2010/main" val="123719992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8ABC1C-F19E-40F0-9334-872371CA6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DAF948-9422-43EF-954E-886C2B6EF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Agent의 최소 반복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11DCDF-5533-40D2-B16A-4DA0D0292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2BFB9E-E622-4B5C-A153-AEDAB6375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0A7D5F-3CDF-4E80-89DB-A7743496C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100AD7-6340-4CC3-A3C7-84B600D8D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B139E3-D869-49CC-A455-6C39D4F58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2919A7-2844-4CCD-B6CD-009247D60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89E891-9369-4749-A95F-9EB863E73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판단과 실행을 분리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5E3B68-0CD8-4B6E-8746-BBEFF266D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AAE5C1-6683-4FF9-BE8D-81E4D4D3E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매 step 결과 관찰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001CB6-056C-4823-9A5F-E2330C6D3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B0F6E9-6389-49C7-8462-EFEEA7C02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무한 반복 금지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DB9026-8CE5-4213-AB9F-029FBC51C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242C20-5201-46B6-A361-AC273663E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state로 감사 가능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A0516D-A66C-48B7-AD13-7F5904927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3045B4-5D7C-4B3D-980C-FD1C23BA3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680A12-87F7-4C81-B693-435625E67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while state.status == "RUNNING":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call = planner(state)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checked = validate(call)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result = execute(checked)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state = observe(state, result)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return state</a:t>
            </a:r>
          </a:p>
        </p:txBody>
      </p:sp>
    </p:spTree>
    <p:extLst>
      <p:ext uri="{BB962C8B-B14F-4D97-AF65-F5344CB8AC3E}">
        <p14:creationId xmlns:p14="http://schemas.microsoft.com/office/powerpoint/2010/main" val="149275847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69F02E-C7CB-4A80-AF58-AF93522D4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052A97-C12B-4634-B820-829BDBCC4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Day 1 완료조건을 명령으로 표현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EE4399-675D-4B4C-9F5B-8DD8257A7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518009-7E06-4839-A1F2-C12983DEF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363E46-380B-4AB4-8742-EAA887265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D57EF2-40AC-49BB-B8D8-E19699D59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2023AA-3F00-4F3D-8B89-CE1CB1888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A77CF1-75C4-4EFF-88E6-51F45B5EE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DC1B5D-81E2-4321-AD38-E9F15F93C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실행 결과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0D5A32-BD04-442C-B7E9-54D0E0FFA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77A067-5F5D-48A0-8CD4-78CCF4E99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테스트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524E80-12C9-4AEE-83D1-7ADBC3C51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0FF0CC-117F-4B93-87CC-A69606D63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변경 범위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DE67CB-5E58-446A-99F2-BB9AF5D4E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5D1A15-18CC-4CAE-90E3-D30610EC2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설명 가능한 diff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FBBB9D-DFAF-48EC-B624-12AAC742D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9A88F1-6D20-458A-89F3-67296B9EC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5DA83C-E4F1-4241-8473-EBDC357E8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python3 -m src.day1_agent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python3.12 -m pytest -q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git status --short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git diff -- src tests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# success: 19 passed</a:t>
            </a:r>
          </a:p>
        </p:txBody>
      </p:sp>
    </p:spTree>
    <p:extLst>
      <p:ext uri="{BB962C8B-B14F-4D97-AF65-F5344CB8AC3E}">
        <p14:creationId xmlns:p14="http://schemas.microsoft.com/office/powerpoint/2010/main" val="106750294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C82E87-6F36-4F68-ACC6-24D81B5BE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67C1E1-45D2-422F-A02B-C8D64E439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저장소가 말해주는 역할 분리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6B0673-A3AF-4B0C-9CFD-92E52A73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0E0BDD-C909-4345-9315-57AA20EC8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62743C-22A1-4D69-8A74-561333B50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EBFC74-2D1D-4154-A81E-17E1A482A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8DD60A-010C-44F8-A6D7-68365406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CDC3E8-FE7F-48F9-8661-314D36F2B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60B985-10F9-47AE-A83C-573DDB961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코드와 데이터 분리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1E80C8-4B8F-4A1C-8C87-DB6C16186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6C0078-F000-41E6-8CDA-762ED14D8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노트북과 모듈 분리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16B046-7CB7-41E5-BF16-8D8BA50E1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56D0C3-84F8-47AD-806B-D39596466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테스트를 1급 산출물로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7B743E-7681-4676-8C60-769A0BD1F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7D7749-EC72-4C22-9BB3-7E6476960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장표와 파일명 연결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1C8BE0-88A7-482A-B405-05A163713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2C3280-D6B4-492C-9FFC-696B80E40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8A58CF-E69B-4CE9-8B35-EEA8D356C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src/        # 실행 코드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tests/      # 실패·정상 증거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materials/  # 따라하기 notebook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data/       # 공개·합성 입력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slides/     # 수업 화면</a:t>
            </a:r>
          </a:p>
        </p:txBody>
      </p:sp>
    </p:spTree>
    <p:extLst>
      <p:ext uri="{BB962C8B-B14F-4D97-AF65-F5344CB8AC3E}">
        <p14:creationId xmlns:p14="http://schemas.microsoft.com/office/powerpoint/2010/main" val="80053518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66D828-F3B9-4604-A6BD-F16AB3F12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00BDDB-806D-440B-A90B-A5DA3243D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강사 회의음성 Demo · 실패해도 수업은 계속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0A4208-C4AD-48F1-9E56-755B616F9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30EDF4-D642-4CB1-AB0E-CD7356951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14A5D6-ED27-4B2A-B4E9-11049D7F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935F8E-F972-45A9-BE71-2519F495D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6305C7-2655-4C5D-B713-1CA91AC7E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E48A93-014E-4E0D-9A7E-D7147517F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C4535F-0A9B-4C06-940F-0C1407301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오디오가 있으면 Local STT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9D6CAA-7C97-486F-AE71-C7CA346D9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ED866F-2C72-42FD-90C1-BCE3CCF53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실패하면 같은 60초 transcript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168FBE-39F0-435C-8033-5EA28BA00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1E2E8B-F6E7-44E6-9CF7-0AEEC1A5B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사전 생성 JSON 즉시 확인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B5972F-0B8E-4CA7-9851-284349E5B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A637FC-F0D7-4EB9-8F94-94A5BB07A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자동 메일 false·사람 승인 true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FC310E-B17A-4C95-ACD2-C5FA074FA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E84669-78A4-4B80-A4A3-ED3A05FEE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B21C8F-6AE7-45A0-BE2B-F85EDAEF6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python3 -m src.meeting_demo \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--audio data/demo_meeting.wav \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--transcript data/demo_meeting_transcript.txt \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--out output/day1-demo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# outputs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# transcript.json + meeting_result.json</a:t>
            </a:r>
          </a:p>
        </p:txBody>
      </p:sp>
    </p:spTree>
    <p:extLst>
      <p:ext uri="{BB962C8B-B14F-4D97-AF65-F5344CB8AC3E}">
        <p14:creationId xmlns:p14="http://schemas.microsoft.com/office/powerpoint/2010/main" val="11120823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9D58F5-9213-4B1A-8E25-898B2B4B6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Ideation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DE00DA-FAF4-4DBA-A554-A3A627117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Ideation 1 · 강사 Demo를 보고 내 업무를 고릅니다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0CA9B9-D527-498D-905F-F29870BB1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7B9E91-E42E-456A-BACC-6EFD93AD6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5D95E8-06F3-436A-8720-90F98BEC7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38F9E8-1101-470E-B8F8-5886976F6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10C0EA-7F73-4F9D-BD47-2D3C0CD89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06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499DA8-66D8-49BD-A5F1-4CF8D8094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9B50B3-166B-43B0-A6CE-F24384F67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09DF79-A4B3-4F16-883F-D61D58130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AC01CB-C740-4AF3-B6BE-B521226B1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BC0D30-2179-4F52-9F38-F8FA8F7F6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강사가 준비한 짧은 회의 음성을 코드에 넣습니다.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464905-7B59-495A-9A20-28DEEBA5A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F0010E-C3E0-433B-A26C-B5BDC3D28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C79158-A275-4690-85D6-3966874EF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전사문·회의 요약·할 일 JSON이 만들어지는 화면을 봅니다.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5AFE29-9DCB-42FD-BCCF-C547ABADC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3908A5-7A5E-46FA-9986-EED107F7F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7F79AF-4EBA-4BEB-9321-7D1FAB881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자동 메일 발송이 차단되는 결과를 확인합니다.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F50BAC-D226-4BE5-AB81-98B574DA3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FD96D1-A998-4AD2-8843-050E7EFAF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31FD0A-67A9-4DCD-B933-5AD71C73A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같은 형식으로 내가 자동화할 일을 한 문장으로 적습니다.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6BF0AC-C983-45EF-B20D-AFE4CFD98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F08451-1351-42E2-B4B8-9381B26E8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533900"/>
            <a:ext cx="813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예시  |  강사 시연  |  demo_meeting.wav → transcript.json → meeting_result.json / 자동 메일 발송은 하지 않음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82AED9-A66B-413B-9FD5-51F8E277B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06DDFF-AC76-4A0B-8ECF-16E976D82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완료 증거  |  입력 1개 + 결과 1개 + 금지 행동 1개</a:t>
            </a:r>
          </a:p>
        </p:txBody>
      </p:sp>
    </p:spTree>
    <p:extLst>
      <p:ext uri="{BB962C8B-B14F-4D97-AF65-F5344CB8AC3E}">
        <p14:creationId xmlns:p14="http://schemas.microsoft.com/office/powerpoint/2010/main" val="106354359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045E486-B3FA-425A-B580-84539ADFA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Ideation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882E1B-F3C1-4B05-BF0B-47173D568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Ideation 2 · 오늘 사용할 예시를 혼자 정합니다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5E5B61-8524-4FEB-BA28-BACFB84DF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A74B78-F43F-4468-A3EE-3164411C4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1FBB72-2F13-42CB-811E-B26376412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03BDF2-F9E0-4E63-89C3-732C1D1C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5BAFCA-EF1F-43B6-B7AE-2DB4E9ACF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05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6FA1F6-7163-4E32-A1C9-B79C5FEC8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436B91-3617-4F82-AA85-6DEB818C4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28620B-655B-4B1D-BC5E-F1BDE6BAD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3C24B0-07E6-4953-A368-4444AD678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E339D9-E7CE-4104-888D-E18E2A0CB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재직자는 회사명·고객 정보를 뺀 반복 업무를 고릅니다.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72BB91-8359-4A1D-86CD-7FE4FED09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80559D-E364-42D8-BBB4-083A7EE4A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76A93C-2A33-43E1-8ADA-8BC2FFC49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구직자는 제공된 공개·합성 예시 중 하나를 고릅니다.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E45159-8348-4D71-BFCA-D668A9D78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192D82-61AC-4CA6-949D-ECE1FBFDD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DDD4BF-F921-4586-AFCB-4835F5A6F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입력 자료와 원하는 결과를 한 줄씩 적습니다.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D18A82-0924-4694-AFDB-055D95B61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8BF9D5-15FD-4EE8-803F-F064406DB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E99998-B618-474F-838A-85917436C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이후 소프트웨어 실습에서 같은 예시를 계속 사용합니다.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F10CC4-7FAC-4C30-95FC-E66EBBB20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F23095-2E44-4581-90CB-20501F262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533900"/>
            <a:ext cx="813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예시  |  회의 음성 → 결정·담당자·기한이 있는 회의 기록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D72278-D67A-4711-8748-4F97F6142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D7BC41-9EEB-4455-9FDB-E04CBB4A6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완료 증거  |  내가 사용할 예시 한 문장</a:t>
            </a:r>
          </a:p>
        </p:txBody>
      </p:sp>
    </p:spTree>
    <p:extLst>
      <p:ext uri="{BB962C8B-B14F-4D97-AF65-F5344CB8AC3E}">
        <p14:creationId xmlns:p14="http://schemas.microsoft.com/office/powerpoint/2010/main" val="5441061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688E137-4CAE-4067-A80A-5B7F87000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설계 워크숍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2199E7-D6DA-49B1-B9F4-E2BCB4A35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설계 워크숍 1 · 최종 데모 역산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D01CB6-3FC3-4727-A89C-E33892560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6B9846-CD64-4862-92D6-86E413989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E781E7-60E6-440C-B652-84E8789A9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FC2C0B-4BC8-4508-961E-35E49685C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156C36-2927-4BE2-A12D-367C7E6F8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441019-5C7D-4BEF-A074-E31A85CDF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9412CF-C6D4-4D2F-BE40-1F1F0378C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8CCB3D-0964-4DC8-AB44-8CA9FB683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248397-7238-48E7-B0BA-693E7250C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9A1E3E-03DD-4898-AEA6-A289346AA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최종 입력 한 건을 정한다.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FE002A-2519-4869-B55D-E579C5CB3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44A3A8-8EC3-46F7-BF3E-28580EFE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E03C1E-AA5E-4B65-A411-B64F770A3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보여줄 출력 JSON을 그린다.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C5847D-50C0-4FB3-8850-202FC118A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7DFD42-309B-4920-BECD-50E6D542D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6BA267-A4DA-48F9-8FAB-BA68D96C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사람이 승인할 지점을 표시한다.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24EB72-71DB-47F0-8DF0-E3D9D4D24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D5E7B5-5251-4250-958A-4F4A4581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3EC135-B368-4361-81E4-D8D031782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LangSmith에서 보고 싶은 실패를 적는다.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6930E9-7F4F-4187-8A95-84EA3440C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B4E478-959B-4552-BEAA-7426442DA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B1D9A8-AAC9-4EE6-B329-8807BAC57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완료 증거  |  입력→출력→승인 sketch</a:t>
            </a:r>
          </a:p>
        </p:txBody>
      </p:sp>
    </p:spTree>
    <p:extLst>
      <p:ext uri="{BB962C8B-B14F-4D97-AF65-F5344CB8AC3E}">
        <p14:creationId xmlns:p14="http://schemas.microsoft.com/office/powerpoint/2010/main" val="25524567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4D79B7-B67B-4B1E-90FA-B43EB7B9A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919E09-F12A-4843-8952-0525A2520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실행 확인 1 · 환경 신호등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9B910D-6C1E-465D-8317-AC394F7D4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3D182B-0DC6-4AD7-A150-21CCB96C9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149621-DEBC-4B42-9706-69EF402B7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5C9252-952E-4C4B-A6E4-8C16BE9CA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4EAB06-355B-4E22-937A-2B1641B5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06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EDB459-92C9-4265-92B4-36CBEC5C2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F4436B-3E8A-4A1A-A37C-17749CFC9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9F2F54-62EA-4D5D-ACD5-AB72ABBD2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78AD3A-750D-49A3-9313-B556CD945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52CD1F-01F1-4F67-A89E-D4BD10731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Python·VS Code·Git 설치 여부를 표시한다.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BC34E5-C892-4F1E-A66D-F2D1D2E5D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78CB7E-3997-4BB3-989F-8215E7766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9043E1-D990-41ED-9C8F-8A64C7552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관리자 권한 여부를 표시한다.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2962F3-3071-4BBB-B0BC-2D499C28B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6ACF11-F263-40D3-A592-30D63CF7F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98B78C-AA54-4A60-A0FA-6D3BEE87C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RAM·디스크 제약을 적는다.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385CCB-14AD-42E0-90BA-08C811D82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7D9A56-F449-472B-9DD3-FBBD3B526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AB10B9-E413-4526-8670-D59629885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GREEN/YELLOW/RED lane을 선택한다.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B6B57D-5815-405C-B541-7B81A4788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B71DE5-822A-4646-B6DB-423A033EC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C78BD3-89BF-4EB2-9002-AE1751A4B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완료 증거  |  개인 환경 진단표</a:t>
            </a:r>
          </a:p>
        </p:txBody>
      </p:sp>
    </p:spTree>
    <p:extLst>
      <p:ext uri="{BB962C8B-B14F-4D97-AF65-F5344CB8AC3E}">
        <p14:creationId xmlns:p14="http://schemas.microsoft.com/office/powerpoint/2010/main" val="2621749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EEBBAA-80F7-4AD3-9A89-821E5E952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29EFFD-E6A2-4E68-B34F-FB436117E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실패 1 · 문제 범위가 너무 크다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20E31B-DEA0-45A3-8A23-1859E15B2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ABCE19-9D3C-4942-A5BC-CA3C97B80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1E7D21-A172-47B3-90C6-9D7FCBAB0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C71933-3F1C-420C-A62E-0E4AF3142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CD7F12-86C8-4B49-83A3-8767D0D10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C94108-D089-4860-9C9F-8917AD35C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222B37-772C-4ABC-BCB2-FBDEA3A84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8D4F68-1BC0-476D-8565-DE85B2FE3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C4E058-85C1-46ED-BE5D-1918A9736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전사·요약·메일·ERP를 한 번에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EB6B1F-18FA-4CBB-A734-F5DC5666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F52D5A-8B27-4A46-BA1D-6F52BCA89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사용자가 여러 명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F5F899-7841-4215-BBCE-CCD41F79A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D4A449-A44A-45B1-9D8D-EF96B7AB5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정답 기준 없음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8CCFEB-8FB3-4C26-BF8E-700FBA19E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6A3523-3E68-4793-A4BA-15D0F1AFB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데모 입력도 미정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27FF4D-B8A2-4B42-8072-22C881029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732618-B481-493E-B287-8D06FEAD0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한 사용자·한 입력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FCAD8C-5566-437B-8C48-42405DFF4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1CC8B3-0D73-48C7-ABC0-692C990AE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한 구조화 출력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59D948-828D-445C-AC15-152107785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1DDD80-DD24-49CD-BC7F-5D04B4891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한 승인 행동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73A0DE-ACA8-4DDC-8150-2B9864F2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02E1A7-2604-4CA4-BD36-29DD1E252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한 개의 golden example</a:t>
            </a:r>
          </a:p>
        </p:txBody>
      </p:sp>
    </p:spTree>
    <p:extLst>
      <p:ext uri="{BB962C8B-B14F-4D97-AF65-F5344CB8AC3E}">
        <p14:creationId xmlns:p14="http://schemas.microsoft.com/office/powerpoint/2010/main" val="207268613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C0F85F-DE9D-49A3-A6D4-C8CCB4577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6972D4-98B1-4684-B26B-5A0A455D0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실패 2 · 실제 회사 데이터를 가져온다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8340E4-1AA6-4B5A-94D4-B5F39FCDB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DBFF59-8A95-4FEE-802D-AD061DD46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B4CAD9-C461-4D5E-A3C0-64D158E2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F69E82-522B-46C4-8FA5-1BA77AE67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453E80-A1A3-47ED-A51F-800C53E1B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4A4B0E-D3CA-448C-BB16-863AE9E6F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DC96BC-E667-4C73-BEE6-212BB8ADC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D7FE76-5BA1-4E59-B997-9D89EBA09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07F7B4-4A86-4CB3-AA9E-530B2189B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고객명·이메일 포함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5B78D8-0A87-4FA6-8565-2C480AC5C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CBF183-BEF4-442B-93BE-6781CF623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비공개 회의 업로드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BC0282-4CC7-4280-9604-B34386F90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14B012-094D-40DC-941A-E2FFC15A8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회사 repo token 사용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272A48-FFF0-4E46-B4D6-3545DBB66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B738DB-3DFE-41A7-8967-1137790CB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교육 계정에 trace 전송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AA1A20-F0A6-4A9A-849C-D46FDE326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89F4EC-3BD1-4060-9C2B-08C2F8863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공개·합성 데이터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2D64CB-6309-45A8-8702-57D74C7F6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E9EDFA-537C-4BD5-A611-AEF48826D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이름·금액 범주화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06B368-6438-40BB-8643-595D5D6EC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3674CA-4671-4A2A-95DE-213BFAEBB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sandbox repo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AC2CD7-DC4B-4B6C-896F-C6EEFEE5C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49669F-E711-41E3-8BE3-B2DCC521B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민감 필드 masking</a:t>
            </a:r>
          </a:p>
        </p:txBody>
      </p:sp>
    </p:spTree>
    <p:extLst>
      <p:ext uri="{BB962C8B-B14F-4D97-AF65-F5344CB8AC3E}">
        <p14:creationId xmlns:p14="http://schemas.microsoft.com/office/powerpoint/2010/main" val="111384924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73062D-5243-4FC8-A81E-1020B5B80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AC7034-BCEE-47F2-A8DF-F47CD55C4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실패 3 · 모델 선택부터 시작한다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EC56AE-6CFF-428A-BE45-F54271572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929AEA-41C8-4032-896F-5DF8D8086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7FE801-F31E-43AD-BBD3-4749732E8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BFC6E6-1AAA-4A2E-BB7D-2DC9A8DA1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B81924-9B57-4D17-8325-33CEB8354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D7E715-5668-46E3-A933-7958A1A5E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8FACF5-83D0-4A28-BFAC-312AB2D36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B387B5-854D-4148-B3E3-0952E7DE8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4178FF-5203-46FE-B206-3824B0483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벤치마크 순위만 비교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1CEC72-41CC-4BBA-97F7-2C304043C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9D86C8-0446-43E1-ADE9-7C552E67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큰 모델 다운로드 대기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45CA9C-E339-47D2-B33D-87F96EB06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03FE3F-B882-4F7F-9B4C-AE8212404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문제 정의 지연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6C7E68-FFAA-47F7-929A-09E3A46AA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C59767-35E5-4647-934A-5D1336323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실패 조건 미정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1FB832-98D2-4FE2-BC5C-641EBD49B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45D27A-7C1D-4C6B-AFFB-103A7FED3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fixture로 흐름 먼저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F9F169-3E37-48BB-858B-4CE4A4866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F42B7B-1282-4E81-83A9-2258261EE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작은 모델은 선택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385B3E-A366-437B-8F0A-F17D0B740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5786DE0-61DB-4CA1-AEEF-388FF761C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계약과 test 우선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9974BA-C201-4C38-89E5-60349B585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C1FD43-CABB-4879-BA24-C13FCB7AD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provider 교체 가능</a:t>
            </a:r>
          </a:p>
        </p:txBody>
      </p:sp>
    </p:spTree>
    <p:extLst>
      <p:ext uri="{BB962C8B-B14F-4D97-AF65-F5344CB8AC3E}">
        <p14:creationId xmlns:p14="http://schemas.microsoft.com/office/powerpoint/2010/main" val="732351178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D11BF56-0DD0-42C1-A6C3-EAFBDB1E3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재직자·구직자 관점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4D3543-A672-446A-963F-6E26B095B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재직자 · 현업 PoC 승인 관점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91D73A-AE45-47DA-AF94-BFDBB9C87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C32382-4DC6-4C35-BAB7-B800587F0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5F4FF9-C811-4750-8006-97EC0CAA2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8E3E8D-3A3C-4CAC-A33C-F465C9235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E25CC1-BA24-42DD-B7CB-AEC588699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현업 질문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C5EB32-2BA1-4EB9-8312-65CFBB650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남길 증거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D65558-CF4A-4E05-9536-6195189FF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8DB94E-D2DE-40D1-9DA7-E55818D4C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08E6CD-AEC7-4626-B207-48C434ED2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어떤 시간을 줄이나?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CC57BA-2551-437F-8103-144939DFC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1E3E5C-A28F-4AB0-8F3D-2B004E110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어디서 사람이 승인하나?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872480-081B-4ACE-8571-AC4A0BF02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2DDBC8-C99A-4853-B50A-59354E99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어떤 데이터가 나가나?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F74FF0-FEAF-482D-A81A-27F19C8E3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E46637-5C51-4660-95FC-A5D2411E2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장애 시 누가 복구하나?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68CDEA-73D6-461B-A3F9-5D4A24D30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9ABCD6-3B43-4EDC-8D98-A43400F25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before/after 시간 가설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A4EF8B-C7DA-412A-937F-DDD35F1C8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B98898-FA9E-45B9-A715-350DA3B9E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approval policy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6B3A8-3DA8-4827-8404-F62699D5C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491007-C9F3-4858-8383-B0B1C1920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data boundary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365869-46B3-4091-A97E-055F30D59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13C137-DEB9-4C61-86CF-D4E6A40B8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운영 runbook</a:t>
            </a:r>
          </a:p>
        </p:txBody>
      </p:sp>
    </p:spTree>
    <p:extLst>
      <p:ext uri="{BB962C8B-B14F-4D97-AF65-F5344CB8AC3E}">
        <p14:creationId xmlns:p14="http://schemas.microsoft.com/office/powerpoint/2010/main" val="116683486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EA7DEE-541C-4673-B810-7155167B2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판단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2C0DE6-377D-42FD-B67B-6AA540C60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Gate 1 · 범위를 줄일 수 있습니까?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DDF256-34DD-4DB4-8ADD-687CA3D4A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F6DDF9-ADA4-4529-899C-FF126552D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F9512E-7204-465E-A587-78F3F2390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CC02C2-03D7-46C5-A9DD-CFD4B4F81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44F299-AFC7-4342-89FD-224078D6A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상황: “회의 업무를 전부 자동화하자”는 요청을 받았습니다. 오늘 만들 수 있는 한 조각으로 잘라봅니다.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1E2CCD-C371-4C12-9215-8842B7238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D323CC-FB8D-45B3-890F-BB9412C62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5F2549-4724-49A2-A85A-C0CF295BF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2860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사용자 한 명과 입력 한 건을 무엇으로 정할까?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1D1CF6-10DB-48D0-A7AD-E0907E6F0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619163-82DE-4BD4-A710-1904B5490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552583-000B-4F5E-AAA6-79DAB4583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3528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AI가 하면 안 되는 행동을 어디까지 막을까?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100915-5573-4770-B7AD-B9B3D3A00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E5ED86-0586-4457-B783-8952C0C25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A2A9C3-2C56-4D6A-B726-C43E15550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4196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완료를 증명할 파일·test·demo는 무엇일까?</a:t>
            </a:r>
          </a:p>
        </p:txBody>
      </p:sp>
    </p:spTree>
    <p:extLst>
      <p:ext uri="{BB962C8B-B14F-4D97-AF65-F5344CB8AC3E}">
        <p14:creationId xmlns:p14="http://schemas.microsoft.com/office/powerpoint/2010/main" val="200467397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FD21E9-7758-43B1-9C18-5C77D312C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FAC6C6-1FB5-47FD-9C10-B53C63993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571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6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26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09:50-10:40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211FC9-6614-4513-8437-2FD4B0086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580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1일차 2차시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C43C83-8EAF-4ED5-A6D7-FCF709D4D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09700"/>
            <a:ext cx="10401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5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35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Tool Calling과 실행 권한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2E04E5-614E-456B-8282-04D16F63F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908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E0E0E0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E0E0E0"/>
                </a:solidFill>
                <a:latin typeface="Nanum Gothic"/>
                <a:ea typeface="Nanum Gothic"/>
                <a:cs typeface="Nanum Gothic"/>
              </a:rPr>
              <a:t>09:50-10:05 강의 · 10:05-10:15 코드 시연 · 10:15-10:35 소프트웨어 실습 · 10:35-10:40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51790F-461E-4868-BA4F-C99F36B8D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0400"/>
            <a:ext cx="3467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9A9391-D4F9-4E6A-AD14-488EE9D42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95650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지금 배우는 내용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1B2C4B-49D3-4AFB-BAA0-64884B52B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0"/>
            <a:ext cx="34671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5A6676-F172-4BB7-BE53-E88A21BFE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10000"/>
            <a:ext cx="31242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Tool schema · 허용 목록 · 실행 전 검사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BE57C3-99D4-4FDD-99A8-7A35F51C2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20040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2C9572-F2A3-4D02-8F9A-5C1BF4177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295650"/>
            <a:ext cx="3790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이 차시에서 이해할 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14B3C5-833E-4A3D-BAE9-FFB4E407E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619500"/>
            <a:ext cx="4095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E5669C-17B1-4755-9E74-1402C7FDB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810000"/>
            <a:ext cx="3752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모델의 제안과 실제 실행 권한은 다르다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1FE897-3E32-4AD6-A9CA-F2920ACC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00400"/>
            <a:ext cx="2838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E52C17-928F-47F0-A449-32A463C72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295650"/>
            <a:ext cx="253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함께 챙길 내용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62C9C2-E903-4554-9E50-87C2A5903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19500"/>
            <a:ext cx="28384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CCA4D2-F0AC-428F-BCAD-9CE02D5FF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810000"/>
            <a:ext cx="24955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허용할 도구와 막을 행동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9517F0-A954-466D-8F2F-9298BB981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578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F59499-653E-4C6D-9B8A-03BEF799C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293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C7C7C7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C7C7C7"/>
                </a:solidFill>
                <a:latin typeface="Nanum Gothic"/>
                <a:ea typeface="Nanum Gothic"/>
                <a:cs typeface="Nanum Gothic"/>
              </a:rPr>
              <a:t>슬라이드 30-64</a:t>
            </a:r>
          </a:p>
        </p:txBody>
      </p:sp>
    </p:spTree>
    <p:extLst>
      <p:ext uri="{BB962C8B-B14F-4D97-AF65-F5344CB8AC3E}">
        <p14:creationId xmlns:p14="http://schemas.microsoft.com/office/powerpoint/2010/main" val="805479810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A89D5B-7E87-4BB5-98F9-BB89FCE0C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오늘의 질문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5AEE73-3B64-43D0-B141-404C72B6E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모델의 JSON은 아직 실행이 아닙니다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88DCB2-AD13-4C85-BC06-485F17800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4EDD6B-FEC6-4B40-A518-AD6C46F6A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74DE0C-6283-490E-8AB0-035C1402C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360293-039F-4084-9C9F-5A630226A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949C4E-4D7A-47F3-A884-C8DC96345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모델의 제안을 실제 행동으로 바꾸기 전에 누가 마지막으로 검사하는가?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6A6340-617E-42F4-94FF-B2848A27A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4B3CC1-E46C-473C-B64A-7E4FF1032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요청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A5B067-D300-40FF-BDCC-1AAA57C1E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4193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tool name과 arguments를 분리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8C3309-258A-4ED0-8999-61E1BB3C9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F37018-0CAF-4722-BCDE-08EC81841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146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계약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BA962E-75E5-452D-AAFF-29F6C7677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1051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required·type·추가 필드를 검사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9F12B3-01B8-4BB7-AC20-6FACE00E1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338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7EC742-A434-4359-A5D3-EA1501B80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004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권한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2C83CC-2A8D-4254-9A91-88ECC8D60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7909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allowlist와 workspace 경계를 확인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9E63AC-00CD-4B00-AD89-39C1E04C9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56AE4D-62F9-4540-A9EB-C108A4757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862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실행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884E48-170A-44E9-9E4D-2205EAE33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4767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registry에 등록된 함수만 호출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E78412-F292-4C5E-81A4-5C5A291F7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054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C96A45-7BAD-43C8-98BE-E8CACE1B0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720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기록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3A78C8-DBF6-40D1-AB8C-11C2EC830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1625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result와 audit event를 함께 남김</a:t>
            </a:r>
          </a:p>
        </p:txBody>
      </p:sp>
    </p:spTree>
    <p:extLst>
      <p:ext uri="{BB962C8B-B14F-4D97-AF65-F5344CB8AC3E}">
        <p14:creationId xmlns:p14="http://schemas.microsoft.com/office/powerpoint/2010/main" val="132396417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9AF579F-4584-45ED-AC02-658DD34F5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처음 보는 용어 · 한 장으로 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59920C-F3FF-460F-A6ED-98433FB95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실행 전에 알아야 할 네 가지 계약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857585-E2AC-4465-888F-D3935845D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97865F-DBAB-4AF9-A7F7-4D3A87F9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3639F4-777C-4D10-A330-CB5AFF02C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03C9E0-FE11-47AD-8F8F-CA465D534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C562C3-73EE-4BB3-B15D-5A23017A1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0020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88E0DF-3C90-47B7-A19F-EC55FF48B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D3A6AC-13AD-4D84-AD5B-F3694B376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695450"/>
            <a:ext cx="421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쉽게 말하면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064B53-A128-4850-B5BB-A859A36B1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69545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오늘 쓰는 곳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48F1AD-ABAB-4276-8EFA-091AD590C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145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Tool Calling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Structured Tool Request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815ED1-87EE-49DD-BF17-819CB3ADC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1145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모델이 자유문장 대신 도구 이름과 인자를 구조화해 요청하는 방식이다.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D8140E-A814-49C6-BE57-A56A77C54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1145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read_public_text(path=...) 요청을 만들고 실행기는 따로 검증한다.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ED0460-C8D6-409C-8197-709EAE2AD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3A516B-7E8E-47F6-8D53-D24410B21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A3D634-80E3-47BB-B061-96D46120E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Schema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Data Contract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309148-42F2-4F46-8778-A685D6B12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9908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입력과 출력에 어떤 필드가 필요하고 어떤 타입인지 정한 계약이다.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C2D402-D6C0-47A3-B322-F6EFB0564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908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path는 문자열, action_items는 배열, due는 날짜 또는 null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E90760-98FB-4D36-BF10-CF750D6F8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343AFB-95F3-4EAB-869B-11416556A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Validation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Contract Check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A9996A-5A1A-406C-9101-90C373760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8671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실행 전에 입력이 Schema와 정책을 지키는지 검사하는 단계이다.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B9ACEA-F318-4CBC-AEB2-A8AA1ABF8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671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허용 확장자가 txt/md가 아니면 validation_error로 중단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4C737F-FBC7-4049-B08A-463A81518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1CF56F-8AE0-484B-B36C-3367C0E98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24C8A4-293E-4BF4-B3D9-5EAB415C7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Side Effect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External Change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F5CFB9-5B01-444E-9FC7-07AA351FE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7434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파일 쓰기·메일 발송·DB 변경처럼 외부 상태를 바꾸는 행동이다.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44485A9-A14F-48A3-8866-34656C684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7434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회의 요약을 Slack에 게시하는 행동은 승인 뒤 한 번만 실행한다.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C6F504-86FB-4E45-9E06-37DBDDCCB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054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07724097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9E6AC3-1462-4740-8D3C-E905665E5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Tool Calling은 실행 권한의 계약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8B824E-38F7-4AEE-BDC6-EF90BFABD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8D5CF5-98B5-42C1-BF8C-1E0569DEE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F91DD0-949B-49E2-A14A-6E78D056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09:50-10:40 · TOOL CALLING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C13622-7175-4EC8-8444-084A730B2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033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7CDF94-75C5-47BF-BE03-79268B19E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43C2AD-94A3-4AC6-A9F8-EAFBCF691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8096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모델의 JSON은 제안일 뿐, 실행 허가는 애플리케이션이 결정한다.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be62baf5c24adb">
            <a:extLst>
              <a:ext uri="{96DAC541-7B7A-43D3-8B79-37D633B846F1}">
                <asvg:svgBlip xmlns:asvg="http://schemas.microsoft.com/office/drawing/2016/SVG/main" r:embed="R40a44a777ad3446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601200" y="1847850"/>
            <a:ext cx="1352550" cy="13525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197380-7A06-4081-ACB7-5805FF6BA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45C517-50F3-433B-9937-7483782F8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name·description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60C6F3-B310-4221-9575-E91AD9ECD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813A48-536C-4B2E-A308-F00147608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arguments schema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13657C-ECC4-45AF-9A61-A930BCCCD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FEAD6E-5C82-40CF-9893-0F9AC1202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allowlist·policy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AC21BF-9DBB-4B75-8F5D-6B08BB664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86450"/>
            <a:ext cx="9906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4EBCAB-1921-4463-BE28-473119716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531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권한 설계의 핵심  |  Tool schema가 친절할수록 모델은 똑똑해 보이고, allowlist가 단단할수록 제품은 안전해진다.</a:t>
            </a:r>
          </a:p>
        </p:txBody>
      </p:sp>
    </p:spTree>
    <p:extLst>
      <p:ext uri="{BB962C8B-B14F-4D97-AF65-F5344CB8AC3E}">
        <p14:creationId xmlns:p14="http://schemas.microsoft.com/office/powerpoint/2010/main" val="1663249891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BEF314-9A56-4D94-ACEB-3B474FA8C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Schema는 문서이자 방화벽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7E11B2-A94E-4AC2-88AE-F7E113FC6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DC2DCC-154D-493A-B1B8-BC715E625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9D2F48-0421-412F-98E7-84A42EA72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09:50-10:40 · TOOL CALLING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EE9351-FCB9-4DC4-8F68-EAF5B270C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034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0D6AAF-8214-4455-849D-2E84D6651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필수 필드·타입·열거값·추가 필드 금지를 코드로 고정한다.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66AC9F-1640-4158-B7BA-BA5511556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772B22-BA1F-4FD4-870F-D55987497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required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7F00B7-A496-4454-AEBA-12F2F22A5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10E92F-5B6B-43D6-937F-260C4FD36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type·enum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BF0388-B4CC-4952-83D6-92AD54F59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66B497-29C3-4C21-8F26-4F122F82A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additional properties</a:t>
            </a:r>
          </a:p>
        </p:txBody>
      </p:sp>
    </p:spTree>
    <p:extLst>
      <p:ext uri="{BB962C8B-B14F-4D97-AF65-F5344CB8AC3E}">
        <p14:creationId xmlns:p14="http://schemas.microsoft.com/office/powerpoint/2010/main" val="413348936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C11B20-8FDD-4DAE-BE9F-C678D9317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Registry가 실행 가능한 세계를 제한한다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3F9A57-F943-49A0-B9BA-7C866007E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1FEA20-EA3D-4CF1-919E-FB4B5DB8E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872515-DD94-42CB-BD21-6E3546A8C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09:50-10:40 · TOOL CALLING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3544FD-834D-4CD3-9A09-648CDA4B3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035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5567E7-2599-4FA4-92E1-DCEF39FD9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83CA05-7344-43FB-B67E-D6A5F083D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모델이 아는 도구와 실제로 등록된 도구를 분리한다.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640B56-E449-454B-B12C-8116D28B5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398FB7-6608-4463-818F-AC1BE4F77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TOOL_SCHEMAS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49FDD0-95B3-479B-82DB-5A32B8A87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F1C500-8972-404B-8ABC-B631461FB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TOOL_REGISTRY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30D22A-BF77-4FB7-95DD-07A72238B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40451F-2729-4C00-A5A0-18B3898D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unknown tool 차단</a:t>
            </a:r>
          </a:p>
        </p:txBody>
      </p:sp>
    </p:spTree>
    <p:extLst>
      <p:ext uri="{BB962C8B-B14F-4D97-AF65-F5344CB8AC3E}">
        <p14:creationId xmlns:p14="http://schemas.microsoft.com/office/powerpoint/2010/main" val="123661817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F606DA-D4E6-4780-8BDE-678F2A37E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최소 권한은 기능을 줄이는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99EEB1-D62D-4F89-A65A-140FEE8DF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FCB3FA-2362-46A0-B76E-8F7782E4A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9275E9-FAB6-4B9B-A19D-8D6E5C157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09:50-10:40 · TOOL CALLING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484530-5826-467E-8973-026A35830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036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50BBE1-1F19-473B-9B65-92B61742C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범용 shell보다 목적별 좁은 도구가 더 안전하고 평가하기 쉽다.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532A10-F1C8-4737-9B3F-E746D8A48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C48330-6DC5-45F0-8829-6275BEBF9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read_public_text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308D14-D9D6-492B-BE2F-EEE2C6BDD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230836-F6F7-4D18-B7E8-ED4092060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확장자 제한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1C595F-297E-4898-906B-3258FC3DC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BED511-2B5F-41CF-AE6A-EE82CE922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workspace 경계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90ECE6-408B-4577-A6F0-9AAEE4178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367E7D-AAEF-45FD-A160-6496E3147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1049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권한 설계의 핵심  |  오류 메시지도 제품 계약이다. 복구할 수 없는 오류는 관측되지 않은 오류다.</a:t>
            </a:r>
          </a:p>
        </p:txBody>
      </p:sp>
    </p:spTree>
    <p:extLst>
      <p:ext uri="{BB962C8B-B14F-4D97-AF65-F5344CB8AC3E}">
        <p14:creationId xmlns:p14="http://schemas.microsoft.com/office/powerpoint/2010/main" val="755317349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51E638-8555-4908-86DA-437ED6957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Validation은 실행 전에 끝낸다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0F209D-DC5F-4B13-AEAB-A47E60E60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08C4EB-DA51-432B-85B3-0E16BCE38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0B398F-0A78-4CA3-80A8-52863EB2C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09:50-10:40 · TOOL CALLING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0251BB-0258-41C6-A74A-2E0FDE8E7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037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1D58D-4E89-4E36-96E2-E04F4E01A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4AF087-A693-4316-8A1C-400BCB6CF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누락·타입·예상 밖 인자는 side effect 전에 거부한다.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0978F8-B5A0-4787-A1EE-B8D40BD71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71EF50-7329-4FD0-BDDE-8C80F3F36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missing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324E7C-CD91-406A-B0FC-DFD41B5B5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48A64A-9E39-448B-AFFC-1820FA04B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unexpected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09C03C-1C85-44C9-9A62-F9DA9F42F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0B229E-FC6C-4C8C-91D8-8BD508D5B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wrong type</a:t>
            </a:r>
          </a:p>
        </p:txBody>
      </p:sp>
    </p:spTree>
    <p:extLst>
      <p:ext uri="{BB962C8B-B14F-4D97-AF65-F5344CB8AC3E}">
        <p14:creationId xmlns:p14="http://schemas.microsoft.com/office/powerpoint/2010/main" val="1352199924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7D4449-FA4B-4E32-AD89-11AC066DC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오류도 정상적인 결과 형식이다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E1AA2F-C0B2-4017-9DA2-CA0194949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B6481C-4AEF-4F6E-8D99-BA38BC8FE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1B119B-CE35-4541-AFBF-08475D18C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09:50-10:40 · TOOL CALLING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816D5D-F9AB-4B6E-904E-D96AC4D87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038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FD9E94-B992-4C75-9D2A-3E83E8DC5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traceback 대신 ok·error_code·message를 downstream에 전달한다.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1121E3-33CC-430F-91C7-9DDA19FB0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D3579A-B9FE-4C85-BD79-885E476C9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VALIDATION_ERROR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61CCB2-DA22-445F-8469-87AA343F5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E94321-221F-4E60-B79C-78B7135FB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NOT_FOUND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3FB944-309C-442D-A2B7-336E702FB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1649EE-27B5-4C10-A195-4882C3B30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POLICY_BLOCKED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1779E2-6D7C-4F83-982A-2971D9D11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8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81F915-4A1F-4D99-815B-6AE528BE8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529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TOOL_RUNTIME_ERROR</a:t>
            </a:r>
          </a:p>
        </p:txBody>
      </p:sp>
    </p:spTree>
    <p:extLst>
      <p:ext uri="{BB962C8B-B14F-4D97-AF65-F5344CB8AC3E}">
        <p14:creationId xmlns:p14="http://schemas.microsoft.com/office/powerpoint/2010/main" val="1364886872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799578-26B4-4449-98CC-75B981402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Read와 Write는 위험도가 다르다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6062EA-2C77-4780-83F5-D20F3EF5C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E41F7D-866A-4408-9AEA-90A0B48E4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AA0554-2123-4ECB-8F5C-94DA645EC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09:50-10:40 · TOOL CALLING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6B1A70-4008-49A9-ADF1-218B3A7D2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039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532D6B-06A6-4640-9A47-A3EB15A82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0806B7-117C-41B2-B5AD-46A42507A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외부 쓰기는 승인·중복 방지·감사 로그가 추가로 필요하다.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7CB4E7-7CC2-488F-80EA-F72A30545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9B33E3-34CC-4FB9-BB83-6C6FD1AFA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read: 자동 가능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873872-CD83-4883-A5EE-3A0C4BC30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A6A58C-4962-47B2-A8A6-BD6125E21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draft: 검토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0FAE2D-7459-44D3-BA0F-63F88A4A0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8CC604-9D67-4DA3-84A5-AC7FC1709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publish: 승인 필수</a:t>
            </a:r>
          </a:p>
        </p:txBody>
      </p:sp>
    </p:spTree>
    <p:extLst>
      <p:ext uri="{BB962C8B-B14F-4D97-AF65-F5344CB8AC3E}">
        <p14:creationId xmlns:p14="http://schemas.microsoft.com/office/powerpoint/2010/main" val="2076053236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636E26-EE01-48A8-899B-40FB83F83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Audit event가 설명 가능성을 만든다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9C34F0-C349-48F6-8889-7F3C91EAF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9B8B91-87CF-4522-BEFC-A0FC4A31A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C7F50E-ACB9-4A6E-8A2A-889170A9D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09:50-10:40 · TOOL CALLING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9F545F-75B8-4B16-8741-CE3DAAAF0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040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4912C8-82F4-49DA-937F-73C52EA49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누가 무엇을 요청했고 무엇이 차단됐는지 구조화해 남긴다.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24B6D0-1111-4755-919D-017DD5D39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507E90-138F-49BF-9DC5-1B7361BA1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input hash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5C2BBC-3C8D-420F-A8C6-A6A1DC0C1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8ACE8E-ABA7-4D23-B158-40BC67C09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tool·args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042A87-8389-48BC-8066-644F38712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1F5219-2270-4E2C-B903-4E87EED4C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decision·result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9608D8-C880-43DD-9EF0-E92AB87E4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8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A4C1E9-F51C-45EB-B194-F27856713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529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timestamp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43643E-39BF-41A8-967E-2887FE0E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93602B-3E9F-439D-B9CF-10B63A974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1049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권한 설계의 핵심  |  외부 쓰기 권한은 기능이 아니라 책임의 이전이다.</a:t>
            </a:r>
          </a:p>
        </p:txBody>
      </p:sp>
    </p:spTree>
    <p:extLst>
      <p:ext uri="{BB962C8B-B14F-4D97-AF65-F5344CB8AC3E}">
        <p14:creationId xmlns:p14="http://schemas.microsoft.com/office/powerpoint/2010/main" val="1086465491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A9EF79-4BC9-4F76-B756-A9FE49C25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37F91B-2FD7-45D4-8164-309FEC8ED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Tool 호출의 4단계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8CF3FA-C4D9-4D9A-9834-CDAD90D7A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004CAA-EAB0-4536-92AF-7CCAD9943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D932EA-77A5-4F92-8899-8CD9B3BB4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46BE01-078E-48B0-8909-0B480229B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6A883E-DC12-45FC-AF18-B8B760C5B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304DED-F147-4B70-A37A-ACAFC8545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FBA4C7-9C7A-4688-8E82-B5A2B8F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PLAN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0A1618-5A09-4B84-A5BF-DE5D91C3F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도구·인자 제안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694880-CC16-444A-ACFE-78248AE39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B1F1D0-3E25-42E9-9C8F-B510EE1D2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0CCE99-44DE-4DA6-90EF-4742853FD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VALIDATE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04937B-8244-4DCA-8D32-0EE7D5FB9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schema·policy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B3D5AB-5267-450E-BC87-D3F389A59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915BD4-B8F3-4200-99B8-7D74E798E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755E5B-CBBC-4E84-BBC0-F40F3FB36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EXECUTE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CFDE56-1C52-4B63-96FB-72422CAC8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등록 함수만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4F6ECB-4DF3-407B-B71A-E3CCBB49D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7A5555-AAAB-4099-AFA6-87E3F32F5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DEE3ED-0A67-499C-9A1A-21174D509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OBSERVE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442339-A394-46DF-A000-82B5EBF5A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결과·오류 기록</a:t>
            </a:r>
          </a:p>
        </p:txBody>
      </p:sp>
    </p:spTree>
    <p:extLst>
      <p:ext uri="{BB962C8B-B14F-4D97-AF65-F5344CB8AC3E}">
        <p14:creationId xmlns:p14="http://schemas.microsoft.com/office/powerpoint/2010/main" val="784191275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026857-94BA-4157-B57C-C89ACFF35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A2D29D-8D16-4B07-A874-B40C16314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Tool Prompt와 Schema를 만드는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1770C1-80B5-4448-9F81-3E8A88CF5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FB05B5-06D4-40F0-8038-8AB35ED00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BF5991-3373-426C-BB1C-9478E278B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A1BA11-8D81-4B4B-83FB-E4C8561EC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2FB4AB-11E1-411B-8156-769E8AB0A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07EC44-07FF-44CC-9D3A-FB5763309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FE1849-9C9C-4F07-B5AA-2D8C505B9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SYSTEM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427153-6971-4E8B-B8FA-7E040879F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역할·허용·금지 행동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809251-8198-45E0-9E81-56FA0049D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25E7E8-55D3-4A0F-8ED9-4990A79E8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D197BA-FE92-4624-86C0-C7146CF96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TASK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A889DF-16FF-455D-A38A-D9091DCCF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입력과 원하는 결과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26BD92-22CC-40AD-86E8-BEBDD6660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91B7F0-702F-403B-B3C2-FE50CE8EF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18546C-2698-4429-B923-62494A700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TOOLS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83E26E-5DDB-4561-95FC-D579DA6F5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name·설명·인자 schema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22CC64-A5EA-49B9-A32E-59EF6870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CCF0C3-0E36-4740-A7EB-47B871BC6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965339-8043-4C7E-90E0-4EDA99740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EXAMPLE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5BB061-E8F4-480D-A763-57E26E011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정상 호출·차단 호출</a:t>
            </a:r>
          </a:p>
        </p:txBody>
      </p:sp>
    </p:spTree>
    <p:extLst>
      <p:ext uri="{BB962C8B-B14F-4D97-AF65-F5344CB8AC3E}">
        <p14:creationId xmlns:p14="http://schemas.microsoft.com/office/powerpoint/2010/main" val="1352733821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49F8FC6-0839-4240-8B99-1CD7BEC23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F40735-BB76-428A-A5C6-49979C590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파일 도구의 경로 검증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8C8A3B-BC60-4FF4-8E85-EB073E7A5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7F6DE4-3CA2-495C-AAF8-2E077C686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9FC890-3644-495B-A195-FFA317605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79FBBD-E4BC-4C49-BDC9-63AC8A993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870A6F-64CA-4584-8B84-71DD42E50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C8DE3D-D320-4EBB-AE56-C87473081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D4CF3D-65C1-4AFE-92B5-C217612CF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JOIN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E24629-9527-40E3-89CE-56DD685CB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workspace+path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A803E3-EA3F-4D81-988D-215CBBE52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81191A-7B0C-43CE-9D93-0138EFCAB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23E219-0510-4B22-918F-7821F4D31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RESOLVE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4D1F05-D817-4C3F-8121-F9852981A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절대경로 정규화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B24021-7B99-44B3-96FB-65E921746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7CD4EB-CAF2-404E-95AB-CE25F2FC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A0FCDF-2A41-4527-88FD-4AE42A66E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CHECK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AB95ED-6EA8-48F4-BE26-51B550868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root 하위인지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858560-5BAE-4DB5-A47F-65BFEB1C4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EA3156-2C47-47AF-8363-489806A2C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24C623-53A9-43CF-877D-9444D8C20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ALLOW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305FB2-B70A-4853-B851-3084BF9C9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확장자·존재</a:t>
            </a:r>
          </a:p>
        </p:txBody>
      </p:sp>
    </p:spTree>
    <p:extLst>
      <p:ext uri="{BB962C8B-B14F-4D97-AF65-F5344CB8AC3E}">
        <p14:creationId xmlns:p14="http://schemas.microsoft.com/office/powerpoint/2010/main" val="451069385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D26F09-7FC9-4A49-8374-B7B1E38B4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7CE23A-F079-4AAD-8E8F-447553FB7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오류 분류 결정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31A7E4-C5EB-4C7D-A75B-44D34EDEF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C3729A-68F9-428C-B519-61AA80637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7CC7B4-8A96-4046-947B-839A39370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D211A8-FDD8-4BDE-B2BB-48D42C0CE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19FD92-541B-4F02-89C9-A8C7387DB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409E86-6B3D-4939-90E1-50B07E1B2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540AD6-11A5-4388-82B4-7BB134B10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정책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5F0E8E-5E1A-40A1-9BB9-F148DC7FC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재시도 없음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3A7BBD-D275-4A97-88BD-CACDDB91E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09B1F7-3424-4FCC-A718-984850B6E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A3E10D-8255-4802-BF99-C04C42DEB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사용자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DD4512-7659-4287-B3E8-C02D96DDE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입력 수정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4E6EBA-BFE3-4446-9C3E-F6178B8FC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F66036-43E2-424C-AAED-21D14771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5DEE95-72D9-408C-AB11-DFF93097B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일시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51521A-5470-4F6E-B763-F06DE13A4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제한 retry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F48446-09A0-4991-9765-722A16979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4EED09-00EF-4A17-8584-FFFF6CB8D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B2B08C-D8F7-4D75-8874-6FC1EADF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미지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AEF5A7-AFE4-43AA-9C10-83CAE7845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중단·trace</a:t>
            </a:r>
          </a:p>
        </p:txBody>
      </p:sp>
    </p:spTree>
    <p:extLst>
      <p:ext uri="{BB962C8B-B14F-4D97-AF65-F5344CB8AC3E}">
        <p14:creationId xmlns:p14="http://schemas.microsoft.com/office/powerpoint/2010/main" val="653115609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7BD4C5-D8E2-4275-919A-62EC0BE96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8FC78C-E3C8-4B0C-9955-B4B691E5C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테스트 설계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7A0589-C06E-4553-9BB2-AAF1ABD66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B7F8C1-1CF5-4273-B597-866186EB1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C5AEF8-8D5F-4DE9-A94A-BCE3CD1AB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AE45A2-D9F6-4065-8FAB-5C63D0A92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5FE42C-633D-4176-9E43-C1748289F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2CEDEC-DC6B-4BB2-9764-29D2B0875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2E2E2E-D4F0-4035-9E52-1025AB606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정상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96EE70-5F3C-462F-95D1-8780870E1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happy path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940FD8-7576-4253-B4CA-73F984B60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383A25-B435-4C28-BC77-8FC4E1E81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F3FFCE-6178-4DE0-BF76-7481D1A92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경계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DFE666-9653-458B-9F7C-791266982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최소·최대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DB7F41-2D4D-4575-A920-8244BA0F1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291E51-BACF-48C9-BEB9-9ECDD500B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6235A7-7456-46A1-88C5-46084E3B5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공격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41D7E3-5626-4C71-956A-FEED6BF5F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path traversal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A16B13-33B5-4B51-8A1F-5F3E92D7F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4C83DE-A742-40B3-907A-C3E8EB546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AA1346-9D48-4ECF-BA5F-CC5320BAE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중복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AB3EE2-5011-47F1-B431-7B3E32E5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cached result</a:t>
            </a:r>
          </a:p>
        </p:txBody>
      </p:sp>
    </p:spTree>
    <p:extLst>
      <p:ext uri="{BB962C8B-B14F-4D97-AF65-F5344CB8AC3E}">
        <p14:creationId xmlns:p14="http://schemas.microsoft.com/office/powerpoint/2010/main" val="199799151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711C389-A977-4884-B9B2-41B0BFEB6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실행 화면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2D0698-55FA-4FA4-BD17-94EDB04B1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‘실행 허가’가 생기는 화면을 순서대로 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03B7CE-24CA-486E-8D5A-779DF01FD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CAB7A9-548B-4CC9-A5EF-1788C739C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0926C3-6872-4A08-AAF7-9716C793D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3882D3-D562-4A82-AA81-130BDBD19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2A467C-77CA-4A99-ABB4-EC3A47B59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API 형식 → 인증 경계 → test 규칙 → 실제 통과 화면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403838-4CBC-4615-851B-09674B5B0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59CB03-EB75-475B-8A01-64524C2BD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40030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C7C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0E1116-04CD-4A7A-841E-808184F07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90750"/>
            <a:ext cx="6534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요청·응답 형식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5F6237-9F92-45CC-85A4-2367976A4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9075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base URL·payload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E03DDB-535F-405C-A318-649C59E3B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724150"/>
            <a:ext cx="8934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034150-0B4A-48A2-BF3E-00206127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E60F2F-0D21-4915-B36E-0CFD31365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10515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C7C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6DD37A-F55C-4FC0-A35B-0B2AE179F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95600"/>
            <a:ext cx="6534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인증을 코드 밖으로 분리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147DDA-C5F2-4AC4-BC0A-D8E14A94D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89560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환경 변수·최소 권한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C48387-274D-482E-9158-7FCB18D1C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429000"/>
            <a:ext cx="8934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3BF37E-AFD3-4B92-B740-3DDF4504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51B068-8EB7-4E91-AC70-F7C73B825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81000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C7C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0BDBC1-2968-4188-BFD2-6B91E5B54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00450"/>
            <a:ext cx="6534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실패를 test 함수로 고정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221346-00E5-49DC-8EFA-A7A716BFF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60045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assert·error code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02F5F5-F659-4825-9401-D78EB007F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133850"/>
            <a:ext cx="8934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595BA9-943A-4611-9428-C6877FD9D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755BF0-32E1-4F4D-AD25-D4FCBF7BE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1485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C7C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EB2B65-1B44-489E-9995-FDD45F5C3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305300"/>
            <a:ext cx="6534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정상·예외를 한 번에 실행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39A171-763B-4C28-AECA-2ABE4F330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30530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19 passed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38439A9-D1F6-4E9E-B254-6661B25EB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38700"/>
            <a:ext cx="8934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15913365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14321F-A22D-45F2-B741-C88D669C7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실행 화면 1/4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DE42E8-318A-463B-BB32-1802B6910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Ollama API · 호출 형식을 공식 문서로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DA92FE-E126-46FA-BFCF-E980257E0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E5003D-0317-4EB3-8DDF-015EE572A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215003-2E9F-4806-B8F6-C8DC28791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CB88BD-1192-4A2F-B307-DB22A66E8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AF3755-3CE2-4DC9-8E38-0A61F276C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E16E4B-8D22-4C8B-9915-194D082D4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66302F-81AB-4194-8C2A-84723E729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base URL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93BB85-4347-4150-B21B-761C18BB4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5913F0-AEF3-4058-916D-CB56C06DE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request/response 형식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921AB3-FB25-423A-A1A2-E9F864A63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A771F2-9C1E-43FB-AB4D-4DD90AEAF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timeout·stream 선택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83C984-B818-4F8C-A362-4D1DAA0CD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521CC1-F486-4AF8-86C7-B2FEAB8DF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adapter 뒤에 감추기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EFA218-F00A-4838-A916-A030C8925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35508d650040ed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F8092A-2F4E-44BE-98E0-A6A61ACD3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Ollama API Introduction 공식 화면</a:t>
            </a:r>
          </a:p>
        </p:txBody>
      </p:sp>
    </p:spTree>
    <p:extLst>
      <p:ext uri="{BB962C8B-B14F-4D97-AF65-F5344CB8AC3E}">
        <p14:creationId xmlns:p14="http://schemas.microsoft.com/office/powerpoint/2010/main" val="1222582090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C37C8A-A5AA-4446-8BDA-094BC921E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실행 화면 2/4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3B1B3E-D24B-4099-997D-27DD5C5B5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GitHub REST · 인증은 코드와 분리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D588E4-05A0-457A-8F36-D801D0F9A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1D962B-1059-430B-8D41-318D37AE5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23BA97-7AC7-44D1-BB77-0CE65833E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5559A3-8DA8-4C8D-9338-4083CCF78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50155E-FF7C-4752-A347-F9D65E2E3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0611B4-1C19-45A1-BA92-90742DBCB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6352E5-0363-4363-9113-B6B89B17A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token은 환경 변수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F38FC3-3EB7-4E49-915E-2403CBA1C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9673E3-099D-40FC-A019-38D394DFB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학생 필수 경로는 dry-run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8A2DF4-12B5-4A6B-9567-62CFDF3CF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6E1E9F-F916-4AD7-A5AC-AF81AD8B6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최소 권한 확인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4E9990-FD3B-41B5-82D9-5A43504F5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4E63AC-012F-413F-8DC3-54EC43361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화면에 secret 노출 금지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7AE4EE-6EBB-461F-8692-6E5C06E07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651d8e7d114cc0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F4C628-80CF-4AD0-BA1C-869C87322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GitHub REST authentication 공식 문서</a:t>
            </a:r>
          </a:p>
        </p:txBody>
      </p:sp>
    </p:spTree>
    <p:extLst>
      <p:ext uri="{BB962C8B-B14F-4D97-AF65-F5344CB8AC3E}">
        <p14:creationId xmlns:p14="http://schemas.microsoft.com/office/powerpoint/2010/main" val="589387291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628D0B-6ECF-40E7-86C7-1AD2B270F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실행 화면 3/4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9E1A13-892A-4749-BDF4-4837EE3D5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pytest · 실패를 재현하는 가장 작은 도구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CF0BB9-60DF-41AE-9CAB-6A1371601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D05981-1A42-4746-B2AB-8A2F06F44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CEF741-58BF-46EB-86EC-10AC6C345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1AEBD5-A57A-43DB-8392-D41C2E102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F5B727-3B17-4AB9-8F1D-739D77C77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617072-A129-4D1E-A1A0-73662C908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6FB189-651D-40AD-A346-34E9A00F1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test_ 함수 규칙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AF22FD-CD6C-4991-8967-E52C00818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F6E3FA-99FC-46E1-BDD8-6DA631FEE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assert로 계약 고정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AC1F00-8155-47EC-9A1E-89E9555A9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9DBE49-9976-48A6-B0E5-B4E2EA281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정상·예외 함께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7BD23A-1C63-4E2D-965D-6E2236D11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AFE222-C947-48E1-93D1-285AC76D0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짧은 명령으로 반복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31C892-6D9C-4F1F-9F21-9298B3C7B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303df3215b47bb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DD2A75-D401-462A-A1CE-5324BAE23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pytest Get Started 공식 문서</a:t>
            </a:r>
          </a:p>
        </p:txBody>
      </p:sp>
    </p:spTree>
    <p:extLst>
      <p:ext uri="{BB962C8B-B14F-4D97-AF65-F5344CB8AC3E}">
        <p14:creationId xmlns:p14="http://schemas.microsoft.com/office/powerpoint/2010/main" val="1738881303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12F11E-EA72-45D4-9296-43DD3BC83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실행 화면 4/4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442CE3-6C84-4B4C-819A-80D4A5ABE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실제 실행 · 19 tests 통과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22F990-B1CE-4C33-AC25-2B4728689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A18DFF-F181-4488-ACCF-56B9BBFD6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D6214F-F04E-4A67-ADB4-813CB2133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8DB168-3A29-48DF-BE01-788CEB253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C80E7F-02C4-4323-9AF9-C5985A49C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BB19FB-DE0B-4564-A16E-71E5F0C38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6AA214-F55F-43EB-B61C-3CD413D71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................... 19개 test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58786D-8F13-43EF-922B-BBC61D6E8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F09F9C-C65C-472F-A8FE-F6412BAC9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[100%] 완료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1CACA7-820F-423E-B043-9DA7729B5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95489D-8EDC-4921-A777-AD6991D0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실행 시간 확인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42EA2D-D7E3-4FF2-82DC-3A310B0AA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A99A55-8E7B-4380-8CE8-F1B33B867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완료 증거로 캡처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868A44-4128-4698-B3AB-6B314769B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0e5c36273c4bc0"/>
          <a:stretch xmlns:a="http://schemas.openxmlformats.org/drawingml/2006/main"/>
        </p:blipFill>
        <p:spPr>
          <a:xfrm xmlns:a="http://schemas.openxmlformats.org/drawingml/2006/main">
            <a:off x="5168173" y="1695450"/>
            <a:ext cx="6008553" cy="37719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1F8BB4-3677-4B15-B719-5827B8CFF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VS Code 통합 터미널의 실제 Python 3.12 pytest 결과</a:t>
            </a:r>
          </a:p>
        </p:txBody>
      </p:sp>
    </p:spTree>
    <p:extLst>
      <p:ext uri="{BB962C8B-B14F-4D97-AF65-F5344CB8AC3E}">
        <p14:creationId xmlns:p14="http://schemas.microsoft.com/office/powerpoint/2010/main" val="1804313949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B65232-9FEE-4BAF-8081-94CCA6EA0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4F7E68-96D2-42E5-BF00-FA07359AD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도구 schema · 허용 입력만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585382-CC27-4BAF-A36D-84E914C99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D50C15-D04D-4847-AB3C-B20EBE780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687127-3EC2-4571-B970-E4D26E48D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B3CB09-8B8A-40A3-A433-143FEC514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52A88B-A8ED-4FDE-B048-56213B41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385D73-B7D2-4B36-BE66-A7BC21D9C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B90CDC-7A78-4AC5-B5A9-6A7796BEE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한 도구 한 책임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528BAB-EB2C-4679-B1E2-6922CBE29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E3A7B0-6A2E-40D3-869D-52A86C253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필수 인자 명시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478CE3-3249-4CDB-AFE5-4A99C4E1F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49804D-4293-4375-B232-5A00C4373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설명은 모델용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6FB60A-0009-495C-8AE8-BED181772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F914FB-B419-483C-A9AE-C6962AD5F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실행 함수와 분리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3D9DA2-2825-4951-985E-96FFFC7EA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C7B499-3C00-40D4-A130-56EA15CF6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685978-5D0C-4982-9A5E-DF1588CA0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TOOL_SCHEMAS = {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"read_public_text": {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"required": {"path": str},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"description": "공개 txt/md 읽기"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}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090294169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AE4DA2-9129-4610-B977-33ADDE577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32FE75-6A1B-49CC-9EA3-2AC7E3ACE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예상 밖 인자를 차단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C32F10-518C-4AE9-8FCB-A7493C8D6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33570A-EAFA-4CF8-B64A-08FD50EB5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EFC11D-5519-4935-B01E-45ECF59DE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AD097F-5CB6-4009-AA18-7646A9AD3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204FD6-CE42-4ECC-9159-9216E8E3E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69A2C3-1B5B-40C8-A326-081D6BF8F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453AF5-1A4C-4446-A62E-10536552A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누락 검사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274AFE-E1E2-4277-BA56-AB232D855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5C98BF-2B60-4646-B1C6-08F5F5DD9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추가 필드 금지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D242C0-F074-4E88-A837-2EF2B4F5F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0C6A6C-D80A-4330-9FD7-F51E9EBA7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실행 전 차단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C06001-7EC2-45AA-84CC-86D85ABA3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01B280-2680-4732-BFB8-DA12B3AB1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오류 코드로 변환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CA7033-36D7-40AB-B02A-B8AFAC83C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56BFA7-4010-48C4-BFF8-A615F37F8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AAEAF0-D938-4163-A83F-352A1355A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required = schema["required"]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missing = [k for k in required if k not in args]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unexpected = set(args) - set(required)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if missing or unexpected: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raise ToolValidationError()</a:t>
            </a:r>
          </a:p>
        </p:txBody>
      </p:sp>
    </p:spTree>
    <p:extLst>
      <p:ext uri="{BB962C8B-B14F-4D97-AF65-F5344CB8AC3E}">
        <p14:creationId xmlns:p14="http://schemas.microsoft.com/office/powerpoint/2010/main" val="1815571341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E0D63F-8481-4520-9F6E-5188021A2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35BB0F-361A-4EBD-8346-C15D125D9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경로 이탈을 막는 guard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35C1EA-0AEB-49FE-91AD-ED88A0E90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DE765E-9A0B-4A77-AFB8-A8C6E8203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EC6F3A-FE83-437D-8294-8C49120D4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92A89F-A374-40FE-99DC-4F8A9C0E2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09B940-62FF-4A35-B88C-34AEBA0F9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95661A-B75E-40A5-A267-8DB4C24AB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8D609B-F202-47F3-81BC-419FA1688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../ 정규화 후 검사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E8F029-5988-428F-AC06-312122BF7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883D8F-AB2A-4731-87EA-FDD9663EE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절대경로 비교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A67180-53A1-40BA-A4B7-941E0E268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C631FC-B813-4274-9C28-7B4793498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symlink 고려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9C553B-414C-4F2A-951F-CFCDD8238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895293-CD31-4DB2-9D9D-2F750F056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테스트로 공격 재현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1B70D6-0645-454F-B017-1E9791044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95137B-CD38-4B00-B817-B0170BD96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716F01-5DF4-4CB8-973D-387AFB696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root = workspace.resolve()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candidate = (root / path).resolve()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if root != candidate and root not in candidate.parents: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raise ToolValidationError("outside workspace")</a:t>
            </a:r>
          </a:p>
        </p:txBody>
      </p:sp>
    </p:spTree>
    <p:extLst>
      <p:ext uri="{BB962C8B-B14F-4D97-AF65-F5344CB8AC3E}">
        <p14:creationId xmlns:p14="http://schemas.microsoft.com/office/powerpoint/2010/main" val="54196831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BF7A5F-E341-48FB-9DF0-B3FF00F08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2170C6-31B6-402F-9E06-EC7F0101D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오류를 공통 result로 정규화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2D4E80-7E7C-4EC0-A084-E41A92CDA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38DD64-8BCA-45EA-9D33-421F4B3E3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E0E378-565C-4DE4-A734-93865A84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41236E-41DD-4146-8992-719BBC9D8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054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E7B279-848B-428F-87CB-52201CD5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805322-C90E-47FE-A1C9-E8BD83EAE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14D422-F84A-4E9C-9DD6-24AF72977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exception 경계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0A3556-E6A3-4759-BCE6-F81F9987E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F168E4-A91C-477B-927F-7ACD69D97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안정된 error_code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95A390-14FF-4F6C-86F9-C1A511316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CB6D9C-2215-4067-9728-2641985FA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사용자 메시지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1BC64C-7407-47F9-8720-153074BA4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366E1E-1189-459A-97D7-62C940399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trace에는 상세 stack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1BCF39-0F1D-4517-99EA-200BDEF59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971DAB-04E1-4E55-A16D-F65629753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04B988-239D-4694-9B9B-2A4A179AD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return ToolResult(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ok=False,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tool=tool_name,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error_code="POLICY_BLOCKED",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message=str(exc)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94322711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91A284-667A-4499-9D1A-D55516127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4100B9-88BA-44B8-B747-1A1D86A3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Tool Calling Prompt의 최소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28755F-88DA-4D73-9DC3-BED0CF285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6B403C-E900-4310-B911-A59B81924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7C17D9-08F9-4B9D-8FAB-ABBE37D58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ABF855-2656-494A-988A-F377E2E4D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055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2218E1-A8F8-444A-B49B-0429C37F2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B390F3-7D61-4942-B25C-AF21FC9CA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E79127-DECA-43C2-8579-C152B0A6C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역할과 금지 행동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873782-F633-40FB-9B17-D3B9E526F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A7D957-C12E-4844-87B0-17D6ED084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입력·목표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51B987-7897-4D80-A3C2-2409323FC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F358FF-99F0-40D1-9A22-902E5FF7B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도구 설명·schema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278F5F-0163-47C0-B4C8-7C4EFB002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86C318-32DF-4CEE-8226-7FFB8C304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정상 예시 한 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D1CC90-83BF-4332-AC95-A48117910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3E074F-77FA-48E4-BA49-6D7297599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2BF44D-E7EC-4F92-BBF6-2B1EF7619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SYSTEM: 허용된 도구만 사용한다. 메일은 보내지 않는다.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TASK: 회의 문서를 읽고 할 일을 찾는다.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TOOLS: read_public_text(path: str)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OUTPUT: 필요한 경우 tool call JSON만 반환한다.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EXAMPLE: {"name":"read_public_text","arguments":{"path":"data/meeting.txt"}}</a:t>
            </a:r>
          </a:p>
        </p:txBody>
      </p:sp>
    </p:spTree>
    <p:extLst>
      <p:ext uri="{BB962C8B-B14F-4D97-AF65-F5344CB8AC3E}">
        <p14:creationId xmlns:p14="http://schemas.microsoft.com/office/powerpoint/2010/main" val="1520033658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68BA0C-EE1C-4CE2-9B59-8C74939B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설계 워크숍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4611A4-A11D-4A58-94FE-EBC64F824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설계 워크숍 1 · 도구 한 개를 schema로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55B56A-B2F6-4BC8-A59D-2BB98DF56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E5748A-D906-4482-8604-86A600081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B3FBFA-3546-4813-B1EA-EF9A98433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7A1F9F-FECB-4E58-95E0-BA28A2A5C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056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6C07AD-1771-4B5C-9C52-0A5C4853A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07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516F32-1305-4F02-89BC-BB9220846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D95562-E1EB-4F45-BB89-9EBC3035C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DEBF9C-5C1A-4FDF-A733-DA4C6DC92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6855D3-731A-45C1-8209-15DE25B7B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2D571D-FBC2-4AD7-A067-645CDC1A4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업무 동사를 한 개 고른다.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1FE8F1-AE27-4963-9338-563262996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E5328A-1A40-47C4-AFD6-35B958BC3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53EECE-0D23-4D8E-A34B-3AD916A83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필수 인자를 1-2개로 제한한다.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2BE6C2-8D29-40D2-A580-8AB0CC730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1CAA4D-2AE8-4965-BD7F-5A52DA509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A70820-EA4E-4CEB-88BD-9C6FB09C3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타입과 허용값을 적는다.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36EA23-9287-43C9-A741-ACC957036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50EE66-BBD0-4BB4-9534-9802BFFE5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587FAE-4688-4D89-A824-053E0E572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정상 호출 예시를 JSON으로 쓴다.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ED4D25-9462-4C63-B5CC-A66CDE8C8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E40D06-7EB7-4595-A6D3-94256AF14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2A8715-0FB9-467B-8A13-B7FE8CE7A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완료 증거  |  tool schema 1개</a:t>
            </a:r>
          </a:p>
        </p:txBody>
      </p:sp>
    </p:spTree>
    <p:extLst>
      <p:ext uri="{BB962C8B-B14F-4D97-AF65-F5344CB8AC3E}">
        <p14:creationId xmlns:p14="http://schemas.microsoft.com/office/powerpoint/2010/main" val="521767234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9391DE-D70F-468D-A427-DEAF0EACD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E87B5D-0224-4FBB-94E2-721A7F87F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소프트웨어 실습 1 · 잘못된 Tool Call 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E1CE95-810B-4FB1-922E-DD6236263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2BE6B5-F66E-42CF-8C54-066EAD45D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CF34C2-5EC7-4A94-AD7D-4B767A9E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9BA537-D6D7-49F5-BF1A-F7B9CF686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057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3C365C-8BD0-4783-A1B2-19AC2C7BB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09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29919F-CD6A-4561-9278-E3584385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D0802F-BAB8-464D-8A59-74F5C83F8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B5958B-4B90-4B0C-9CDB-18E8A8AF5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A5724B-00D7-4889-BE0F-4D012C89E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B45902-6AC5-4AD5-9EBB-22390B6E9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unknown tool을 실제로 호출한다.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C32398-0CD4-4E7F-9294-63CC7CC22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43BB1D-CFF8-4523-9720-2DBBE3ADB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4D487A-30CF-4397-B51F-C6AC7AF7A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필수 인자를 지운 호출을 실행한다.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DD4575-28EF-42BA-8384-D0FCDF282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78325C-FC44-4230-8566-929235D4D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7057A4-BEE2-4979-A23F-DB74369EA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예상 밖 인자를 넣어 실행한다.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C884B0-A6FF-4132-A176-BFAAD5D87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561F93-96F1-4813-9FD6-0CB59095B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90434A-04F1-4218-BC1A-7B08AFDC3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세 error_code를 결과 객체에서 확인한다.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A70FEB-C79A-4BD7-95D0-4D99F2AEB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19572B-7078-4388-B5CA-38CA8120B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B8F581-773E-481E-8017-36CE321D3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완료 증거  |  실패 ToolResult 3개</a:t>
            </a:r>
          </a:p>
        </p:txBody>
      </p:sp>
    </p:spTree>
    <p:extLst>
      <p:ext uri="{BB962C8B-B14F-4D97-AF65-F5344CB8AC3E}">
        <p14:creationId xmlns:p14="http://schemas.microsoft.com/office/powerpoint/2010/main" val="950281721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E7A85B-3360-46FE-A5C0-3DF275EBD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7C6C36-3707-4DE7-A60F-332E2807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소프트웨어 실습 2 · workspace guard 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5CF7EF-8967-46CD-B425-1833402E3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FFA0B0-F827-4E90-8BAB-7D9A1DBDF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E9F69E-39B0-4CC3-B7FE-B580711CB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B404F9-D623-4FA8-B4BB-2473D5BC5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058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064640-1605-4957-86F5-AF7A66F5F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09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E707F3-9CCB-41C4-88BD-E9DF2E342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6AB23E-FF75-4301-8109-91DC53439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286F06-2A1D-493D-A584-F531FB0F7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A74EAC-B3CF-46E3-BDB2-F743168E2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38B590-8C1E-4F9A-B87B-6FE8EE7F3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정상 상대경로로 함수를 실행한다.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CE52C1-5FF7-4726-A52D-C089056B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14B8D4-321B-4EE5-AF6D-18A84C352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2BE715-48F4-488E-89C2-63E5C522C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../를 포함한 경로로 다시 실행한다.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67025B-FF96-4DF0-90EF-EE75D28C2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3796DB-D159-4F19-BFDD-C70E7CBBB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05DA11-B067-4B5D-B2E7-54B0CF85C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.py 확장자를 넣어 실행한다.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FB23CA-3F91-40A4-8E68-FBAAF9042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ADB139-097D-4E39-973F-5CBEA6393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B75C70-6A86-4402-869B-BDF7A2798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어느 guard에서 차단됐는지 test와 비교한다.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0CDDF3-9401-4C43-A4A5-0E0F43F6C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B267E4-1560-4B88-B230-32762DF54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468EAA-3CFB-4D27-B00E-5F19AA451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완료 증거  |  정상 1 + 차단 2</a:t>
            </a:r>
          </a:p>
        </p:txBody>
      </p:sp>
    </p:spTree>
    <p:extLst>
      <p:ext uri="{BB962C8B-B14F-4D97-AF65-F5344CB8AC3E}">
        <p14:creationId xmlns:p14="http://schemas.microsoft.com/office/powerpoint/2010/main" val="1138952648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A710CE-8893-4E7D-B4EF-B5D22CC27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A4097B-33B5-4926-8500-75B36690C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소프트웨어 실습 3 · ToolResult 계약 검증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348C5C-BF30-466C-9855-E481F5CE1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535311-9B9B-483D-A824-159BA67C0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B8D1B5-8FA8-4E95-9BE1-7B69BA31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4E1F36-9E79-4250-A8F9-55D4D898E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059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586FB6-7C01-40CB-A1E7-15FA198BA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C8118E-6758-4F51-96E6-9176B9BDE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4D11C0-CBC4-4CBC-B624-49E391A39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DD800E-A463-4BE4-AE13-D4C76BE6C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D9E819-2FBE-45F1-B478-4A2B0754C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A863E6-CF40-4046-8E69-2852A6BF2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성공·실패 호출을 같은 셀에서 실행한다.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6B3CB3-8249-42AD-BED8-491AC2162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9E76A2-DE7F-48B8-93A2-96790828C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7C67CD-C6F6-415D-8B7C-008B44FCC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두 result의 공통 필드를 비교한다.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461C39-8B44-4104-AC67-567E82A2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227F75-6485-4E6C-B751-64EC288C2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011E01-2EA8-4B51-854E-BD08F927F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needs_human_review 값을 확인한다.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0B13C4-BA03-4C1C-B82E-6DB3642D6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496E7D-F1EA-4ACC-A0B8-834CEFE88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1202E1-2610-4702-A501-FB253C425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결과 JSON을 파일로 저장한다.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4464C6-7000-44EC-898E-9648F06FB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58BB44-AC27-431A-A596-934401715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D5C6081-1474-4FF0-9E9A-4721548F3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완료 증거  |  공통 result JSON</a:t>
            </a:r>
          </a:p>
        </p:txBody>
      </p:sp>
    </p:spTree>
    <p:extLst>
      <p:ext uri="{BB962C8B-B14F-4D97-AF65-F5344CB8AC3E}">
        <p14:creationId xmlns:p14="http://schemas.microsoft.com/office/powerpoint/2010/main" val="1160918908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37CFAD-4EE2-42B7-992D-126B7261F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496888-D11D-42AA-ABE2-A1F1EE4B2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실패 1 · 모델 JSON을 바로 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228BAD-277D-4FC8-8EE4-73147F9C2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631575-B801-4C48-86C2-4511C42E6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43F2C8-D638-4F78-88D1-EF1C588A5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C7E383-037B-45C2-B7B3-756EE7C2B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C80A18-0A19-4446-A1DC-E4F5266B4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CE3C43-9DC7-4E7C-B85C-C956434D2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815AAF-A361-43D9-A6B2-BABB02CEB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1274DC-174F-4DDD-9136-6A4B70274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DC23AA-2972-4AAF-B381-D3399E92A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schema 검증 생략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ED1B89-8BE7-4FC4-AD8A-A75B6CB3E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A9C2A1-D3E9-4714-A41D-12DC5FA60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임의 도구 이름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D57DB6-3B84-4871-9ADC-90C215623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57E912-1388-4519-870E-C65954E3B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추가 인자 허용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B32DC3-13F8-4B62-998F-EEF1C0DCF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F7E72B-6E83-4BBE-831C-16479C3F3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side effect 직행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32D634-4290-4E3E-A07B-BE6F5B1B2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8EB44E-902A-442B-80CC-5ABEE54C2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plan은 제안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3FFC7F-C13B-43E5-A831-F68FCCA45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90DEF3-E042-41DA-948E-3EE56E77A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validator가 허가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6469AA-79F6-4055-B76B-4668FADAB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983A02-BA82-4F6C-9FF8-D7776106D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registry 함수만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367BF7-7485-445F-8222-2865380BD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303DC1-0BF3-4D70-B996-F00C8996C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쓰기 전 preview</a:t>
            </a:r>
          </a:p>
        </p:txBody>
      </p:sp>
    </p:spTree>
    <p:extLst>
      <p:ext uri="{BB962C8B-B14F-4D97-AF65-F5344CB8AC3E}">
        <p14:creationId xmlns:p14="http://schemas.microsoft.com/office/powerpoint/2010/main" val="163526686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FD4272-D1BC-4574-BB88-A5F72F397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BA8A50-9575-49F5-9837-B8F7A1066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실패 2 · 범용 shell 도구 제공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616EC4-18E2-4C22-B8AE-4A1507984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4BC04B-547D-49A6-8BDB-41EA77C34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96A7FD-D148-4860-A641-BBBAB2635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FD2B05-0520-45AE-8F82-8474DCC49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061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320811-CC12-47D6-9CE5-4903E5E4F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26B311-4F78-406A-A575-7222A2495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D96699-6085-482B-AF64-3AAD19A34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B5BD51-6D1C-4F01-A53F-2854A6F51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B2E805-EAEB-4C10-BA27-30EFFD443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rm·curl까지 가능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3D9524-6839-4220-AD19-9A7394B38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A1B779-2E52-43CD-B40D-ADA27B9AA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명령 문자열 해석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A6EBC0-04FC-40E4-8FC1-02BC2349A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FB8C94-DFC7-41C8-B514-9DDEC19E6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권한 범위 불명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2AB605-CEA5-4514-B375-D62BB5680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254CEC-CF5F-4F5B-B11F-7A00ADF6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평가 불가능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2BB356-DFC2-418C-9CE3-140A7B15D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831EED-D349-4C0A-9D44-BECD357CB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목적별 함수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1FD4AB-0EEE-4848-8A8A-6D8E0188E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77F21F-35FE-4BFF-AF0C-94BE9AAA1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typed arguments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4E6E78-0DE8-492E-A96E-B0E9E233A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F113D5-F862-4AC4-8969-EA665C1A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최소 파일 범위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2EC252-7276-44DC-9772-C9FF6C606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77C3413-8F5E-40DC-8839-A5CB206A2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정상·실패 test</a:t>
            </a:r>
          </a:p>
        </p:txBody>
      </p:sp>
    </p:spTree>
    <p:extLst>
      <p:ext uri="{BB962C8B-B14F-4D97-AF65-F5344CB8AC3E}">
        <p14:creationId xmlns:p14="http://schemas.microsoft.com/office/powerpoint/2010/main" val="280913080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0002098-76EE-42DC-8B62-E745C261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9AAD8F-9705-4AFF-8329-926569690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실패 3 · 모든 오류를 retry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1548C8-6564-4923-997E-CE41F0D6F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A6F185-485F-4334-9E57-80CAD721E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5EA151-99C2-48C0-9C06-8557035D1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573346-A308-40FB-A2D6-0F589A764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062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270C8C-9262-4849-9BD5-429572F09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86F221-00D8-482A-9838-41CE90913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1BA75D-4DC2-4F76-8EC4-2F80A4225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B66599-08A1-48EB-AFEB-BAA8C1365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A9443D-7B4D-4BF1-A985-CF441EC36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정책 오류 반복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400FC6-C522-440B-8A9E-732BF26B6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71E349-9A63-473B-BE41-33FB6D38E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비용·시간 증가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17CC8B-6E68-4F91-BA1E-0AF7A7859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8C56EE-7FEF-4F84-BE71-BAFD0513F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중복 쓰기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CE3D9F-29FD-4E66-A17E-CEB184876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414323-BCE9-41D3-B9D7-0845E432B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원인 은폐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21A1D4-4383-4261-8523-F278C4AC7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032E1B-D337-4B97-BB85-C28A18947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오류 class 분류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5905E8-DE18-475A-8C3D-20A374BB4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E6F0BC-28BB-4881-82C2-9C8671D60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일시 오류만 retry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89408F-E152-4A81-9870-7F9F56186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DF5B35-736E-45E5-B8E0-039FB964A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max attempts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19AB04-A696-441F-AB43-45009574E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1002BB-5C32-4D39-99C6-6F1A72CD2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중단 후 사람 검토</a:t>
            </a:r>
          </a:p>
        </p:txBody>
      </p:sp>
    </p:spTree>
    <p:extLst>
      <p:ext uri="{BB962C8B-B14F-4D97-AF65-F5344CB8AC3E}">
        <p14:creationId xmlns:p14="http://schemas.microsoft.com/office/powerpoint/2010/main" val="583261303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1CABC5-16FB-4F03-9691-463200789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재직자·구직자 관점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A0F01F-DA4A-4B0F-8C2D-D34D87EFD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재직자 · Tool 권한 승인표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FE2F9C-2B89-42FD-8572-072254DEF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09722D-D9E4-4A33-AC09-9A9A8F9FE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FACD6B-6E0D-42B5-88AC-BD556B579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4B33B6-9C44-4E60-908B-4B94134B6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063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22BA12-5FB6-472A-B968-35AADFBE5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자동 허용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277180-80C3-4B20-BA7E-49F80E80B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사람 승인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562083-B4A2-4AE5-8CC8-8630924AC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8909D9-9B2B-4B9C-A2DC-DB8370D63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A390D8-FE38-4641-8BEB-31FF11538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공개 문서 읽기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200431-5206-4F16-8EC6-76E80148E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DBE065-FF90-4A0D-BB58-24F56273C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로컬 parsing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261E72-0E9F-4FFA-BE1A-DC4F429DC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A8150F-FC5D-4D11-9C13-44EB03B07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schema validation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3F853E-A53D-43D1-8C34-45A120CAF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4C7A7D-3FDE-4BD5-9783-C2B2FA9C6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draft 저장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B274BE-6756-4C2B-9E7A-76E1AF2B3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DF3AAF-F4B9-4B92-8EE1-D922F4BA6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메일·Issue 게시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6E854B-FE16-41CF-804F-412829940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3DAE72-B063-4C2A-817F-C0ABFC0C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고객정보 접근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9A68D6-48EF-4D26-A07D-D87DDC5E4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C052AE-F2F7-4160-B0B9-0D749F084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결제·삭제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067E00-08A5-47FE-BEE6-F32166776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E7CD5A8-0032-41B4-9521-C928EBB55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비공개 repo 쓰기</a:t>
            </a:r>
          </a:p>
        </p:txBody>
      </p:sp>
    </p:spTree>
    <p:extLst>
      <p:ext uri="{BB962C8B-B14F-4D97-AF65-F5344CB8AC3E}">
        <p14:creationId xmlns:p14="http://schemas.microsoft.com/office/powerpoint/2010/main" val="1547494875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F4382C-5205-44FF-8F4D-063E9D342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판단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CB8669-B09B-4E2C-88B8-8E5506CF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Gate 2 · 이 Tool Call을 실행할까요?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3AC01E-A119-4CB1-A11B-BDD0D6862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172C1D-EBAC-47AF-9782-666A4FB28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DD536E-D95A-4566-AE1E-10CC46DC2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A9EB45-D8BC-48C9-93DC-0F734E775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064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190AC5-3FE5-4904-93EC-D4738ACCA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상황: 등록되지 않은 send_email 도구에 예상 밖의 admin=true 인자가 들어왔습니다.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068C8A-38A8-4988-8B58-1A205163B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135FB3-DA62-4A84-B047-97FC5DD54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39ED9D-1D65-4D45-8AF4-46B716249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2860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실행·차단·사람 검토 중 무엇을 선택할까?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1EA74A-378D-44FE-BA90-EB33F7BE0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AC0FCE-A455-4C89-86D2-0AEFA85FE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C8F0E8-E5E1-4A5B-A525-C12A002BB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3528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downstream에 돌려줄 error_code는 무엇일까?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B18E6B-7F52-4455-87D5-7A40E9565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24F16E-6EA2-40D4-837F-C4A2FF2D2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046841-3EC6-4858-857A-C56BD7EFB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4196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감사 event에 어떤 요청·판단·결과를 남길까?</a:t>
            </a:r>
          </a:p>
        </p:txBody>
      </p:sp>
    </p:spTree>
    <p:extLst>
      <p:ext uri="{BB962C8B-B14F-4D97-AF65-F5344CB8AC3E}">
        <p14:creationId xmlns:p14="http://schemas.microsoft.com/office/powerpoint/2010/main" val="198656746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9C6466-5A49-4459-A2D3-867C94827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847C56-7DD6-494D-80DC-E5F0A9056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571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6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26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10:40-11:30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FCDF43-DB05-4A9A-BEA1-BBFA4F07E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580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1일차 3차시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07988B-7389-4816-A714-B10711178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09700"/>
            <a:ext cx="10401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5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35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한국어 데이터와 PBL 사례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1453E7-2B34-4C93-81BC-DDF10F0D4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908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E0E0E0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E0E0E0"/>
                </a:solidFill>
                <a:latin typeface="Nanum Gothic"/>
                <a:ea typeface="Nanum Gothic"/>
                <a:cs typeface="Nanum Gothic"/>
              </a:rPr>
              <a:t>10:40-10:54 강의 · 10:54-11:04 Prompt·데이터 시연 · 11:04-11:25 자료 수집·데이터 확인 · 11:25-11:30 저장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9E4214-20F3-4748-B493-C800C98B4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0400"/>
            <a:ext cx="3467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FC6A11-70A4-44A1-BC8E-39C5E49CF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95650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지금 배우는 내용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791905-5104-42E7-9213-E42248954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0"/>
            <a:ext cx="34671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2AF343-7E79-4B13-B565-C0E3A4C98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10000"/>
            <a:ext cx="31242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회의 데이터 · 담당자·기한·원문 근거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BF3587-D16D-44BA-9647-25577F335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20040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F8DE7D-583C-4CA5-8BCF-99DAF7FCF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295650"/>
            <a:ext cx="3790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이 차시에서 이해할 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AFACCF-856F-4B20-82B8-B9D48E3E6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619500"/>
            <a:ext cx="4095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C6B328-BACA-4769-8D48-9AF66F8A0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810000"/>
            <a:ext cx="3752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자연스러운 요약보다 근거가 남아야 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63C9DA-5F38-41A7-926C-3CAEE6114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00400"/>
            <a:ext cx="2838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1ED6D1-B65B-4B4E-AB0F-DDB85997B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295650"/>
            <a:ext cx="253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함께 챙길 내용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48C4C3-E6D3-47B2-8292-355E68423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19500"/>
            <a:ext cx="28384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3697D5-A0CD-4039-AA34-BE40BBDA4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810000"/>
            <a:ext cx="24955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입력·결과·근거 예시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CE732C-4E30-48F0-8D4A-918EE1277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578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064342-A424-4094-BBAB-E15EB411C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293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C7C7C7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C7C7C7"/>
                </a:solidFill>
                <a:latin typeface="Nanum Gothic"/>
                <a:ea typeface="Nanum Gothic"/>
                <a:cs typeface="Nanum Gothic"/>
              </a:rPr>
              <a:t>슬라이드 65-99</a:t>
            </a:r>
          </a:p>
        </p:txBody>
      </p:sp>
    </p:spTree>
    <p:extLst>
      <p:ext uri="{BB962C8B-B14F-4D97-AF65-F5344CB8AC3E}">
        <p14:creationId xmlns:p14="http://schemas.microsoft.com/office/powerpoint/2010/main" val="602240231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7AAAF8-FE2D-4891-B720-6C252970A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오늘의 질문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D78007-55C8-4B1B-8F12-E4D861C36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한국어 요약보다 먼저 근거 단위를 만듭니다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8031C4-5A15-4ED3-A1D0-4A7D7BD1C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BC953D-71C4-449A-BFA3-E28CC6FDA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32F086-1C6F-45C0-8565-BCD2C9EF8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4DD424-4C94-4B9C-8732-F1B53959F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066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4C93FA-6732-4F79-B648-ACD70986A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요약이 그럴듯해도 원문 근거를 찾지 못하면 업무 결과라고 부를 수 있는가?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1B68A3-CED0-4EA9-B27B-0021BFC73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A67647-F18C-4353-9046-88A686D11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출처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E2AF61-D85C-4BB7-A84C-CB20522B4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4193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공식 원문과 이용 조건을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8D9D35-F390-449E-AB00-26EA742AF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C4E097-6C7F-4497-BD98-44F4DF55B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146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단위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834BED-38B0-4615-AD49-C38140FF5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1051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발화를 segment와 timestamp로 분리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A2FF4B-2D7D-4F3A-BAA5-BA56B77F7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338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A581A9-C605-47EE-8060-B99842603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004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민감성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3A5820-FCCA-4988-9735-D16CFF369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7909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개인정보와 회사 정보를 비식별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C66B42-BFC7-45E0-A3AF-11A8E383E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42EAE2-96A1-40E3-8AD1-B39F8D6FF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862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정답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BB7EE7-DFAC-4191-A01F-B121156E3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4767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결정·담당자·기한·근거를 연결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07B6DA-1011-466C-8186-F9F0C4CCA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054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BEA76F-A944-4A03-A52E-798F3FC1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720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고정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EDFB31-D600-443E-942F-B6D439781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1625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대표 실패를 Golden Dataset에 추가</a:t>
            </a:r>
          </a:p>
        </p:txBody>
      </p:sp>
    </p:spTree>
    <p:extLst>
      <p:ext uri="{BB962C8B-B14F-4D97-AF65-F5344CB8AC3E}">
        <p14:creationId xmlns:p14="http://schemas.microsoft.com/office/powerpoint/2010/main" val="467104871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3B84BE3-3EFA-4D5E-A8DC-44E8AEC56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처음 보는 용어 · 한 장으로 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A5EECA-CC16-44B7-BCDA-D71825BCF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한국어 데이터를 읽는 네 가지 단위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9A51AB-844E-43FF-9F62-19D72273D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511B66-2E3E-4ED3-8114-8EB74E502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986ED7-9966-4FBB-8C0E-AF2D170DC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E50010-645E-47FE-890D-1F63F6D55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067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C07037-0461-4A8E-89E5-FEBEC23CC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0020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30953E-2724-4677-813A-9FAAE4A37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09EC5D-E25C-493B-A4C6-B4611D12A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695450"/>
            <a:ext cx="421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쉽게 말하면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5DE512-3CE9-4F33-A14C-F7CCCF2A8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69545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오늘 쓰는 곳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C5EEC5-9267-468A-AA45-208B291C5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145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Transcript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Speech as Text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A570A5-E736-4092-8C6B-4B876D7F8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1145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음성 내용을 시간 순서대로 문자로 옮긴 기록이다.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96446B-AC17-4D69-99A1-58084BCC3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1145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회의 발언과 타임스탬프를 함께 저장한다.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1A8227-016C-468E-80FB-754D52F26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87BEF4-382F-40A5-A741-D3CFEC1ED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C33CB6-F323-43D3-840B-E31564050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Segment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Timed Utterance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6C4567-F369-4341-852D-A7C1FE64A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9908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Transcript를 시작·종료 시각이 있는 짧은 발화 단위로 나눈 것이다.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40D29B-7F9A-44C4-98FC-B7DE1EBDE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908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41.2-48.7초의 ‘금요일까지 초안’ 발화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3A47FC-0F51-4356-ABD0-0BFFD9833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7A22B6-5A65-4249-B4D1-87679D9F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Golden Dataset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Reference Examples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22630F-1328-461D-BA44-BAE8AE36D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8671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정답 또는 검토 기준이 붙은 소량의 대표 예시 모음이다.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64B8B7-C9F4-4AAF-AB1E-D9F9E567E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671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정상 회의·무음·모호한 기한·근거 누락 5건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DB2E5E-D071-463F-A900-476C5A0D3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BCC070-50BD-40B7-8FF9-8CAECD9CD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3FE6C4-5C36-4AD3-91A6-AF1A8149A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Evidence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Source Grounding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52D899F-C494-4B82-9388-0237A097B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7434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결론이나 Action Item이 어디에서 나왔는지 가리키는 원문 근거이다.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723283-C50A-4325-B480-2512B253C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7434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Action Item마다 segment_id를 연결한다.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DB3557-1CBD-44D3-B227-B8A47A2D6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054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87069770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7BDDBB-AAD2-4CE3-B5FA-5862048DF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PBL은 기술 목록이 아니라 사용자 문제에서 시작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8E618C-C2A5-447F-96F5-CCD3F47AD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E2DC96-9C9F-4D6A-AAFB-1DC96E391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B4D3B1-D4AF-469E-ABA5-B8E885DAA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10:40-11:30 · PBL &amp; K-DATA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BFB267-EF46-40E7-8891-66A6D2C0F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068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32FD44-E337-4A18-B415-AFD76CE7F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B860AD-26E6-44B5-AC46-433724B71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8096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STT·LLM·LangGraph를 모두 쓰되, 한 사용자의 한 업무 흐름에 묶는다.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4d7758f7e644eb">
            <a:extLst>
              <a:ext uri="{96DAC541-7B7A-43D3-8B79-37D633B846F1}">
                <asvg:svgBlip xmlns:asvg="http://schemas.microsoft.com/office/drawing/2016/SVG/main" r:embed="Rd33e2cd5d0194a0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601200" y="1847850"/>
            <a:ext cx="1352550" cy="13525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021F4B-8608-4A34-ADD4-C4D34A534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1068D2-8851-4EFD-8983-48EC923D4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사용자·상황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BFD869-7F39-4365-B37A-88F0F1DEC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2742C6-DECC-43A1-BEF6-4DCE1EFC0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반복 입력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8D88C3-4F49-477B-B4A3-2DD820E11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1B69D5-F37C-425C-8743-081132DD5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원하는 결정·행동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4C8F44-C46A-4374-88E4-04532AD62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86450"/>
            <a:ext cx="9906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84873B-59FB-4620-8B44-4CFCE92A0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531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한국어 업무 데이터의 함정  |  한국어 회의록에서 가장 비싼 오류는 문법이 아니라 사람·숫자·날짜 오류다.</a:t>
            </a:r>
          </a:p>
        </p:txBody>
      </p:sp>
    </p:spTree>
    <p:extLst>
      <p:ext uri="{BB962C8B-B14F-4D97-AF65-F5344CB8AC3E}">
        <p14:creationId xmlns:p14="http://schemas.microsoft.com/office/powerpoint/2010/main" val="1587949488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E85014-8B63-46A5-8797-95843E13F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K-Work Copilot의 공통 입력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1B8239-E193-4F7F-BD38-107622D27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045388-62E5-4B71-9AFF-7CC811321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4F75A9-D452-4D83-9570-EE1AB3E14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10:40-11:30 · PBL &amp; K-DATA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1FC809-B410-4F98-8555-A0BFD7362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069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CFEF7C-8CB0-415E-9346-82DAF5BF1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강사는 17분 합성 회의 전체를 보여주고, 수강생은 같은 파일의 2-3분 구간부터 검증한다.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80648B-D9A3-450C-B93C-C1D7F8C60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D6C160-1ADD-46E6-BAC7-D9E8AEB56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meeting_sample_ko_12min.wav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DFECA1-1E82-42C7-AD9B-E4A3DF045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66131B-BD2D-4C41-A3D5-3448C2BAD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timestamp transcript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3C4000-9538-46B8-877F-554BBABE8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01921D-3447-4F3B-ACD1-D69C28D67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expected JSON·Dataset Card</a:t>
            </a:r>
          </a:p>
        </p:txBody>
      </p:sp>
    </p:spTree>
    <p:extLst>
      <p:ext uri="{BB962C8B-B14F-4D97-AF65-F5344CB8AC3E}">
        <p14:creationId xmlns:p14="http://schemas.microsoft.com/office/powerpoint/2010/main" val="1992317289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FAEB7C-CC35-4992-AE4A-6924F4044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한국어는 띄어쓰기보다 업무 맥락이 어렵다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4577AB-9B0A-42A7-A66B-7E398D8A4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1D3ADD-7C17-4C7A-80AD-D24164A68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E70944-D09F-4AF8-A065-A88C55088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10:40-11:30 · PBL &amp; K-DATA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945BD6-EA44-4A14-890F-58195E8D6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070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3FD2B9-2599-486F-BE45-374748BC2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3E0474-F998-4F24-A6F6-5A320D15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존칭·생략·동음어·숫자·날짜·담당자 모호성을 별도 오류로 본다.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89BBA4-89CD-4C27-9FC0-054F0DC99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2AE71B-DCC0-419B-B2BF-64010E95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화자 생략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2647DA-E8EA-47D5-AFD5-68FA20D4A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AA9DF8-76AF-46C6-B07B-5CC66E08B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“다음 주” 기준일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CFF533-2460-4E46-A0B4-9C15E3D1F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67833E-B197-40D7-95B9-017990EF6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제품명·약어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FA48E2-D53A-40EC-BA87-79C1DC8B7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530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4E21FC-E103-42C4-850D-B8A45E09D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673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책임자 추론 금지</a:t>
            </a:r>
          </a:p>
        </p:txBody>
      </p:sp>
    </p:spTree>
    <p:extLst>
      <p:ext uri="{BB962C8B-B14F-4D97-AF65-F5344CB8AC3E}">
        <p14:creationId xmlns:p14="http://schemas.microsoft.com/office/powerpoint/2010/main" val="64158551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805E43-9236-4004-B934-F31DF0A0B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실제 데이터처럼 보이는 최소 조건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1A654C-CD0F-4136-B446-E3FAFAED3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03B092-F3EA-4286-8A2D-26E395D31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10CBB6-693B-4663-B742-7C09A1F97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10:40-11:30 · PBL &amp; K-DATA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A99860-40E5-4FAC-BD71-D7F05F668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071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A27386-C6D9-42A7-8E90-57B5807C6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자연스러운 맥락·역할·결정·마감이 있으면서 개인 식별정보는 없어야 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B13AE0-D5BD-4112-B06E-3B55A35A5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32D94C-C4D2-455A-BF5F-9A51E18BD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가상 조직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0ED853-6551-45BD-9878-AD0349FDD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A58F62-BB3D-44D1-A15B-748362093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역할명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07F133-0E3E-4F24-96CB-6B8FD760B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A67BAF-AC3A-451B-AA82-B7735081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합성 금액 범주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DEB81E-1A96-4479-A4B3-9E52FA599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8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6C5790-9AE7-4A80-9040-14FD80272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529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공개 가능한 업무 관계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F67C55-ADB6-47D9-A1BC-ECF2E1464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BD871B-F344-4079-8533-83239C80E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1049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한국어 업무 데이터의 함정  |  공개 데이터는 무료이지만, 사용할 수 있는 맥락까지 무료로 주지는 않는다.</a:t>
            </a:r>
          </a:p>
        </p:txBody>
      </p:sp>
    </p:spTree>
    <p:extLst>
      <p:ext uri="{BB962C8B-B14F-4D97-AF65-F5344CB8AC3E}">
        <p14:creationId xmlns:p14="http://schemas.microsoft.com/office/powerpoint/2010/main" val="1649736749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01E64D-3FEE-4841-87BC-107856115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데이터 공개와 사용 허가는 다르다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C61B0B-5ADA-45DC-A60F-8969522A3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49ABEE-FE56-46DB-8920-A0E06FEC8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1486C4-32B8-4E02-ADAE-3D984EF01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10:40-11:30 · PBL &amp; K-DATA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3C9E1E-6A2B-44E7-B61A-7A5219FE8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072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C709A2-94A5-413A-BF69-447A91455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5ED7F2-C119-4953-897B-6F1B79BB2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웹에서 보인다는 사실만으로 재배포·수업 배포가 허용되지는 않는다.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45049A-6A4A-479F-BBD0-EECD723CD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ADC9F1-C05B-4D8D-A708-CE26D539D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이용 조건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945268-0733-4891-92B1-80C12DD42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AB39CF-34F0-4F34-82E1-CC3160BE5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다운로드·신청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F26F97-7DE7-4BEF-973A-797D78315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4071BB-643B-464E-885E-A0DA6259D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재배포 범위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7CED2C-DA86-4882-8961-4F87338F5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530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8870D2-E3FD-4CB3-9D2F-CEB9886B4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673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출처 기록</a:t>
            </a:r>
          </a:p>
        </p:txBody>
      </p:sp>
    </p:spTree>
    <p:extLst>
      <p:ext uri="{BB962C8B-B14F-4D97-AF65-F5344CB8AC3E}">
        <p14:creationId xmlns:p14="http://schemas.microsoft.com/office/powerpoint/2010/main" val="597302659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E8F3D9-3CCC-4876-B019-9527FECD6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Dataset Card가 실습을 재현하게 한다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274E0D-6ADF-44B1-8ABC-BB09B6451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44039E-0F08-4E69-8016-8A4AFCF90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FDE58B-C325-4B41-AA7E-5BBB1A3EC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10:40-11:30 · PBL &amp; K-DATA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5E01A2-C924-4E5F-839F-9FD4D866B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073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61FBDC-D0F7-40D2-8529-CC2A93921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출처·버전·샘플링·민감성·변환을 한 페이지에 남긴다.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3EC4B4-8F8E-4B34-9B9C-2AF198365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05F3F5-0471-487A-9AD3-109A01165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source URL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C0F0E4-EE70-49F3-841D-13F50E79B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7E643A-597B-4E2B-B4AA-EC113344A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collected_at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C2EFAC-EE72-43D3-9AE5-947165619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9AA4EC-DF73-4755-8C23-5E27143AC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license·terms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B76C36-E3CD-42BE-8033-7640E975B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8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6DA012-FE1B-4E1D-AF23-6A910BEFC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529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preprocessing·limitations</a:t>
            </a:r>
          </a:p>
        </p:txBody>
      </p:sp>
    </p:spTree>
    <p:extLst>
      <p:ext uri="{BB962C8B-B14F-4D97-AF65-F5344CB8AC3E}">
        <p14:creationId xmlns:p14="http://schemas.microsoft.com/office/powerpoint/2010/main" val="1126857989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89DF7E-DEE9-4BF7-8508-2B7A55705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Transcript schema가 STT와 LLM을 연결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2A92BD-9E0C-4EE1-BB31-FF5063F77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AF3F16-8F2B-4C31-A977-598FAAB41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074D73-BE7F-4843-BBB6-EDA8FA91F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10:40-11:30 · PBL &amp; K-DATA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C137DF-3355-4938-9576-AAB494F70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074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23DC52-3920-4A39-A982-809639634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FBE445-C02A-4B9C-BFEF-7CC2FCE56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텍스트만 넘기지 말고 segment·time·speaker·quality flag를 유지한다.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57E879-F6CD-48B5-87A8-9A2C22BB6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6528A1-C421-4763-AF2A-858060534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start·end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17F715-60E5-455E-9558-29A71286E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C1980B-4AFA-4203-940A-489264354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speaker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A476AD-1D6B-46DB-AB78-623C51784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5591CB-2CBF-42F8-9240-7007992A0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text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D79C55-C2E4-436B-B640-37B651829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530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BC08CE-8ACB-43DE-9569-FC2678C24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673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no_speech·language</a:t>
            </a:r>
          </a:p>
        </p:txBody>
      </p:sp>
    </p:spTree>
    <p:extLst>
      <p:ext uri="{BB962C8B-B14F-4D97-AF65-F5344CB8AC3E}">
        <p14:creationId xmlns:p14="http://schemas.microsoft.com/office/powerpoint/2010/main" val="1162582859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3F665A-9E3E-4B9D-99AA-AF61B531B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Evidence가 요약의 근거를 고정한다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9C68FE-D94F-419B-8002-4B788E9A3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650C4E-ECBA-4FCA-8C0D-57D6D85A1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CDA151-A12C-412D-9F6C-BA67BADF0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10:40-11:30 · PBL &amp; K-DATA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D9B061-EE60-414C-B15D-3180F38EE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075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F5EB14-6439-47B0-A262-71C9D734E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결정과 Action Item마다 원문 segment ID를 연결한다.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DB5A9C-4E42-4FD3-A93E-16EC0E505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8CD949-48B8-48FE-84D9-C16F90E15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claim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062C14-8FE6-4BC4-9336-53CE8A11B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94123E-0621-4C27-A7DD-18C16AF43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evidence_ids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064C90-3E3C-4580-9FD2-1333956F0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50138D-8E84-4B9A-8D41-78834CF0A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confidence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F62912-0E87-4B8D-99EE-224237266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8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61AA7C-AD65-492D-89A2-167979162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529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needs_review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3BA6FE-FC2C-44F7-A5C8-924E2B119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A58E18-4EC6-46C8-A99A-31119BFE2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1049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한국어 업무 데이터의 함정  |  Golden Dataset은 정답 모음이 아니라 팀이 합의한 품질의 경계다.</a:t>
            </a:r>
          </a:p>
        </p:txBody>
      </p:sp>
    </p:spTree>
    <p:extLst>
      <p:ext uri="{BB962C8B-B14F-4D97-AF65-F5344CB8AC3E}">
        <p14:creationId xmlns:p14="http://schemas.microsoft.com/office/powerpoint/2010/main" val="399104547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0B8ECE-91DD-434E-8995-F3C5CE2E3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79A73F-ACE6-4D01-9E3D-ACADDC97C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공개 데이터 선택 4단계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1A0F31-B2D4-48E8-901B-6CEAFD881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7DB0D1-CEEF-42CC-A336-3383452D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3D41C2-7302-4E2C-A621-55BA8539B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9C6A3B-D391-4765-BB75-EBB2AC786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076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5AF300-DCF8-47A0-9B28-9508EF9E2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32778D-3B8F-41C7-8779-D8269DF32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52CE70-24BB-4519-ADBD-600CF8AD0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DISCOVER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6A33B7-6B08-40B0-AACB-C8FC8F24E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공식 원자료 찾기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3E77D9-31A1-40A4-B9FD-98E2C90AA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391505-2C9A-4583-ABD6-24A3C1147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28ABED-C6C6-4ECC-93FB-489E7BB6A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VERIFY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7AEB7D-C0B8-459A-A8E0-8818896EF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이용 조건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D95CB6-8590-48DD-A405-AEDC045D4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538F5E-2610-42E5-8A40-3F27CE8B3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816CF7-EE86-44CC-B32B-D6F0ED6DD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SAMPLE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8FCF8C-DD88-401B-ABC4-48C0801D9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소량·목적 적합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9047FF-E3ED-4A7C-A4CD-E58654D00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799FA8-A013-4B1F-AD24-DED1EF6AC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D12F2E-7033-4052-B243-944C72226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DOCUMENT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D2691E-50E8-4589-8EB4-7C084B91C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출처·변환 기록</a:t>
            </a:r>
          </a:p>
        </p:txBody>
      </p:sp>
    </p:spTree>
    <p:extLst>
      <p:ext uri="{BB962C8B-B14F-4D97-AF65-F5344CB8AC3E}">
        <p14:creationId xmlns:p14="http://schemas.microsoft.com/office/powerpoint/2010/main" val="228838590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3DCA7A-FC1D-41DE-84D2-8386A6E98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E4C539-B8C3-44A8-B98F-997C9DE81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한국어 업무 Prompt의 기본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F0FE74-88AC-4457-AA01-9CDC8ED5B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B08403-129F-48A7-B237-2BA7EDFE1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14DF91-8593-42F3-8ABC-7C0D4D8F2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A0851A-141D-42AA-BD92-C0437E9D4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077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ED9D7E-89F4-4A5D-84D7-85E0A5F98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CFC09D-7186-4700-A3EF-0EEF46C74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AAAF30-B0D7-4524-93D4-EAE083149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ROLE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E584D2-7086-4DD0-8CC2-105BF9ADC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회의 기록 보조자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EF7C1D-FAA9-497C-BE24-2BBDEF14F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96E659-623C-451D-9548-CEDEA17A9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238D17-8BBB-46B8-8F35-2ACE2B193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INPUT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D406E5-99A0-4516-AE80-F2F027BDE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segment·기준일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33C108-6F73-4F8E-8BA3-356032CF5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CAE0AA-804B-48F3-A824-E288BA0E2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3DDE58-1EF0-4063-B174-CCCF92C5B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95A048-0A4B-4CB1-8469-DA89CB7D2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summary·decision·action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90C4D5-866E-4211-918B-CEF55E6FF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70C06F-4DBC-4300-8E2D-7AA3319A6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A4A318-C525-4A03-8368-ED1E39FC7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RULE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112D82-ADDF-4E57-BC0B-29F33513B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추론 금지·근거 필수</a:t>
            </a:r>
          </a:p>
        </p:txBody>
      </p:sp>
    </p:spTree>
    <p:extLst>
      <p:ext uri="{BB962C8B-B14F-4D97-AF65-F5344CB8AC3E}">
        <p14:creationId xmlns:p14="http://schemas.microsoft.com/office/powerpoint/2010/main" val="92345151"/>
      </p:ext>
    </p:extLst>
  </p:cSld>
</p:sld>
</file>

<file path=ppt/slides/slide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67C883-C9FF-45C2-B4BC-67F6B7BF8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A08C30-54F4-4D62-86DC-6F988B5F6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비식별 처리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850C87-B67A-4E71-8319-CE8C3B907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0A16D6-4008-4457-9998-D2E9794D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72D59F-2332-4F84-8E01-8AADDC91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BE9FAD-82DA-48FA-BEE0-2B558312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078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15DB81-B1C4-4F06-A7FD-99ADE1FEF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4536E7-0724-4C8C-9ED8-7E82E7512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20584B-E634-48A2-8634-7626BE40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DETECT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FF5DF7-F2AF-4C6B-A547-D92D8CBF2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이름·연락처·ID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22B067-FA86-4FEC-8A23-02AE9C3C2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E68A1A-AE78-487A-B4F1-D33E6F1F5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3C1171-2FB5-49F3-9864-0036D0235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REPLACE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ADAEB3-9F51-40F9-9E27-D16DDADA6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역할·범주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39FBF3-CAC2-4670-8434-FD9AD7FF4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301CBF-1AF8-4245-BF42-FA8D85CD0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7D8A85-B98C-463E-BDE4-1F7AFD236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REVIEW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331AA3-4BB0-446C-8D4E-57433DA0C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문맥 재식별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F4F899-DE01-4C0B-8F7E-DD791D4B2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BE57BF-8317-42F3-89B3-9343BE77C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5B8406-B4B6-4776-ADE1-F2068D24C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LOG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A1E19B-B70B-472A-B37A-DD551F292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변환 규칙</a:t>
            </a:r>
          </a:p>
        </p:txBody>
      </p:sp>
    </p:spTree>
    <p:extLst>
      <p:ext uri="{BB962C8B-B14F-4D97-AF65-F5344CB8AC3E}">
        <p14:creationId xmlns:p14="http://schemas.microsoft.com/office/powerpoint/2010/main" val="1128804758"/>
      </p:ext>
    </p:extLst>
  </p:cSld>
</p:sld>
</file>

<file path=ppt/slides/slide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123A57-F9C7-467C-BE69-D028F542F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1A49C1-9354-4144-93ED-D5FB1F4FF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Golden set 만드는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D77868-7228-45C6-B08F-7F300B00D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9ACB71-B01F-4C48-9281-807CE5A01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2DA62C-96C9-4ED4-AA3A-E710B9DE5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0DF611-1257-4ECC-8518-C4825E5D1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079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8F116D-3222-44AA-8217-F36A18260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B7C304-379E-4DFB-8D9C-B38948906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4A75E5-8429-4EC3-A393-497033F87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TRANSCRIBE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FC5E29-665B-4764-BD1D-13F59AFCD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사람 정답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3977F7-BD76-4F97-B45D-5A7C827FD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779760-7404-4D34-BD78-235E1C2A8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CA698C-CB7A-4F02-8057-FF004797C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ANNOTATE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CB68D5-3EB4-46EA-BD9D-F55D89C7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결정·행동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837E8E-CB3C-4A42-9FF3-E108E323A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3B6E19-3906-474A-8217-D3626CE9E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434DE9-6A89-4646-B08B-9841DBD58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LINK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DA1FD6-969C-4169-9990-52AC22C43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evidence segment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483E49-2C27-400F-ABD8-F8EE6B27A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D991F4-DD06-40A9-8ABD-4E2898F3C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D1207B-ECED-4892-A4E2-19961E068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AGREE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A1D6B2-94E6-4B6B-8A6D-724F38A8E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2인 합의</a:t>
            </a:r>
          </a:p>
        </p:txBody>
      </p:sp>
    </p:spTree>
    <p:extLst>
      <p:ext uri="{BB962C8B-B14F-4D97-AF65-F5344CB8AC3E}">
        <p14:creationId xmlns:p14="http://schemas.microsoft.com/office/powerpoint/2010/main" val="1390326311"/>
      </p:ext>
    </p:extLst>
  </p:cSld>
</p:sld>
</file>

<file path=ppt/slides/slide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4D758B-347F-460C-9392-FBE367C33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651860-5823-46EF-8AFB-A9B08D3B8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PBL canvas 네 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63016E-7085-4523-B97C-8D3ECB2F1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F98BDB-FE0C-42EC-9543-A1560DE22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501974-FB5F-4254-9E4A-278726382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A4DA00-47D3-4F3C-A327-7BEF3D86D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080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0AD128-5036-473D-B2BA-831B40C49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8149DB-2A9A-4DFC-B668-2A5C0BD2A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85A46F-73F8-4C1D-AEC3-BAA29942D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USER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7F2142-5DB3-480B-9CCD-5E69BDDBC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누가 쓰나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068A6E-F6EF-49D4-B86F-C2CE8D997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DA6AA3-1E38-4C8C-BE93-1A589A95B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10D1E3-7CC6-40D5-B2C0-71FBA62B3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PAIN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BB28C6-A48C-41AC-B2FE-C660ABFDC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무엇이 누락되나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95719D-543C-4AA9-84F6-27B1881AE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B6C9D4-34C4-4C75-9ACF-3206B7FD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AE8BEA-67DC-47A5-A7CD-65C77D200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63641F-F2CC-454A-9DC9-AEFBD3EF2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AI와 사람 역할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183292-F67C-4F07-B91B-940A3C88A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8286D4-FBF0-4681-A233-8AC75B6A9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9DD52A-0225-4BFE-A832-33E817471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PROOF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7FDC81-92E4-42DC-B622-F9791A62C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무엇으로 좋아졌나</a:t>
            </a:r>
          </a:p>
        </p:txBody>
      </p:sp>
    </p:spTree>
    <p:extLst>
      <p:ext uri="{BB962C8B-B14F-4D97-AF65-F5344CB8AC3E}">
        <p14:creationId xmlns:p14="http://schemas.microsoft.com/office/powerpoint/2010/main" val="192430948"/>
      </p:ext>
    </p:extLst>
  </p:cSld>
</p:sld>
</file>

<file path=ppt/slides/slide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BC25887-8357-42F6-8033-25EF62AA2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도구 선택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7B9FBE-220D-43B3-90CC-FA2808BD0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데이터보다 먼저 출처와 발화 구조를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0DBF44-1790-45B6-BB8C-C6678BD8E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550B8C-B3C7-47B1-B047-C2510AD0C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1EB816-C6CC-405C-9049-1BA55BA68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24E118-78F6-4087-98E6-6282E859F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081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94D317-C8C3-400B-8CB5-56EEA395D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1057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공공 데이터 → 말뭉치 → 회의록 → Managed 전사 화면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1C1830-0338-4662-BEF3-6F9811D4F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3835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0F7245-29B4-461A-9401-48F011BF8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도구·서비스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9D30C6-92E2-4FE8-83CE-7108FF155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133600"/>
            <a:ext cx="186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도메인·역할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CC923C-6908-410B-93E9-4AF5F75DE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33600"/>
            <a:ext cx="3676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이번 강의에서 쓰는 이유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7C72EE-B47B-4DDC-8C95-B048DF0FB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3360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유사 도구와의 차이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B3C44D-B4ED-495B-A9C1-C1071C5DC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241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서울 열린데이터광장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215EC4-5A9F-495E-AF1B-C4AC26CE9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241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공공·행정 데이터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84D576-0776-4432-AE0C-F9D26DB9E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241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한국어 공개 데이터의 출처와 갱신 주기를 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40E473-525D-4D51-B2A7-778698463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241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회의 발화 데이터는 별도 가공 필요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F74FBF-64FE-4340-BCEB-DA3122017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8B9B52-E907-4CF7-9819-E8F7FD1CD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0"/>
            <a:ext cx="10553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67B4CC-BCE4-4301-93AE-94B128B56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242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모두의 말뭉치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D2960C-0948-485C-A167-C1A02EE90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3242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한국어 원자료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B371B7-E324-4053-B9E1-F385FA841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3242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문장·대화 자료의 언어 특성을 이해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181B18-2082-417C-94F8-77A2B08FA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3242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이용 신청과 재배포 조건 확인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60D759-979A-4829-853C-1D31052F9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386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1D31E8-7C6F-4124-A74D-D23B098B3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243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국회 회의록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0300C8A-62F6-4BB1-A385-B5696AE55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243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공식 회의 발화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2168EC-D491-4527-B42F-E9684ABBD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1243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화자·안건·발언 구조가 실제 업무와 가까움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D09D29-D95C-40D1-A4D3-D76F38CB6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1243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목표 업무에 맞는 정답 라벨은 없음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0A51F7A-C80A-41DE-B7E6-79E894692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387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FC51FA0-8418-43D2-BC1F-8851FF3B5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38700"/>
            <a:ext cx="10553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8725C80-E484-4A57-B75C-877EB40CF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244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Google Meet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4245102-22FD-4C8B-9884-904D29151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9244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Managed STT·노트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426E724-7CF6-40E0-906F-7D409F197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9244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현업에 이미 있는 전사·요약 기능을 활용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AE66C66-DA0D-443B-87DA-7139819AD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244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구독·edition·관리자 정책 의존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2FF8E04-773A-45D7-9AE9-591DA87E4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388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90223521"/>
      </p:ext>
    </p:extLst>
  </p:cSld>
</p:sld>
</file>

<file path=ppt/slides/slide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E53720-12FB-404B-BAEE-628C94413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실행 화면 1/4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555A5C-9132-4B34-91E3-4C1B3469E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서울 열린데이터광장 · 한국어 공공 데이터 탐색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3FF5A0-759B-445E-AFD7-44DECF358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41CE23-6ABC-4479-8897-CA29F8220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5CE3E4-E181-4D23-ADA3-CDF060FB0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D424BF-E088-40E8-92EF-E5E2F76B1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082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666051-303F-43C8-9377-CA7A873FD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52490D-88A4-4BEE-9544-D6AE6C683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6C0366-AE10-4058-B910-36EBA90D7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공식 제공처를 먼저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6934DB-7FD3-4E21-A2CB-291F119D9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EFE504-2DA3-41E0-A809-223980D4A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검색어·제공기관 기록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9F7B37-11CE-4BC1-8CEC-070DC1995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16377B-848D-442A-A50A-81C3EEDD0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다운로드 형식 확인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812263-E41A-496E-803E-0A04C9352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FB37C7-AD4F-4A6A-A472-860D2E08A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소량 샘플부터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E1C7F6-9B63-4C5D-B3FA-67178CA59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751dd12da84b0d"/>
          <a:stretch xmlns:a="http://schemas.openxmlformats.org/drawingml/2006/main"/>
        </p:blipFill>
        <p:spPr>
          <a:xfrm xmlns:a="http://schemas.openxmlformats.org/drawingml/2006/main">
            <a:off x="4876800" y="1727104"/>
            <a:ext cx="6591300" cy="3708593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4952F9-0E5C-474D-9DBF-B0270EA83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서울 열린데이터광장 공식 화면</a:t>
            </a:r>
          </a:p>
        </p:txBody>
      </p:sp>
    </p:spTree>
    <p:extLst>
      <p:ext uri="{BB962C8B-B14F-4D97-AF65-F5344CB8AC3E}">
        <p14:creationId xmlns:p14="http://schemas.microsoft.com/office/powerpoint/2010/main" val="1234767463"/>
      </p:ext>
    </p:extLst>
  </p:cSld>
</p:sld>
</file>

<file path=ppt/slides/slide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489F99-4A84-4DEB-8B9A-2DB097859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실행 화면 2/4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6E1283-53DC-466C-8909-9CA6D24ED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국립국어원 모두의 말뭉치 · 한국어 원자료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A8772F-1867-49E6-B4F9-CC9178C70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647D3F-726F-41B1-9C6A-8BD899869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9FA1AC-8BD6-4578-A780-67D94CA6B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995A8C-CC7E-4152-8202-B244526DB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083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7E0E49-CA6E-4B48-A34D-9C05B265A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212362-3056-4838-8B58-CCD3AC250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950A08-95C4-4610-B0AA-17339DB66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신청·이용 조건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CFCCE9-4A59-4188-A183-E70F5A9B6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B0378A-D3F1-4D0A-B465-6F6C6E057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말뭉치 종류와 목적 구분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3BBCAB-52AF-44D1-9D20-C222F535B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BC24AF-AF26-429F-B8EC-4AA7FA1B8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원문 재배포 주의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EF812A-8600-4655-8122-706CCBF68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967934-4599-4C4C-8DF3-C3DF26D9F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dataset card에 출처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4BDBD6-A7AE-424A-8AA2-C16C6031C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7296c6aa3048cf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CCE0AC-4538-464B-A926-FAD971F38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국립국어원 모두의 말뭉치 화면</a:t>
            </a:r>
          </a:p>
        </p:txBody>
      </p:sp>
    </p:spTree>
    <p:extLst>
      <p:ext uri="{BB962C8B-B14F-4D97-AF65-F5344CB8AC3E}">
        <p14:creationId xmlns:p14="http://schemas.microsoft.com/office/powerpoint/2010/main" val="1242616297"/>
      </p:ext>
    </p:extLst>
  </p:cSld>
</p:sld>
</file>

<file path=ppt/slides/slide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A6E787-B419-4CBE-825E-37BB69423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실행 화면 3/4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8F556C-A54D-4863-94B9-45574C81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국회 회의록 빅데이터 · 실제 발화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FD8DA5-098A-46D9-B85C-DCCE9E8BA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77CF7A-0551-4E16-B812-B6A2079D0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BF0ED4-D273-4ACD-A352-C43B2089F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C1472D-3D49-43B6-8047-DEF53A075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084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EF279B-DA0B-4EFA-83CA-EEE62631D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2CCC71-4822-40E6-A659-0164C898C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B4E5E6-E653-4FC7-A5F5-47412F0C1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발언자·회의 맥락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0624B7-35CF-4897-9B6E-31297E74B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B3E348-7747-447E-8216-FF7BC385B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공개 회의 기록 사례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92492A-70E1-4F80-BA8E-748E26FB5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D81A00-2ED7-4834-A83B-46097AE3A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페이지·첨부 공개 범위 확인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FA1268-F126-4BEB-B16D-2CAA10238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5AA3F5-D78C-42C3-BFA1-DC554138F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학습용 소량 사례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7C875F-90D9-4BFF-A81E-80D2FCE6D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f414ccb9ad4880"/>
          <a:stretch xmlns:a="http://schemas.openxmlformats.org/drawingml/2006/main"/>
        </p:blipFill>
        <p:spPr>
          <a:xfrm xmlns:a="http://schemas.openxmlformats.org/drawingml/2006/main">
            <a:off x="4876800" y="1727597"/>
            <a:ext cx="6591300" cy="370760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09CE99-A8AD-4308-93F6-B76C99B29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국회 회의록 빅데이터 공식 화면</a:t>
            </a:r>
          </a:p>
        </p:txBody>
      </p:sp>
    </p:spTree>
    <p:extLst>
      <p:ext uri="{BB962C8B-B14F-4D97-AF65-F5344CB8AC3E}">
        <p14:creationId xmlns:p14="http://schemas.microsoft.com/office/powerpoint/2010/main" val="1488814773"/>
      </p:ext>
    </p:extLst>
  </p:cSld>
</p:sld>
</file>

<file path=ppt/slides/slide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CB4262-638A-4BD9-84CD-641A601CB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실행 화면 4/4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15AEF1-ADD5-45CB-9592-F81459BD1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Google Meet 전사 · Managed STT의 현재 위치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0E0535-60DA-4C0C-A4DC-3A32B0099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97723F-C154-4FE9-B932-DEF6BA872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171E9F-9101-41E5-AD17-9EAF10217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BCC8B2-C47C-4EBB-A5B5-2175E578F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085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30A300-AF17-459A-A629-3F5681977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BC3F97-0DBE-43ED-8945-F4E3070F6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E0BEF2-4B87-40D4-8173-541117D46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계정·edition 의존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80D3CE-62A1-486B-985F-BF5692279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67C1E9-E8D9-4665-9BA0-4828D522E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한국어 지원 여부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F8293D-E12B-462E-BF82-70D6BFC5B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FCB929-0788-470A-8997-2E987166A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원문 보존·권한 정책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A3C763-1DAC-434D-AF75-33729707D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FAF8CD-EBF7-4888-B85C-A1577322E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수업은 local 원리 중심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49FF66-1448-4752-977C-3230E370C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6f882d6a454d35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C5D79B-571A-4A78-93F8-5B97A0451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Google Meet transcript 도움말</a:t>
            </a:r>
          </a:p>
        </p:txBody>
      </p:sp>
    </p:spTree>
    <p:extLst>
      <p:ext uri="{BB962C8B-B14F-4D97-AF65-F5344CB8AC3E}">
        <p14:creationId xmlns:p14="http://schemas.microsoft.com/office/powerpoint/2010/main" val="111834920"/>
      </p:ext>
    </p:extLst>
  </p:cSld>
</p:sld>
</file>

<file path=ppt/slides/slide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9BD0F0-237A-43DE-8C36-0B6486FD4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741F43-3D8E-4F00-B1C9-16383AEFD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회의 segment schema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0BB5F9-FC83-4C32-95E1-FD4169B64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2FADD2-8FF3-438A-9F81-29D079DD9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C475F7-AD73-41B2-BB8C-D00A2EA25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B88325-E75F-4FEB-BF12-4DCF629F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086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638B6B-EF36-465F-8705-AB6E77738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2F4573-F0C4-4DBE-AF4D-FDBAB7BE1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8C4E76-1EBC-4554-85D4-9FAED3863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timestamp 유지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17262B-E464-4A77-8602-B98043555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DC1703-A271-4E12-86C0-15DF6681F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speaker는 모르면 null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BC8925-0377-4767-A95A-204F505F7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947622-F088-4AA9-A006-69888BD91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원문 text 보존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B75560-F6FF-42AE-A3A4-9D49C869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D5C895-B4FA-4015-9D50-8446C674B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품질 flag 별도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4A03E5-7623-4441-A4FA-337E917DF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845B9F-A9ED-4420-A39D-3775FB070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228BEC-47B4-4F2C-B91F-D3470F316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segment = {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"id": "s12",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"start": 41.2,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"end": 48.7,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"speaker": "역할1",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"text": "금요일까지 초안을...",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"quality_flags": []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0669870"/>
      </p:ext>
    </p:extLst>
  </p:cSld>
</p:sld>
</file>

<file path=ppt/slides/slide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5AEB93-B232-4863-8CD4-FA30FCA67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84DFC1-7E64-450E-8667-21F5C8BF5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Action Item에 evidence 연결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4FA949-2ACA-4A82-854B-092B0B7BC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FDAF00-B08B-437B-82D2-B951B94F1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E2EB22-C204-4C71-BF15-615071253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EF380F-04CC-45CB-9DBA-B1FD67331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087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BE9AE7-02BE-49A7-9542-B538EBFA0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5CEF1E-7271-4A0B-A4F5-D7C857355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BC74C4-08B4-4478-964D-26F4340DB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task·owner·date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5C69D7-BB5D-4D0B-B617-9E5FB59CC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DA3B98-5B2E-483E-8013-3B663DF90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근거 segment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8E0FE4-88E0-4702-BBC3-BB726503C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CE027F-B248-47E1-9C89-99BAB2628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confidence 정책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04352B-2239-4E50-A619-010614293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DA8D8C-5161-464D-8ADA-20AC99AEE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누락 시 review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996E67-C3DF-412E-9FF9-CD104B953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11B9BF-A0C1-4819-A4D8-70063A6BF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43B784-A9C8-4ACA-A89C-1F1D082D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action = {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"task": "FAQ 30건 정리",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"owner": "역할1",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"due_date": "2026-08-27",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"evidence_ids": ["s12"],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"confidence": 0.92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066022240"/>
      </p:ext>
    </p:extLst>
  </p:cSld>
</p:sld>
</file>

<file path=ppt/slides/slide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AA08F7-9B39-45C9-A723-4A01B610A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8BD48E-9CAA-469F-B4FD-447DB4077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모호한 날짜는 추론하지 않는다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351E32-EF2A-47A2-AA48-CA520E8EB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F37106-F319-4983-9435-B6BEF4804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9D2409-FCBE-4509-903F-267C6B980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7C0D88-9BDA-435C-8B26-D270FFB51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088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F7227F-7805-4297-A75B-2ADFE12C1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841735-EE5B-421F-ADE7-4D3A18877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A1FF5D-4C70-4176-B563-4F97F304D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기준일 필요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84D108-06BE-4E58-BF25-A4C9F1EB0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79EA5D-9021-44AB-B1EC-DF8E03F68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null 허용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797BAF-37F0-4D45-973C-95BC5DEF0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C77A5D-3D1D-4461-B1F7-616D9B518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모호성 코드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3F33C2-3ECC-4EB4-B421-F509DD7FE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88EF6B-2648-44E8-BC58-7DD96C7A6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사람에게 질문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7734CB-3208-4EFF-AD8A-52BF389A8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F274E7-A82D-4106-9019-A5C1F84FA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FA9F96-1156-460F-BF58-0A435F5C2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if due_text in ["다음 주", "조만간"]: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return {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  "due_date": None,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  "needs_review": True,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  "reason": "RELATIVE_DATE"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}</a:t>
            </a:r>
          </a:p>
        </p:txBody>
      </p:sp>
    </p:spTree>
    <p:extLst>
      <p:ext uri="{BB962C8B-B14F-4D97-AF65-F5344CB8AC3E}">
        <p14:creationId xmlns:p14="http://schemas.microsoft.com/office/powerpoint/2010/main" val="236061807"/>
      </p:ext>
    </p:extLst>
  </p:cSld>
</p:sld>
</file>

<file path=ppt/slides/slide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E7AA21-5AB1-4524-B836-1C53D576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917DE5-89FE-4D1E-9AB9-C82F4100D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한국어 회의 Prompt · 모호하면 추론하지 않기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5DEF57-8CC0-4910-9455-4B5AC4C7A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285B6F-BAC7-46DB-A722-1D37D343C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68C6D8-D3A6-4F50-9E08-0B03270E2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CD425B-35EA-4732-B461-37E9354DD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089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1E0084-D9FE-4B7C-B036-2F24816AB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91B723-7FD2-4343-8220-E19EB9380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8061B1-7895-497E-A98D-4086D65E3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역할을 한 문장으로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7328A6-364D-406B-97A3-F3E9FCC07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25A5D5-6FFB-46C7-8CA2-A5B4F5FEF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금지 행동을 먼저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45248A-2F47-471A-950A-04D5512E5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B301EB-EE07-4CFA-AD50-C6B670407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출력 schema 고정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856B33-F4CB-479D-B0AD-0A7FA0EC1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58653F-DCF8-48FA-AD56-B015AD773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원문 근거 요구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7AADC7-06A9-4F2C-A382-DA07F75C8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B119F8-8DEC-4759-BF59-6E657D8FA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D920DE-CF80-415A-B251-18FE87ED7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SYSTEM: 한국어 회의 기록 보조자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RULES: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- 원문에 없는 담당자·기한을 추론하지 않는다.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- 모호하면 null과 needs_review를 반환한다.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INPUT: segments[] + meeting_date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OUTPUT: MeetingResult JSON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EVIDENCE: 모든 결정·할 일에 evidence_ids를 연결한다.</a:t>
            </a:r>
          </a:p>
        </p:txBody>
      </p:sp>
    </p:spTree>
    <p:extLst>
      <p:ext uri="{BB962C8B-B14F-4D97-AF65-F5344CB8AC3E}">
        <p14:creationId xmlns:p14="http://schemas.microsoft.com/office/powerpoint/2010/main" val="656871725"/>
      </p:ext>
    </p:extLst>
  </p:cSld>
</p:sld>
</file>

<file path=ppt/slides/slide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1FD243-101E-438D-B375-EDE4CF399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F77BB5-8449-4953-B19C-AFB93CCA3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Dataset card 최소 필드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A608E0-AA6A-42C7-8571-934F5B47A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7ABF1D-3D0F-4DAB-8763-1A4EDE44D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E24F5C-FFE7-4330-9558-5DA47BE87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B2D1F6-A39E-45E0-8FD2-973F417CF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090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5662EF-CFC0-43CB-A7C9-C5E1DEBBB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DAE28B-386D-435E-ABC4-DA40B89D5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FE3E16-5ABE-4B32-B27B-F730E7FF4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출처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526873-46AA-40CE-BA4C-91981D705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95FF2A-79EC-428C-87AD-F8A6183EE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수집 시점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3FFDBC-9E19-4E55-9990-C5BFD6566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1543E0-9C7E-44A2-818D-5872C4F12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민감성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809A7C-4A61-4224-AC56-367C8B7E2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7BBF52-EBDF-42E2-9F2E-24DE1D0D8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변환·제한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A4A807-0569-45F9-B707-BA156485B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1A7F8B-FDEB-440E-87B8-2B28BD26B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91F895-1EC0-4E14-9F52-0250FD506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dataset: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source: official_url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collected_at: 2026-08-22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purpose: classroom_demo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contains_pii: false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transformations: [sampling, anonymize]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limitations: [synthetic_speakers]</a:t>
            </a:r>
          </a:p>
        </p:txBody>
      </p:sp>
    </p:spTree>
    <p:extLst>
      <p:ext uri="{BB962C8B-B14F-4D97-AF65-F5344CB8AC3E}">
        <p14:creationId xmlns:p14="http://schemas.microsoft.com/office/powerpoint/2010/main" val="1067164204"/>
      </p:ext>
    </p:extLst>
  </p:cSld>
</p:sld>
</file>

<file path=ppt/slides/slide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488D176-A525-4888-939E-53931A951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자료 수집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C3C3AF-E813-485D-B82F-DFC746C4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자료 수집 1 · 한국어 사례 후보 3개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72480C-B7EC-4653-8904-6D5D57E1D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5366E5-8EB7-4152-A242-14A1A7DA4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1785F1-5196-41A8-A914-3D11EA9CB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A459F4-5525-4884-9A41-A5FC81195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091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3C833E-3953-4494-B2FE-BB9B81A36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40E1D9-BD7A-4B3A-B42F-D4143F61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44AA4A-2B48-4322-BEC8-A24A17208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83F1BA-CED2-4225-ADAF-E2328C616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FB1BA7-E21D-4F75-A206-B9F4FDA14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5DA287-2D49-4FBC-89E0-072F8D74E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공식 데이터 사이트에서 검색어를 정한다.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467817-2EC7-457B-A11A-77DC9E338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7A03B3-6FEC-4A70-BC7A-AC1279874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AE0EEC-2078-41C7-BF5C-3E37E7882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사례 후보를 세 개 적는다.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B55A35-8E78-47C2-94F5-4109B30D6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E0792E-DED8-4CF9-8B37-FBF67B14F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DBD5E5-1081-4B19-A6F5-CD48DC4DC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업무 흐름과 가장 가까운 한 개를 고른다.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5DA872-1225-4802-B43D-9868274A9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360AA5-5479-44F5-ADB8-102E95E0B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3C2981-B70E-4AFF-A7C5-CB5A8B5A5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선택 이유를 한 문장으로 쓴다.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A3CB55-884D-4278-A4E5-DEBB856F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AFD266-C909-4E93-B149-7B2984BE0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E7918C-2CD3-44C9-A810-F22E3DA26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완료 증거  |  후보 3개 + 선택 1개</a:t>
            </a:r>
          </a:p>
        </p:txBody>
      </p:sp>
    </p:spTree>
    <p:extLst>
      <p:ext uri="{BB962C8B-B14F-4D97-AF65-F5344CB8AC3E}">
        <p14:creationId xmlns:p14="http://schemas.microsoft.com/office/powerpoint/2010/main" val="698049633"/>
      </p:ext>
    </p:extLst>
  </p:cSld>
</p:sld>
</file>

<file path=ppt/slides/slide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3DBD8C-5FFC-4406-BC48-6F5012E31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자료 수집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E77F3B-C4B8-4688-A802-8D297F521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자료 수집 2 · 이용 조건 확인표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61D4B8-60D0-4634-9889-754BB387C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AEC3B3-3EEA-4384-9D15-A51467E3E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EBE8A5-6345-4171-AD6A-214889A5A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612103-379A-4C33-A97A-98F198E64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092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E06EDD-9E2B-44DF-862C-478627CE2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B8EF6A-2961-4571-BC0C-91922979A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C4E14C-E990-49E1-B6FF-C4346201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F6D0CF-DB87-4EED-BB2C-716A0652A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F4E119-8F6F-44A4-AC8C-DAB7A7C3C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48319B-A42A-409C-9D93-2A0604547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제공 기관과 URL을 기록한다.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66C093-8BF6-48EF-8EBB-11A337F7B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47FE8E-7345-47DB-8675-DB85DD8E7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9730A1-1BF2-4C9C-B7D6-0BF948BD9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다운로드·신청 필요 여부를 적는다.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BBB631-6E10-4280-ABDD-8D745D740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5AD1D3-18BA-4B46-96FF-B0CD928BA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009A88-57FC-4BE5-B0FD-807708C4E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재배포 가능 여부를 확인한다.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2F6AC8-D256-4C20-8A0F-054E0257C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7C8BEC-C5CC-4B47-8D3C-939792EF4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54FE15-06C7-472A-91D9-8DEAEBC43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불확실하면 강사 fixture를 선택한다.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439B0A-8D73-4624-B663-8C0D40C4C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18E6AD-3CC1-4C86-990D-04E98AE74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74E029-7B1F-41BF-BBE9-9A7794BF1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완료 증거  |  source checklist</a:t>
            </a:r>
          </a:p>
        </p:txBody>
      </p:sp>
    </p:spTree>
    <p:extLst>
      <p:ext uri="{BB962C8B-B14F-4D97-AF65-F5344CB8AC3E}">
        <p14:creationId xmlns:p14="http://schemas.microsoft.com/office/powerpoint/2010/main" val="950552668"/>
      </p:ext>
    </p:extLst>
  </p:cSld>
</p:sld>
</file>

<file path=ppt/slides/slide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485DDC-42E0-44CF-B1A0-5F785E24A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자료 수집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045BE9-3613-4344-8A5A-929FEB72A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데이터 확인 1 · 상세 회의에서 근거 구간 찾기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967F00-B014-4E0E-8245-0E422E44C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EFE612-D53C-4AD8-846B-12E232597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3B0169-C20B-4378-BCB4-F9E692423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2B8D3B-A019-4C90-882C-C7C37F941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093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56851D-E4DD-4ADA-B457-356AB5834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10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09C0BB-13A3-42AC-A6BA-6D083FC08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21A461-0EAA-4802-B220-3609FCBDE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441A12-E54C-4358-A3AD-EC88DFAD4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E7C855-730E-45B3-96C9-DB5D7AB72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DEE581-B930-47D8-89A9-BF4170F79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meeting_sample_ko_12min.txt를 엽니다.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EBE138-3FE9-42D0-BD01-43C62D37C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14B848-84D6-4D74-BA69-459CCC786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32AF7B-3B46-48FD-8C2C-F0CE7B137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결정 1개와 정정 발언 1개를 찾습니다.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70E47F-DBA1-499C-9F3B-6F30553D5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7FB2FB-0212-4BEC-9E54-23D5FECD6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BF9CAF-ABBF-4B1D-8983-D562D3EF0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담당·기한 Action Item 2개를 찾습니다.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044008-E878-45AE-B86C-7B88A458A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CE6A24-6DA3-4F8C-B3BE-8D6B31815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66FC69-4015-4D0B-B57C-8F4E57F6A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“다음 주 중”을 needs_review로 표시합니다.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B88270-73BE-46B1-9824-BB81BFCCC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249CD3-1E66-4308-B031-31BDE5CF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0DAD25-4C9B-4A20-A263-BFB8AFB37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완료 증거  |  evidence segment 4개</a:t>
            </a:r>
          </a:p>
        </p:txBody>
      </p:sp>
    </p:spTree>
    <p:extLst>
      <p:ext uri="{BB962C8B-B14F-4D97-AF65-F5344CB8AC3E}">
        <p14:creationId xmlns:p14="http://schemas.microsoft.com/office/powerpoint/2010/main" val="1101085088"/>
      </p:ext>
    </p:extLst>
  </p:cSld>
</p:sld>
</file>

<file path=ppt/slides/slide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557E45E-5714-4660-9CA6-A15F1B785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B6A7BB-D8EC-47B4-BE60-2A459FFC9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소프트웨어 실습 1 · Golden JSON diff 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D8282B-6E55-4541-8529-A9C96045E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FDF6FB-DE44-4C5D-9E50-DA621C870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D4896C-A272-48B6-A0C2-DB9B2910A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428F27-9FF2-46CA-8A3B-7DC137AE0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094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E0B4CA-4E79-4632-A2FB-102554CE0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10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3EF21E-51A2-4078-ADC1-81FA353DF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70381F-70DA-431E-84D4-904492FE6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188971-2C05-4B0A-8BF1-5BF21DD32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2C124D-AAD3-4E44-A113-967C1F17B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ED30E5-F70C-49B7-BAF2-11EF0C8CB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내 결과를 JSON으로 저장합니다.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941825-556D-4B04-B9FB-CA6125BFF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847A9C-F4E7-43A4-864E-5D4BF921A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5FE0B6-BBBA-4E16-8C51-097C01D35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Action Item 두 개에 evidence ID를 연결합니다.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5D1D06-4D0F-473B-8CE6-24B60AB84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C31FB8-039A-4A4D-ADB1-D325F7F8D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0D4596-06E8-4187-AF57-286D2EF94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기준 JSON과 diff 명령을 실행합니다.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F746CB-0F53-4E02-8611-5F91FBDCA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BD8986-D392-42D3-8091-146014A24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8E625C-F8A7-4E13-83AD-3379EAD5A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다른 부분을 오류·허용 표현 차이로 나눕니다.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BA8856-6F08-4019-9A22-BD2680FBE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EA135E-973C-4BC0-859E-C3DC77404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BA9C14-80A1-4E97-8EF8-FBDECF283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완료 증거  |  내 JSON + 기준 JSON diff</a:t>
            </a:r>
          </a:p>
        </p:txBody>
      </p:sp>
    </p:spTree>
    <p:extLst>
      <p:ext uri="{BB962C8B-B14F-4D97-AF65-F5344CB8AC3E}">
        <p14:creationId xmlns:p14="http://schemas.microsoft.com/office/powerpoint/2010/main" val="1222576227"/>
      </p:ext>
    </p:extLst>
  </p:cSld>
</p:sld>
</file>

<file path=ppt/slides/slide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D16FF2E-ADC3-4C02-B1B4-88C90C103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8589A6-A5DB-481B-B9E1-2CAEC9693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실패 1 · 데이터가 너무 크다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23FB25-0227-4E73-9AC1-E0B449721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ACCA69-3855-480F-A9AC-C04D59596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3DC510-DCC9-4919-801B-70967FCF2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7DD31B-B11D-4F65-951C-C52944CD7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095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2F2112-DA8B-4555-AEC5-443D6132F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F8DEE2-26FA-4603-84E2-7C7E17456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5D5E7D-0F10-4865-8496-E4FB23862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D3A0F7-9181-4888-AABB-073918932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E3D869-6762-4D74-809F-DA3204737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수십 시간 audio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E78BF4-1554-4C34-A42F-2DFBF3B3A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4AA0BE-AA8D-49BE-B459-1C68A2888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수백 MB 전체 말뭉치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1D1D79-38A4-4F27-A6A1-9D3502D60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474A3D-6DD2-4A7B-BB6B-129319EDF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전처리만 수업 소진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B9135B-F188-4AA5-A0FD-B55BBB33D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1CB24D-0002-41FE-96D0-E98610531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정답 만들기 불가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77A5D5-7B9D-435D-A78C-B5B110B9A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3C14A6-682F-456E-9433-A0BD4C7B1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2-3분 audio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D97E87-43B0-4175-89CF-25B34CDBB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4983D7-DA8C-4E8B-B47D-C6564F448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10-30건 text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574E48-53F7-44FB-A1BE-3E0373EA9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106F41-FC60-4D5D-B068-07D85BDF3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golden 3-5건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293AE8-DAF9-448C-973E-20F757629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CB7DB8-DC66-4876-A268-D9A0F0E06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확장 과제는 별도</a:t>
            </a:r>
          </a:p>
        </p:txBody>
      </p:sp>
    </p:spTree>
    <p:extLst>
      <p:ext uri="{BB962C8B-B14F-4D97-AF65-F5344CB8AC3E}">
        <p14:creationId xmlns:p14="http://schemas.microsoft.com/office/powerpoint/2010/main" val="1298429831"/>
      </p:ext>
    </p:extLst>
  </p:cSld>
</p:sld>
</file>

<file path=ppt/slides/slide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556CFFC-CF31-4B63-ACB4-336D3E208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935962-49F3-4455-84C0-9F428DAA1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실패 2 · 공개 페이지를 그대로 재배포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DAC0AF-3794-4B67-A126-F779DA81B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96CFB7-CC8D-42C4-B2AE-CFD20CA24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7B42F7-4D72-4446-A91E-3D32635B1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071E5A-129D-4B66-BCA2-51E15AB5F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096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BC6732-B388-4F90-B6DD-7AD0566FB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7610B3-B54D-4D0A-A42E-1560E8CA2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CA532F-A021-40BB-AF80-3F8EA0324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BD6CB8-58ED-4913-99D9-435A52EE2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8157E0-06A4-4423-88BE-659E9B21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이용 조건 미확인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57C6BC-0F08-4B6B-9316-7FFDFB1B5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208A4C-4A06-466E-8F64-B759FDA02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첨부 전체 공유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1DCEFC-C94C-45C9-8674-F92911E0B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C035B2-4126-40E5-8E8C-721E621FA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출처 누락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E50373-E8C0-463F-8711-343C96964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1E3F23-2E83-4C38-BC1B-9EF5ABE2C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신청 계정 공유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A6F224-3FCF-45E2-9ACF-F00895B35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0B2419-6902-457E-B58B-3A3D44F0F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공식 링크 제공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7B310E-26E9-49C2-ACE8-6FF320DB2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031CCF-320E-416D-B41F-BE39DFFB0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허용된 소량 샘플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0B8083-856B-472B-B329-8DA586A03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C995D1-1FD4-425E-BC19-0B37C39FA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출처·날짜 기록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57B459-2367-4DB7-A188-F7D459257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74CB72D-8DA1-4B6D-85CF-269129318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fixture 대체</a:t>
            </a:r>
          </a:p>
        </p:txBody>
      </p:sp>
    </p:spTree>
    <p:extLst>
      <p:ext uri="{BB962C8B-B14F-4D97-AF65-F5344CB8AC3E}">
        <p14:creationId xmlns:p14="http://schemas.microsoft.com/office/powerpoint/2010/main" val="909442406"/>
      </p:ext>
    </p:extLst>
  </p:cSld>
</p:sld>
</file>

<file path=ppt/slides/slide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794B71-FD56-48C1-9BC4-4DE4C6144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7F8303-7786-428C-8A2A-31A075149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실패 3 · 정답 없이 prompt를 튜닝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6EF6FE-7F80-40B0-9ADB-87059BFFF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186AF8-2D2D-46B4-9204-51810BC4A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A126A1-441C-43DC-97B8-DB9EE4DBF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20F7B9-5F57-426D-AA9D-69D9FF208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097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CFEC80-496E-4C42-AEE6-63997EB1C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DE385E-AEB9-4D64-A86C-EECBB7082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5687A3-9387-4E3D-B0D9-AF5AAEEBC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02669-0D72-4F7E-8297-BD3E40D3B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BF38A7-DE30-403A-8A71-8C02FB70A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좋아 보이는 출력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C98FC8-5CC9-4D89-8461-7715AB807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BF1854-9FD5-4EA4-BDAB-C9CD6DB2C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기준 매번 변경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800C38-2320-46C7-ABF9-73C5E0FE1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6C4B14-E43D-4B43-96CB-51EC40E13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모델 비교 불가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30C003-6D25-4E0E-AE70-9D6C3AF88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575999-29C3-45BC-A4E0-AEBE7C019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오류 회귀 모름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062508-F180-4F9F-B79C-371317B5A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A02EB7-50DC-4EB3-B123-1C28B6B96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golden example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D3A26B-0014-4824-8252-5F2CAF545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644912-63C3-49AE-8BEF-D9C97777B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rubric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804F3B-FFCD-4100-B1DB-535AAF568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999FD6-B190-4B48-BBDF-C562078AA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고정 dataset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AF4855-4821-429E-913A-1362BD23A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6D4C5A-D891-42BB-B70A-73E5EC0B2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experiment 비교</a:t>
            </a:r>
          </a:p>
        </p:txBody>
      </p:sp>
    </p:spTree>
    <p:extLst>
      <p:ext uri="{BB962C8B-B14F-4D97-AF65-F5344CB8AC3E}">
        <p14:creationId xmlns:p14="http://schemas.microsoft.com/office/powerpoint/2010/main" val="84203772"/>
      </p:ext>
    </p:extLst>
  </p:cSld>
</p:sld>
</file>

<file path=ppt/slides/slide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274067-B0F7-4F06-A544-EF894D623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재직자·구직자 관점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CE5F6A-4340-40D1-9480-1F8E1CF30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재직자 · 실제 업무를 안전하게 추상화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C5901E-CB7C-48DC-84B0-55BE768E8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8D9CB0-6126-4F28-A298-650B31EC7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8DF210-B58A-4538-BDAD-10C9B6A39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672BD0-AB12-43F2-9948-FFCBFBC67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098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A1D9CE-8DB8-465D-9578-CEE5061DA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가져오지 않을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5F7D43-68E2-4997-971C-05432763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남길 관계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8D3CE6-204A-4642-BE87-1E3E79681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D0AD85-FD73-42BF-BD77-9CC53DCD3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318F46-D49E-4963-B929-E289AC520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실명·고객번호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1293A0-2994-48AB-A7C4-62CAF5FC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2F2146-8DC9-4421-BAD3-66A44B067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계약 금액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87E925-110F-4310-A550-F29088EB9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B1D624-8DC5-4E78-8CBE-A200B83FD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회사 URL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90AE05-0193-4825-8D90-501AF4496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4E17CF-9E83-4595-B476-F1F2B9A0D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내부 전략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DD73CE-EAE8-4F5C-8E74-BFCDE16EB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0DEFF6-F514-40F8-AFC9-7862B83D2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역할 간 의사결정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A72DC8-63F0-4E4A-A223-DC93576A0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37DFE6-96E6-412B-898D-41D56880C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업무 단계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5A787C-D404-4CC0-93E1-0D6EF40D7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9E66E5-8599-4B22-A641-CCE4EB1B3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승인 조건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8DB2E76-C4E5-46C1-8172-D00191438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D75F96-0D2B-40F7-A5E8-87CD04F39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실패 비용</a:t>
            </a:r>
          </a:p>
        </p:txBody>
      </p:sp>
    </p:spTree>
    <p:extLst>
      <p:ext uri="{BB962C8B-B14F-4D97-AF65-F5344CB8AC3E}">
        <p14:creationId xmlns:p14="http://schemas.microsoft.com/office/powerpoint/2010/main" val="445212755"/>
      </p:ext>
    </p:extLst>
  </p:cSld>
</p:sld>
</file>

<file path=ppt/slides/slide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FEA018-D1BD-42B0-BC9B-27EBBA746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판단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A8DFE7-70D8-47C1-A709-B936BA99D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Gate 3 · 이 Action Item을 믿어도 될까요?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7993BA-7C59-485A-A6D8-CE24864CB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73BC31-6562-4874-A061-C42FF224F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383A14-5843-4FA5-9720-99B518753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1B1D21-6FCE-43DB-907B-36F0D00DB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099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65DAE3-90F0-4023-90CF-94B3A09D1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상황: 요약에는 “다음 주에 민지가 배포”라고 적혔지만 원문에는 담당자와 날짜가 명확하지 않습니다.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BCED12-F732-4807-854A-5180D01E4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A08860-D662-4863-98E0-25D35C4F6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931DCD-F2A3-46EF-AF9F-9B8B4AD50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2860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어떤 segment를 evidence로 다시 확인할까?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F912FE-EEE3-429D-9B15-012D2A189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A63C3A-922C-465B-BBD8-B659FE272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F33936-3470-4657-8123-4438370E5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3528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담당자·기한을 null로 둘지 사람에게 물을지 결정하자.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7652C-C1BA-4BE7-AB43-CA0E302B9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0EED5E-93D1-4CAD-8812-EB410D702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E20D95-D79C-4705-9AB1-01D9D88AC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4196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이 사례를 Golden Dataset에 어떤 실패 유형으로 남길까?</a:t>
            </a:r>
          </a:p>
        </p:txBody>
      </p:sp>
    </p:spTree>
    <p:extLst>
      <p:ext uri="{BB962C8B-B14F-4D97-AF65-F5344CB8AC3E}">
        <p14:creationId xmlns:p14="http://schemas.microsoft.com/office/powerpoint/2010/main" val="712888939"/>
      </p:ext>
    </p:extLst>
  </p:cSld>
</p:sld>
</file>

<file path=ppt/slides/slide100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B90EE5-6F2C-413C-A881-78A763FCB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767F1D-0AFA-4A0D-9212-4793AD90B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571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6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26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12:00-12:50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83E27B-3023-414E-8965-B08DC08FB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580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1일차 4차시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68C0EA-8F61-437E-B4C2-02204786C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09700"/>
            <a:ext cx="10401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5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35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Python·VS Code·Git 환경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31BA99-810B-4F7E-86B7-A0F7066B1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908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E0E0E0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E0E0E0"/>
                </a:solidFill>
                <a:latin typeface="Nanum Gothic"/>
                <a:ea typeface="Nanum Gothic"/>
                <a:cs typeface="Nanum Gothic"/>
              </a:rPr>
              <a:t>12:00-12:10 강의 · 12:10-12:25 강사 세팅 시연 · 12:25-12:45 개발환경 세팅 실습 · 12:45-12:50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FE4A14-9CA2-4871-81E1-98C9E1786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0400"/>
            <a:ext cx="3467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78B2A0-C187-4279-9D47-CBCDDCD02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95650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지금 배우는 내용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E37A6F-D169-49E1-B718-21BF94059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0"/>
            <a:ext cx="34671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D8F17C-B20C-4B25-82A3-6CEB486AC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10000"/>
            <a:ext cx="31242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Python 경로 · Interpreter · Git branch·PR · Codex review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880F0D-6F58-408A-8201-8AAD6EF35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20040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3900E7-0B38-43D8-AAA7-3024920A9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295650"/>
            <a:ext cx="3790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이 차시에서 이해할 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464172-35C8-4037-B74B-008427447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619500"/>
            <a:ext cx="4095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31A03F-BF98-419F-BACD-2152C3E31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810000"/>
            <a:ext cx="3752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설치보다 같은 명령으로 다시 실행되는 것이 중요하다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762EEB-5A72-4BCF-BD96-7ADBD2B7E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00400"/>
            <a:ext cx="2838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42A148-C3FF-49D6-BD06-915971BF0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295650"/>
            <a:ext cx="253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함께 챙길 내용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4EB683-762D-401E-B5E1-E90C077C0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19500"/>
            <a:ext cx="28384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1CC2E9-3439-426B-98B3-446229D2F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810000"/>
            <a:ext cx="24955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버전·경로·Draft PR 또는 local diff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E2A490-BEAD-4132-A142-AA5624D10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578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D35A2C-3A44-44F5-A871-CD95939A2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293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C7C7C7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C7C7C7"/>
                </a:solidFill>
                <a:latin typeface="Nanum Gothic"/>
                <a:ea typeface="Nanum Gothic"/>
                <a:cs typeface="Nanum Gothic"/>
              </a:rPr>
              <a:t>슬라이드 100-134</a:t>
            </a:r>
          </a:p>
        </p:txBody>
      </p:sp>
    </p:spTree>
    <p:extLst>
      <p:ext uri="{BB962C8B-B14F-4D97-AF65-F5344CB8AC3E}">
        <p14:creationId xmlns:p14="http://schemas.microsoft.com/office/powerpoint/2010/main" val="319714119"/>
      </p:ext>
    </p:extLst>
  </p:cSld>
</p:sld>
</file>

<file path=ppt/slides/slide1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8F147B-B54C-4F43-B22A-978AB4C06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오늘의 질문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13A40C-8A8B-4936-805D-B08961619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같은 명령이 같은 Python을 가리켜야 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81E54D-5CB0-4A14-A1A1-0F8A19955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4273DE-C024-4690-91E7-FE15677CD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C7CE6C-11B5-4CA9-A915-3C2E3B45C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50379F-4C9C-43E1-A93A-D249E502F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BB34FD-6DD2-432F-AD76-BCAC15A17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설치가 실패해도 수업과 프로젝트를 계속할 수 있는 두 번째 경로가 있는가?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31DAD0-BEE5-4386-9E1D-3DA3F7C25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26460E-70B9-46DB-ADD4-85FB28DD7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16BF08-E8C7-4840-BF9E-36527479E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4193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OS·Python·Git 버전을 먼저 캡처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D2145F-CD94-445C-A964-7463E542F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FF0E35-A47C-452B-A89F-5055BA3A7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146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격리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9FF0A5-3D5C-4A31-8B77-05429C909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1051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프로젝트 .venv를 생성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BB059D-8112-4EA9-8B5D-933A15E88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338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472B84-A2A2-4311-9695-6947F4F85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004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선택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B922C8-6B2A-4CFB-9164-1E599BA2F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7909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VS Code와 Notebook interpreter를 맞춤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64FD91-6471-4728-89F5-4B8F351A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4253A3-00F6-453F-8D49-7E8B3DB86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862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보호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801B06-0161-4641-A074-DD3FE8724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4767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secret·대용량 파일을 Git 밖에 둠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7BEA75-D8A1-499C-8E87-98CB14FF3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054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63BC15-1125-4D69-B661-67246FA10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720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복구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C6F26E-40F3-434B-A4D7-B1FD53BE8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1625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첫 commit과 fixture 경로를 남김</a:t>
            </a:r>
          </a:p>
        </p:txBody>
      </p:sp>
    </p:spTree>
    <p:extLst>
      <p:ext uri="{BB962C8B-B14F-4D97-AF65-F5344CB8AC3E}">
        <p14:creationId xmlns:p14="http://schemas.microsoft.com/office/powerpoint/2010/main" val="1635388335"/>
      </p:ext>
    </p:extLst>
  </p:cSld>
</p:sld>
</file>

<file path=ppt/slides/slide1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603494-DAB3-4F05-A788-87CAE830B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처음 보는 용어 · 한 장으로 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049612-C580-447C-A2F6-320E2B11F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설치보다 먼저 구분할 네 가지 환경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DC299E-762E-43A0-BA86-E0B9AB8FE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781870-F8A6-4FC2-949F-61A809FBA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470BE6-FED2-4F29-ACBC-344A2B5C9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A7128A-BDDE-4B20-852C-5E4762857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18A067-D5FA-4CCB-8C06-D4BC679E7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0020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D9BFB5-067C-4E48-B861-C2F371549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163F12-3903-47EA-89C0-C60039FED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695450"/>
            <a:ext cx="421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쉽게 말하면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079970-6241-47D8-9B3E-39B354BE5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69545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오늘 쓰는 곳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9B3114-1F10-49B2-A569-1DB0AD3E8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145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Runtime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Execution Environment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87E3B3-ACC8-418A-B804-FB640F30E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1145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코드가 실제로 실행되는 Python·운영체제·패키지 환경이다.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0F196C-246B-4094-8AA6-A006AD8CB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1145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python3 --version과 실행 경로를 먼저 확인한다.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EBC147-3BF4-4D09-83CB-23764A303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8B5077-8C58-4277-8FFA-C5E57DC31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FF5258-92D3-48D3-8579-8487F981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Interpreter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Selected Python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E6A205-A91E-44EA-84FF-6461293EF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9908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VS Code나 Notebook이 사용할 특정 Python 실행 파일이다.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EE597E-B2E8-4EBD-9E32-FBDE2F709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908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.venv/bin/python을 VS Code Interpreter로 선택한다.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7BCD7D-9CE1-4006-83F9-1259175DC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80EA24-0E4B-4AC3-B6D5-7D5C659E2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Virtual Environment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Isolated Packages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ECCC9B-93DB-4D69-95F5-9B37E883A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8671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프로젝트별 Python 패키지를 격리하는 폴더이다.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7B527A-AAB7-4D6E-B64E-A860CFB7E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671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python3 -m venv .venv 후 같은 환경에서 설치·실행한다.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2398CF-BAA3-4DA5-9D15-2615A6DBE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EB6AC3-2D71-4C7A-B7B1-B9794A484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5B3EA2-8EBB-4B3F-B48F-DD42B0F7D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Repository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Versioned Project Folder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C63020-D6E0-40F9-9A5F-B536F42BA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7434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코드·문서·데이터와 변경 이력을 함께 관리하는 프로젝트 폴더이다.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AE7681-4C52-457D-99B2-5FF4196CF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7434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src·tests·data·materials 폴더를 하나의 저장소로 관리한다.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8414B8-784A-4A9F-A2EB-7B622CD54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054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33468906"/>
      </p:ext>
    </p:extLst>
  </p:cSld>
</p:sld>
</file>

<file path=ppt/slides/slide1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70464E-3177-440E-B190-33D038C22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무료의 정의를 먼저 합의한다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4B6E7A-7863-42F0-B15D-98499B6C7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5EE6F1-3A3C-4C43-AEB4-4D68C0186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4A0717-2B2E-4A17-8969-3B7DABD80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12:00-12:50 · FREE SETUP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EA4700-E791-405E-8BC9-649FC1023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DEC6D5-1213-47EE-A673-16C2BE051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D49B3E-342B-4BEB-A1EF-ADE9BDFF9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8096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학생은 외부 LLM API 비용 없이 필수 실행 경로를 완주할 수 있어야 한다.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411e5bb8d244be">
            <a:extLst>
              <a:ext uri="{96DAC541-7B7A-43D3-8B79-37D633B846F1}">
                <asvg:svgBlip xmlns:asvg="http://schemas.microsoft.com/office/drawing/2016/SVG/main" r:embed="R71c5d69cc2e2452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601200" y="1847850"/>
            <a:ext cx="1352550" cy="13525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5BB67F-C806-4B79-B9AC-BDECA5976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A781AC-0BFF-47F4-830A-F72F4BB2D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Python·Git·VS Code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A9479B-98AB-4542-88EE-5E2FC191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597F4E-B960-4DD6-9F1A-9B5240758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fixture·local LLM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BCE354-154C-4615-8548-D189AEAF3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D10699-08C2-47CD-A4C5-DB9028BB5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선택 서비스 초과 과금 주의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56FFBB-9F6D-4B2F-80E7-85D86DC25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86450"/>
            <a:ext cx="9906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E78F90-62BD-4882-8F03-1BF3D0FF0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531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수업을 살리는 기준  |  환경 문제의 절반은 패키지가 아니라 ‘지금 어떤 Python을 쓰는가’에서 시작한다.</a:t>
            </a:r>
          </a:p>
        </p:txBody>
      </p:sp>
    </p:spTree>
    <p:extLst>
      <p:ext uri="{BB962C8B-B14F-4D97-AF65-F5344CB8AC3E}">
        <p14:creationId xmlns:p14="http://schemas.microsoft.com/office/powerpoint/2010/main" val="2122250800"/>
      </p:ext>
    </p:extLst>
  </p:cSld>
</p:sld>
</file>

<file path=ppt/slides/slide1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CBAC1E-F7A6-4438-A9C0-3F78716CE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필수 경로와 강사 가속 경로를 분리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5D7992-BDCB-4E00-B25E-64A417345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859D15-CF4B-4EC7-8149-6891E6F66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7795F3-9376-44E1-B62F-25CF55D87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12:00-12:50 · FREE SETUP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E3E931-B0DD-45E5-945C-1CDF0E636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B31991-5928-4F3E-9E8B-21CC182CF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학생은 로컬·결정론적 코드, 강사는 Codex·Claude live demo를 사용한다.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A2F588-7E56-4A55-A49C-645A7FE2F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99E1C2-44C6-4263-AFF3-4437A222B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필수: 직접 실행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E1E16C-0050-4279-B6C0-0B0B2CEC1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53AD07-C5E0-48A6-8434-D332E272F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강사: 생성·수정 가속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868518-E623-4481-8A00-47E43041F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5801C4-4A1B-4A0C-9A91-21500952A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공통: diff·test 검토</a:t>
            </a:r>
          </a:p>
        </p:txBody>
      </p:sp>
    </p:spTree>
    <p:extLst>
      <p:ext uri="{BB962C8B-B14F-4D97-AF65-F5344CB8AC3E}">
        <p14:creationId xmlns:p14="http://schemas.microsoft.com/office/powerpoint/2010/main" val="1497933888"/>
      </p:ext>
    </p:extLst>
  </p:cSld>
</p:sld>
</file>

<file path=ppt/slides/slide1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661D1C-33C4-47F7-9E0D-43B6904C5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Python은 실행기, VS Code는 작업 공간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9C086B-686B-4FBB-942A-AFC3C57C1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C2AB90-B829-4AC9-8385-3A292287E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4D34A9-22B7-4CAA-A0E2-ABD8059C4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12:00-12:50 · FREE SETUP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A7F142-C47F-4779-B24D-FDE606848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3AEE9B-325D-416E-A1BA-940CBCBA1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BEE747-DC03-420A-9714-A5A7EA03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extension이 Python 자체를 설치해 주는 것은 아니다.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4A9F81-E410-49C9-BFBC-A8448DB8D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33B9BA-2087-4388-BF21-168215D83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Python interpreter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73D654-0771-4E98-A7EC-E0FE10BC4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C01D03-61EB-4D75-8184-30579F500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VS Code editor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21F443-7A10-4B47-85DA-02DDE11D9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558135-E759-4A2C-88EA-4AC152A61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Python·Jupyter extension</a:t>
            </a:r>
          </a:p>
        </p:txBody>
      </p:sp>
    </p:spTree>
    <p:extLst>
      <p:ext uri="{BB962C8B-B14F-4D97-AF65-F5344CB8AC3E}">
        <p14:creationId xmlns:p14="http://schemas.microsoft.com/office/powerpoint/2010/main" val="1234290652"/>
      </p:ext>
    </p:extLst>
  </p:cSld>
</p:sld>
</file>

<file path=ppt/slides/slide1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009244-6157-48C5-8112-686022C5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가상환경은 프로젝트의 재현 경계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C072A5-58AA-4C1F-AEC0-E93D58EC3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F1D345-98D1-4EE2-8454-E5DE44BC8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A0DE8C-F927-4AA1-81D9-6E21C6808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12:00-12:50 · FREE SETUP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3F4516-474A-48CF-B00B-4B458BD29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BC50E4-B06A-418C-9CFB-51FC5A1D4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전역 환경 대신 프로젝트별 dependency를 격리한다.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3724F9-F72F-438E-ABAC-0D30C3AD0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6E310E-1A5C-417C-93B8-F41E03C3F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python -m venv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A15C79-C045-45C2-9820-8FC728206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B3CA2B-E381-4FF1-887F-FDD6FF24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interpreter 선택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D0121F-5DF0-4688-955F-88FBD73B0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D640FC-6E11-49F7-9DA5-6C94A5A25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requirements·pyproject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A59B69-B162-4A8D-B1F8-F4A41FF68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B686AF-2451-4277-91B5-553463C4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1049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수업을 살리는 기준  |  첫 commit은 저장이 아니라 복구 지점을 만드는 일이다.</a:t>
            </a:r>
          </a:p>
        </p:txBody>
      </p:sp>
    </p:spTree>
    <p:extLst>
      <p:ext uri="{BB962C8B-B14F-4D97-AF65-F5344CB8AC3E}">
        <p14:creationId xmlns:p14="http://schemas.microsoft.com/office/powerpoint/2010/main" val="1869176318"/>
      </p:ext>
    </p:extLst>
  </p:cSld>
</p:sld>
</file>

<file path=ppt/slides/slide1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620BB5-A98D-4F66-837A-81B63BA37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Git과 GitHub는 변경의 증거와 검토 장소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4F29E2-812B-45D0-9AB2-83C11D7AA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164101-465A-4461-B79F-98DC4A49D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CD5800-F581-4356-B231-BC24DF978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12:00-12:50 · FREE SETUP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FDE935-34EF-474D-B9C5-0B6530070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6A7167-EA4F-4CB2-BB54-8EA664495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778C4F-7973-462E-B6C7-16FB7BDB7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작은 commit을 branch와 PR로 연결하면 무엇을 바꿨고 누가 확인했는지가 남는다.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3A4B70-DE3C-4CBD-9177-5F7F7297C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AD678D-03F9-46B4-885C-54AC27EA8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status·diff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B782EC-0299-4641-9136-C75FD7865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7C2F92-8F5E-4A7E-AC94-11B16C6D3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branch·commit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B4C2A4-73AC-47AF-95DC-66AB79DD6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D49D27-D1EA-4A90-96FE-CBB8EC893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push·draft PR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2FFF0F-D749-49FA-9BC9-2F16C5557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530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6CDFC0-2C76-4AFB-BCA2-B57DA91A8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673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review·merge</a:t>
            </a:r>
          </a:p>
        </p:txBody>
      </p:sp>
    </p:spTree>
    <p:extLst>
      <p:ext uri="{BB962C8B-B14F-4D97-AF65-F5344CB8AC3E}">
        <p14:creationId xmlns:p14="http://schemas.microsoft.com/office/powerpoint/2010/main" val="1937059754"/>
      </p:ext>
    </p:extLst>
  </p:cSld>
</p:sld>
</file>

<file path=ppt/slides/slide1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192238-1E86-44DF-9EC4-8E9FC6144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Jupyter는 설명과 실행의 다리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A5C5E0-15E7-4A45-9B1A-AD5BC1007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239033-C773-4B5C-AD1D-56D07DBBA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C233B6-564A-4FDE-8D74-836774D09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12:00-12:50 · FREE SETUP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7ACEDD-9A1F-4E64-A273-41C0C2810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F4E89F-6C31-42C5-8670-8C9683AC8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한 셀 한 개념으로 결과를 보고, 모듈 코드는 src에 둔다.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026687-6F3D-4BCD-BB86-18EDC59FA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11BC03-6C32-4D91-B069-52C601B72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Markdown 설명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9DD468-4967-409D-AEDC-831D68F86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93DEAE-08E3-4062-857B-BA9E8A9FC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Code 실행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6E6916-C069-497B-BF3E-A4C03A65C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E2DC9F-7254-4567-BEDD-9A2AB1740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output 증거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CB01C3-B84C-44E0-B0E5-EC07FACE8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8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B02908-7349-45AC-8F4C-FB527C379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529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Restart &amp; Run All</a:t>
            </a:r>
          </a:p>
        </p:txBody>
      </p:sp>
    </p:spTree>
    <p:extLst>
      <p:ext uri="{BB962C8B-B14F-4D97-AF65-F5344CB8AC3E}">
        <p14:creationId xmlns:p14="http://schemas.microsoft.com/office/powerpoint/2010/main" val="1862284517"/>
      </p:ext>
    </p:extLst>
  </p:cSld>
</p:sld>
</file>

<file path=ppt/slides/slide1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C0EF3C-B510-43A7-8D83-0C3453467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Secret은 코드·노트북·캡처 밖에 둔다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2D8085-3689-4FE3-8353-25733E411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1FDFD9-49D3-49D0-96AC-073D38E0C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056343-4D12-449C-BDB7-F1E92F3D8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12:00-12:50 · FREE SETUP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513157-0C56-4407-B6A1-579B3C29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782378-6B9E-4215-90D9-774D16B76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7505D1-691C-4E8B-8CE7-062BFF9AA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실제 값은 환경 변수, 저장소에는 이름만 있는 example을 둔다.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D14E94-9285-4E53-9A98-F5FB39A2A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0DF13-9951-4933-B90B-AEA39DF93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.env.example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803A75-E325-4FE3-BE9F-62A7C74FD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DC834C-1AC0-4619-A7A8-18F0D1780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.gitignore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C7ECDD-0090-4DD0-AB72-189137CA4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264795-CE9A-4260-B969-4D7D261D2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화면 비식별</a:t>
            </a:r>
          </a:p>
        </p:txBody>
      </p:sp>
    </p:spTree>
    <p:extLst>
      <p:ext uri="{BB962C8B-B14F-4D97-AF65-F5344CB8AC3E}">
        <p14:creationId xmlns:p14="http://schemas.microsoft.com/office/powerpoint/2010/main" val="1309394596"/>
      </p:ext>
    </p:extLst>
  </p:cSld>
</p:sld>
</file>

<file path=ppt/slides/slide1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F19AE6-1998-411F-BDFA-EA16758E5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Harness Engineering은 PR에서 완료된다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452D79-0F63-418D-AC7A-2ACD15DF3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06474-FFB1-4790-895E-1B35501FC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63D803-1C04-412C-BD8A-E179DBFA2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12:00-12:50 · FREE SETUP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253D49-D73C-49E2-A043-9D4C15720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12BD94-3892-4406-9883-2336492DD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Spec·허용 파일·test·review rule을 저장소에 두고 Codex 결과를 사람이 merge 전에 확인한다.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3F91FD-669F-4B79-87EA-80D1F01DB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DF227A-5EFB-4D79-834B-93A887C06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AGENTS.md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71DF92-9A42-482A-8132-D5E42F024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5A1F40-06FD-45DC-A041-8EA6EB9CE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small diff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6BB1C3-0D5B-4CBD-A33F-C703CE352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BC9177-5C55-4D44-BC65-4B8676CD8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CI·unit 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C5A276-3557-4FD0-92C7-DD2447AA2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8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782EC0-48EA-4279-B9E5-0AD36A18D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529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Codex review 초안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C79A03-5F59-4AD8-B8AB-438B3AA84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0A4AE1-5CC8-4FDE-9C61-7ECE33ABA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1049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수업을 살리는 기준  |  Harness Engineering의 출발은 좋은 프롬프트보다 깨끗한 작업공간이다.</a:t>
            </a:r>
          </a:p>
        </p:txBody>
      </p:sp>
    </p:spTree>
    <p:extLst>
      <p:ext uri="{BB962C8B-B14F-4D97-AF65-F5344CB8AC3E}">
        <p14:creationId xmlns:p14="http://schemas.microsoft.com/office/powerpoint/2010/main" val="64017477"/>
      </p:ext>
    </p:extLst>
  </p:cSld>
</p:sld>
</file>

<file path=ppt/slides/slide1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289466-9388-43AC-B072-3C1698874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110F96-445D-4ABF-AD2E-7EEA03BB8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환경 설치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ED2B5B-0E94-47D6-9BE4-C0B26CE7A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98D928-24CD-4B34-AF54-582B716A6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DBCD67-DD75-4E9C-94AF-509AD56D4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B1B263-11C5-4F48-BA1B-C8FB0BCD7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26A662-A731-412B-8FFE-14292051F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D934BE-1C5A-4C44-AD56-737AA840B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8FA25C-4796-4F4F-99FC-DF0370E42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PYTHON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F5246D-4089-4421-A81B-55A554E87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버전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EB5232-FEF1-4EF3-95AE-F963D4273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A72537-DFF6-4F16-B25E-DF144A9E6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4C3B7B-981D-4503-BE67-0DC2D77A9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VSCODE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D06C99-9260-4077-A735-ED3502F76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extension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D99102-48F2-477A-AD5B-D6B6D1D18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97289F-52DC-42DC-991D-04E7FB6BB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75E9CC-5D17-4B84-8DD9-C9A2A2A7F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GIT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C39E21-40FB-4F89-9493-D1880B137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identity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A765C1-11D6-4519-A1CE-CAD18A501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5D1F07-7C86-42A7-ABC0-AF5636C55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08DC3F-82E4-441A-B139-B459F97BC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REPO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E627A1-CFDA-4A8B-B92B-710BAF6F8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clone·open</a:t>
            </a:r>
          </a:p>
        </p:txBody>
      </p:sp>
    </p:spTree>
    <p:extLst>
      <p:ext uri="{BB962C8B-B14F-4D97-AF65-F5344CB8AC3E}">
        <p14:creationId xmlns:p14="http://schemas.microsoft.com/office/powerpoint/2010/main" val="669485268"/>
      </p:ext>
    </p:extLst>
  </p:cSld>
</p:sld>
</file>

<file path=ppt/slides/slide1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00408A-C8C2-47F3-AB1D-5DE116EC3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5ED27A-2B26-4582-AD0E-85238769D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가상환경 준비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0763E9-CAA4-4062-B946-EF4512F36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F2C46E-89CA-42B2-8AA8-8B8ED2C59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DC86FB-217A-4E49-807F-D28E1F50A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28E930-CB70-4C72-A1C9-578262766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CC8DA7-B558-4B20-9F08-43F218267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A93315-50AD-4A4B-A3FA-7F47D20E3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FC4BED-41E2-4774-B946-6B6B13C90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CREATE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46F525-7A13-4223-9A82-81B127381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python -m venv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001CB3-1CBF-40D2-ACD5-FE5B92703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DE4399-D426-4060-81A2-647B75FC2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594188-2BE5-4ECB-AE33-411B30E79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ACTIVATE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EA14D8-6AA4-47A6-9B9C-2C5E193B4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OS별 명령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98227F-6745-4213-9419-8DCF9316E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A1F6D6-D728-4F8A-BC41-E1CF7C9C6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FA80B7-FA3D-4909-8DFF-45B2F1874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INSTALL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079506-E102-40C6-983A-FE762356D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requirements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AD1F99-7B24-459A-92E1-1EAD5C435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23A508-58F1-4395-AFA4-8B9EE19FB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3CC206-8C43-4F83-982E-79EAD39CC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VERIFY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F2DC3E-665D-4D1E-926B-63766A1EC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python -m pip</a:t>
            </a:r>
          </a:p>
        </p:txBody>
      </p:sp>
    </p:spTree>
    <p:extLst>
      <p:ext uri="{BB962C8B-B14F-4D97-AF65-F5344CB8AC3E}">
        <p14:creationId xmlns:p14="http://schemas.microsoft.com/office/powerpoint/2010/main" val="1042339123"/>
      </p:ext>
    </p:extLst>
  </p:cSld>
</p:sld>
</file>

<file path=ppt/slides/slide1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DC6519-98E8-4748-BBFE-EC2E1A895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699E72-9D4D-4C93-86A9-74C3F6E5D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VS Code interpreter 선택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B3BE41-90AA-4AA6-A15C-29D29EC3C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E60373-C2D4-49CA-B55B-0824A0EA8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FC20CC-35E4-45DE-A355-0309B8E08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B9859B-CA78-4ADB-B2A6-B6A8F419E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D88198-7A4C-458C-A18B-2E34D63EA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D23238-3F9B-47EC-A0A5-EF3074526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8DC77F-0681-42E2-8A48-8561335CD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PALETTE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2C3645-9C3A-4646-8380-CEB83C366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Command Palette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8E0FF5-367B-470F-94B0-A501081AF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452641-ADEE-4833-AE6E-E36D9B985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B21BFA-8F20-48F2-A7FB-E83D66AC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SELECT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15A61F-716E-42BE-98DA-5420C8FD1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Python interpreter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006D99-3A64-4790-A7AF-074CC3649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297756-F85E-4EBA-9245-FD3102EC9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41A834-E631-43D8-826A-BA8EF802D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KERNEL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ED7B23-BB10-4722-BA09-A77D13D4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notebook kernel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62471F-1F5C-4C47-85EB-C2FE7E35E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FC31D4-1CCA-420D-BD6F-48CF8D614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6175A1-7118-4AF1-88E0-A8A148061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CHECK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59073E-42AB-43B7-9884-19ADB3095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sys.executable</a:t>
            </a:r>
          </a:p>
        </p:txBody>
      </p:sp>
    </p:spTree>
    <p:extLst>
      <p:ext uri="{BB962C8B-B14F-4D97-AF65-F5344CB8AC3E}">
        <p14:creationId xmlns:p14="http://schemas.microsoft.com/office/powerpoint/2010/main" val="1972400087"/>
      </p:ext>
    </p:extLst>
  </p:cSld>
</p:sld>
</file>

<file path=ppt/slides/slide1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F05E67-39D6-4107-9D54-DB098D5F4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459C16-099C-4D80-BEE6-EE6AF6CDB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GitHub branch와 Draft PR 준비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E2FEB9-342B-4D62-966F-615F500A0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BD375F-1B26-413A-B223-F3E40D130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7DAFB1-1B0C-4A0F-8B2F-5FA0F2A45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E4FD77-AC53-4F5A-8912-EA064D0E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983439-1E0D-4DFF-9576-76C05DA04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326F08-6A02-4F82-8A53-87B58B6AE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481C54-6FA9-4773-B943-78991B2A1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BRANCH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CED908-0590-4C6B-A8FE-C5A7E349F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작은 목적 한 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CEB425-37F4-46CD-BA64-1B633C579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BD260F-6510-4432-8944-C6E3756EB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5B955D-AD5B-41CF-9E32-348E3FE24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DIFF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B6BC39-E23B-4F6A-A638-3253A693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변경 범위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3B4A63-4023-4195-89EF-9BA90AA23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2A2B57-FBFD-46F5-AF2D-D1A7E756B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E7B587-66F6-4179-900E-EB078DD1C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PUSH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25CCFF-724A-4D28-84B7-25D5ACA14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교육용 remote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215FE2-D12A-4398-BE82-7AA12C260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E8D974-1505-4A01-A553-55BD4F28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B9FFBF-A7B9-4D88-A73F-3855722E3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DRAFT PR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7D1227-EB36-44B4-8A88-FC3517DD4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목표·test·위험</a:t>
            </a:r>
          </a:p>
        </p:txBody>
      </p:sp>
    </p:spTree>
    <p:extLst>
      <p:ext uri="{BB962C8B-B14F-4D97-AF65-F5344CB8AC3E}">
        <p14:creationId xmlns:p14="http://schemas.microsoft.com/office/powerpoint/2010/main" val="637844955"/>
      </p:ext>
    </p:extLst>
  </p:cSld>
</p:sld>
</file>

<file path=ppt/slides/slide1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1D72B1-18B3-4D58-8F47-2B49EE88B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C925CB-5AF0-4504-A9FC-9E9645096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Codex PR 검토 루프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0B0B34-A77F-4379-8863-09A2EED86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8A30EF-EC30-4F94-BD6D-9887E6BCA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9845C5-112B-4BEC-921C-E7FF38833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7FAEA7-6DEC-4FEA-B1E1-1F6FF5C6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867577-7538-427B-82F4-7B76F31CE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883D5B-E6E3-4D93-9176-AFF618DE9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A9E41C-90CB-4DE3-85AB-3DA1F56B9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SPEC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670A8F-E8CE-45BC-82B1-0C6918324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허용 파일·완료조건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ACCB61-27A7-4D20-840A-2E71D8EAA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A72B92-7057-46DF-A988-EF65138DE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C0E3A0-9387-42DC-848A-23DE7916C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CODE+TEST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E2DEAD-51C3-4297-8BCF-05725B5FE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변경·unit test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160FA9-5568-465A-B430-2E472F81C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A64F84-9E71-4531-98CA-7CB37E711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FCB962-E9D6-479E-87DD-20CBA52AC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REVIEW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F30D75-19A2-4BFD-8558-6915D0F6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@codex review·CI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071625-5208-4037-823B-7F22543D0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9BE34E-DD72-4CC1-90FD-0FAD9CE9F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08A636-9911-4092-89DC-8CAE5334A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HUMAN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5F62D8-B8E3-493C-9D6B-3808715C2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diff 확인 후 merge</a:t>
            </a:r>
          </a:p>
        </p:txBody>
      </p:sp>
    </p:spTree>
    <p:extLst>
      <p:ext uri="{BB962C8B-B14F-4D97-AF65-F5344CB8AC3E}">
        <p14:creationId xmlns:p14="http://schemas.microsoft.com/office/powerpoint/2010/main" val="2053955666"/>
      </p:ext>
    </p:extLst>
  </p:cSld>
</p:sld>
</file>

<file path=ppt/slides/slide1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EDFE40-606B-4CFD-9E70-62AE7D973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실행 화면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B96342-FBD5-4C4A-9BC4-EA2E20DF3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설치 화면은 ‘어디서 받는가’보다 ‘무엇을 확인하는가’가 중요합니다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B3AC08-5795-43BF-A517-C894D7F6A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75A2A1-9FD6-4CD3-AE5D-6CB170FDE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58FCE1-6579-49BE-B5EC-4C95F014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04579C-E895-46A5-9741-FA7B62DE8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5668F7-09C9-443D-8786-35B327C72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Python → VS Code interpreter → Git identity → sandbox repository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B1F59A-20D5-443F-88C9-BC73665F8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5F33A5-C381-44B5-9163-12B9DF997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40030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C7C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2F6BE5-63F4-45C9-8F19-EDC5B638E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90750"/>
            <a:ext cx="6534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내 OS에 맞는 runtime 선택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E13874-9B26-4979-AC8D-D13B9D664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9075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버전·실행 경로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57B4DB-DB5B-49A7-BD42-0F6BD42D2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724150"/>
            <a:ext cx="8934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3DD58E-ADC4-40B9-8143-1778DACE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1A5009-CD91-4F16-9CC1-3280EA8D3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10515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C7C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F8AF3B-7C85-4B3E-825A-B0330169C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95600"/>
            <a:ext cx="6534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editor가 쓸 Python 지정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3A5B17-BEA1-485A-B489-E82479773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89560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.venv interpreter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85D9E4-F31A-4E1C-ADE3-C4C6E9D61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429000"/>
            <a:ext cx="8934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B08940-8FC6-429A-A3DC-A13969A51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CDD86D-9987-444D-A2EF-FD2C5BE5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81000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C7C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0B8285-3AEF-414D-BB2D-606964C16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00450"/>
            <a:ext cx="6534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Git 작성자와 기본 상태 확인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EC6B38-809E-4625-BCA7-DA03AE827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60045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identity·status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B97123-D311-41B1-828C-8964E07AE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133850"/>
            <a:ext cx="8934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2AB02A-58F9-4FD6-8DED-8EAEA5256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DBB472-F2A6-49CF-B1A1-4474F163A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1485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C7C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0AFEAA-725B-4018-A9F8-4B56C6DA2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305300"/>
            <a:ext cx="6534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교육용 저장소만 연결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B6B3C5-0DB0-45A7-92B5-039D36C68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30530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sandbox remote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C6F6A5-6347-4D30-9EE7-6EBD5347F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38700"/>
            <a:ext cx="8934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141027910"/>
      </p:ext>
    </p:extLst>
  </p:cSld>
</p:sld>
</file>

<file path=ppt/slides/slide1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4E31F1-1EC1-4E10-AC8F-41D863E5E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실행 화면 1/4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06CC76-4362-4685-835E-6DE7A7A60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Python 공식 다운로드 · interpreter 준비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982984-75F1-4351-9909-FA6BD548E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85F2FF-6E8A-4FF9-897C-D3E2542FE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8590CD-8DA4-4092-BD58-83DABE74E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3BE76B-4BDF-4A98-9DAC-5FD9480B5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AE9062-4547-403A-8116-CB6507863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ACF569-3AD4-43E0-BD67-EFD661D97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0F51A6-8C6D-4095-9710-262433FBB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OS와 버전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F99084-7E7D-421C-AF69-47611E07F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FEC10D-60B2-4768-9419-A6C1EA357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설치 후 새 terminal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83BE87-95FB-44B4-9065-752E1C720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7E4915-B38D-475B-B6A3-C804CAF8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python3 --version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61FF97-8424-4AF8-AEF7-7630F7F90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05EF45-0B95-4C30-A901-593AE7AEC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회사 PC는 권한 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8775B8-54FC-45F8-A86A-8CEC420D1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0b916ec338492e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014AC9-0E59-40F1-AE0C-1E161F45A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Python.org Downloads 공식 화면</a:t>
            </a:r>
          </a:p>
        </p:txBody>
      </p:sp>
    </p:spTree>
    <p:extLst>
      <p:ext uri="{BB962C8B-B14F-4D97-AF65-F5344CB8AC3E}">
        <p14:creationId xmlns:p14="http://schemas.microsoft.com/office/powerpoint/2010/main" val="1165678976"/>
      </p:ext>
    </p:extLst>
  </p:cSld>
</p:sld>
</file>

<file path=ppt/slides/slide1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92E273-37E4-47C1-9B0C-C0D92F67A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실행 화면 2/4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9D040F-544E-4574-83BA-5906BB4FB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VS Code Python 튜토리얼 · 세 구성요소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179D0A-F4F6-4A73-8676-501197C4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A963D6-D70C-46AE-BC60-665281298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B0D329-AEB7-4DBF-B4DD-4EABB4E75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53F774-48C2-48A3-8BEB-C05020420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0E7E10-B51E-4522-A4BC-F94C8D09F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742C56-22EF-494D-B2E6-75BF43273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44FC17-9A26-4FFA-9FA8-0954DC3E3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VS Code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75D762-7049-480E-A783-210635BCB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E2C0C0-7247-4128-9F05-8868A0466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Python extension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2B4619-4565-4EA1-B9A5-9CF54CE4B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02A1BC-12AD-49B6-BCB3-78BD35653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Python interpreter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73A6B2-9B8B-42CD-AA16-4042A945C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723B7B-9887-41B2-8BAF-F8704F9E9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virtual environment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BAE9A7-1453-4A46-91FE-2100EC3E1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59737110864af3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708C5F-2FBA-4DEA-895A-891D32970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VS Code Python Tutorial 공식 화면</a:t>
            </a:r>
          </a:p>
        </p:txBody>
      </p:sp>
    </p:spTree>
    <p:extLst>
      <p:ext uri="{BB962C8B-B14F-4D97-AF65-F5344CB8AC3E}">
        <p14:creationId xmlns:p14="http://schemas.microsoft.com/office/powerpoint/2010/main" val="886915100"/>
      </p:ext>
    </p:extLst>
  </p:cSld>
</p:sld>
</file>

<file path=ppt/slides/slide1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7590AA-F049-4A10-BCAE-13111BB01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실행 화면 3/4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DC0746-7AFD-492C-B4A3-7B20A899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Git 첫 설정 · identity와 기본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5ABE02-45A0-4F7D-AD83-BB232E169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A33950-90C5-48B9-8DA0-B0D9F24B6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445B46-0092-408C-9273-BDDA09752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E86A2F-178F-48B2-9732-822B317C7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29BF4E-ACE8-4548-9A28-636404E31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BF9345-4E98-4203-9E52-3696692CD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8AD9A7-5F44-4F7E-AEC8-22F5A9AFA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git --version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728464-85CA-4808-A23A-2095795A8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EB253E-082E-4906-B101-BA2C3F6B9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user.name·user.email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8759A8-7391-4D3B-B58C-2A89F9E8A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E0347F-CA87-4D22-9253-2AF84FD52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회사 계정과 교육 계정 구분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C6AC9D-2212-4F82-A3FF-C9B275109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79EEFB-1B87-44F2-873E-373A416EB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설정 범위 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67402E-6587-47A9-8A9C-7174FFA25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c7aa406dce4e22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B8706A-9955-4505-BC07-E73C1A186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Pro Git First-Time Git Setup</a:t>
            </a:r>
          </a:p>
        </p:txBody>
      </p:sp>
    </p:spTree>
    <p:extLst>
      <p:ext uri="{BB962C8B-B14F-4D97-AF65-F5344CB8AC3E}">
        <p14:creationId xmlns:p14="http://schemas.microsoft.com/office/powerpoint/2010/main" val="1143268970"/>
      </p:ext>
    </p:extLst>
  </p:cSld>
</p:sld>
</file>

<file path=ppt/slides/slide1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D9D844-7F03-4DA9-ADF1-5DC3D5679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실행 화면 4/4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A53ABF-54EC-4DDD-848E-865321BD6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GitHub repository quickstart · 교육용 sandbox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2B2BA5-E608-4613-9FFA-F8F824BE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3FAB04-7E56-4123-972D-E59003742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E51F70-5C4E-45EC-BC53-749CF6598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A30407-FEE9-49A2-9B0A-847C43568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A32357-4E7E-48C9-BD8B-CC70AE474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007897-47AA-41B1-9446-D34BF69B8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2E54D3-E232-4C44-B8DD-60862F84D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공개/비공개 선택 주의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7A66E9-1D2F-4AFF-8C8C-3800906A4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9330FD-5412-419B-880B-F0355B673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README·.gitignore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C02D10-2FF8-4C31-A58B-C91DC37B8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4B9F85-44B5-4295-87D8-21DDEACFA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교육용 repo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939CD5-DB6E-4C0D-928B-58716CBC5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A7DD00-48E0-448D-B7BE-234C1B41C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비공개 회사 코드 금지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0E4474-743C-4042-BA5D-185BBC3ED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1c313d0a184d32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D3CAAC-FA7E-4356-A0EB-B890AB690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GitHub repository quickstart 공식 화면</a:t>
            </a:r>
          </a:p>
        </p:txBody>
      </p:sp>
    </p:spTree>
    <p:extLst>
      <p:ext uri="{BB962C8B-B14F-4D97-AF65-F5344CB8AC3E}">
        <p14:creationId xmlns:p14="http://schemas.microsoft.com/office/powerpoint/2010/main" val="100596202"/>
      </p:ext>
    </p:extLst>
  </p:cSld>
</p:sld>
</file>

<file path=ppt/slides/slide1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AF3C2E-DCF7-4C48-BFF5-E2C44AE80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663706-609F-4C00-A9B6-4B47412F7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환경 확인 네 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5BBAFD-2ADF-4F26-82FA-357C334C4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BBA864-BC78-4D57-B9B3-74AE5D065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364ED0-7EBE-4CAF-956E-2BD2AFA3F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C14F6B-70C5-4B95-9B5D-E86A84ECF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44E82D-B256-4B5C-A0D1-78CFDF9A0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32C466-44A4-4118-A7DE-DC3897FD5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E177F7-3383-4A49-A51A-595888EB0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명령과 기대 결과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3C4619-01EE-4A72-8391-CDD104E19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4DBA27-B76D-40B0-99FD-9E308459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PATH 문제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EA6217-A6A5-4767-991A-71B60394E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15A8DF-2592-46A8-A837-FCEE2E68A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새 terminal 재시작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6EFAB2-1288-4F9C-82CB-DD3B31427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7798CA-7014-492A-95A6-D2F0E6A67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캡처에 개인정보 최소화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A86ED1-3878-479A-9AA3-0D4BE8A61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9DB5E0-6D54-471F-BC29-197D23AD9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F30516-6560-4575-A631-AD4693B0B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python3 --version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git --version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code --version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python3 -m pip --version</a:t>
            </a:r>
          </a:p>
        </p:txBody>
      </p:sp>
    </p:spTree>
    <p:extLst>
      <p:ext uri="{BB962C8B-B14F-4D97-AF65-F5344CB8AC3E}">
        <p14:creationId xmlns:p14="http://schemas.microsoft.com/office/powerpoint/2010/main" val="685448145"/>
      </p:ext>
    </p:extLst>
  </p:cSld>
</p:sld>
</file>

<file path=ppt/slides/slide1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34C3E1-2B82-47C9-B30E-B82F7F501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A78FF8-37C9-4B40-AA51-365DD54F4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가상환경 명령 · macOS/Linux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452FCD-17F6-4D9D-9D5A-3D32A9E54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2BF096-B283-4038-9951-C13618C54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0C32A1-7CD2-4A35-B985-D340C4344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6B96CD-CCA8-4B13-B911-04EF579F9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FD3C4C-FB28-4E88-A22B-DF00E1144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25B2F2-1F13-47A2-9177-EDD8FFD62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22C960-7553-4845-A617-DE2331C6F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.venv 생성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4129E8-4B03-4475-A869-C314BC54F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BBC3D6-150C-4CDA-AE56-6C81DE09B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활성화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CB0EC2-ABE4-47D4-BFDC-0D1BEABD6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9D570D-143D-4C00-B8A3-4A7C5BAAF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dependency 설치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FEE85E-3821-4E1A-943E-8CDCD9936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B79E06-207B-40D7-83D5-7CF11D1AD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interpreter 경로 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C12ACA-AC17-4841-900E-6584B2F7C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0C611A-F1BF-4CA9-9C12-70B1843E6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00F94C-015C-4AF4-88CD-2DBE6D9DE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python3 -m venv .venv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source .venv/bin/activate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python -m pip install -r requirements-day1.txt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python -c "import sys; print(sys.executable)"</a:t>
            </a:r>
          </a:p>
        </p:txBody>
      </p:sp>
    </p:spTree>
    <p:extLst>
      <p:ext uri="{BB962C8B-B14F-4D97-AF65-F5344CB8AC3E}">
        <p14:creationId xmlns:p14="http://schemas.microsoft.com/office/powerpoint/2010/main" val="2140085412"/>
      </p:ext>
    </p:extLst>
  </p:cSld>
</p:sld>
</file>

<file path=ppt/slides/slide1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D15586-1506-43CA-AD9F-7B28877CE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9342E1-7DF7-4D6D-93FB-11A374D7D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가상환경 명령 · Windows PowerShell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F389D4-5E36-4437-8854-0553272E5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FB7C59-C5AD-4835-83FE-6CE2FB6C0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2DE554-3FF9-46A1-9ECB-C8D7A3858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84A6C0-7437-4A1C-B471-EF6EBD2D4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041B65-297E-4BF2-BD73-7F7F7626B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BE70F6-58FB-4E62-B451-60FC4489C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AAC169-CAFD-4037-BC01-8B20E8C71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ExecutionPolicy 오류 분리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CD26EE-0744-439C-85C6-53D8BBB1F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15A90B-901F-433A-B86E-3557B344D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py launcher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686DBD-24FE-4CC4-BC6C-233E9102A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9A2A73-8511-4DD1-A60B-7181F98D4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같은 requirements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4A25E5-BA19-40D5-9ED5-D79F9651F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33862E-0F89-4865-BCF4-C8DB50704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경로 화면 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DF4DBE-52F9-49F5-9F62-01680DEDD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08BC2C-1C4A-449D-8828-D6380D960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A8E635-F2A5-443E-B445-015A5890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py -3 -m venv .venv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.\.venv\Scripts\Activate.ps1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python -m pip install -r requirements-day1.txt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python -c "import sys; print(sys.executable)"</a:t>
            </a:r>
          </a:p>
        </p:txBody>
      </p:sp>
    </p:spTree>
    <p:extLst>
      <p:ext uri="{BB962C8B-B14F-4D97-AF65-F5344CB8AC3E}">
        <p14:creationId xmlns:p14="http://schemas.microsoft.com/office/powerpoint/2010/main" val="1969779523"/>
      </p:ext>
    </p:extLst>
  </p:cSld>
</p:sld>
</file>

<file path=ppt/slides/slide1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25F743-DCA1-4670-BC7C-174F2AB82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ADDE50-F1EB-4E2F-AA0D-1C3D7F7E0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작은 branch에서 Draft PR까지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9D3872-5844-4517-A0B7-40F1C3C8B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723C51-B408-474C-A445-2CCF20CE8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0164AE-FCA5-4650-BCB5-56CB5194A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BEB86C-E5F5-48BC-B617-00DD47E14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539DD9-871F-4425-ABD9-1708894D4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9933CB-6869-4FEB-B5CB-C25950D85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FA666B-DFDD-4CF4-9940-525354FCF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교육용 repo만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09ACA6-B10B-4489-B3FA-C52A39511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CEFE8B-76B3-40AF-A093-ED7893250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관련 파일만 stage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7B9591-9928-4E44-9D69-2058E0700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96D95C-E0FF-4659-AA28-E1B061D81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test·diff 증거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348F09-08E3-4BD9-87F6-A9547CC8E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7A7FF3-2932-41F2-83A3-F9B3EACDE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gh가 없으면 GitHub 화면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B859D6-F008-4A9F-9B94-CC78D9CF5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52411B-D411-48E9-8065-A47CB7D54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A08D08-38D3-4DDF-A831-70470A99D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git switch -c test/reject-python-file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python3 -m pytest -q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git diff --check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git add tests/test_day1_agent.py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git commit -m "test: reject python file reads"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git push -u origin HEAD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gh pr create --draft --fill</a:t>
            </a:r>
          </a:p>
        </p:txBody>
      </p:sp>
    </p:spTree>
    <p:extLst>
      <p:ext uri="{BB962C8B-B14F-4D97-AF65-F5344CB8AC3E}">
        <p14:creationId xmlns:p14="http://schemas.microsoft.com/office/powerpoint/2010/main" val="1084280980"/>
      </p:ext>
    </p:extLst>
  </p:cSld>
</p:sld>
</file>

<file path=ppt/slides/slide1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8BB581-7607-4509-B98B-3C2787789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63F2C0-4943-4F84-A94D-4B4F8C5AF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AGENTS.md · Codex가 볼 Review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71CB47-4AD5-4929-AC01-61C1B0609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DFBB19-9674-4687-A883-1F5CCAB8C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93A14C-B035-4688-B88A-341BFA48D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B307B4-2321-4120-9D54-0CF4AD157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DC84F0-187D-48F6-AFEB-1EAE149C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B09165-7F42-4F3B-8799-6BAA141FF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FCE507-1C9C-4896-BB2B-44A3327EC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저장소 특화 기준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AEE167-0DAA-4294-877A-424991B4C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44A53C-7651-419B-A7E7-42C4BF411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결과 중심 규칙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757E2D-797A-4EE7-9798-CED1A801C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667B2D-0B39-4460-8EFD-0308CFE95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기계 검사는 CI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7DD36F-E8E6-41F2-9242-CFDD049F8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13A6A6-DF07-4AA5-B391-3F099B663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최종 판단은 사람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161B8E-9365-4202-A9F7-5ABE06498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83A564-ADC0-42EA-BE4E-2814C5FBE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EFEB86-1052-49EC-AF26-C7238B0D9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## Code Review Rules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### Safety boundary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- workspace 밖 파일 접근을 허용하지 않는다.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- 외부 쓰기는 사람 승인 없이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### Tests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- 동작 변경에는 정상·실패 unit test를 함께 둔다.</a:t>
            </a:r>
          </a:p>
        </p:txBody>
      </p:sp>
    </p:spTree>
    <p:extLst>
      <p:ext uri="{BB962C8B-B14F-4D97-AF65-F5344CB8AC3E}">
        <p14:creationId xmlns:p14="http://schemas.microsoft.com/office/powerpoint/2010/main" val="1885843338"/>
      </p:ext>
    </p:extLst>
  </p:cSld>
</p:sld>
</file>

<file path=ppt/slides/slide1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14B508-9106-4941-A834-EDB238228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개발환경 세팅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BA533D-039F-4168-8DD4-54044111C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개발환경 세팅 실습 1 · 버전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3F6F4D-1894-4EB9-9951-3EFDA7F0E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041A18-4E6E-46EA-B980-728D6D97C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A0D8E2-9F13-4B6E-93B1-451577365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9F2FDD-CFF3-4D4F-BA9B-D5C81D2C9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D922D6-4867-467D-9924-7F55ED2F9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F06D2D-43C5-4BA7-9DB9-2FFF1036F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895FC6-3D09-4859-8704-2C720B308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4B7BEC-E3E1-4839-86DD-5F66A053C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3FC54F-459D-4E2E-9528-130365606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CAF019-ED9E-402D-966F-98E61F1D3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새 terminal을 연다.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5B48E1-5658-43BF-A7D5-3352164C1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A453A1-B5EA-481F-931D-E160BB705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A52E0F-ADCF-4053-94BF-D97A4C2DD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Python·Git 버전을 확인한다.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AC062C-0911-480C-B150-68FEAD7FB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5815CD-0C2C-4DAA-A433-920EE9AE2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8E80F4-8FC4-47BF-A782-26DF00304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VS Code가 같은 저장소를 열었는지 확인한다.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E757E9-5D68-4F82-8A89-8C98B655E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35B856-3080-44D5-ACAC-E7E529CDF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8830E7-9017-4D9D-878D-5998E9FE4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실패 항목을 상태표에 표시한다.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018B6F-85D5-4C63-9240-BB7BE8EE5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B904F2-C3C6-485A-B8F2-E6C54B77C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96FEE5-6DA1-4C97-913F-74EA90B93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완료 증거  |  버전 3개 + 상태표</a:t>
            </a:r>
          </a:p>
        </p:txBody>
      </p:sp>
    </p:spTree>
    <p:extLst>
      <p:ext uri="{BB962C8B-B14F-4D97-AF65-F5344CB8AC3E}">
        <p14:creationId xmlns:p14="http://schemas.microsoft.com/office/powerpoint/2010/main" val="761742906"/>
      </p:ext>
    </p:extLst>
  </p:cSld>
</p:sld>
</file>

<file path=ppt/slides/slide1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288E2A-E7B5-48AC-9CBA-46370DC3D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개발환경 세팅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8FB799-A716-4228-9B28-9D54874AA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개발환경 세팅 실습 2 · 가상환경과 interpreter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5AF690-E490-4635-88B3-35ADA021E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02EF65-524E-4784-989A-9075AC360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D49BAB-3AB6-4A9C-929B-C1A893813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364958-8813-4AA5-AC9E-1E8B8CC6F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AC7D63-BEF6-4189-95AA-D53AF49C0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10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9B6F29-D101-4206-A9DF-AD9905AD9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3CE828-2AD9-4DDB-82FF-D73AA1C8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F8D9F3-2CB5-42E6-823C-996B5763E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128C28-E292-4F31-8E0F-A6D19382A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403F4B-13A1-4FEE-BE77-FA07C2582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Python 3.12로 .venv를 만든다.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A4B022-DFBC-4783-8E05-7C5BB5E8C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83B659-4FD7-4D5C-A2A5-897F9862A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93D50C-7BCA-41B8-BFCB-EEDA2B9F1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가상환경을 활성화한다.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321131-7DE6-4F2D-9A2D-01D765597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5467D9-945F-4E9C-A22A-32413C464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26D538-6C94-48B7-BDD9-B7A04E940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VS Code interpreter를 선택한다.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6DE679-A050-47D6-A8E2-82D9C61B5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3141A3-FC0C-4DB0-A013-A2D2F86DA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3091C3-7270-4E75-A151-B419A4E04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sys.executable을 출력한다.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7FA30E-3AF3-448F-B06B-D57CCD0E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C8EC19-5F65-4C4B-8CD7-E3E16CC90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91AAAB-C7FA-498D-A81C-1FD092C12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완료 증거  |  Python 3.12 가상환경 경로</a:t>
            </a:r>
          </a:p>
        </p:txBody>
      </p:sp>
    </p:spTree>
    <p:extLst>
      <p:ext uri="{BB962C8B-B14F-4D97-AF65-F5344CB8AC3E}">
        <p14:creationId xmlns:p14="http://schemas.microsoft.com/office/powerpoint/2010/main" val="1037153985"/>
      </p:ext>
    </p:extLst>
  </p:cSld>
</p:sld>
</file>

<file path=ppt/slides/slide1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4AE12D-5D5D-4D08-AC18-691E41091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개발환경 세팅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0707EC-8CD9-4C56-A7EF-7DD453E92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개발환경 세팅 실습 3 · notebook kernel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1B2933-6EEF-449B-8CAF-7AC94622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D07BBB-0D15-41AC-9A5A-84C1B9A22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C44911-3385-481E-A76A-6D5E690A3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650D99-31CF-40BA-92D1-FFC84F2E4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C2AE9F-B5D0-4A29-A5EF-0E8458312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029924-94D3-4622-A3D9-2110E1703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AB1484-C603-46C9-A2D5-BC91CB115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615558-B913-41A0-9688-7E7C73531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2EDD05-003D-4B7F-A46E-3366539BE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FFBEDF-E6D8-43EE-A936-5F7F8E428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7차시 notebook을 연다.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07E61B-8432-4208-84D7-FBB4D1800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D203BE-0C46-4D1C-A50A-F8B4131E0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CD8B2E-AEB4-4786-9343-32E463511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선택한 kernel을 확인한다.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A00FC7-F821-4325-894D-55DBB1BE1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939D8F-0773-4CEF-B853-0D408E45B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B64647-6AD2-40C6-8EC3-79EB29796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첫 Markdown·Code 셀을 실행한다.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D9A01B-3C5C-4046-8CBC-5FC9D3822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1B2BC6-A1FB-4CE7-8FD5-936293AC5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D4DEEB-AE0A-483E-9D31-14FD96680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output이 남는 위치를 확인한다.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8F5080-500D-40D3-953C-2754F7062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A69A66-E573-4C70-BBDC-59167DF9A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A52ECF-8D12-4D52-9076-D3E3427E1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완료 증거  |  첫 셀 성공 화면</a:t>
            </a:r>
          </a:p>
        </p:txBody>
      </p:sp>
    </p:spTree>
    <p:extLst>
      <p:ext uri="{BB962C8B-B14F-4D97-AF65-F5344CB8AC3E}">
        <p14:creationId xmlns:p14="http://schemas.microsoft.com/office/powerpoint/2010/main" val="643052909"/>
      </p:ext>
    </p:extLst>
  </p:cSld>
</p:sld>
</file>

<file path=ppt/slides/slide1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09888BD-310E-4268-8018-AD16CD507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6F40DA-809B-44E1-8157-1059AA4A7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소프트웨어 실습 1 · Branch→Codex→Test→PR 준비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EEA115-BE68-4E1A-B609-55FE40DBF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D3710E-83AE-444E-A8CC-61DDA712A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2A15DD-487D-4FCE-B48F-DD9B4A616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8AD29C-A293-4468-A756-BF96D3A02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107510-88FD-471C-9130-03FDF521D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12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CCEBAA-F51D-4022-BCCF-7A1BFAA8A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E330CF-D728-4DDF-9371-A0D351FBE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462CEE-C4E2-48B0-8940-85FC3AAE5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8B937A-035D-4542-84FE-EF8DAEC39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873555-633D-46DF-BD41-5ED945786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교육용 branch를 만들고 변경 목표를 네 줄로 적습니다.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8C8AAD-F091-444C-AF13-EFFF8BB18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0B801C-8206-43DA-92B4-22F35CC1C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A1EF7F-D515-4D87-9F0E-D01135D74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Codex에는 tests/test_day1_agent.py 한 파일만 허용합니다.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B0EDFE-28C6-41FC-B3F5-47B2BABF8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2997EA-9124-4A22-9BCE-3627D5258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43C618-2220-4D7D-ACB1-18142BBEE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생성된 diff를 직접 읽고 pytest를 실행합니다.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3EA09D-FE4A-42BC-86B5-8AB617690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47A16E-2263-4CB6-B49C-410B79D8E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C97F36-BA87-4AE7-9519-CD2CE99F4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GitHub 연결이 되면 Draft PR, 아니면 local diff를 저장합니다.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4C69C6-7CE6-484E-91CA-8C3E03339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AF3B4D-8885-4F62-9690-FB9D8257C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533900"/>
            <a:ext cx="813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예시  |  Objective: .py 읽기 차단 test 추가 / Scope: tests/test_day1_agent.py / Do not: src 변경 / Verify: python3 -m pytest -q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8DC0FC-F972-4F8A-B387-89E8EDDE0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C58EB1-94F5-4A91-BFB8-79DD7B6D2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완료 증거  |  branch + test + Draft PR 또는 local diff</a:t>
            </a:r>
          </a:p>
        </p:txBody>
      </p:sp>
    </p:spTree>
    <p:extLst>
      <p:ext uri="{BB962C8B-B14F-4D97-AF65-F5344CB8AC3E}">
        <p14:creationId xmlns:p14="http://schemas.microsoft.com/office/powerpoint/2010/main" val="79646014"/>
      </p:ext>
    </p:extLst>
  </p:cSld>
</p:sld>
</file>

<file path=ppt/slides/slide1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88A917-8D5C-487E-840D-63C4D0A73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DA9CE0-92CF-4FEE-8EC7-583EA23E9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실패 1 · 설치를 끝없이 붙잡는다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C0DFAC-33DC-4190-84F7-9256F202D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61C92F-A327-4CB7-803C-F16DB3BD6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E07AC6-789C-477F-92B5-5CFA4B58D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1B6E1F-9B07-4C59-AA0C-9B17ADA76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8D89EE-3985-466C-9990-FF31F6D23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BB7055-C7F5-4174-89B4-8BB9302CA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97A849-7E86-4C5B-8DB6-1CEC7E389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9E1C6B-2405-421C-A735-117E49592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9866F6-730A-4E8C-AE6A-48AFED1AE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한 명의 PATH에 30분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1310C7-FDA8-418F-8CD6-27204604E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82D5F9-3D3C-4A58-BF23-9CFBFE902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전체 대기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EC0D0C-1198-4ED8-BCDC-45CBEDB8B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4AC884-7512-48D5-B92D-5D5D42C3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학습 목표 상실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6D034C-2CF1-4A88-9FEC-65E5390BD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107A1E-4D88-42B5-8CA6-A00B81083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다운로드 경쟁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768A85-E36E-40EE-930F-9C73D234E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7F61D1-764E-4489-81BB-9921CB51F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10분 timebox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21649C-8CC5-444D-9657-ABD62191A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59A145-2754-476E-BB3F-325A5F8BE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checkpoint zip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F0BFBF-8531-4CE8-8701-22DE208D8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FDC5AA-22C2-4ABC-961E-CC492770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fixture lane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2C29ED-7229-4236-B279-406EEBE41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59B032-40FB-42BC-8FCF-E98C4CD75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점심 후 재합류</a:t>
            </a:r>
          </a:p>
        </p:txBody>
      </p:sp>
    </p:spTree>
    <p:extLst>
      <p:ext uri="{BB962C8B-B14F-4D97-AF65-F5344CB8AC3E}">
        <p14:creationId xmlns:p14="http://schemas.microsoft.com/office/powerpoint/2010/main" val="1254475727"/>
      </p:ext>
    </p:extLst>
  </p:cSld>
</p:sld>
</file>

<file path=ppt/slides/slide1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856689-DFB1-4362-9CE5-71BCF4CE3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7E46B6-DB22-4808-9AB9-4D51246F3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실패 2 · 전역 Python에 모두 설치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9EA82D-9F1D-4C67-96BB-F406BA9D0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D561C2-85BE-4DE0-877D-7457F1D8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8EB3FC-7C27-4640-9552-4EE2A7456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EE1F0B-DE2A-432E-A23B-CE6F824A8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9B3701-D465-4F58-B8AA-D76E38C76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65E7C0-8DA3-4FC1-AF8D-CB7EFF36E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B02002-72AE-4812-B7FA-7E4AA17E7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50D3C4-BE55-43A2-BC1D-38B3AB605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48D4DC-7197-4751-B311-BD7E56BE1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버전 충돌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A69AFF-F4B9-49B4-9F3E-072941262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6DC993-CF3F-4036-84FA-1D20192CB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권한 오류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E8E141-1C99-4EA7-8F9E-EE06E3FAC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3FA590-69B9-417A-B660-24FD6FD99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재현 불가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B83174-0C7E-4D84-A90C-9F912848D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D34822-7DB2-4BA9-8E99-3BC5BFA5B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다른 프로젝트 영향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391F79-663E-40E3-A125-3A2DB4B55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BBBA57-449F-4085-8EE9-BBC733D4E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.venv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668AF5-1AB9-4A89-BC59-5AC062B31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B43FE5-0038-41C5-97D7-377E0EDD1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python -m pip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F4DE5E-8BE0-46FE-9ECF-4AF037B6E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52457A-026D-406F-AFBD-02677726F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requirements 고정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C37F15-FBA0-49E4-8964-52C247818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5BA4AA9-D1AC-4FC1-A3D9-DA4C70744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interpreter 확인</a:t>
            </a:r>
          </a:p>
        </p:txBody>
      </p:sp>
    </p:spTree>
    <p:extLst>
      <p:ext uri="{BB962C8B-B14F-4D97-AF65-F5344CB8AC3E}">
        <p14:creationId xmlns:p14="http://schemas.microsoft.com/office/powerpoint/2010/main" val="1030416613"/>
      </p:ext>
    </p:extLst>
  </p:cSld>
</p:sld>
</file>

<file path=ppt/slides/slide1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B50255-0474-4AE2-95C5-700EABB40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AC48D0-A1CC-44DC-9AEE-00FF55AC2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실패 3 · Agent에게 저장소 전체 수정 허용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47352D-A84F-4FA1-A009-182A2D95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DF8851-B384-420F-A521-303DD0277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350B3E-FA3C-41C9-B4E4-731874C52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FEC50D-7C62-4570-9D8C-3519EEF24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8E9B1B-6EFB-4C10-934E-D173D86D1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2951CC-76E5-4A2A-92A8-9AB14D952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FE372B-1F39-4E97-92C1-93E86CBC1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E7467D-EC09-4011-B333-1EC2BC876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166182-FA5A-432E-A490-8A51B73A0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범위 모호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D1CFB3-2EA9-4D81-9590-461F744BE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21954C-AA8B-4D55-B352-353ED980A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불필요 파일 변경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01ECD3-150F-467A-A5FC-46DEDA9D8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83335F-2C89-4E39-B6D7-0CCFFC170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test 삭제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83483C-50D1-400D-AED5-ADE0AF209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1400F9-A24B-42D6-A44D-58FC4C171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secret 접근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EF0A86-260C-4374-868E-884781D7C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D5CADE-E98E-466B-9127-0A5B2089F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허용 파일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692A3E-9F39-4372-8CD7-C5F3B9B5B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C4F19B-80D0-4782-9F09-B69DC5E0D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금지 조건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852B8E-034D-4BC4-A326-4A98944AC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9582F5-6342-4C9F-AFD6-3AA95DB0F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diff 우선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620AD8-04C3-4934-9C0A-2F3152B6D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3EDF45-1460-4707-9B85-B5108857D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test 결과 요구</a:t>
            </a:r>
          </a:p>
        </p:txBody>
      </p:sp>
    </p:spTree>
    <p:extLst>
      <p:ext uri="{BB962C8B-B14F-4D97-AF65-F5344CB8AC3E}">
        <p14:creationId xmlns:p14="http://schemas.microsoft.com/office/powerpoint/2010/main" val="863254921"/>
      </p:ext>
    </p:extLst>
  </p:cSld>
</p:sld>
</file>

<file path=ppt/slides/slide1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8C2B1E-25F4-44AD-BEE6-D87E72D91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재직자·구직자 관점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F6F138-B2A5-4041-9445-FE37256DA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재직자 · 회사 PC 제약 lane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B574CC-D872-475B-8E8F-35BA9550D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1A894A-3EE7-4867-9D20-98C3C4A92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A3D8C2-4CBE-41C7-B457-18E25B5F5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2F5F09-8E76-4352-B23D-34C113177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B1EDBA-F950-4125-BD96-60BF088EA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제약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41A7C3-6829-444A-AA25-EDC746B69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대체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AEEC7F-6F68-404E-BCF4-D26F4480E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62B182-D6D5-4F93-A3BE-ABA087D16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73D31E-41F7-435B-9E1D-5E4BA2561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관리자 권한 없음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32C576-D398-4E1F-B159-E94D3FA37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76157C-7CE1-45D3-9667-F3F63CCA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외부 다운로드 차단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F9815A-B00F-4014-821F-DF443D5D4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FC8CC9-0916-46B8-B3D9-AB06B0CDC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GitHub 접속 제한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7E6233-6DBA-4AE6-ABE0-59CBD75B8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4D147D-52CD-4CC8-A69E-2E4DA784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GPU 없음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0C988D-BB72-45F9-984F-E57317407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CE58DF-5CFE-457F-867D-5BDB68711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portable/승인 절차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821641-1585-4993-8F35-C1579DD50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67BAB3-C487-49A2-9BB2-9F6353C6E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사전 제공 fixture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7D7D70-F243-475A-955A-903B94BFB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B96C39-9CE8-40F0-A72C-E60347209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로컬 Git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15D673-8FB3-41C9-8EDF-0A6AC3CCE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5F589C-0108-43CD-963E-C35B4A144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작은 CPU 모델·텍스트</a:t>
            </a:r>
          </a:p>
        </p:txBody>
      </p:sp>
    </p:spTree>
    <p:extLst>
      <p:ext uri="{BB962C8B-B14F-4D97-AF65-F5344CB8AC3E}">
        <p14:creationId xmlns:p14="http://schemas.microsoft.com/office/powerpoint/2010/main" val="83001877"/>
      </p:ext>
    </p:extLst>
  </p:cSld>
</p:sld>
</file>

<file path=ppt/slides/slide1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609D84-662F-4E37-8F4F-2ABAC11CF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판단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42D298-1308-4464-AD1C-8CC7889C6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Gate 4 · 다른 PC에서도 다시 실행할 수 있을까요?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C280E7-8364-498A-84D0-B46383BE0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1D559F-2BE1-437B-B6BC-CE2A47975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8D5C96-7149-4227-B869-2EFC92560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38E0EB-36D3-47C1-9A36-821B4F769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4329F4-3E1B-404B-94DD-2F58035E8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상황: 저장소는 받았지만 .venv가 없고 Notebook이 전역 Python을 보고 있습니다.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8D09CF-44DC-4B7F-9B10-EA024D343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452BFD-92EF-443A-899F-0FC9D99E7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AAD13A-34C1-439B-9D32-A918D5563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2860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첫 세 명령으로 runtime과 경로를 어떻게 확인할까?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21EB39-3D58-4FA7-8093-CFD86E50A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778E0D-7A05-4DD7-A7E3-2D883D7D3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96D8A6-8F5B-4ADB-A557-6A2F4520B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3528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10분 안에 설치가 안 되면 어떤 fixture로 계속할까?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B14238-34ED-4D4F-B634-ECB43E93D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0F95DF-75EC-4623-AB04-62F102D20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293900-9D29-4A69-A01D-D44030396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4196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정상 상태를 어떤 commit과 캡처로 남길까?</a:t>
            </a:r>
          </a:p>
        </p:txBody>
      </p:sp>
    </p:spTree>
    <p:extLst>
      <p:ext uri="{BB962C8B-B14F-4D97-AF65-F5344CB8AC3E}">
        <p14:creationId xmlns:p14="http://schemas.microsoft.com/office/powerpoint/2010/main" val="1994669697"/>
      </p:ext>
    </p:extLst>
  </p:cSld>
</p:sld>
</file>

<file path=ppt/slides/slide135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0DEB22-ED67-42E9-A872-59AD693BD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221100-97C9-44D4-934E-AE7209BF2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571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6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26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12:50-13:40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BD08F7-9C7C-4912-A886-E7C80D4ED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580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1일차 5차시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80A013-CE8B-478F-AF89-52E58976E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09700"/>
            <a:ext cx="10401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5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35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안전한 Agent 실행 루프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05F593-7350-4B64-9290-4EA71A924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908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E0E0E0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E0E0E0"/>
                </a:solidFill>
                <a:latin typeface="Nanum Gothic"/>
                <a:ea typeface="Nanum Gothic"/>
                <a:cs typeface="Nanum Gothic"/>
              </a:rPr>
              <a:t>12:50-13:00 강의 · 13:00-13:10 코드 시연 · 13:10-13:35 소프트웨어 실습 · 13:35-13:40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051B93-6BCC-4127-9018-BEC4059FF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0400"/>
            <a:ext cx="3467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32A85A-9530-4051-AFC9-3EC37954A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95650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지금 배우는 내용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7C6C42-178E-44B4-8DE7-385EBE820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0"/>
            <a:ext cx="34671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E49F43-134B-43AC-8921-C93640982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10000"/>
            <a:ext cx="31242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Planner · Validator · Executor · Test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791682-CC5C-459D-AA1E-5141E60A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20040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2DC499-36B4-4BFE-BB31-B9E6B7CBE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295650"/>
            <a:ext cx="3790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이 차시에서 이해할 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C88D88-6CE4-4D27-8002-B7DDD235F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619500"/>
            <a:ext cx="4095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A43855-5621-4FD3-A7FA-71E3F5B0E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810000"/>
            <a:ext cx="3752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LLM 전에 정상과 실패를 규칙으로 검증한다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636946-1D42-4CD6-87D2-4F6765801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00400"/>
            <a:ext cx="2838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7C1C5C-443F-4E61-ABD4-3C8DAFA6D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295650"/>
            <a:ext cx="253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함께 챙길 내용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83F742-37E9-4B4C-B5F1-986276C50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19500"/>
            <a:ext cx="28384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DD5EC8-9944-4695-8C0B-FD9CEAFF3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810000"/>
            <a:ext cx="24955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정상·실패 test 결과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106C70-A0C7-4A63-8D75-94486ACD3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578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734434-0BC6-458C-8AB5-65F5F3410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293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C7C7C7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C7C7C7"/>
                </a:solidFill>
                <a:latin typeface="Nanum Gothic"/>
                <a:ea typeface="Nanum Gothic"/>
                <a:cs typeface="Nanum Gothic"/>
              </a:rPr>
              <a:t>슬라이드 135-168</a:t>
            </a:r>
          </a:p>
        </p:txBody>
      </p:sp>
    </p:spTree>
    <p:extLst>
      <p:ext uri="{BB962C8B-B14F-4D97-AF65-F5344CB8AC3E}">
        <p14:creationId xmlns:p14="http://schemas.microsoft.com/office/powerpoint/2010/main" val="882714764"/>
      </p:ext>
    </p:extLst>
  </p:cSld>
</p:sld>
</file>

<file path=ppt/slides/slide1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85E28E-C3CB-4392-A055-6674C0047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오늘의 질문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D06E8B-E475-4A7E-9C32-5FD77D39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LLM을 붙이기 전에 실패 상태부터 고정합니다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7CF587-7A2C-4AB4-A3B8-CAFBD90EB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BBB2C9-186F-4A31-9772-EF54F3E31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EFF47D-26CF-4611-9714-01CE655D0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39FE98-CCE7-408D-B4CA-E0649C862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654C90-236C-4ABC-8D5A-6643D5716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이 실행 루프는 언제 재시도하고, 언제 사람에게 넘기고, 언제 완전히 멈추는가?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B0B473-D903-4B8C-A59C-218DC8576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5E7325-F92D-4623-9D5A-792D00418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계획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F48C18-32BE-4E40-8A5F-1613FF5B6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4193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규칙 기반 planner로 next action 선택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382C0D-1C90-41D4-AC78-699260C0F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A49100-E3F1-43AB-A47E-5889C4750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146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검사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AD4433-1BDF-48C6-8639-C99C1CD75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1051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validator가 schema와 policy 확인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F1FE6D-1270-419A-82F4-6202E2073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338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558823-2A11-4669-8920-9999AA75C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004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실행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CD6DE3-F241-4919-A54E-F67B3537A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7909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executor가 좁은 tool만 호출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059380-70F9-46D8-BA4B-34C787983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7B1279-9354-4144-9263-9D35A23AC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862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관찰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E8687C-B579-46B2-B52F-5F94E5A33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4767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ToolResult로 성공·실패를 정규화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5CB512-CD48-43F2-B3FF-9ED0A8E70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054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16BB86-2006-486A-87BB-D05FE0026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720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중단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7A27D07-7F97-4BE2-A13A-EEFFCBF54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1625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timeout·attempt·terminal status로 종료</a:t>
            </a:r>
          </a:p>
        </p:txBody>
      </p:sp>
    </p:spTree>
    <p:extLst>
      <p:ext uri="{BB962C8B-B14F-4D97-AF65-F5344CB8AC3E}">
        <p14:creationId xmlns:p14="http://schemas.microsoft.com/office/powerpoint/2010/main" val="1884450403"/>
      </p:ext>
    </p:extLst>
  </p:cSld>
</p:sld>
</file>

<file path=ppt/slides/slide1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0FEC13-679A-42A1-9E93-046D999F2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처음 보는 용어 · 한 장으로 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40C340-39EA-47A7-B059-E169DB924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Agent 실행 루프를 나누는 네 역할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8B24E5-FA78-4AFD-87E3-AC5458D39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C54F62-7378-4B30-9ACC-CBF164AB6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7E283A-530A-4BE3-B708-506F47FCE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CB9F92-5757-46A2-99B1-4B41924DE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0D94AB-D09F-4ABA-8722-0CA068609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0020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927B3C-BA31-4914-9BA3-93E9F9A88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A3B6DF-F297-4CB2-811F-AE6612C61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695450"/>
            <a:ext cx="421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쉽게 말하면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DB41EE-152B-43E5-96DA-77A602E6E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69545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오늘 쓰는 곳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A5F46B-2EE0-4EA1-9341-4D072DC0C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145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Planner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Next-action Selector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600DA3-72E7-4CFE-89C2-6C56D9651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1145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현재 요청을 보고 다음에 사용할 도구와 인자를 정하는 부분이다.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EB67C2-624F-494A-8F0E-08B52C91C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1145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‘txt를 읽어줘’에서 read_public_text와 path를 추출한다.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C307F8-8180-48B1-AF1F-9A004258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8BE449-5134-4E53-9B8C-083A8F0EB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51EF6C-E458-4525-B8CD-7DFD99185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Executor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Validated Runner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D3CBFD-D51E-423C-B57F-89BF28C4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9908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Planner의 요청을 다시 검사한 뒤 실제 도구 함수를 실행하는 부분이다.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5BAE98-66D7-40B4-8660-A1636D609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908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Registry에 있는 허용 도구만 호출한다.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6C5009-8268-4C04-8879-310956576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5EC547-2F95-4BEF-BBA3-FD2ACE99F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Timeout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Maximum Wait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225A2C-6EB6-45F7-AFC5-2B030AE02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8671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도구가 응답하지 않을 때 기다릴 최대 시간이다.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B6DE66-6BD1-4EA7-8CE8-4084FCC1C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671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10초를 넘으면 timeout_error로 기록하고 fallback을 선택한다.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7A5AF6-3621-4620-9CAA-39B207DF0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AE524E-C8A3-4F20-A5F1-9EC7E6505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7F6F3F-BC10-4E6B-8E53-8AE1B336F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40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Idempotency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Same Request, One Effect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1DCC966-7C22-4C46-9DDF-80ABCCF68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7434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같은 요청을 여러 번 실행해도 외부 결과가 한 번만 생기게 하는 성질이다.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7416F1-D5FF-4F89-9251-229838FDF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7434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request_id가 이미 성공했으면 저장된 결과를 반환한다.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C63581-7C63-46F5-BA52-7F2F569CD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054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77780401"/>
      </p:ext>
    </p:extLst>
  </p:cSld>
</p:sld>
</file>

<file path=ppt/slides/slide1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3D6CB4-9D62-42E3-AF7A-D66D8951F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처음부터 LLM을 넣지 않는 이유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F81DFB-17DD-4AE8-BF64-2D9C68DEF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F70D4A-1F87-44F0-B94D-55CF1D5D3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1059B0-D4FD-4D33-AB29-007565B0B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12:50-13:40 · SAFE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728D20-9488-46CF-AC44-CD3C3E7F5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138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FFA847-C624-429C-9507-1ECD30E5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5A196C-A286-462B-80A0-99041B583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8096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결정론적 planner로 제어 계약을 먼저 테스트하면 모델 변동과 코드 오류를 분리할 수 있다.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8381b339ad4ef7">
            <a:extLst>
              <a:ext uri="{96DAC541-7B7A-43D3-8B79-37D633B846F1}">
                <asvg:svgBlip xmlns:asvg="http://schemas.microsoft.com/office/drawing/2016/SVG/main" r:embed="R7477515eca8e4d9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601200" y="1847850"/>
            <a:ext cx="1352550" cy="13525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51623F-71EE-4B86-A335-C99197E3A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AFD90C-62BD-4148-88ED-1AA6CCACD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규칙 기반 plan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3B3D8C-54E1-4402-9281-4AC1FB1F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E01E94-5293-4D4E-ABD4-A649BD79D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고정 fixture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2A8D73-D4ED-42EF-9FAD-8FDACA339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98076D-477A-44A2-A735-05A646EC6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같은 executor contract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EC632B-ACF9-4C01-A245-86E46D389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86450"/>
            <a:ext cx="9906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7035DB-1902-4C28-A5D6-8738D646E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531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운영에서 먼저 터지는 곳  |  무한 retry는 회복력이 아니라 장애를 늦게 발견하는 방식이다.</a:t>
            </a:r>
          </a:p>
        </p:txBody>
      </p:sp>
    </p:spTree>
    <p:extLst>
      <p:ext uri="{BB962C8B-B14F-4D97-AF65-F5344CB8AC3E}">
        <p14:creationId xmlns:p14="http://schemas.microsoft.com/office/powerpoint/2010/main" val="1822621440"/>
      </p:ext>
    </p:extLst>
  </p:cSld>
</p:sld>
</file>

<file path=ppt/slides/slide1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446AD9-3560-4077-8A89-6A08CFE37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Planner는 “무엇을 할까”만 결정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5F1792-173E-42EA-B8BB-2C402C371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42E96F-46D6-4655-A918-CBE9191B2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67F10B-AEB7-489B-A3F4-A4366DA59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12:50-13:40 · SAFE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45EB6B-5B93-4292-85AB-54723FD17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139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CC2A68-D690-429B-A29D-B3C31A902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도구 이름과 인자를 제안하고 실행 권한은 갖지 않는다.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DBD17E-895C-403C-9C0D-1CE1BDBB2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CD2258-5A78-4934-A20C-217C67D41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input parse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9CCBD8-9B28-4F39-BF13-BB9EF5659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883506-9918-4C19-B383-55B54B862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planned_call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BBC44E-4289-4D5A-9580-C1A74D50C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432BD2-3AAF-4921-A911-31B8656AE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no side effect</a:t>
            </a:r>
          </a:p>
        </p:txBody>
      </p:sp>
    </p:spTree>
    <p:extLst>
      <p:ext uri="{BB962C8B-B14F-4D97-AF65-F5344CB8AC3E}">
        <p14:creationId xmlns:p14="http://schemas.microsoft.com/office/powerpoint/2010/main" val="1913885444"/>
      </p:ext>
    </p:extLst>
  </p:cSld>
</p:sld>
</file>

<file path=ppt/slides/slide1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8118B4-1AB6-4077-935D-FEC82A314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Validator는 안전 경계를 고정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7C6551-27B2-4A8B-96E6-C67A5FF9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8C15AD-D15B-47BB-AB2F-3654D92F7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35D137-DB8B-497F-B325-984AC5B11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12:50-13:40 · SAFE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FA8626-1A4D-4A95-87A6-7118147A6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140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A7574E-7180-47E7-B6D7-34DBD9BFF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659EA9-D2C1-4847-81AD-37E30403B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허용 도구·필수 인자·타입·추가 필드·경로를 검사한다.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E94BA8-4C05-4932-9369-73BA51C5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45C38E-D996-494E-90CB-F459D65D1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schema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1C9CA7-A7C1-485D-A7C1-9B59CE355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C7E35F-CD94-4952-A0FA-F1992981E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policy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0D34C8-D32D-4FFB-BE60-895788DD9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743460-F07F-46F2-8BDD-B7C45F084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path guard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F1FF83-2C59-4C3E-80A6-ED7F9491F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530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253114-8B6F-4C4F-8106-A74EB7B72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673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error code</a:t>
            </a:r>
          </a:p>
        </p:txBody>
      </p:sp>
    </p:spTree>
    <p:extLst>
      <p:ext uri="{BB962C8B-B14F-4D97-AF65-F5344CB8AC3E}">
        <p14:creationId xmlns:p14="http://schemas.microsoft.com/office/powerpoint/2010/main" val="448500231"/>
      </p:ext>
    </p:extLst>
  </p:cSld>
</p:sld>
</file>

<file path=ppt/slides/slide1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B569A2-27E6-4C0F-8F41-0DD43F1D9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Executor는 등록 함수만 호출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0F8E6D-EBB1-474F-BDE0-65EA74B5F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7B6884-277D-49CF-B340-705BDF526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61C791-C422-41C6-9A88-7F7E7C760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12:50-13:40 · SAFE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07F5CC-0C40-418B-AD1D-707D9224A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141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E338AC-57F1-4576-B59E-4ACB78B9B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동적 eval이나 임의 import 없이 registry에서 함수 객체를 찾는다.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6F9234-0114-439E-BE62-A96FAE504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142F24-79F6-45D2-83DE-F55F29D08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registry lookup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0E6A5B-4807-46B8-B833-5925E6DE5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AB1421-4E13-44AF-9D21-39984DF6B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kwargs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3C4A7E-3BD7-4C15-974D-C088AA8DD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A019D1-CBC7-4FF2-BAFE-71FF0EFB6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exception boundary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2DB8D6-9EDA-424E-A91C-2CB2E9CA5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D8D3BC-75D4-4BB4-8F65-7AA9C37B8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1049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운영에서 먼저 터지는 곳  |  결정론적 planner로 통과하지 못한 계약은 LLM을 넣어도 안정되지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1146252377"/>
      </p:ext>
    </p:extLst>
  </p:cSld>
</p:sld>
</file>

<file path=ppt/slides/slide1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D0F546-B245-4821-9839-630787373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ToolResult는 성공과 실패의 공통 언어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132671-E835-48A4-BA41-6E986EBD3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DD7B46-4BD1-4D4B-A60F-993207044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C9DE7A-8ED9-4BE7-BB53-AE25D4297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12:50-13:40 · SAFE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17953E-48D9-434D-9A0C-61D934C83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142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7248F0-68D1-43F6-98B5-BDF7A968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5A0F5D-7799-4176-B512-A32F7D8D1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downstream graph가 traceback 구조를 몰라도 다음 행동을 고를 수 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88CB4D-4B8A-4149-95DD-EACCAE495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856F8D-F15A-48D5-97AB-A7D62A39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ok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083F1F-52CF-4345-B87E-D15C816E9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58E94E-224E-43A3-99A0-1831D77B6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data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698B89-0A8E-4314-BFDF-3B9E89D7A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BC1B91-CCD6-44FF-83FB-0A4D8F9F5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error_code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EB7A64-92E2-45B0-85B3-8A447D0BE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530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3A2D18-9B1D-4CD5-8AFA-DC7ABA339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673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message</a:t>
            </a:r>
          </a:p>
        </p:txBody>
      </p:sp>
    </p:spTree>
    <p:extLst>
      <p:ext uri="{BB962C8B-B14F-4D97-AF65-F5344CB8AC3E}">
        <p14:creationId xmlns:p14="http://schemas.microsoft.com/office/powerpoint/2010/main" val="635582965"/>
      </p:ext>
    </p:extLst>
  </p:cSld>
</p:sld>
</file>

<file path=ppt/slides/slide1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717654-2D94-4EB3-83AB-C10E9FE94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read_public_text는 의도적으로 좁다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484F32-9632-4A67-806F-FD6A0A682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57A7D3-F45C-4282-AD62-77114B2AE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B90CF4-FEFD-4912-A9A9-E1D7541BE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12:50-13:40 · SAFE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2461EB-6007-452B-93EA-D73CC2505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143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4998A0-2161-4EAB-822A-8FC635F19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workspace 안의 공개 txt·md만 읽는 도구로 최소 권한을 체험한다.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AA4DD5-F039-41F5-B781-90F0B49C6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CBBE57-7BF9-4F6A-BB72-447991A5B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root boundary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75E16C-ECC8-4432-BD28-C6C6E73B3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4037A7-9BA1-465F-8220-2479447F2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suffix allowlist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546E6A-4B7C-4FA3-A79E-E73366D1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495317-8B0D-4F0B-8CC3-F10EB8212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UTF-8</a:t>
            </a:r>
          </a:p>
        </p:txBody>
      </p:sp>
    </p:spTree>
    <p:extLst>
      <p:ext uri="{BB962C8B-B14F-4D97-AF65-F5344CB8AC3E}">
        <p14:creationId xmlns:p14="http://schemas.microsoft.com/office/powerpoint/2010/main" val="1993026606"/>
      </p:ext>
    </p:extLst>
  </p:cSld>
</p:sld>
</file>

<file path=ppt/slides/slide1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AFE137-89A6-4DF2-AF93-8033EAD1F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count_action_markers는 LLM 전 fixture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FCDDFC-BF2E-42BD-9499-27A67AE9B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A8A17F-831E-48BA-9402-41FCE6594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114314-633C-4B24-87AA-A88AE82EE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12:50-13:40 · SAFE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C5CFA1-05BD-4209-81D2-784559357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144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7BF1AB-4EE0-426B-B08C-3DDC3ABE7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CE3B31-8F1D-402E-BE3F-45D568080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한국어 행동 표현을 규칙으로 찾아 구조화 파이프라인을 먼저 연결한다.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628B2B-5C4B-4933-9796-3E6F98CA9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FE43B7-02E8-43C2-8C4E-B791E410D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까지·작성·검토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521AAD-BE18-45D0-8184-8CFF418B0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2DE944-8C86-4F41-8F79-1D230CEA3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evidence 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FD330B-5A01-4E1C-8225-98C6AF10B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D823B6-4677-4A40-ABC6-797F7E7FF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deterministic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BB11AF-9482-4B82-906C-DE3874D9D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86450"/>
            <a:ext cx="9906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DEBE40-1B4A-4761-A19E-099E52D96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531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운영에서 먼저 터지는 곳  |  Agent의 실력은 성공 횟수보다 실패 상태를 얼마나 잘 구분하는지에서 드러난다.</a:t>
            </a:r>
          </a:p>
        </p:txBody>
      </p:sp>
    </p:spTree>
    <p:extLst>
      <p:ext uri="{BB962C8B-B14F-4D97-AF65-F5344CB8AC3E}">
        <p14:creationId xmlns:p14="http://schemas.microsoft.com/office/powerpoint/2010/main" val="1260049465"/>
      </p:ext>
    </p:extLst>
  </p:cSld>
</p:sld>
</file>

<file path=ppt/slides/slide1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80D20C-A3CD-484C-AF7C-BF0B7CBBD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3E9645-9C14-406B-A63C-403F564FC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코드 읽기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11330E-3989-4EC0-8D21-FCD15FEDD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E15B64-D26B-4475-9AC8-8F227A4D3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0A9002-3F50-4242-904E-7078C6E9A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D10AEF-043B-4FF5-9665-D3414FD7B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7CED08-9BB3-402C-A2F8-BFDA2849E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E5D39D-1A17-44B0-B62A-1F88C42F8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BE44C3-4E5A-4B16-A536-6CF53FA57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1AE1D7-0AE0-4229-9F7C-0658528E4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dataclass·schema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B1228B-1289-4202-94EB-5172823EA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467036-85D5-4FB6-BFA7-F1480ED82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8BECFF-2C3A-4135-9430-6E631D90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POLICY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E3F3C4-D049-4ADB-AD75-E434E154C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validate·guard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810743-9619-4DB1-AE3E-0D97E2444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7DE35C-08BD-4F50-B196-66E5AEE7F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C342D4-2170-4AAB-B176-2B0601A09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EXECUTE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23AB97-4FF1-441E-BF01-C3AED7405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registry·result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98543B-9E46-4B74-8156-50195CA01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3B4276-2013-4D50-8D59-A72E37239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DC1224-37C5-426F-A67B-AD2D396EB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DEMO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892827-2636-452B-A82C-BACADC036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__main__</a:t>
            </a:r>
          </a:p>
        </p:txBody>
      </p:sp>
    </p:spTree>
    <p:extLst>
      <p:ext uri="{BB962C8B-B14F-4D97-AF65-F5344CB8AC3E}">
        <p14:creationId xmlns:p14="http://schemas.microsoft.com/office/powerpoint/2010/main" val="2070670391"/>
      </p:ext>
    </p:extLst>
  </p:cSld>
</p:sld>
</file>

<file path=ppt/slides/slide1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0F545B-D91F-48BC-AE5E-DB7AB1B6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D2C68B-B713-4B3D-BD02-2E6FCD7D6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Run All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17EB32-1740-4903-9F4F-629812150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0BFA60-ACB1-4BD9-8926-54F404F30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F668AD-491A-4E25-A30C-0411EB8D1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4514C4-7067-4590-8840-B0EC53918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FC4AB1-9A1A-4E75-AA87-6999AAE17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547631-4683-4469-B342-7A6C6A056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38CDD6-CF77-4CF4-8F65-69B432701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KERNEL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A815F9-5FC1-4C06-825E-5281B43A6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interpreter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D6E0EF-E6FD-455A-8F43-494CD9D79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792AFC-410D-4E90-9B36-664D28CA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159623-E1A8-4D72-A51D-0B0760DF3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IMPORT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F31146-DD86-4460-AF08-C20EE252A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module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3B654B-27B3-4825-ADA6-6649A4EB8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BD78BF-4F52-4407-A82A-A6A0950C4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43C262-B3CB-4FA5-850B-CB38A23DC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NORMAL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DDB034-433C-4365-A627-190D745B3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success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EDFBE8-E391-4B2A-B3EB-B0042BC46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A6044C-0EEE-4578-94E9-44CBC016C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1A7A44-1F49-4995-AC7D-357556071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FAIL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484695-0DB4-49A2-BC3E-2491A1B77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4 error cases</a:t>
            </a:r>
          </a:p>
        </p:txBody>
      </p:sp>
    </p:spTree>
    <p:extLst>
      <p:ext uri="{BB962C8B-B14F-4D97-AF65-F5344CB8AC3E}">
        <p14:creationId xmlns:p14="http://schemas.microsoft.com/office/powerpoint/2010/main" val="850699269"/>
      </p:ext>
    </p:extLst>
  </p:cSld>
</p:sld>
</file>

<file path=ppt/slides/slide1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7C0651-BAD2-46E2-A2CE-FE4E662D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280CC7-1B76-4995-9908-B95982E67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실패 주입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827CDC-B920-442F-981C-320997F9C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5E75EE-83C0-4A36-AACE-C94F43D7C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117465-D04E-4184-BC42-CB00B0544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DC3FDE-7946-46B6-A240-F5276C6A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FDBE05-F642-4C88-855C-F92A82F61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81C61A-5F82-4938-8B8B-2B544711A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01EEDF-DD92-4E7D-82F2-C094E437E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UNKNOWN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2B55FF-DBC8-474D-ADBC-D5EF8DC5E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도구 없음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7DD567-FFE2-47E3-8016-2773B3E03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42EEB0-9B9F-410C-9BCE-40144707C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60E63A-A607-4DB1-9D20-5BDD2CABA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MISSING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65B061-2800-478E-8054-B9F8481F1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인자 누락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6F43DA-12C9-42AC-8F54-479BBDBB4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FB1BAD-BE86-451D-92DF-C78D98B28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B581F3-D610-49E1-A000-CD3150E7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TRAVERSAL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D66651-E17D-417E-A4CE-F4F50F941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경로 이탈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E33F26-4898-4A50-BF60-E6320693A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16DC60-2EEA-480F-8B93-9E81F9ADD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5AEEE5-E273-4839-88BD-CD2A3EA34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DUPLICATE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CB6D1A-67B7-4181-AF41-5ACFA3EE4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cache 확인</a:t>
            </a:r>
          </a:p>
        </p:txBody>
      </p:sp>
    </p:spTree>
    <p:extLst>
      <p:ext uri="{BB962C8B-B14F-4D97-AF65-F5344CB8AC3E}">
        <p14:creationId xmlns:p14="http://schemas.microsoft.com/office/powerpoint/2010/main" val="916976638"/>
      </p:ext>
    </p:extLst>
  </p:cSld>
</p:sld>
</file>

<file path=ppt/slides/slide1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F0F6F9-85D5-46AE-8EE4-BE611BF99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8ED805-6C09-4B5B-B7CA-7F3373448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pytest 빨강→초록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533784-CAEA-4A91-8B94-271518753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7DB9ED-711B-4428-8D2B-687E2006A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8E477C-4C2A-498C-941A-2D6C20E1A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914127-DB6E-4E3E-884D-7C3F325D6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D5B44E-C83B-47FE-AC3A-DB487B9FF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DE8C9E-C656-4AB2-A933-A322337A6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5E6E0D-AE95-405D-B13D-FEDEEE454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RUN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20AF5A-262B-4272-BE8E-A45E60503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현재 실패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A2774D-C3D3-4AA2-B1D3-FAA91ABAC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3D67CF-89B5-486F-8FF7-207202B64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2132C1-18EA-4345-8851-CA972964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READ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35457D-E79A-4A3B-97B1-034E5E3F8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첫 오류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A00699-9F43-4F97-9D2B-FB9D06701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2B3EBF-5AD4-409D-AB45-4F30CCA5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942052-32CD-40C5-B9FE-BECF84A3E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FIX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23D054-268B-4D71-BD6E-0A7729052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최소 변경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BC4693-4A91-4C26-B74C-0BD7DC235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45D9F5-6742-4C62-A8AE-3B05409B1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0AA4FB-7320-403A-ABED-FE1A7900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RERUN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F70756-03C1-4427-8B5E-26BE01183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전체 10개</a:t>
            </a:r>
          </a:p>
        </p:txBody>
      </p:sp>
    </p:spTree>
    <p:extLst>
      <p:ext uri="{BB962C8B-B14F-4D97-AF65-F5344CB8AC3E}">
        <p14:creationId xmlns:p14="http://schemas.microsoft.com/office/powerpoint/2010/main" val="711356252"/>
      </p:ext>
    </p:extLst>
  </p:cSld>
</p:sld>
</file>

<file path=ppt/slides/slide1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BC84D5-A533-4626-B29A-DCC701172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735CFD-A06A-4AA5-9378-28DF9447C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Git checkpoint 만들기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048888-C3B6-4042-BD2F-A8CB78DB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9D6400-B100-406E-96EA-F7DF4B4DA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853401-68F0-474C-BBE9-9F4AE91A4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019704-59F7-40FC-975F-7A677D148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2D3986-B490-41D4-A6A5-A6A0A8CB5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4CAB8B-1C2E-4985-A8C3-9269698D7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8A7F7B-3BCD-4090-85D8-74C6FA082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STATUS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062780-4783-48CB-BFD5-552E5102C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변경 분리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FF64F1-7B08-430E-9C96-420C3854D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C9994E-0E83-4D2D-8C75-96BBF6DA2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409ADA-4CE2-4024-B442-1C73C4B86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DIFF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B92ACB-927C-4177-9106-2670C5B5E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의도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29B299-F5E0-4FAC-A396-B85318E8F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E36373-519E-491E-99A8-35FF2ABB4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42402E-89D0-4FE2-B45C-131559B22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STAGE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CF8382-7E47-4AC1-B897-B077FD55D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src·tests만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080FC7-BF5B-40A6-BB44-61FADEDBD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E8BABA-CD8D-4E91-836F-D7B1616C0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946F79-2C84-4679-B182-ABF16D5D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COMMIT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8E3100-8524-4B0E-8CE3-F04B2C9EF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메시지·log</a:t>
            </a:r>
          </a:p>
        </p:txBody>
      </p:sp>
    </p:spTree>
    <p:extLst>
      <p:ext uri="{BB962C8B-B14F-4D97-AF65-F5344CB8AC3E}">
        <p14:creationId xmlns:p14="http://schemas.microsoft.com/office/powerpoint/2010/main" val="1173629105"/>
      </p:ext>
    </p:extLst>
  </p:cSld>
</p:sld>
</file>

<file path=ppt/slides/slide1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D9D376D-FB55-4D6D-BA38-8EEC77A42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실행 화면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E0E246-C7A5-4D2C-A25C-6A66E42AF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이 네 화면은 실행보다 복구 경로를 확인하기 위한 것입니다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23178A-C0CF-46FC-90C6-0F0E94CE0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304523-E52E-4B9E-8577-AE8B33E72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95CDC0-9D5F-4E40-80B1-1365D3E05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B836C7-B270-4E32-8590-E393D6A58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D9157C-863B-4379-A9EE-CAB65B2D0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Notebook 실행기 → interpreter → Agent 수정 → 같은 repo 검토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24DD86-A9BA-4731-9591-34831CF87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8CF3B2-5330-4C95-B112-044875609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40030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C7C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603F3B-3175-463B-99C4-7CDCB0AE6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90750"/>
            <a:ext cx="6534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Notebook kernel을 준비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D2558C-DB69-46F4-9220-7B638C665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9075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Run All 가능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C066EA-39D0-4B24-9159-8259160B8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724150"/>
            <a:ext cx="8934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5EA63F-7C04-4E87-9B2E-76A6EFEAB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3AB160-B8E5-4F9D-A23D-556F9AD1E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10515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C7C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79C628-8A09-4654-A16D-E1895E28C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95600"/>
            <a:ext cx="6534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Terminal과 Notebook Python 맞추기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AAA670-73B8-47D9-83B9-8B322C971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89560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같은 interpreter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6FCE96-382F-42DB-9A16-A1052583F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429000"/>
            <a:ext cx="8934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20C000-79FF-4643-B76B-8644873E4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ADE152-B5EB-4669-81C6-C7600BE0A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81000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C7C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EB7AAF-02A1-4EE3-B84D-675727412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00450"/>
            <a:ext cx="6534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작은 spec으로 한 경계만 수정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D4B70C-8A92-4A1D-AAC9-E68508177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60045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제한된 diff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D57B19-5D59-47A6-9938-DC6A62F63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133850"/>
            <a:ext cx="8934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E1463C-C4CA-4795-9534-A45C32ABB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52D673-322E-47AC-8EED-D8738F5CE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1485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C7C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1A981E-F398-4771-B460-123A6E359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305300"/>
            <a:ext cx="6534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다른 Agent로 실패 조건 검토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015A6D-CC44-4513-9073-2437CA983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30530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test 재실행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D2C7C6D-A314-4CC9-B94A-C1C10B984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38700"/>
            <a:ext cx="8934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267537991"/>
      </p:ext>
    </p:extLst>
  </p:cSld>
</p:sld>
</file>

<file path=ppt/slides/slide1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631E2E-195A-41C5-9CB4-0E77BB435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실행 화면 1/4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B14099-62CE-40C3-AF25-4584C26D8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Jupyter 설치 · notebook 실행기의 공식 경로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1AF43A-3075-4353-851F-66E87C84E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B2ADBD-90A0-4261-B33B-9D96F609B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E67D5F-A54B-43EA-A1E4-6D356175F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9BCACD-D8D7-4E40-8263-984A1AE88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F14BCE-7386-4ABC-B6A0-7508BEBAD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803C65-CDD3-4121-9913-CCFA801F2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4C0042-2995-422A-B016-5AA69C87B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JupyterLab·Notebook 구분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AB9B12-C43B-4219-9F05-368359C3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084E5E-159F-46FF-A060-AE2582FAE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VS Code extension과 kernel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26BE4E-0A26-423E-8FBC-C4DD350F3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E2E979-6A4F-449A-8B65-DF23DF445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프로젝트 가상환경 사용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377180-2EF9-45C4-9081-747E4FB61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A60BB0-CE10-46D5-80AD-91194FE4C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Run All이 완료 증거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C5B825-A456-440F-8946-2A80CF9BD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30bf5460794088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A3FE46-BC7E-4E3B-A5A2-F4D6487B5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Jupyter Install 공식 화면</a:t>
            </a:r>
          </a:p>
        </p:txBody>
      </p:sp>
    </p:spTree>
    <p:extLst>
      <p:ext uri="{BB962C8B-B14F-4D97-AF65-F5344CB8AC3E}">
        <p14:creationId xmlns:p14="http://schemas.microsoft.com/office/powerpoint/2010/main" val="1730171857"/>
      </p:ext>
    </p:extLst>
  </p:cSld>
</p:sld>
</file>

<file path=ppt/slides/slide1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B34C8F-C69D-48BB-9825-2711CB39C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실행 화면 2/4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BB8346-F4F9-4AA2-B069-8031182E0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VS Code Python · editor와 interpreter 연결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5F5C7A-2361-4511-AC7E-D1EFD52F1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DC5B39-EE8F-482B-9C5E-C0A183A27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82B9AB-DED3-4B4C-B17B-3E65FB2F2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92F812-6F65-47AE-9D45-FCDBB8C5C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239503-8A6A-45D4-ADA8-D08FB4C28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C4FBAE-3842-4107-B0BD-192E992C3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D1C1DA-F535-4DB0-8E9C-51E63316B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Python extension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1BFBBC-CFF5-435C-898B-522BFA726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CCEA52-A683-43E5-982B-8325B9494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interpreter 표시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BA61D4-A6A6-4841-A76D-53AA423DB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43D109-AEB6-4CAF-81C0-CDA897130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Run Python File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C6796F-5D41-4136-A5DC-A00B28E4E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A79390-BA5E-4AD8-80AC-6C3A16F77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testing·debugging 연결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015F14-8C77-4905-99F4-5F68CDE9C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97c1d7b8d24593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A7F251-B73F-4F07-91B0-6DC0A235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VS Code Python 공식 문서 화면</a:t>
            </a:r>
          </a:p>
        </p:txBody>
      </p:sp>
    </p:spTree>
    <p:extLst>
      <p:ext uri="{BB962C8B-B14F-4D97-AF65-F5344CB8AC3E}">
        <p14:creationId xmlns:p14="http://schemas.microsoft.com/office/powerpoint/2010/main" val="2048741036"/>
      </p:ext>
    </p:extLst>
  </p:cSld>
</p:sld>
</file>

<file path=ppt/slides/slide1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137A06-095C-4DED-8DA5-41A8EF97F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실행 화면 3/4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3EF33F-0FD0-457A-A769-CD395624A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Codex CLI · 작은 spec으로 수정 가속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D8BD75-737E-4656-B010-345AEA46B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D040A2-38E3-4806-916D-C2B939E50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61E2AA-1594-4B6E-BDC3-58DBF09E9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45413E-0014-4B44-B15A-7A8E097E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9443A6-0DC9-4EF3-BC0E-8FBAA6501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B85916-2D32-4EA7-8CC5-AF3B9BA73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25183A-86C9-415F-8AC0-88DD197D6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허용 파일 한정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E54CA7-525F-473A-86EA-186C26057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8075EF-0E5A-46B1-A014-B2DEE3773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테스트 명령 명시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4AD3BE-07E7-4AE8-90F6-8E7B38100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7633BC-49D1-4A72-9FF2-BE2E837FD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생성 결과 diff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72F697-E6EA-401C-B094-EFD38046C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C70304-E204-4F62-9994-E40272178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강사 demo 후 직접 재현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F68B6C-B459-44FC-8390-BF1A8C7EF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82fb6d37c14e78"/>
          <a:stretch xmlns:a="http://schemas.openxmlformats.org/drawingml/2006/main"/>
        </p:blipFill>
        <p:spPr>
          <a:xfrm xmlns:a="http://schemas.openxmlformats.org/drawingml/2006/main">
            <a:off x="4876800" y="1727597"/>
            <a:ext cx="6591300" cy="370760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D89220-0095-406A-978B-8992923CC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OpenAI Codex CLI 공식 화면</a:t>
            </a:r>
          </a:p>
        </p:txBody>
      </p:sp>
    </p:spTree>
    <p:extLst>
      <p:ext uri="{BB962C8B-B14F-4D97-AF65-F5344CB8AC3E}">
        <p14:creationId xmlns:p14="http://schemas.microsoft.com/office/powerpoint/2010/main" val="1283977890"/>
      </p:ext>
    </p:extLst>
  </p:cSld>
</p:sld>
</file>

<file path=ppt/slides/slide1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8E8401-7601-40DD-9E53-47D962E8A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실행 화면 4/4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93FA8B-9B29-4485-962A-BA265C82A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Claude Code · 동일 repo에서 검토 루프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2BE103-CF71-4DA4-819B-C5A246456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979F5D-BB0F-4CAC-A933-F4966CB50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9475B8-CE52-45B7-961A-93F07C0AA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2C57C5-06AB-42CC-B2B0-C20A44506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154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E36176-E5D7-405E-8112-5A78EA978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748A89-E896-4442-8837-1E6ADD9E1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6E76DA-32C1-41A4-AB7E-BBA916567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작업 폴더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047B0E-0458-4689-ABEC-EE8AEEB0E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A45F5B-2D6D-4FE5-BBC7-58FDFE015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변경 전 계획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5BF9B0-10E6-4FC3-9ED3-D489832B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4AE825-9012-4F6F-84CC-C4262A240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변경 후 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BCED59-B227-49C2-9C50-A991D2131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28750F-41FF-42E6-B7B1-415E7486A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두 Agent 결과도 사람이 비교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7D1AC7-1AC0-448D-A1BF-528DBF92F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a6c6dccfff4ca6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5FF826-C808-4006-AA7C-34189F356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Claude Code 공식 터미널 가이드 화면</a:t>
            </a:r>
          </a:p>
        </p:txBody>
      </p:sp>
    </p:spTree>
    <p:extLst>
      <p:ext uri="{BB962C8B-B14F-4D97-AF65-F5344CB8AC3E}">
        <p14:creationId xmlns:p14="http://schemas.microsoft.com/office/powerpoint/2010/main" val="712613689"/>
      </p:ext>
    </p:extLst>
  </p:cSld>
</p:sld>
</file>

<file path=ppt/slides/slide1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8C59A1-A93A-4636-8898-B122C37B3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47BE90-5BD5-4651-89C6-B782337F8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규칙 기반 planner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C2AC97-2C28-49D7-BC70-AABDCE285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C46C53-D659-40A5-8E29-43724F683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F86B68-B2BA-41D7-BFDC-C99153F19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B9BA38-1EE0-4EA0-8088-E7E080079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155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97C57C-4DD1-4F0C-B523-3048EB594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1B892F-9DD6-40E8-B466-1D37259D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E4E4E0-91A3-412A-AC26-05469CB87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결정론적 plan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86B9A2-5C64-4D19-99CC-F39DF3A84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2FA75F-A132-40F7-BCC2-B70B394F0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파일명만 추출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D1DAE6-351F-49A2-9617-9FCF60E7D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33FD46-08B5-43DF-A3CD-494AA43E8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unknown도 정상 fixture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95CC27-816B-444D-B373-FF81CABDB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600285-CE38-4D4F-8222-81B24F921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Day2 model로 교체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E27397-7E12-4C6C-A9A9-12BD993EC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F467C8-6647-43E3-B63C-312647209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B2E303-8811-474F-BFA8-3B0CEC452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def rule_based_planner(message):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match = re.search(r"([\w./-]+\.(txt|md))", message)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if match: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    return {"name": "read_public_text",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            "arguments": {"path": match.group(1)}}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return {"name": "unknown_tool", "arguments": {}}</a:t>
            </a:r>
          </a:p>
        </p:txBody>
      </p:sp>
    </p:spTree>
    <p:extLst>
      <p:ext uri="{BB962C8B-B14F-4D97-AF65-F5344CB8AC3E}">
        <p14:creationId xmlns:p14="http://schemas.microsoft.com/office/powerpoint/2010/main" val="405999613"/>
      </p:ext>
    </p:extLst>
  </p:cSld>
</p:sld>
</file>

<file path=ppt/slides/slide1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F09485-6687-4E79-AAE6-79A3E243D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3B2165-F915-4AFA-8E0E-3AAA64B85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SafeToolExecutor의 경계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8BD435-F3D0-4362-839E-76EC841B2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A918D6-53AE-45A6-863A-6DE6641A2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6325A1-EE7B-47F7-B473-7D9092F99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757739-CE0B-4121-8138-0647D11B3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156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262F57-303F-4BBF-A8E7-92DDB69C6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72FD90-FA73-4FF6-B2B3-DD007ECF3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F19550-6D64-45C0-9C4D-8ABB6E58B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검증 먼저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5257BE-2777-4644-BAD1-CA5B70388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969748-C73A-4E33-9065-E5355C641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registry 함수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4B7EE3-E784-4D82-BE93-AC58241E4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0D8367-9ADC-4362-A362-7D0963B24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예외 정규화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5B0EBB-0B7D-4B79-91B8-0978ADCC5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E4545C-B8BE-45BB-904C-567728A0F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반환 계약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F4A152-D83E-405B-90BA-B845AA35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493B34-C5DD-42E0-92A2-191A17F85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A882EE-32C4-423C-A5BE-274D0AC9B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def execute(self, name, args):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try: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    validate(name, args)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    fn = TOOL_REGISTRY[name]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    data = fn(**args)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    return ToolResult(True, name, data=data)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except ToolValidationError as exc: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    return ToolResult(False, name,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      error_code="VALIDATION_ERROR")</a:t>
            </a:r>
          </a:p>
        </p:txBody>
      </p:sp>
    </p:spTree>
    <p:extLst>
      <p:ext uri="{BB962C8B-B14F-4D97-AF65-F5344CB8AC3E}">
        <p14:creationId xmlns:p14="http://schemas.microsoft.com/office/powerpoint/2010/main" val="1629092005"/>
      </p:ext>
    </p:extLst>
  </p:cSld>
</p:sld>
</file>

<file path=ppt/slides/slide1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D72CF3-422C-499C-93BC-55BBFDAB8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27E909-08DE-4CE0-B22F-0685E5D6F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파일 확장자 allowlist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A21739-B1EA-4F52-A906-D563412A5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C33628-4348-4D88-A1D5-AE9EF6685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5259C8-0835-47BE-9C50-80619B33D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E05016-066D-4ADD-8B44-46F935935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157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956CDF-D4CA-4075-BA31-44324EB57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2367A9-F90A-4C3F-A3A0-EB13DC0F3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59B6B9-E07A-406C-841B-73529EEA0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목적에 필요한 형식만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36529C-C4BD-4BF0-98DF-C77CF5DEB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1C36A3-7775-46B2-B465-5D5F7CC0E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binary 제외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D90B65-8752-4C9B-B3B8-DCF7E81D1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F49E2C-C81B-4EBC-9973-692C83E93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정책 메시지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362B99-06C9-485B-8397-320E0F4BD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64C146-A8AD-40EC-B12F-C125D8340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POLICY_BLOCKED로 매핑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D35DF9-3C32-4D4E-9731-C22CE2090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4A7CA4-7AE6-4442-A34B-D7CF7BC2D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F14842-CCAD-43B1-9241-38DAD9851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if candidate.suffix.lower() not in {".txt", ".md"}: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raise ToolValidationError(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  "Day 1에서는 .txt와 .md만 허용합니다."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)</a:t>
            </a:r>
          </a:p>
        </p:txBody>
      </p:sp>
    </p:spTree>
    <p:extLst>
      <p:ext uri="{BB962C8B-B14F-4D97-AF65-F5344CB8AC3E}">
        <p14:creationId xmlns:p14="http://schemas.microsoft.com/office/powerpoint/2010/main" val="1914757397"/>
      </p:ext>
    </p:extLst>
  </p:cSld>
</p:sld>
</file>

<file path=ppt/slides/slide1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2F9693-7C24-44F4-BFDA-DD90C5A32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F772A0-61F4-4DE2-BDDB-BFAD107A1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중복 호출 cache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DE1855-198F-478B-AE56-6969F3B48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C033D4-F9AE-45F6-9633-5D2827B63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56033D-E799-423E-8B12-82F12B33D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15CBD3-E652-46AC-B998-1381706DC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158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7C92B2-BE86-4D50-B5A4-99D25BDAB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635E41-F140-45FE-AC58-2C63015B2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1D89D7-2056-413F-9AC8-116D94AC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실행 전 조회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F041D1-B3C0-4F90-A962-482A7210A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DDCBAD-6750-4905-BC25-1AD6CDFA1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성공·실패 정책 결정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B1DA1B-3E66-448D-8A91-BDB44A0C7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9D4431-C55E-47CC-9315-DDE808EF2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cached 표시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2F1515-8F91-416F-A2A1-30D933E73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5B8710-5037-407F-9986-BF1BD4630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외부 쓰기에는 영속 저장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70C900-D676-4384-990B-39BBC0E51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4F6999-1FB6-4FF5-BA37-94B50B5B8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D1758D-9781-46AF-B29B-0A497C782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call_id = make_call_id(name, args)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if call_id in self._cache: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prev = self._cache[call_id]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return replace(prev, cached=True)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result = call_tool()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self._cache[call_id] = result</a:t>
            </a:r>
          </a:p>
        </p:txBody>
      </p:sp>
    </p:spTree>
    <p:extLst>
      <p:ext uri="{BB962C8B-B14F-4D97-AF65-F5344CB8AC3E}">
        <p14:creationId xmlns:p14="http://schemas.microsoft.com/office/powerpoint/2010/main" val="1284455358"/>
      </p:ext>
    </p:extLst>
  </p:cSld>
</p:sld>
</file>

<file path=ppt/slides/slide1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7C18ED-C5E0-4C27-8515-8E2049E6B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E20506-3DF4-4926-A378-3A4B84F49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Agent event 한 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53F517-C14C-47B9-8255-EA1C7299D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A6B4A8-DC23-4B25-B388-5EB0F90F2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6BE494-EFA5-426D-A2A1-AEBD96B2F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CA2FA9-A79C-462D-BDDF-A74748BCD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159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113F5F-3030-4E1F-B2E4-0653B572D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1A3EFE-0CCE-4230-B6D1-2B859EF5D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CFD764-4559-45C6-9DBD-FD05FF6B3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입력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A424E1-5E80-48FC-AFFE-BE382AD5B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490A64-FCB7-46D1-81FE-7D07DCBF4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결정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D57090-F828-49FD-92B9-89C25FC93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A4487C-0977-4B3B-A989-F706E2740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3CA7C5-4658-47FC-B33E-60F35726B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7CCE77-C6D3-4D25-8B60-495EE06E5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사람 검토 여부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81B3EF-A3C8-424E-8377-A7733E31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16D7B8-E9F8-4FD1-A6AE-B86674C0B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6F7422-01E5-4249-AEBC-072B987D5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event = {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"input": user_message,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"planned_call": call,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"tool_result": result.to_dict(),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"needs_human_review": not result.ok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65693883"/>
      </p:ext>
    </p:extLst>
  </p:cSld>
</p:sld>
</file>

<file path=ppt/slides/slide1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7936F1-547C-4CD0-933E-88B8725CD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66F47B-16AD-4177-A08F-B4F1B2B6E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소프트웨어 실습 1 · Notebook Run All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AE145E-04F7-4B37-B604-D047B3308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DC2D1D-0591-4501-9847-CCBB5C8B3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DDD4DA-ADD8-44BD-AB4B-492967BA5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04F374-C3BF-4E1F-A88F-33E505836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C0A289-9C48-430C-AE65-7AC55F124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10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1A23A3-5425-4C4E-B641-D753AC1DF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9417F4-7064-4F85-892F-FD795A660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B860F7-20F0-463D-83AD-A5D5AFB49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0F2419-D5F3-4C21-B77B-5F5191294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FEA7F2-1426-47B1-BB1E-D1CFF8DAC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올바른 kernel을 선택한다.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7DD8D8-C881-48A9-BB91-8E8B049BA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AADE2B-176B-49B6-942C-CBBEE86AD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2C710C-9CCE-465B-A06F-6558A040B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Restart Kernel을 실행한다.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BC225A-1810-421C-B8B0-679CE8B10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AE356F-EF20-45E9-AFC4-E5C0C7AD2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B5944A-B5EE-4918-8819-6C4BB4A40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Run All을 실행한다.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447C8C-B7EF-425C-A6ED-1AA0603F6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223DE7-24D7-4A9C-80D8-FFC0E2D9E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4CBBCC-01F8-4890-843A-57C3A78D7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첫 실패 셀에서 멈추고 원인을 기록한다.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1EFFC9-C50C-431D-8E9A-421406ED7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27FE20-2B91-4BA5-8620-6BAFDFF1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D0BA7F-6DB1-434F-AC2E-81AC7E058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완료 증거  |  모든 셀 성공</a:t>
            </a:r>
          </a:p>
        </p:txBody>
      </p:sp>
    </p:spTree>
    <p:extLst>
      <p:ext uri="{BB962C8B-B14F-4D97-AF65-F5344CB8AC3E}">
        <p14:creationId xmlns:p14="http://schemas.microsoft.com/office/powerpoint/2010/main" val="1277940423"/>
      </p:ext>
    </p:extLst>
  </p:cSld>
</p:sld>
</file>

<file path=ppt/slides/slide1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50ADEE-0FE9-4F6D-AD55-78A3B1E74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A48791-BCC7-490F-A375-141791259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소프트웨어 실습 2 · 정상 도구 호출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7F1258-826A-4234-BF49-275382C5E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C7157A-0488-4A5D-A9FA-8497ABB18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E9CDC3-859D-475E-869E-439B4A8AF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1C1F69-3803-4005-8F50-B7EED08F6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161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DD30E8-BCEE-4438-966E-7A1D89215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286B14-AA8E-4B13-81A6-CB96A79E7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584B28-926A-40D3-AEBC-B7DF5F0FA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A5F345-53F1-44FE-BB04-9DA74E19B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EC4DAF-F723-4835-9AE2-090253F4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351B43-B79E-427B-B6DA-5FB803109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sample txt 경로를 입력한다.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B16CA1-25C4-4C9E-B0FD-FA269860D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6D947B-59C9-477A-8818-F507A6949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38E13B-C779-4AF9-9AC7-F163469DB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planned_call을 확인한다.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AAD43C-467E-4092-B178-2CA2503C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6AE6AD-A7C5-4991-B980-989B597EC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D6A688-10F5-4B11-BB00-A69C72D90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ToolResult ok와 data를 확인한다.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63D55C-5930-4478-B7B4-C1C8B1B67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5457F1-1310-4480-A064-284C8C919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4413DF-9183-40A4-B3E7-09EC55D3A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원문 글자 수와 경로를 검증한다.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E2DF47-7F26-45DA-BC92-EC9F033C7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7D57BD-0A1B-4112-A4AD-FF4C4103F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02610D-3969-43F6-B509-D10B11BB9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완료 증거  |  정상 event 1건</a:t>
            </a:r>
          </a:p>
        </p:txBody>
      </p:sp>
    </p:spTree>
    <p:extLst>
      <p:ext uri="{BB962C8B-B14F-4D97-AF65-F5344CB8AC3E}">
        <p14:creationId xmlns:p14="http://schemas.microsoft.com/office/powerpoint/2010/main" val="50899800"/>
      </p:ext>
    </p:extLst>
  </p:cSld>
</p:sld>
</file>

<file path=ppt/slides/slide1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AEFB9F-2E1A-4125-9DF7-B5F0A380F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53B58A-8CC1-42ED-A77E-FFDA3BFD6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소프트웨어 실습 3 · 실패 4종 재현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12A227-510C-43CB-BC01-EE0E89208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E40778-88FA-4585-98C9-FAD2D1281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6E3353-DB11-4B26-97AA-E9F7ED871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95997E-61BD-4A65-B97B-AD0ED936F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162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F7FD91-E5F5-49AA-B344-07709CBE8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10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21A532-2031-47BC-864F-289464FC5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11262C-C7D5-411F-8F8A-C95DF5DED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031644-19BB-4146-B861-50FCAA6C1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BC1084-E79F-4AB3-983D-0A8C3F1D1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0F8466-8306-41E9-8125-17EC2CD6A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unknown tool을 실행한다.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30EFF8-003C-4769-AAA2-39FFBFCE8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EE482F-3D8C-4CA9-86CE-875C2FF1A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D983B2-74DF-4EC6-A43E-44237D254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필수 인자를 지운다.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B17DA4-E63E-4C1F-BB9D-AA13888CD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656D9A-A6CB-4B72-9E97-02DCFA968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90118A-EA30-4FEE-BF63-612DED236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../ 경로를 넣는다.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A866E4-5892-4FDC-8E7C-F2F1FC5F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044B4C-0CDA-424D-8C70-DC62D5AE2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2D6240-2FB8-40BE-9B25-C24A51464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같은 호출을 두 번 실행한다.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F76BBC-E97A-46A7-912D-162F9B046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830CF5-B713-4A5E-BA53-BAD1F7844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2EB9AB-C36F-46B6-81C1-C2A6A3D55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완료 증거  |  error_code 3개 + cached 1개</a:t>
            </a:r>
          </a:p>
        </p:txBody>
      </p:sp>
    </p:spTree>
    <p:extLst>
      <p:ext uri="{BB962C8B-B14F-4D97-AF65-F5344CB8AC3E}">
        <p14:creationId xmlns:p14="http://schemas.microsoft.com/office/powerpoint/2010/main" val="1859500099"/>
      </p:ext>
    </p:extLst>
  </p:cSld>
</p:sld>
</file>

<file path=ppt/slides/slide1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533944-6A4F-4148-A8BF-AAEA18D41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09CC72-738F-4141-9630-BC89F3EA2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소프트웨어 실습 4 · pytest 전체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CE3BAF-ABEB-408F-BD45-2E2199AA5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34D717-A8EB-4A8A-82AD-6F2477A0C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DAEC97-80EA-4C40-A88A-E1BC66D85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3244CD-C3AA-4A55-84D7-7D01BB623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163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3012D9-9B29-4867-8A33-23F7EB011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49912C-7AB6-40CB-BA98-61455F17B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DA6B96-0165-4166-B1A4-1DF4F4D03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F9809F-5869-497A-B8DF-CA9D0F9AE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B351DC-10D4-465C-9293-2DC2ED335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3C3AC9-C352-4D2E-99FE-082A8ADB2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terminal을 연다.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A1F65E-76B4-4B1B-A665-8B34C9219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DBF040-C568-4FFC-A44F-0D5C3BA38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A3ED96-3F54-4494-84F1-BAD71842B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Python 3.12 환경에서 pytest -q를 실행한다.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A37C27-F336-4998-B28D-38EC2E9FC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538519-FB4E-4307-AA8C-A832BC435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35CE77-0DC6-4EFC-959E-D1BE7A0EC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실패 시 첫 오류만 읽는다.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54CC53-B4CE-4AC2-94D5-9AA1E1D85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0EF8E9-3257-4718-839B-A4E997D2D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EF12E9-4A87-4230-AAA1-F29026628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19 passed 화면을 저장한다.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C19020-5F2B-49CF-A032-DBEAC5D9D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92427D-0841-48F3-8535-502F19972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D66FFB-C1A8-44CF-B0DD-BA817A786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완료 증거  |  19 passed</a:t>
            </a:r>
          </a:p>
        </p:txBody>
      </p:sp>
    </p:spTree>
    <p:extLst>
      <p:ext uri="{BB962C8B-B14F-4D97-AF65-F5344CB8AC3E}">
        <p14:creationId xmlns:p14="http://schemas.microsoft.com/office/powerpoint/2010/main" val="950999466"/>
      </p:ext>
    </p:extLst>
  </p:cSld>
</p:sld>
</file>

<file path=ppt/slides/slide1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2F04C5-AE83-49D7-B2CA-33C91377C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2F5998-F48B-4EEA-AE9A-5DA2B8C32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실패 1 · Notebook과 module이 다른 Python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45FA22-CCD6-45B8-B13A-C246F721E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8D98A3-8F52-4C68-A19A-52F47F345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7427B7-D513-48B3-9394-CA65BDE6A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52F53C-E8AA-4B8E-9978-59CDD40A0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164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101051-5B71-4623-A950-14DCEEC2D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3028D2-7D83-4210-BCBE-2009B8F4A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B58914-5F4C-4BF4-8C7B-D8551741D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7615E1-FCC4-4660-BC36-CE07686CA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31BE39-BEE6-4E8B-BCCD-511924525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import error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149605-D570-42D2-A493-7002E3F1C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C8D3AA-1357-4DA4-97D9-BCC7CCA6B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설치했는데 못 찾음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74A620-ECC5-4836-8305-7289C238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62E7F5-814A-41DC-8F98-B5A408C4C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terminal은 성공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978C91-FF34-4A8C-B3C4-43CD9754B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B79779-88EC-4F10-8F69-A10C0ACEB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kernel은 실패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3CAA43-60EC-42C8-BE65-E08C5EE09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6F5B68-7072-4E77-9795-0BAD0B1E3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sys.executable 비교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51D984-86D5-4C1E-A4FD-6A34F489D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A85826-9F48-4D8F-B825-623660170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interpreter 재선택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18AB16-BC1F-44C0-BF0F-8FEBA0C72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171A61-3801-453F-911E-EF0E51F1D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kernel restart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0565AB-6462-4E32-8BA2-DCF08281F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7B5222-BFC0-4860-9EE1-E0E9AF97A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같은 .venv</a:t>
            </a:r>
          </a:p>
        </p:txBody>
      </p:sp>
    </p:spTree>
    <p:extLst>
      <p:ext uri="{BB962C8B-B14F-4D97-AF65-F5344CB8AC3E}">
        <p14:creationId xmlns:p14="http://schemas.microsoft.com/office/powerpoint/2010/main" val="1774142846"/>
      </p:ext>
    </p:extLst>
  </p:cSld>
</p:sld>
</file>

<file path=ppt/slides/slide1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349215-0722-4589-8B17-FDB644E12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39EBF5-1FB5-46F2-ABDF-443B61B95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실패 2 · 첫 실패 뒤 계속 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DB4ABE-C00B-4763-9518-461E3B339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132D92-B592-493F-886B-87FFEA2ED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4323E1-7FE2-4D21-9983-764131FD3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972455-B82F-468D-BEFF-5A37A338F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165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A44337-8A5E-4CC3-9BFF-9F05909ED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DBDCB4-C5A2-41C0-87FF-0C590AF2C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4865EB-915F-45C6-8E00-827086245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57A0E6-19A6-448B-B21A-DEE27F330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BAC325-70E0-41A6-A478-9C73C323E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연쇄 오류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0E76EE-4A60-43BC-A294-3A695ADFA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668F48-82BD-4C21-AA0E-2D7CF21EA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원인 혼동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0D3321-E1F9-4B63-BAD7-CB29AF0BE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9E70DE-BDD8-46F5-8C06-15B898766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output 오염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3758BF-5BF1-4683-AE21-501E57692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3DE874-6FAD-4C84-85B6-273F23A17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시간 낭비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A1557E-8173-4B9D-A20D-AC735969E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F850DA-7A95-4EA5-9C14-3F8B6FADE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첫 traceback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495298-3C0C-4854-B412-0F217FDE8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2C5EAA-F0A3-47CA-B12E-7012A0461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가장 위 원인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08357C-4D5F-46C1-B2F1-F7458006D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B31AC3-3BAA-4B51-A92B-E01A7C215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최소 셀 재실행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17F4AB-16D3-4782-9DA0-779C1651E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1D5DB8-1E99-4F3C-A5A7-17D742975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Restart &amp; Run All</a:t>
            </a:r>
          </a:p>
        </p:txBody>
      </p:sp>
    </p:spTree>
    <p:extLst>
      <p:ext uri="{BB962C8B-B14F-4D97-AF65-F5344CB8AC3E}">
        <p14:creationId xmlns:p14="http://schemas.microsoft.com/office/powerpoint/2010/main" val="851263174"/>
      </p:ext>
    </p:extLst>
  </p:cSld>
</p:sld>
</file>

<file path=ppt/slides/slide1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2E5A5C-F506-4F67-A0A4-075E90951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C0DDAC-2B66-4929-96C6-2AA619018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실패 3 · 테스트를 통과시키려고 정책 완화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9D5266-67E8-456E-984F-72AB949A9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76D732-1CC6-47BA-BEC6-0D59A9E9A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5A2F75-24A4-4026-8A87-22AB49277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3B07D2-F52D-4268-864C-3B126CFBE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166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96FE78-B951-400C-8C11-605825C7D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A93BC4-7D96-4916-A56C-63FB0819A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75716E-2868-4AAD-B529-9314BD465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D77150-98A2-4CBA-8A04-5CA7CE6E2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883DB5-1503-47A1-8A07-92FAF1E10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allowlist 제거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534BAF-57B1-4501-B24C-9C7899AF8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688B5F-D1C8-4115-84B4-A4DCB9D7E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assert 삭제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9E06ED-580F-48F4-A394-3BE3B763E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68D36F-CC19-4A82-822B-37BF5316F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broad except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38FC5F-A596-433E-B2C7-31AAD67BF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4B5ED1-1DA6-471A-9BDF-5B97DFFED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expected 변경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414FAE-6F8F-44DB-95B7-D6ABC2BBB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E3A76D-0BEA-4142-83A0-44E012D0C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요구사항 재확인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45A3D8-2B27-4B35-8B6D-FF56ACB6F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46EAB5-FB06-4D6C-97E4-AAFDB2091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최소 수정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BC3BAC-64FF-42F0-84A9-BA594F064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D70436-73A7-4293-AA54-9E3AB6ABC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새 regression test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69EAE1-4893-47D0-BA5A-4A15356A6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8AB80B-C984-4677-AF03-5A72F0B73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정책 유지</a:t>
            </a:r>
          </a:p>
        </p:txBody>
      </p:sp>
    </p:spTree>
    <p:extLst>
      <p:ext uri="{BB962C8B-B14F-4D97-AF65-F5344CB8AC3E}">
        <p14:creationId xmlns:p14="http://schemas.microsoft.com/office/powerpoint/2010/main" val="363903389"/>
      </p:ext>
    </p:extLst>
  </p:cSld>
</p:sld>
</file>

<file path=ppt/slides/slide1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5954BDB-8668-4B71-B535-96C5109ED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재직자·구직자 관점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72BCF6-2353-49EA-AE3A-09149F9E1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재직자 · Safe loop를 현업 tool에 매핑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D4997E-4A5D-4EBF-99DE-9B0D9F4DD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A74295-65C0-4208-8CF1-5C6A908CF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B65F08-3D2B-4D80-8EEB-73AFDFD47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CE56AD-C389-4F31-B21C-5BF95B9AB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167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78CD63-8B0E-4EFA-B435-D76B5678A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교육 도구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E6574D-03E6-4368-8476-3A16DD49D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현업 예시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15704E-44AA-4B70-9AD3-C98A6E6E3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D0C4BC-4C1F-4B84-AA1B-5A588C52E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380226-E3F9-441C-857E-9F6AF1E6D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txt 읽기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D46AE7-37B3-4890-98E9-8F39D955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55250C-67AB-45E6-905C-09198C436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marker 세기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A20648-A5EB-4F3A-BD22-C16D2C1EC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ABDCE6-6800-427E-8D5F-59F070F0A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결과 JSON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4CE20B-F8C6-4604-A053-AB5B2B572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1993AE-28BD-4CEA-B55C-B86076AAD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로컬 cache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3F46C1-E01E-4856-BBD4-D18275F0B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61AB70-D7EE-4054-A17A-113C29C81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FAQ 조회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BF1D69-EA3C-42C4-A80A-D118BE1F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298967-3CF7-4FF3-8878-6491B326B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티켓 분류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FE9C3C-F630-4E49-91A7-E79EA0CA6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5A023F-A984-4B25-86F6-0BF7B02B8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검토 draft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07CF0E-CC71-462D-A6FF-296D1EE69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363CEAD-086F-4D83-AAAB-2FF7413AE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request dedupe</a:t>
            </a:r>
          </a:p>
        </p:txBody>
      </p:sp>
    </p:spTree>
    <p:extLst>
      <p:ext uri="{BB962C8B-B14F-4D97-AF65-F5344CB8AC3E}">
        <p14:creationId xmlns:p14="http://schemas.microsoft.com/office/powerpoint/2010/main" val="1964920995"/>
      </p:ext>
    </p:extLst>
  </p:cSld>
</p:sld>
</file>

<file path=ppt/slides/slide1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07D2BE-C585-4956-8041-E6E14B7E7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판단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4D42B2-7DF9-4630-B29D-4D7297180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Gate 5 · 14:00 점심 전 실행 증거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3B65F9-CA27-47FD-BC1F-128600CE5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58639E-B633-44A6-BB23-6A6B8BBC8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BF01C2-93F0-4DAC-B86A-01D6898E8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AEB19C-F186-47EB-AD29-F93985762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168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0DDBDC-6075-444A-8A12-2857B446E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지금부터 점심시간입니다. 14:55까지 돌아오면 15:00에 Local LLM 연결부터 바로 시작합니다.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62D059-9376-460B-BA89-BD66BC552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5D447A-DE58-4789-BD75-0E1047836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68A93D-0EEB-4229-8578-9391FEA8D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2860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Notebook Run All 결과가 남았는가?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0ED969-CA82-4E55-AF86-0C5728197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DFD160-0808-462A-AFA2-B6E681AB1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69126B-EF8E-4261-84B8-995823961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3528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pytest 19개 통과 화면이 남았는가?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8C2624-BA26-4CD2-A80D-44DE22F2E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748F05-D60F-4E08-A485-7CA133710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106B89-15BB-4528-88A3-9237E97A4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4196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내 commit diff에서 바뀐 경계를 한 문장으로 말할 수 있는가?</a:t>
            </a:r>
          </a:p>
        </p:txBody>
      </p:sp>
    </p:spTree>
    <p:extLst>
      <p:ext uri="{BB962C8B-B14F-4D97-AF65-F5344CB8AC3E}">
        <p14:creationId xmlns:p14="http://schemas.microsoft.com/office/powerpoint/2010/main" val="1420837991"/>
      </p:ext>
    </p:extLst>
  </p:cSld>
</p:sld>
</file>

<file path=ppt/slides/slide169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F0FC6A-4136-44BA-A41C-3F420FB75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EDA378-4194-4A22-B3C3-E27B716BB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571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6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26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15:00-15:40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956DBC-1288-4A65-9D56-BF591670F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580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1일차 6차시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7B1B21-BCF2-4841-95C0-55FD43379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09700"/>
            <a:ext cx="10401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5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35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무료·로컬 LLM과 Adapter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DC7A58-7DE4-4A83-82CA-5D533AC0C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908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E0E0E0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E0E0E0"/>
                </a:solidFill>
                <a:latin typeface="Nanum Gothic"/>
                <a:ea typeface="Nanum Gothic"/>
                <a:cs typeface="Nanum Gothic"/>
              </a:rPr>
              <a:t>15:00-15:08 강의 · 15:08-15:18 연결 시연 · 15:18-15:35 소프트웨어 실습 · 15:35-15:40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0E7C44-97B4-48BD-998F-0E35705E2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0400"/>
            <a:ext cx="3467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BA2B18-25B6-4A0C-803D-48B660AE0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95650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지금 배우는 내용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DCCE54-F256-401F-AE2A-3AD1B0B26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0"/>
            <a:ext cx="34671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F19F6E-B1B9-4746-AC5C-3B2E6D305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10000"/>
            <a:ext cx="31242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Ollama · LM Studio · Fixture Provider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3DB25B-282B-4749-8231-5F3ABA68D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20040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F839CE-D05D-4332-8F2F-498AE1D73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295650"/>
            <a:ext cx="3790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이 차시에서 이해할 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323BA5-DD51-471E-BD4E-9FF36D0A5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619500"/>
            <a:ext cx="4095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A9BC48-130B-4C78-85E8-7696D6547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810000"/>
            <a:ext cx="3752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모델이 없어도 같은 구조로 실습을 계속한다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5B1427-98B6-42ED-9898-2F13C65B3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00400"/>
            <a:ext cx="2838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5CB0B1-39BD-4D5E-AE53-1140F44D7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295650"/>
            <a:ext cx="253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함께 챙길 내용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4C93C6-2318-4BC6-9E6D-32451946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19500"/>
            <a:ext cx="28384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24D97C-568F-43EC-8BB7-ED343DEFD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810000"/>
            <a:ext cx="24955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성공 또는 예상된 실패 결과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80C8B0-614D-4F6C-8A4B-FA28FB624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578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91EDB6-C266-450B-BE5E-E759AD8FE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293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C7C7C7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C7C7C7"/>
                </a:solidFill>
                <a:latin typeface="Nanum Gothic"/>
                <a:ea typeface="Nanum Gothic"/>
                <a:cs typeface="Nanum Gothic"/>
              </a:rPr>
              <a:t>슬라이드 169-202</a:t>
            </a:r>
          </a:p>
        </p:txBody>
      </p:sp>
    </p:spTree>
    <p:extLst>
      <p:ext uri="{BB962C8B-B14F-4D97-AF65-F5344CB8AC3E}">
        <p14:creationId xmlns:p14="http://schemas.microsoft.com/office/powerpoint/2010/main" val="366376552"/>
      </p:ext>
    </p:extLst>
  </p:cSld>
</p:sld>
</file>

<file path=ppt/slides/slide1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855210-092A-4D3C-83E8-736A6A010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오늘의 질문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17B9DB-B5F8-4730-9556-46C92E831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프로그램이 달라도 generate 계약은 하나로 둡니다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652A08-9C68-448D-892C-029D9396E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C0552E-E462-4490-9D90-11A143B0A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802A2C-3934-43A9-812C-88DA82D30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AB12A0-AE2D-4802-BE2F-1C447BAE7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170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1FA590-E998-41BF-9097-36404D875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특정 모델과 프로그램이 사라져도 이 실습의 핵심 계약은 그대로 실행되는가?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E3A083-1011-41C2-9DD9-FD524177B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66DA18-310C-4473-A80E-91EDA1FDE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선택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AC42B7-7210-4FDE-A062-3474E3184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4193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PC 사양과 UI 선호로 provider 결정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34644D-6EB0-4422-AE4F-2D4A2D062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6E8C87-CC9C-40EE-87C0-9EFFBB5DB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146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연결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377C7D-1EA1-4A92-88BE-0275CBE64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1051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health와 base URL을 확인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756936-57C0-4637-9283-66AE0B695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338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DC95BF-CE28-4128-8DCD-11595923D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004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변환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5CD518-FC4A-4A05-B765-FAD984784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7909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adapter가 요청·응답 차이를 흡수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76C2E2-FE3E-4AB1-80E2-379C82212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DAF85C-6AA2-4A4C-87FA-419BA9DEA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862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검증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45092B-664C-4528-B8C7-7692ECD70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4767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JSON parse와 schema를 순서대로 확인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31D64C-781D-4773-8442-5713517D6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054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65F5CD-3320-44FB-BFEC-4DC68351E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720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대체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B94C2B-1A61-4644-8009-8A5B04D1A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1625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연결 실패 시 fixture로 계속 진행</a:t>
            </a:r>
          </a:p>
        </p:txBody>
      </p:sp>
    </p:spTree>
    <p:extLst>
      <p:ext uri="{BB962C8B-B14F-4D97-AF65-F5344CB8AC3E}">
        <p14:creationId xmlns:p14="http://schemas.microsoft.com/office/powerpoint/2010/main" val="341483178"/>
      </p:ext>
    </p:extLst>
  </p:cSld>
</p:sld>
</file>

<file path=ppt/slides/slide1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1C58D7-3D64-4064-B7A1-CA286BE81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처음 보는 용어 · 한 장으로 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D95572-2575-4AD6-9D8F-26C27A9E8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모델을 교체하기 위한 네 가지 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352BA4-FED9-4AEF-9A0D-43F5D1900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DB17BC-5B04-4F17-90AE-629A1477A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BD7D03-DEE9-451B-BF43-B9A5113F8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7CD99A-C187-47B7-B464-3CEFBA88A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171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618846-4E84-48D0-84E2-CBD0D8009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0020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DBB8A1-AFA6-437E-9A12-00279B7CF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5F1D73-6540-47D8-8287-26C6D69AE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695450"/>
            <a:ext cx="421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쉽게 말하면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A5533F-1F69-4DE7-9EDE-1A3003EE2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69545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오늘 쓰는 곳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F7AD27-BAA6-41A2-8BBE-4A335A2BA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145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Local LLM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Model on My Computer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297A46-EEE8-43CF-BF7C-49F3091FC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1145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외부 API가 아니라 내 PC에서 실행되는 언어 모델이다.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9444E8-E34E-4DDD-9DE1-E59E59630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1145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Ollama에서 qwen3 계열 작은 모델을 실행한다.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C5FFD9-CA95-479C-AE7F-539213134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07C086-41B4-407F-9FF6-F90048A4E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BE7BCB-BC92-4784-94C5-F73FC4400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Provider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Model Access Method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2BA834-6768-4282-AB78-9BF93814E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9908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OpenAI·Anthropic·Ollama처럼 모델을 호출하는 서비스 또는 실행 방식이다.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B5FC07-8A2E-44E0-A903-40AF85548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908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local provider와 fixture provider를 같은 인터페이스로 부릅니다.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31BEE0-18D3-4E47-AA99-97DD174EE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FD8A92-8ED8-4A62-8AC2-872FA07E6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Adapter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Common Interface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B9C957-9F05-4362-A8C2-D8BC564FC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8671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서로 다른 Provider 호출 방식을 하나의 공통 함수로 감싸는 계층이다.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F021EF-ABCE-4834-8C24-518CB9265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671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generate(prompt) 함수 뒤에 Ollama·LM Studio·fixture를 숨깁니다.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C4FF66-ABD4-4565-B14A-46B400ED2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36A692-39C8-4286-8001-4D661553A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9EFF8D-DBB1-41B6-AC90-9911E87C2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Fallback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Alternative Path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D3585E-1228-4BF6-A678-246DAB13B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7434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주 경로가 실패했을 때 학습이나 업무를 계속할 대체 경로이다.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D39E3F6-269A-4D14-AFC0-457BB4D2B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7434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Local LLM이 없으면 고정 JSON fixture로 Schema·Graph 실습을 계속한다.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C281D2E-6CF3-4E9C-A7DA-ECB39320E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054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06927315"/>
      </p:ext>
    </p:extLst>
  </p:cSld>
</p:sld>
</file>

<file path=ppt/slides/slide1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4689B2-EB5D-4051-A960-EFE701C54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필수 목표는 “모델 설치 성공”이 아니다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DAD907-8BC4-4244-8125-02BF8DCA6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935FAF-D4CB-4DFA-911B-1332386F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C77DE4-B128-4944-995C-DE4C990BE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15:00-15:40 · LOCAL LLM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9DA571-6AC5-4BF5-9EEF-09C7445C4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172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5C5739-5B3D-4DEC-A832-BA074C9E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379489-9473-4568-B620-D17AC861D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8096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provider가 없어도 mock·fixture로 adapter 계약과 예외 처리를 완성한다.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b788318048440a">
            <a:extLst>
              <a:ext uri="{96DAC541-7B7A-43D3-8B79-37D633B846F1}">
                <asvg:svgBlip xmlns:asvg="http://schemas.microsoft.com/office/drawing/2016/SVG/main" r:embed="R5bf6a6480d93432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601200" y="1847850"/>
            <a:ext cx="1352550" cy="13525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847B48-290A-4824-B985-FE71FC819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C2E6A0-DA18-4F45-BFAC-670B2DB9D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mandatory: contract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AD7730-3F0C-49C8-A3F7-9C80993D6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44A85A-4D7F-409D-AB64-D59FA8C10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optional: local model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2D68B5-7922-41EB-8691-546FDE982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F2ACEC-E834-4FD8-8267-24ED01C36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no score penalty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87A3C1-5C6C-4955-BB0B-AB6723E85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86450"/>
            <a:ext cx="9906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FCE28C-116E-49D9-A1C6-8B6408695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531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무료 소프트웨어 실습의 조건  |  무료는 비용 0원이 아니라 선택권이 남아 있는 구조다.</a:t>
            </a:r>
          </a:p>
        </p:txBody>
      </p:sp>
    </p:spTree>
    <p:extLst>
      <p:ext uri="{BB962C8B-B14F-4D97-AF65-F5344CB8AC3E}">
        <p14:creationId xmlns:p14="http://schemas.microsoft.com/office/powerpoint/2010/main" val="17953277"/>
      </p:ext>
    </p:extLst>
  </p:cSld>
</p:sld>
</file>

<file path=ppt/slides/slide1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E9699E-4441-4945-905D-2630B4F85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Ollama는 CLI와 localhost API 경로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045B90-122D-4791-B79C-62D7AF3DB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D5712B-2CD7-4044-90E3-2DE020C61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3B6471-9E64-4B50-8D96-FE7DF227E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15:00-15:40 · LOCAL LLM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9718F7-C970-46F4-B6F4-8F5546A12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173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E83CFD-540C-4F48-AB04-8693A0656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모델 pull·serve·generate를 간단한 로컬 흐름으로 제공한다.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159D46-F83F-4DDF-A0DC-372A77BDB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C1E1C5-2D01-4265-A804-0C906D61A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ollama pull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FC105A-06A8-4A18-B3B6-572A01952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938C1F-C2FB-4094-B6A4-DE87C90B4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localhost:11434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8915A9-7A52-475C-8F28-52CB8D777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9D04A5-8DFB-4684-A2FD-23E72933B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API key 없음</a:t>
            </a:r>
          </a:p>
        </p:txBody>
      </p:sp>
    </p:spTree>
    <p:extLst>
      <p:ext uri="{BB962C8B-B14F-4D97-AF65-F5344CB8AC3E}">
        <p14:creationId xmlns:p14="http://schemas.microsoft.com/office/powerpoint/2010/main" val="141564357"/>
      </p:ext>
    </p:extLst>
  </p:cSld>
</p:sld>
</file>

<file path=ppt/slides/slide1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9B8D19-42B2-4C45-B701-7E2786331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LM Studio는 GUI와 OpenAI-compatible server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833932-3F19-411E-8BE4-CBD6AEBA7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0026B6-60E0-443F-999F-75317B643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0765F6-29D1-4839-821D-9B029BA59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15:00-15:40 · LOCAL LLM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035311-42A6-4DC5-B183-1FA01DF94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174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47E2CD-8750-40FE-BCDC-F26D84EBA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D4A02A-FEB3-45C1-ADC9-AC5A5478A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모델 관리와 local server를 화면으로 다루기 쉬운 대안이다.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767947-5224-420F-BE88-706F1CC37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438F8A-9290-4385-9C3F-E0E26FF09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download 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410AD4-5E04-430D-A189-6F97BC9BB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5AB360-62D7-45C3-8CF6-5C4AB737D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start server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FCA756-BFB6-4885-971F-423F0F8EC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8690E5-0AFF-40FF-B3B9-F8263BA39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base URL</a:t>
            </a:r>
          </a:p>
        </p:txBody>
      </p:sp>
    </p:spTree>
    <p:extLst>
      <p:ext uri="{BB962C8B-B14F-4D97-AF65-F5344CB8AC3E}">
        <p14:creationId xmlns:p14="http://schemas.microsoft.com/office/powerpoint/2010/main" val="1877795020"/>
      </p:ext>
    </p:extLst>
  </p:cSld>
</p:sld>
</file>

<file path=ppt/slides/slide1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BAD87D-38DC-4AF7-91CE-817D01DA1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Jan은 desktop local API 대안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BB0733-01AA-4503-8A68-76AB42583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B5DB5B-371A-4194-99FB-17D1B602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46CA35-A4C4-4A64-A00A-9189AB36D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15:00-15:40 · LOCAL LLM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A36D11-00B0-4840-9D05-518073193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175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C88059-152C-4BE8-9F41-660F98118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OpenAI-compatible endpoint를 통해 기존 client를 재사용할 수 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B2325B-F802-41A5-9D1D-E44A6AD4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829D4F-7025-4EEF-94DB-0C55A0E42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local server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AEFA8C-3155-4020-80A0-080189B81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86F4ED-AE08-4DAD-98FC-961A730A1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model selection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BDEA0D-6CC3-40C4-B4B3-463500557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D2E8CE-04AA-457A-9EB9-CF7F8277D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offline-oriented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1F6DF2-5C0E-4DEF-BD5F-0A3AD230F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7BD858-5EAB-4469-8A66-1C5203AAC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1049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무료 소프트웨어 실습의 조건  |  adapter가 없으면 모델 교체가 곧 프로젝트 재개발이 된다.</a:t>
            </a:r>
          </a:p>
        </p:txBody>
      </p:sp>
    </p:spTree>
    <p:extLst>
      <p:ext uri="{BB962C8B-B14F-4D97-AF65-F5344CB8AC3E}">
        <p14:creationId xmlns:p14="http://schemas.microsoft.com/office/powerpoint/2010/main" val="1555551605"/>
      </p:ext>
    </p:extLst>
  </p:cSld>
</p:sld>
</file>

<file path=ppt/slides/slide1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AD8236-3127-42FD-A46C-4649482C9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Provider adapter가 차이를 감춘다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ED4595-D3DD-43E0-B6DC-DEC5FA220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05FF70-FF08-4D7E-B27C-2527CD4D6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B2DF99-0CFB-473D-9234-A5C662FC8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15:00-15:40 · LOCAL LLM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D59CF4-7E61-445C-829D-917543B44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176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B606AD-D292-448D-9933-364FFF33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0C2203-752E-471A-8AC4-7D3014129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URL·인증·payload·response를 provider 내부로 모으고 앱에는 공통 result를 준다.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FA6D83-47F9-48CA-8F18-99765B922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06C331-2A3D-4F03-A7CD-8C6B7B32C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generate(prompt)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1996E4-3D5D-4DFB-B5E5-E3AD7AB19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C37E64-146E-480E-B105-B5AD01428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success data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ECB72A-E3BB-4599-BE8F-DFF3389B7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5903C7-9459-4197-A8B2-C3D1F068A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normalized error</a:t>
            </a:r>
          </a:p>
        </p:txBody>
      </p:sp>
    </p:spTree>
    <p:extLst>
      <p:ext uri="{BB962C8B-B14F-4D97-AF65-F5344CB8AC3E}">
        <p14:creationId xmlns:p14="http://schemas.microsoft.com/office/powerpoint/2010/main" val="743843133"/>
      </p:ext>
    </p:extLst>
  </p:cSld>
</p:sld>
</file>

<file path=ppt/slides/slide1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942655-79B5-4CB5-83CF-00606C6CC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OpenAI-compatible은 완전 동일을 뜻하지 않는다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F0A15B-A79B-4C81-B4E1-7F77E75B9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91A3E0-E295-4E32-A61B-926B5805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E308D5-C014-48B0-9C02-2706460D6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15:00-15:40 · LOCAL LLM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E176D5-9641-4ACF-ABFB-24D57D0AF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177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F423AD-23CA-44CA-B1B7-D58B9AD55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model name·지원 필드·tool calling·structured output 차이를 확인한다.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5972E3-9CBA-4730-B97D-59FDA05D6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CBC499-3CE5-41A1-B2F5-CB473CA3D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endpoint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9BCE1C-57B4-49CC-B407-FAC0F5C70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CC6A02-4FEC-408D-9FDF-7EB29B031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payload subset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491A36-84B4-48D1-B0C0-5A6286BF9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22AD8B-C5D9-4A42-B1B0-19472B60D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model capability</a:t>
            </a:r>
          </a:p>
        </p:txBody>
      </p:sp>
    </p:spTree>
    <p:extLst>
      <p:ext uri="{BB962C8B-B14F-4D97-AF65-F5344CB8AC3E}">
        <p14:creationId xmlns:p14="http://schemas.microsoft.com/office/powerpoint/2010/main" val="119838447"/>
      </p:ext>
    </p:extLst>
  </p:cSld>
</p:sld>
</file>

<file path=ppt/slides/slide1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CF0F6C-C469-41E8-B2D4-B61EF9FD4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작은 모델은 출력 계약을 더 엄격히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89C2BF-56B5-4A30-B4F1-22C120088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5C8F8D-0F3B-4E65-9B82-F5CC416FE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4D212C-5F1B-4FBB-8525-068B0B513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15:00-15:40 · LOCAL LLM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3B0208-8269-46E6-BB09-C8AFC79A6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178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5D1D94-BD3A-4BE3-9684-D1AA789E7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0A322F-E465-4CBF-A2DE-002D11A7F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JSON parse·schema validate·repair·human review를 별도 단계로 둔다.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3CD93B-2968-41A4-95C1-7232E7558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B78531-9C24-48CA-8E3A-49FA3A54B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extract JSON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A89E24-4DDC-47D7-AF30-C829C1053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01B892-C19E-40F5-A524-591EAE725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validate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A9B1D5-C36B-447C-991A-5B020C5EA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ECB96C-6D18-45F7-A6C9-E885E671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bounded repair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DD4FDC-8F43-4E48-B132-8E1E72E56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530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F2DA30-1B6E-4BE3-B328-2D2D48051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673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stop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F66C08-F1BF-4B15-98B9-385FE547B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86450"/>
            <a:ext cx="9906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6E7FB9-2C2D-4B38-89CD-44399091F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531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무료 소프트웨어 실습의 조건  |  local LLM은 정답이 아니라 데이터·비용·지연시간 사이의 선택지다.</a:t>
            </a:r>
          </a:p>
        </p:txBody>
      </p:sp>
    </p:spTree>
    <p:extLst>
      <p:ext uri="{BB962C8B-B14F-4D97-AF65-F5344CB8AC3E}">
        <p14:creationId xmlns:p14="http://schemas.microsoft.com/office/powerpoint/2010/main" val="565573909"/>
      </p:ext>
    </p:extLst>
  </p:cSld>
</p:sld>
</file>

<file path=ppt/slides/slide1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AED407-5092-4BE4-B92A-BDAF00A15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F0B63F-F4AE-44AA-BE37-EB2DD7FC9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로컬 provider 선택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8ACEDD-8FBF-4388-9FBC-E9DD935C5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259C79-D027-4CD4-AEF0-F3BF2A2EA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C39479-6F74-4ED8-9859-604EC7191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B38246-5218-43EE-91D9-47948D728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179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16F959-F3AC-4191-A111-A85E78179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0A04B4-4B1B-4EC0-9373-04A46ABD0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F67D91-6EE8-4563-BFFF-92A0A4196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CHECK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AC5F81-704C-473D-985E-A73C3548C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RAM·권한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A8B015-CDC4-4C03-8D67-7ED479A88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4DA88B-3382-455E-AEFB-021F971F5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86E49D-94E5-46D4-92D2-5A3EE016D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CHOOSE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024A2A-897A-492C-8F9C-02032A1C5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Ollama·GUI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3C3DCD-E3DF-4AE2-B498-D086BFDE4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51B547-02D7-4DF6-AB36-234EB664A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E6A550-62CB-4641-9A96-5E8D5C91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VERIFY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E8CE8B-2A6C-4BE0-9CDA-DEF2DDD2B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health·model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2567B8-53BC-422B-B485-77987342B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C38060-8946-442F-88AF-32D35C1D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172A1D-3CA8-40D6-A387-2158427C3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FALLBACK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2FA50F-5919-4C6E-A28F-ED4B43B36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fixture</a:t>
            </a:r>
          </a:p>
        </p:txBody>
      </p:sp>
    </p:spTree>
    <p:extLst>
      <p:ext uri="{BB962C8B-B14F-4D97-AF65-F5344CB8AC3E}">
        <p14:creationId xmlns:p14="http://schemas.microsoft.com/office/powerpoint/2010/main" val="1612680332"/>
      </p:ext>
    </p:extLst>
  </p:cSld>
</p:sld>
</file>

<file path=ppt/slides/slide1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72B779-E55D-4851-8E12-CC2E1279B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26B173-1AFC-4A67-9B81-5E596A4ED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Ollama 최소 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EDCBE9-1DF1-4A44-BBE6-00186AD6D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983E53-C9C0-486D-8A25-8F2AA29F0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F10C6D-DC32-4873-9CDB-645323E25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F35B8D-A0C7-499D-ADF2-480E7ABEA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180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7A08FA-2696-461F-864B-752B3AF55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35E596-32F2-46E4-BDF0-43BC5BEE3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C958A0-2A58-456C-8300-F97B33083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INSTALL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B11EE9-1BA2-4821-B269-476440E91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공식 배포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336173-E6B4-4476-B4D3-9DF514F44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45190F-6D82-4D99-98F2-F069F1AAF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380BAC-F9AD-48CC-9E08-624E1F1CC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PULL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0A0117-153A-40F9-92B2-E418CA3E8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작은 모델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5805AF-8F3B-461D-AE9D-374BAA8A1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D115F1-031C-482A-B15E-7E098C3DD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997BFF-FFE1-484B-A182-E71962168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LIST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9E02F8-BA30-45B5-AF6B-431FA0F3E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model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16295C-1B53-468B-A063-D687ACDCC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EED12F-AE1F-4AB0-B56D-578B0F838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123AC0-5FAF-4E34-BAB3-6F49383D3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GENERATE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3CC8E7-AFAB-4C1B-AC54-510A3022C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API 호출</a:t>
            </a:r>
          </a:p>
        </p:txBody>
      </p:sp>
    </p:spTree>
    <p:extLst>
      <p:ext uri="{BB962C8B-B14F-4D97-AF65-F5344CB8AC3E}">
        <p14:creationId xmlns:p14="http://schemas.microsoft.com/office/powerpoint/2010/main" val="834739936"/>
      </p:ext>
    </p:extLst>
  </p:cSld>
</p:sld>
</file>

<file path=ppt/slides/slide1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01C2D4-9684-468D-87DB-6D0896DD7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F0CB43-3EAE-46C9-9516-905DA241B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Adapter 네 단계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6E161C-1430-46D2-9461-3670F060F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8AC60F-1C57-4CD3-841A-192998536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DB1DB6-901A-4274-B984-C83DD01A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715F85-EBD4-4E79-93D6-249883630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181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C6EF08-6A82-42B5-8F6F-5017B1E96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ADF3D7-FBB2-4A53-967E-8EA9E212E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DACC7D-9738-4A51-B745-ED37667FF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INPUT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7008A3-4EF4-47B9-8787-D4FAD2C42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공통 prompt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BEA8CA-5544-45DD-9DF8-1BF323627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F50CAD-1DA4-40BF-9986-6FB8DDE80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6F7A8B-AA90-4F86-A21C-7024B2A51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MAP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DAA442-17C5-4C22-94CD-CB6A71430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provider payload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C43E17-8B30-43DA-9BBC-2C7E7A427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9EAD59-7563-4F9D-AB6C-7638A6C35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3AE560-58E8-4380-BEDE-6859AEFEB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CALL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BA156A-FA33-41FE-B632-AA009D6B7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timeout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F72347-8B2A-49CA-B53A-F43F8976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6453EA-F2C6-431D-A097-C2AFAC584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CB460A-4019-4392-9000-0CA36F24A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NORMALIZE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53AB78-57E9-4CDC-BF1D-52E659F29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공통 result</a:t>
            </a:r>
          </a:p>
        </p:txBody>
      </p:sp>
    </p:spTree>
    <p:extLst>
      <p:ext uri="{BB962C8B-B14F-4D97-AF65-F5344CB8AC3E}">
        <p14:creationId xmlns:p14="http://schemas.microsoft.com/office/powerpoint/2010/main" val="1698636136"/>
      </p:ext>
    </p:extLst>
  </p:cSld>
</p:sld>
</file>

<file path=ppt/slides/slide1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9FC9AC-FE1A-4DFE-8DAA-22F3DC7DB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09B51B-1C60-4B74-80E9-8723A240D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Structured output 처리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38774F-80D1-4302-B10C-73CCE4F6D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DA54C3-AA38-41F9-860A-21C6B8D8D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87A17A-5AAF-4E8D-8DF2-9AC2F72FD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619D00-0722-4FC3-B58F-ADB3C0AE7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182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2894FD-0AA9-4492-AD10-1B4911FB4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AEA997-D9D9-49C4-AF0D-B9017C140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E28C7B-4E14-4939-9ED2-B12AEBED1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RAW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389E3D-4F66-4FAB-81B0-E59A0FDE0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원문 보존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10AE0E-4628-44C2-88B4-2D09334A6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9811B1-3183-47A0-A67B-DA25603B3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0C77A3-7176-453E-A273-8ACC7E841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PARSE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3E2FC4-408A-46CA-AD31-04AE0A237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JSON 추출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C38111-7695-4223-81BA-011203F7D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3AA7FB-034C-47A9-9815-93D5488B7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B69BE1-11AC-4515-B9AD-345BCE69B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VALIDATE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68B74B-721B-4ED0-B31C-CF19FD5C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schema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195B41-233E-499A-A13F-313CA7295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67A76A-4BEF-4C0F-AC1A-AD9BF2A71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928C70-BA37-4803-9155-47A4BABD3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REVIEW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CD11FF-1DEC-4D2C-B799-6AD716780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repair·human</a:t>
            </a:r>
          </a:p>
        </p:txBody>
      </p:sp>
    </p:spTree>
    <p:extLst>
      <p:ext uri="{BB962C8B-B14F-4D97-AF65-F5344CB8AC3E}">
        <p14:creationId xmlns:p14="http://schemas.microsoft.com/office/powerpoint/2010/main" val="1996454467"/>
      </p:ext>
    </p:extLst>
  </p:cSld>
</p:sld>
</file>

<file path=ppt/slides/slide1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AB2D0C-D95E-4E04-AD7C-F1EA181D0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060CDB-1570-42BA-94C3-DF6D15306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모델 오류 분류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F80B7F-8EB9-463C-AAF3-CEB56F0F4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3BA684-3F85-429E-BE11-EFB2228CB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F31BDB-DE05-4878-8444-339D7E4A4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2248A9-70B3-4EF6-83F4-3A4A3CF10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183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FA3727-E0C5-4E89-B50A-C85B20E79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D7CCFB-7556-4487-9AAF-268ED4F71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C592E1-997C-4BD0-9A44-7DC67B8A0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CONNECT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F2B404-A7B9-4726-88CE-FC62FA995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서버 없음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5D6C59-1809-414E-AB17-8A2148D7F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A7D3DC-D9A2-4503-A2A8-F5974488D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9AF699-318D-425B-B718-DA439EF7F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MODEL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D4D5A5-E2FC-48FE-81FE-B5126DF2C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tag 없음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1D17D1-2D52-4A41-9C37-AB285C719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637CB6-E98D-4842-8CA4-30616C916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DAB653-42C0-4BC9-BF79-5F6EC5455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FORMAT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3DC47D-38DC-4AED-A74A-81A86B760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JSON 깨짐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1CC5E8-9BA3-4BBF-9826-4A05B9B58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2604BC-A3E9-4C01-8E03-9E8C228AA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7758D8-0CDD-45F9-801D-334BDDB24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QUALITY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4F46BC-889F-4C12-A177-167A5F79E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근거 누락</a:t>
            </a:r>
          </a:p>
        </p:txBody>
      </p:sp>
    </p:spTree>
    <p:extLst>
      <p:ext uri="{BB962C8B-B14F-4D97-AF65-F5344CB8AC3E}">
        <p14:creationId xmlns:p14="http://schemas.microsoft.com/office/powerpoint/2010/main" val="1937481152"/>
      </p:ext>
    </p:extLst>
  </p:cSld>
</p:sld>
</file>

<file path=ppt/slides/slide1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FB6890E-D26D-4541-BAB2-DC29A3F24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도구 선택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355D06-5EE7-4341-91B8-954A19E98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세 프로그램의 차이는 화면에서, 공통점은 adapter에서 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105039-2C97-4EBE-A205-28A303E78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1C4166-0BA7-43EE-99CD-34D75C042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E36FCA-BC4F-441C-9B7E-8A24FF30F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1781BC-E1C8-4EF5-AB30-5D873D6DC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184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0D1729-BB29-4EAB-9612-1C79B2EF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1057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Ollama → model tag → LM Studio server → Jan API server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F44814-7737-445F-AF77-C4DD77620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3835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1EA6FF-849A-4FA1-88D1-05FE32C11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도구·서비스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01C3C3-2DF7-465C-A8B8-0B2E15926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133600"/>
            <a:ext cx="186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도메인·역할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8B42D6-9A52-4DDD-9266-753FB0DF4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33600"/>
            <a:ext cx="3676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이번 강의에서 쓰는 이유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F98D63-4851-41AA-930E-782E4BEEF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3360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유사 도구와의 차이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322442-B759-4D86-B6CD-5CCB69295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241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Ollama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A15F75-50E8-4147-A1B0-5706C585F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241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CLI·localhost API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437B9B-8646-48DB-86B6-EF2628947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241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명령 몇 줄로 local model과 API를 함께 실습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8128CA-5EA4-4082-9F9A-2F9A379B5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241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GUI보다 단순하고 자동화에 유리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F9AE19-4CA9-4267-ADAA-CFACF9F8C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0724F0-FC11-4ACD-B702-49AC7357D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0"/>
            <a:ext cx="10553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BA9C1B-1CCD-43B3-9826-19F6E3BE2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242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LM Studio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A6D29D-975E-46C4-BEE2-5802918E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3242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GUI·Local Server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6A71BF-82BA-463E-A395-3F0438F92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3242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모델 탐색과 server 상태를 화면으로 확인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045289-D8CE-4C31-93B9-35EB58B8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3242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초심자 친화적이나 GUI 조작이 필요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9C347E4-B205-4915-9DED-4093FC9E5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386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63D51C-C0E2-4549-8317-AE8149283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243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Jan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7B411CD-5A94-4856-B46B-87EB5FCA5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243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Desktop Local API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D5C32A5-0703-46EF-AD06-5BD961ABB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1243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OpenAI-compatible 대체 경로를 하나 더 확보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FC8B7A-C285-4814-AAD5-C90934151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1243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생태계·문서 범위는 도구별 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9F551D8-F183-43C0-9CE9-BCB630330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387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DDA7F88-4EBF-43E7-9A55-1DCA900F4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38700"/>
            <a:ext cx="10553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D61AAB-513D-4C17-9D91-2AB134536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244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Fixture Provider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42CE9DA-25B6-4071-85FD-1FB2F3B85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9244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설치 없는 고정 응답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C7178CB-71A7-4DD1-8FFA-60D6AD01D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9244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모델 설치가 실패해도 Schema·Graph 실습 지속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F2D4D0-291E-4899-BDCD-105634705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244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생성 품질은 평가할 수 없는 복구 경로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F97D78C-6EEE-494B-9DC8-4DA9060F9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388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382490287"/>
      </p:ext>
    </p:extLst>
  </p:cSld>
</p:sld>
</file>

<file path=ppt/slides/slide1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DD87BA-BC39-4DB5-911C-C4B3CA61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실행 화면 1/4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31815D-D8DA-4D12-BC99-4FBDFA4E5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Ollama 다운로드 · OS별 설치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92CDE9-4FCD-4949-BEAA-A5986E442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8EA418-042F-408F-8726-9F713ED0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D39476-9BF1-4EFC-AEC4-2841FF530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9F85EC-22AF-47FF-B447-B8F800F87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185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B076E8-E5F2-46DA-AFD5-2BE58F0DF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396800-337A-42BA-8B92-80384A5A9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F45272-D5BC-405C-8169-1C5EFC2B5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공식 설치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2F6E1B-2E25-4499-8A2C-97CF046F2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ED9AA2-E01F-4140-80E3-71453BF17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OS 지원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98382E-E19B-4C08-8320-923F81044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94DB00-18B1-43C7-9C7E-E5A03D46A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회사 PC 권한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4DEC95-AF7F-4927-BBC9-6617B1ECD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6DB67C-029B-4D0A-8C7C-2D7801197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수업 전 미리 다운로드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00D2B5-72F1-4CDB-9397-08B5CAA9B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880d0ae8d246c4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F551AA-6B5D-4DE3-84EB-62708AE07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Ollama Download 공식 화면</a:t>
            </a:r>
          </a:p>
        </p:txBody>
      </p:sp>
    </p:spTree>
    <p:extLst>
      <p:ext uri="{BB962C8B-B14F-4D97-AF65-F5344CB8AC3E}">
        <p14:creationId xmlns:p14="http://schemas.microsoft.com/office/powerpoint/2010/main" val="748985883"/>
      </p:ext>
    </p:extLst>
  </p:cSld>
</p:sld>
</file>

<file path=ppt/slides/slide1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99D2F2-E2C9-4F4E-9814-6C2BD4BCD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실행 화면 2/4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489C04-9649-4995-B645-EA1151909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Qwen3 model library · tag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2619DE-95BC-4E13-AEC3-6CC464F06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3EA1A7-B271-4AA3-A88B-BD071AB36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A652E0-BF4B-45C7-8248-E25EA7522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D7A3B1-6646-4CDA-B53A-2697F3961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186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73080B-70FB-4287-83E3-43B007453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E7DAF5-4B40-447F-A55B-DA8E86926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7672D9-4329-499B-A777-1A3C45EA6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모델 tag를 그대로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989FD3-3224-4A45-A41F-4A95BE236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ECFBE4-966E-4446-B4A1-929A3D4C2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크기·RAM 고려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223A86-A570-4904-B378-497F0B5EF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7C37BE-A5FA-4E70-8267-2A6C5EA1D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한 모델만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E5B97A-3C55-4BAD-BB98-6CD4364B5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C20E2D-9547-48F3-8193-E2592FAE5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강의 직전 tag 재확인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DB9F21-4A17-4C71-9BB1-E975E4464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bbae6fd5564b5c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E31E82-36AD-4E9D-947F-186F11DA8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Ollama Qwen3 model library 화면</a:t>
            </a:r>
          </a:p>
        </p:txBody>
      </p:sp>
    </p:spTree>
    <p:extLst>
      <p:ext uri="{BB962C8B-B14F-4D97-AF65-F5344CB8AC3E}">
        <p14:creationId xmlns:p14="http://schemas.microsoft.com/office/powerpoint/2010/main" val="907539345"/>
      </p:ext>
    </p:extLst>
  </p:cSld>
</p:sld>
</file>

<file path=ppt/slides/slide1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B47F83-C30A-41BB-9209-77D2E044D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실행 화면 3/4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764102-982C-4780-94F7-C91495097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LM Studio · Local LLM API server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B3D638-2CA2-4498-9DB7-CA6FEA3F9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084395-8B18-48AF-A37D-F77FCA4E5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3A575E-CF63-4D2D-B07E-258CD05A5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8D1280-536F-4C2F-BEE4-7ED580E48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187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688309-62DE-4D75-AFA9-D3C713170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2E021E-6894-41A0-BA05-51AF9BDFD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9325B5-AAC8-4CE0-A823-45AC86D5C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GUI 모델 관리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A51A48-7982-4653-A03C-A23127AEA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534073-0F10-4860-BBD9-31B407480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server start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7DEF3E-8FA7-4CE2-AB86-1F0963BE0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B52971-3FB1-47C7-928E-E23A00F9C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localhost endpoint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0A26B2-0ACF-474D-9604-DEDC73620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A7E1CF-803B-43AC-84B6-BA4F3FC32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OpenAI-compatible 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DFCA95-41E5-479C-AF2A-3D9D547C5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6d64834c5c4310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61F869-67CD-4293-BD65-A9F055CCB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LM Studio local server 공식 문서</a:t>
            </a:r>
          </a:p>
        </p:txBody>
      </p:sp>
    </p:spTree>
    <p:extLst>
      <p:ext uri="{BB962C8B-B14F-4D97-AF65-F5344CB8AC3E}">
        <p14:creationId xmlns:p14="http://schemas.microsoft.com/office/powerpoint/2010/main" val="1090627766"/>
      </p:ext>
    </p:extLst>
  </p:cSld>
</p:sld>
</file>

<file path=ppt/slides/slide1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8CD9BE-62FC-469B-A34C-C0EBC8CF3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실행 화면 4/4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C7DA87-1733-4179-8604-E599802CC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Jan · Local API Server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1D6D4D-6CDF-42A4-9747-41DF8A270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E1A965-B932-4AF2-B977-03A75B8CA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ABA77D-EC13-4C00-A122-1F2434B28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37D4B5-679B-4598-8D28-419AE5B2F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188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E028E5-0C2B-486E-B8AE-E021A7827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8C3204-8A98-4189-AEA8-8F2EFB87F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107EFC-EE90-4AAA-B088-0431C814D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desktop 대안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6512C5-8FE7-4D56-9618-205424495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3CC947-5416-4B79-A2AF-252AD4FBC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server 상태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1BCDB5-47E0-4A1A-84E2-AFEF220E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994E2C-E2FB-4312-ABCB-9E6355C30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model selection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5748CD-2550-4AF4-BC8D-A693D5006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73DE3F-0B5A-4FA5-ABE6-A522558F9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공통 adapter 연결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A4C7E1-F429-44AE-9D22-1C57803DD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15c85d5324498e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7F1942-6501-4552-AB73-9A2FF8654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Jan Local API Server 공식 문서</a:t>
            </a:r>
          </a:p>
        </p:txBody>
      </p:sp>
    </p:spTree>
    <p:extLst>
      <p:ext uri="{BB962C8B-B14F-4D97-AF65-F5344CB8AC3E}">
        <p14:creationId xmlns:p14="http://schemas.microsoft.com/office/powerpoint/2010/main" val="103391458"/>
      </p:ext>
    </p:extLst>
  </p:cSld>
</p:sld>
</file>

<file path=ppt/slides/slide1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B7E529-173C-406A-AD8E-D17CD2057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A76838-79B9-43B8-8FC6-5C8C63217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Ollama generate payload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8A0273-EC3F-431D-AA03-4468F586C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0E10E2-23FC-4AEE-B6CA-DC35916AF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10EFE1-3B73-4926-8D62-27775DEC7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6945FF-9A9E-44AF-8585-854F9DA30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189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2765C0-CDC1-4A52-9C52-29202BF8D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7FDFFB-B34A-4B34-9CD3-F33690A5D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FD6768-C7CD-47A0-9492-DB3068B94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localhost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EB1EA6-6DC8-41EA-B4BC-15FD643FB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5436DE-FDD0-4FF5-A347-D21E593B5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model tag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A137E6-AAA4-4461-899D-AE286353E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CE6BE6-0028-49C7-97A4-011277004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stream 단순화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D2F4F6-905F-4DA4-ABA5-F967053D8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646BE2-D0D4-4F5B-89AC-5B1BEAE40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timeout 필수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5B7D68-830B-47BB-B156-4714AF28E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C5927C-CF9F-4C0C-B784-39C8EC6EA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E12921-C64F-4AD9-8F24-9191D1A06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payload = {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"model": "qwen3:4b",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"prompt": prompt,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"stream": False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}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POST http://localhost:11434/api/generate</a:t>
            </a:r>
          </a:p>
        </p:txBody>
      </p:sp>
    </p:spTree>
    <p:extLst>
      <p:ext uri="{BB962C8B-B14F-4D97-AF65-F5344CB8AC3E}">
        <p14:creationId xmlns:p14="http://schemas.microsoft.com/office/powerpoint/2010/main" val="584787915"/>
      </p:ext>
    </p:extLst>
  </p:cSld>
</p:sld>
</file>

<file path=ppt/slides/slide1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447A32-2718-4EC3-A5EB-6FDE2DFA2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A1F60D-D02A-45E9-A648-B85CEC078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연결 실패도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A7AC0C-2F51-4B1D-9A89-712CC4F1E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E11489-5902-46BD-AC15-0F1A43F21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A8385A-26E3-4D18-9A4C-A2FD30B32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83FA02-1D31-418D-B5E2-EF551C267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190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0DA062-2BBF-4FF9-BDD2-445E1D2A7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BF12F6-EE8E-4208-A548-9DBA70970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2C0027-376F-4387-95DC-62588550B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exception 밖으로 누출 금지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57F774-2748-4543-B359-7ADFA7168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C3791F-3269-4662-887D-169102FA9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안정된 코드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D95ACC-4458-4E98-B4F5-D036A2C2F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9A7F8C-3E4A-4F68-8F13-4F996E5ED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상세 원인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8D5822-5D83-413A-B8FB-ABCD87324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0E2E1D-81CE-4030-B492-42FB15F27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fallback 선택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21B00D-6A7E-43D9-8292-807F05C41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CAAA10-D277-4573-8A50-FB08380F4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E368F5-59F3-4A66-8322-77AFF6F27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try: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data = post_json(url, payload, timeout=60)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return {"ok": True, "data": data}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except URLError as exc: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return {"ok": False,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        "error_code": "OLLAMA_UNAVAILABLE",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        "detail": str(exc)}</a:t>
            </a:r>
          </a:p>
        </p:txBody>
      </p:sp>
    </p:spTree>
    <p:extLst>
      <p:ext uri="{BB962C8B-B14F-4D97-AF65-F5344CB8AC3E}">
        <p14:creationId xmlns:p14="http://schemas.microsoft.com/office/powerpoint/2010/main" val="1385237484"/>
      </p:ext>
    </p:extLst>
  </p:cSld>
</p:sld>
</file>

<file path=ppt/slides/slide1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932E41-9EC3-4A8C-9E19-525658907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A32AED-37B8-4841-A7E5-5CAF82299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공통 Provider protocol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C9BA7B-D14D-47DE-82F7-4C9170ED9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44BD93-2779-468C-8DD4-E81257DE3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8356B3-7C39-47EA-933F-F34E4D066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80EFF7-2161-4028-80B1-6C4F6996F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191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311C65-B5D2-4B69-923D-38CB66274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47D1B4-B146-43B4-86C2-799E38BFC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3C07C8-45CE-48BD-8B08-0CBEA9527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앱과 provider 분리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E98150-247A-4692-B6F1-4E6705F8F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541791-C7D6-467D-A6F0-6CEA10A1D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같은 입력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3327AC-19E3-471F-95B2-F90558C13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063D8A-96CE-4DFB-919F-0A22DF1C3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같은 result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224F0F-1C95-441C-A5D1-A291166A1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D0CACA-FB7D-419B-8ED5-E59C238BE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test double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1B8DD7-63BA-4D13-84F6-DA5ABCD0C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B3F567-27FF-4040-AC91-A52EDDC65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4DD3D9-E0F0-4FBD-86FD-1B88F1E18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class Provider(Protocol):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def generate(self, prompt: str) -&gt; ModelResult: ...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providers = {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"fixture": FixtureProvider(),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"ollama": OllamaProvider()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271718518"/>
      </p:ext>
    </p:extLst>
  </p:cSld>
</p:sld>
</file>

<file path=ppt/slides/slide1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1E9025-0322-4834-9FC9-D4637EFF2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4EE3EA-D3DD-4D48-8363-A0F6C5418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JSON parse와 schema validate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8BCD40-D29A-4AEA-B277-243F8D0AA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CA11D7-1FFB-4576-B6D4-8323932E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86DDA3-9FD7-4CAD-A392-321EF7791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28CE11-49B3-48DB-9159-0468E9056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192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643290-A4CC-443E-A2B0-E4FF8CC47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259C42-7F93-4918-A591-F9754BB74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35E195-E7DE-4F9D-81E8-18475AF0D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raw 보존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047629-86BD-4B4B-B106-13EA62A86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B1B7BC-B459-49F7-A749-B4210F6FE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parse 단계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BD0928-ACF8-4CBD-9EDB-89589CBB1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010F4C-1AB6-4EF2-B527-F1AECF11A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typed validate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C2FE28-C50C-4AB1-B9D3-67F5611F9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F4E67A-2685-4A12-A2D2-3F933892E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근거 정책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D6E525-9252-46DE-A6F2-996BF02FB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1D04AC-BF57-402C-A705-1C4B66184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1C07B4-41AB-4976-A6BE-7A087EC3D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raw = provider.generate(prompt)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parsed = extract_json(raw.text)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result = MeetingResult.model_validate(parsed)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if missing_evidence(result):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return NEEDS_REVIEW</a:t>
            </a:r>
          </a:p>
        </p:txBody>
      </p:sp>
    </p:spTree>
    <p:extLst>
      <p:ext uri="{BB962C8B-B14F-4D97-AF65-F5344CB8AC3E}">
        <p14:creationId xmlns:p14="http://schemas.microsoft.com/office/powerpoint/2010/main" val="1043855438"/>
      </p:ext>
    </p:extLst>
  </p:cSld>
</p:sld>
</file>

<file path=ppt/slides/slide1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8EF049-0C82-4EF2-8A3A-3EC6DDC69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0BE3B8-713D-498C-A2AA-D9015FF2A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bounded repair · 한 번만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3C149C-F680-4B80-BD33-2CD1745DA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55B7A2-815D-44C1-86F4-2662C7DCE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BA6219-E8F2-4FFE-AD0C-4165E1293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19AFA8-53C4-4A36-A57C-96D30E35D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193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95860E-8E8F-4F5A-BF78-2FD31D125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78BA8A-4CD5-4FDF-BB1C-85F08B6AC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E92E38-DB8F-437E-9854-411EC31A3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무한 repair 금지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DF29D6-BECE-4B13-88DB-3CFE607A5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D3BE98-DFB9-457B-8530-4F743FA54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오류 정보 제공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51473B-27B6-465B-89C6-CD6A2C0D9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76B79B-3B2D-400D-84A2-2036715EB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최대 횟수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4D7CCD-9953-471D-867C-8D0B44A2A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B1AB59-FF0E-4B9E-8C67-9972D35F2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사람 검토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C0B744-3F73-4FAE-ABBB-E39473188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BDFAAF-F707-4A73-82E1-639857E37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377ECD-7870-4731-8D6B-66195ACD0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for attempt in range(2):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try: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    return validate(parse(text))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except SchemaError as err: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    if attempt == 1: break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    text = provider.generate(repair_prompt(err, text))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return NEEDS_REVIEW</a:t>
            </a:r>
          </a:p>
        </p:txBody>
      </p:sp>
    </p:spTree>
    <p:extLst>
      <p:ext uri="{BB962C8B-B14F-4D97-AF65-F5344CB8AC3E}">
        <p14:creationId xmlns:p14="http://schemas.microsoft.com/office/powerpoint/2010/main" val="1748174394"/>
      </p:ext>
    </p:extLst>
  </p:cSld>
</p:sld>
</file>

<file path=ppt/slides/slide1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CAED00D-B519-421C-A83A-93D75172E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FE9366-A3D2-4669-B60D-E9398759F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소프트웨어 실습 1 · Ollama health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D7911A-FBFD-419D-A7D2-CF4FEEA69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FB82CF-B6ED-4BAD-92A6-011B7C888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175112-DC27-4881-914B-EDECE95B4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0E0F81-1837-431B-882F-3F5217C25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194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2BDCC6-5ABB-4733-9297-89D184F80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07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F55E4C-9867-461E-B3AE-E2CCACB8F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6CA249-10DF-4CB7-A435-4C14E8F41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0196BC-860C-44CF-89A1-8A957310B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91AF6B-B05B-4C5C-AA8A-028924EA7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23ACC2-2748-4746-85CC-D0F41B888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ollama list를 실행한다.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A6CEB4-BFC6-491A-9D93-9C7A188CB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F90F9A-3E24-4EED-B96A-07E8126FF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C99370-08E4-41C5-85AC-6E7B00062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서버 연결 여부를 확인한다.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6F7202-F31F-4A81-A7DD-4CCE99971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16265B-79EF-4FA9-A291-C72F56182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D304F8-946D-4D65-ADC6-1A49071BA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모델이 없으면 설치를 강행하지 않는다.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BD2DA5-1427-4B06-9FA7-248C0DC49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2AAC0B-8B91-4290-8149-1024021FE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7E29FF-3ED7-4472-A1B9-CC01AD9A8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fixture lane을 선택해 기록한다.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C40577-D4EC-49E8-AD04-6ECC247C7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63883F-2033-4DE5-9770-71252D942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6925DB-C8F1-47BB-A597-F5D860D9C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완료 증거  |  provider 상태 1줄</a:t>
            </a:r>
          </a:p>
        </p:txBody>
      </p:sp>
    </p:spTree>
    <p:extLst>
      <p:ext uri="{BB962C8B-B14F-4D97-AF65-F5344CB8AC3E}">
        <p14:creationId xmlns:p14="http://schemas.microsoft.com/office/powerpoint/2010/main" val="1808364922"/>
      </p:ext>
    </p:extLst>
  </p:cSld>
</p:sld>
</file>

<file path=ppt/slides/slide1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9DA808D-FDB3-4397-A42C-43A33A4A4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731DAB-24F7-410C-B0DF-901CBBE93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소프트웨어 실습 2 · LCEL Provider 호출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3CD65C-6C4A-4E76-AC0F-41F623D2D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F1980C-C7B2-445B-B654-D5C712131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AC9366-7F43-41C3-B388-FD199FFC3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EA03DA-8925-4778-8905-CB3D5082A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195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330761-F985-4A93-AD41-C934B9AB4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10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703E2C-348D-413B-AD17-AAED83543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2C9CE7-8837-4D03-A246-303A09B5C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131DC1-5181-4A77-BD62-70698D9F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3B97E2-85F5-4366-B4B0-B277C746B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A20703-6FEF-4B26-B30F-4498E40B9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langchain_lab.py를 fixture로 실행한다.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484D1A-C5E0-4EC1-ABC4-66978CF70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E67514-11C7-4DF9-84C6-6B1ECAD8A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C0A9C4-3A25-4544-AA2B-FFF92E4F6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Ollama가 있으면 provider만 바꿔 다시 실행한다.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BD4D8C-EEA4-4171-872B-AF8772D0D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210F3A-A611-4A8F-AB79-B8CEFCF12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EBC453-10A4-48E3-9E8E-8AC8C5233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성공이면 typed output을 확인한다.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1284ED-97F6-4966-A0BF-AB4B24A45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378622-0F18-4D5C-8103-5F82828C5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091EDB-B79C-4DC8-A105-E28239EC8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실패면 fallback_reason을 확인한다.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94F459-8DD4-4013-BB1F-CC585B47F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EF1374-BA8B-4C78-9817-E904FB439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68B8D1-EB0C-4CBC-B6BF-893421A2D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완료 증거  |  성공/예상 실패 result 1건</a:t>
            </a:r>
          </a:p>
        </p:txBody>
      </p:sp>
    </p:spTree>
    <p:extLst>
      <p:ext uri="{BB962C8B-B14F-4D97-AF65-F5344CB8AC3E}">
        <p14:creationId xmlns:p14="http://schemas.microsoft.com/office/powerpoint/2010/main" val="215290654"/>
      </p:ext>
    </p:extLst>
  </p:cSld>
</p:sld>
</file>

<file path=ppt/slides/slide1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120DFE-B071-4DCB-AB92-5439C7E47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A0B7FA-6A67-4F5F-A478-C0D0D8CF1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실행 확인 1 · 공통 contract 비교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6D39C5-E455-49F5-8478-8DEEE2B26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1B9549-7DE2-449D-833D-6670E51CA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CEE93C-F89C-45B6-86F8-ADF2CF3F7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EE8881-CD66-4F57-9282-33A428C32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196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8C092E-A3C9-4BD1-9773-B56EE2849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07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E9C57D-CF90-4606-9A1D-C2004181D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CF11A1-C897-4B22-8BEB-6B0D08745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84E56D-2408-4FDE-8602-D1049BE89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745166-9CC3-47E8-B60B-67FE74167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F3D01C-A270-4561-823E-CA3972A2F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fixture result 필드를 적는다.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BECEED-B712-42F9-9769-523E70257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326856-57DE-47F9-9B09-FAFDE7CDB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B9DD2F-BD99-42DE-9A27-5F108EF16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local result 필드를 적는다.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6AAB94-17FB-4F66-AA76-CD1AA7DB6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DA873F-D95E-46F9-A1DF-0D2C0A38E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47F971-9D1E-4C85-A18C-0604364A3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공통 필드와 provider 전용 필드를 구분한다.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3F96CA-AF22-44DB-BA9C-430568158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D12C6C-C4A4-4959-A826-325F43E3C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523B8A-6241-4BCC-8533-576C627DB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downstream이 볼 필드를 정한다.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F3F3D8-298D-4DC9-AC93-AD20D50BA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7FEB6E-4549-4F3D-8AA9-3745F7695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A18085-6419-4C8A-949E-9A40266F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완료 증거  |  provider 비교표</a:t>
            </a:r>
          </a:p>
        </p:txBody>
      </p:sp>
    </p:spTree>
    <p:extLst>
      <p:ext uri="{BB962C8B-B14F-4D97-AF65-F5344CB8AC3E}">
        <p14:creationId xmlns:p14="http://schemas.microsoft.com/office/powerpoint/2010/main" val="1849756689"/>
      </p:ext>
    </p:extLst>
  </p:cSld>
</p:sld>
</file>

<file path=ppt/slides/slide1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BEFC4E-6FA4-43BA-893D-24F978766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2AE2EF-46E9-4F72-9385-AA0C06DE2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소프트웨어 실습 3 · 깨진 JSON 복구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94D486-8828-4444-8614-445A07CE5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719CBE-148F-42BD-90A8-8A31CB0D2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A13F1E-A197-430E-872A-F2A51EA98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CB4927-17DF-494E-8EEF-A1727A8EC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197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3032CB-FD84-4928-8B9F-A1B585834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396DC8-F503-4CA6-8AE4-96E60E9B3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A2885A-3C84-47F4-9550-0C0D3A164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BC2DD2-27D0-49F2-8CC6-E94422DCD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EF4C34-17AE-4C94-BC15-7B7914E27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BF2D35-D4B8-45D0-9DAF-75B054E6C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마지막 괄호가 없는 fixture를 넣는다.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DA3395-3E11-409C-9184-7E8FA4E72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2D1EAE-F989-442F-A44B-5E6E037CE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2F0693-A54B-4EC5-87B2-8E7CB16BE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parse 오류를 확인한다.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DF5AF2-FD19-4F1D-9469-15B9335E5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B09802-F27D-43E4-AB1E-233CF39BA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7BE4D9-B760-4A4E-A5C8-6AE7E06F6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repair를 한 번 실행한다.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7035DC-FB9C-4E33-87A1-C39DB99A6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2DB109-61E3-4232-BA4C-40A1BD59E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9A1CD3-3460-4C72-B0DB-BF06CCDF8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두 번째 실패 시 NEEDS_REVIEW로 멈춘다.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7AB3EF-B54C-499A-8F9A-3CA5F3E6B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D48482-E10F-4D85-99DD-AF147DCD3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3C0565B-FEA8-4F8E-877B-4A5ACF5F8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완료 증거  |  repair 1회 + stop</a:t>
            </a:r>
          </a:p>
        </p:txBody>
      </p:sp>
    </p:spTree>
    <p:extLst>
      <p:ext uri="{BB962C8B-B14F-4D97-AF65-F5344CB8AC3E}">
        <p14:creationId xmlns:p14="http://schemas.microsoft.com/office/powerpoint/2010/main" val="9601220"/>
      </p:ext>
    </p:extLst>
  </p:cSld>
</p:sld>
</file>

<file path=ppt/slides/slide1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3018DBF-F80E-4531-BEE2-5D29DD1F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D9F9C6-A70F-4D3F-9CFD-B8387B880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실패 1 · 큰 모델 다운로드를 기다림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6D8551-83AA-470E-AB04-FEA279BA8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CDCD64-0CA2-4C56-93C6-8EC3A02AD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690C19-872A-4637-8322-4B5831C1E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ACE96A-9F55-49B8-A2F2-3C03D8E82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198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2C6211-4E08-426F-8B28-095FBA501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9457D3-1F9C-404D-AFC1-5C068DE86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C50D44-4C2C-4331-A91D-9067A1F41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B40588-E352-4614-8B74-16CEE3876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9D29C2-8BF0-4D3E-8AF3-B73DB4BF0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수업 전체 대기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E9D352-BD5E-4EDB-BCA5-CD5A7D592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601AF7-692D-43C0-99C8-0644A642E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디스크 부족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C6C5A8-212E-44A7-BDB5-6B0E455B2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0C24AC-DB6B-43F8-9866-D95691FB7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RAM swap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3C9EE3-F0F8-45A0-AF0C-35B64294C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DE9218-D58D-4000-A57D-CB3466A3C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학습 목표 상실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EFED37-FDAB-4A5F-8E68-84C13E1B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4C1147-C013-421C-9A0B-A026CDAEB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작은 모델 하나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A55E7E-3A61-42A4-8F79-109145572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A061E1-DF98-47DF-BBA1-613B94B3E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사전 설치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62B888-434C-4512-AF6A-3D96195E2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E6AFB1-3A39-47AB-8793-40EBF9803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fixture 즉시 전환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80BCF6-FDBF-432D-B359-E6241EFC2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0115BB-144C-4278-A601-6F46B13B8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모델 비교는 심화</a:t>
            </a:r>
          </a:p>
        </p:txBody>
      </p:sp>
    </p:spTree>
    <p:extLst>
      <p:ext uri="{BB962C8B-B14F-4D97-AF65-F5344CB8AC3E}">
        <p14:creationId xmlns:p14="http://schemas.microsoft.com/office/powerpoint/2010/main" val="1700885270"/>
      </p:ext>
    </p:extLst>
  </p:cSld>
</p:sld>
</file>

<file path=ppt/slides/slide1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680887-E106-42A4-A3AC-4C5CD179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1C55E1-579A-4FB4-8A9F-822E4BEB1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실패 2 · 연결 실패를 traceback으로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83CD82-2922-4521-AF1F-678F8E254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6F20EC-4722-42B1-B37F-30540653B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DFDB28-EC89-4540-A79F-E535C782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3EC4B5-3BE2-46B9-9702-2152A8AB4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199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77EA6C-BC02-4851-A493-87A6B2122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F0D077-85CB-42D6-9BD6-E6CEBD7F2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1AF19A-7D26-4FB0-AC50-8928E3166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FD1046-13EC-41D2-951E-7F541DE9D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4569B0-5837-4756-AEFC-5E24B7E9B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노트북 중단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463815-16BC-4800-875E-2B8A2B9D1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9FBA7A-B8A5-40B6-9287-BD2E3A89C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학생 원인 파악 어려움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88606B-2E1B-425A-BC3B-881D7F14F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C9D5FC-398D-4F77-B824-10B2F9D30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graph state 유실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CFD590-FAB2-4B1A-AB90-1CAC6FF0E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DC394C-498E-4C59-8FC5-4772C125F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fallback 불가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8A71F6-0C7C-4409-BF84-A918EEDF0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6F2307-BD77-4468-90CB-2977C2F95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error_code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5EEC10-B345-42B4-98DF-35E8790DC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3E437A-6363-4A54-AE23-F307F262C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사용자 메시지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5F2FFF-49B5-4596-91D5-C1C94C1B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744FE1-E698-44B3-8CF5-721EF797A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trace detail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DC5A4A-477D-490B-8F83-E9EE993C4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DD1A54-824A-4F65-A658-B2B0E9671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same result contract</a:t>
            </a:r>
          </a:p>
        </p:txBody>
      </p:sp>
    </p:spTree>
    <p:extLst>
      <p:ext uri="{BB962C8B-B14F-4D97-AF65-F5344CB8AC3E}">
        <p14:creationId xmlns:p14="http://schemas.microsoft.com/office/powerpoint/2010/main" val="802030996"/>
      </p:ext>
    </p:extLst>
  </p:cSld>
</p:sld>
</file>

<file path=ppt/slides/slide2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A9DACD-1804-4AD1-8F1F-BB9384A9E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6D1BB8-0623-4AB4-B7DB-3CDD60EE2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실패 3 · JSON처럼 보이면 통과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F538C4-E1A7-45A5-BBC8-CE4EE0D51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A18FDE-DEF7-4556-9658-CDBC34EDD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BC7B8A-97EE-4CA8-A021-21ACAA4FD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A88E96-1DB7-4AC3-9822-426E137E4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E3DA58-D4E6-4CAF-B69C-91956BD2D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F4A80B-03A0-4788-8E29-B06B50EEF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999A4C-E7FF-41BA-BCEB-0882990D0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4D15B5-DA74-44ED-902E-ECEB4C2BA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F1C497-74B5-485C-976E-F65C7089C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필드 누락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D964EA-9AB7-4ABD-842F-23B12F2FB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03D4A2-017D-499F-B3F6-2AE953276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타입 오류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5D84E7-435A-43D3-9E09-2D172CA12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594BB3-28CA-43E7-9208-C629B9501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근거 없음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7069EF-4B98-45BF-9816-71FA1F55D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BF2191-E535-4ADD-8F78-B3B932E82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날짜 형식 혼합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C71F8E-E2C6-43C6-802D-4AD32C82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7FD21F-9906-47CA-8175-B66072D46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typed schema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719889-4806-40F6-818F-E337473AA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965737-CADF-464A-AEB8-DD89420C1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evidence policy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41EE59-79A1-4C15-A5C8-003C52EDB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893A35-4D6F-4D72-A3F4-3C12BE194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date validator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6EE59C-8A93-41C2-ADFE-BB1B797F2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B4AF41-F23E-42C2-A316-1BAC29C85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human review</a:t>
            </a:r>
          </a:p>
        </p:txBody>
      </p:sp>
    </p:spTree>
    <p:extLst>
      <p:ext uri="{BB962C8B-B14F-4D97-AF65-F5344CB8AC3E}">
        <p14:creationId xmlns:p14="http://schemas.microsoft.com/office/powerpoint/2010/main" val="319047859"/>
      </p:ext>
    </p:extLst>
  </p:cSld>
</p:sld>
</file>

<file path=ppt/slides/slide2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704712D-2011-4432-B4FC-D69F21094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재직자·구직자 관점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DE5A4E-1979-420B-A719-EEE7EB970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재직자 · 로컬 LLM 도입 질문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4ABD3B-A601-4C2B-AA61-757B3B1ED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C4EE2A-C3E7-4CDF-A5E0-BFE6B6B4F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8810C5-8AFA-4710-A107-2C9608895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6809D2-DFBC-4094-B69B-607B16D2A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83C742-4306-4157-90FE-B943AB948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기술 질문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E3F2F4-BB37-4AA5-9A77-168DBFCF6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운영 질문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2D7C55-F1E5-4839-8126-65BBA199A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6039A1-2354-4F33-8726-1F4EDED06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E8B9A2-0023-44D1-B39D-831C8BAA6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RAM·속도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C51DA6-4C97-4330-AAB3-9AABEED75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C707DE-25EE-46A1-94E9-A3AC2A257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model capability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96D1B9-B920-4EF8-9E4A-204A09B6F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BD1B5E-3D69-436C-8A0E-3B0AD18B2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API 호환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F79370-0A95-45C5-ABAA-DDAD035D9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46AC86-64C0-4FAC-AC2E-C9792DDB1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배포 형태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4B243A-E124-42BF-9EEF-C1A3CF083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B8A5F0-CC38-45E7-BF39-1315C9B28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데이터 경계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8C1CDD-BA03-469B-9B33-CE519BFC3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00119E-6A5B-448E-9BFD-84A28AD68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업데이트 책임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41DF38-1E38-433C-8ECE-0A975B3FF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B7662D-3D77-4E8E-AC1C-73D68A8D9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관측·감사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715D7C-FCA3-47FB-A62E-FB1750A12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2D142EF-41A1-4124-87D2-72779B9F0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fallback·SLA</a:t>
            </a:r>
          </a:p>
        </p:txBody>
      </p:sp>
    </p:spTree>
    <p:extLst>
      <p:ext uri="{BB962C8B-B14F-4D97-AF65-F5344CB8AC3E}">
        <p14:creationId xmlns:p14="http://schemas.microsoft.com/office/powerpoint/2010/main" val="702583850"/>
      </p:ext>
    </p:extLst>
  </p:cSld>
</p:sld>
</file>

<file path=ppt/slides/slide2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378219-B557-4959-9EC3-1224D31DB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판단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03C836-AE7C-4156-8788-5B4059D1D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Gate 6 · Local LLM이 꺼져도 계속하기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57F756-D75B-4D55-930B-375EAB3F6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8AC125-FC37-41BF-BD64-AD21655A6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F34224-A626-45FA-B482-032793BC1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8AA40B-962D-44B1-9BA7-24C1D7280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B18F87-E9B0-4086-8B80-607E1DBC8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상황: Ollama 연결이 거부되고, 교실 네트워크에서는 새 모델도 받을 수 없습니다.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F8D80C-B25A-4507-B85D-607A15CBF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1D605D-335A-49C4-9190-211861E1D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AEB43D-BB4B-458D-A1A1-B5DD1F9A0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2860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같은 Provider contract로 어떤 fallback을 연결할까?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A52CA8-7ECB-44FB-9659-349BCB379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9A8A3A-37B7-4B9E-B190-28F050536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C1C82D-2345-453F-8CF2-B7F53E54D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3528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연결 실패를 traceback 대신 어떤 result로 돌려줄까?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3C075F-39C3-47D1-A4E1-23327455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7FEECD-C31A-4913-B496-E475F4E87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FD4910-8E1D-4E6F-8F5E-8B93F26BB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4196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fixture로도 끝까지 검증할 출력 계약은 무엇일까?</a:t>
            </a:r>
          </a:p>
        </p:txBody>
      </p:sp>
    </p:spTree>
    <p:extLst>
      <p:ext uri="{BB962C8B-B14F-4D97-AF65-F5344CB8AC3E}">
        <p14:creationId xmlns:p14="http://schemas.microsoft.com/office/powerpoint/2010/main" val="736163617"/>
      </p:ext>
    </p:extLst>
  </p:cSld>
</p:sld>
</file>

<file path=ppt/slides/slide203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762CD5-EEAB-4B07-86D3-C78CCAC76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ADE9B2-4595-4EA6-81F6-520BC954A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571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6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26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15:40-16:20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CF3F2C-6826-43C8-9060-A66353A6B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580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1일차 7차시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DC6BC6-7504-45F2-8B5C-D636609BF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09700"/>
            <a:ext cx="10401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5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35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LangChain·LangGraph와 사람 승인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B4D522-2EA0-4C28-A8F9-83EFEE5F2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908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E0E0E0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E0E0E0"/>
                </a:solidFill>
                <a:latin typeface="Nanum Gothic"/>
                <a:ea typeface="Nanum Gothic"/>
                <a:cs typeface="Nanum Gothic"/>
              </a:rPr>
              <a:t>15:40-15:48 개념 · 15:48-15:55 LCEL 시연 · 15:55-16:18 소프트웨어 실습 · 16:18-16:20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8F4736-644E-4E5F-A69B-EC87641F7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0400"/>
            <a:ext cx="3467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38846B-3D4F-4EEF-B031-44E9B26AD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95650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지금 배우는 내용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A0A572-0293-4B19-A5F4-F99DCF9FE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0"/>
            <a:ext cx="34671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EE0322-384C-4115-A902-3E91B5475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10000"/>
            <a:ext cx="31242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LCEL · State · Node · Checkpoint · 승인·수정·거절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F42667-1537-4C1C-A58D-8D167B6B7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20040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C39B3E-E725-4EDA-B575-52CBED0EA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295650"/>
            <a:ext cx="3790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이 차시에서 이해할 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D168E4-33ED-4F39-B559-8E9335F04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619500"/>
            <a:ext cx="4095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209A89-3378-4FFB-A745-28B9E43BB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810000"/>
            <a:ext cx="3752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중요한 행동 전에는 멈추고 사람이 결정한다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FC92AE-0B47-46C8-969C-DD685BC20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00400"/>
            <a:ext cx="2838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CE6FBA-F172-4007-8D3C-5042F172D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295650"/>
            <a:ext cx="253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함께 챙길 내용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5485B5-1194-428D-802B-9947DEC74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19500"/>
            <a:ext cx="28384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916662-4D77-4945-858C-375FADE13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810000"/>
            <a:ext cx="24955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승인·수정·거절 상태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966F45-C209-4B5D-9C6D-97362BF82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578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48964A-EA56-40E7-BD7E-E3B906DCB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293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C7C7C7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C7C7C7"/>
                </a:solidFill>
                <a:latin typeface="Nanum Gothic"/>
                <a:ea typeface="Nanum Gothic"/>
                <a:cs typeface="Nanum Gothic"/>
              </a:rPr>
              <a:t>슬라이드 203-236</a:t>
            </a:r>
          </a:p>
        </p:txBody>
      </p:sp>
    </p:spTree>
    <p:extLst>
      <p:ext uri="{BB962C8B-B14F-4D97-AF65-F5344CB8AC3E}">
        <p14:creationId xmlns:p14="http://schemas.microsoft.com/office/powerpoint/2010/main" val="1949347307"/>
      </p:ext>
    </p:extLst>
  </p:cSld>
</p:sld>
</file>

<file path=ppt/slides/slide2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02424B-C300-4B15-B88F-27FB2B83B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오늘의 질문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3C66B5-F5BF-4ED1-8678-A35C50F58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사람 검토를 버튼이 아니라 State 전이로 만듭니다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CCB7CD-2285-4DEF-9F5D-2DCD9DCBD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A6B4A7-7C43-446A-969D-4462B4831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68029F-8921-445F-85C1-FB974FFE7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F6B273-3063-4295-A887-11899AE1C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EA2A80-A2F8-49BA-9BE9-C9625ECE8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사람이 개입한 뒤에도 같은 요청과 같은 상태에서 안전하게 이어갈 수 있는가?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95DAD3-C567-4592-84BB-CCDE2B937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151B3E-BEDC-40C8-AEEB-4C0F83C5A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상태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4DD2F9-1836-4FCE-AE60-7903AAADF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4193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다음 node에 필요한 필드만 선언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3246A0-32F5-4641-9377-ADA76ECA7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1F9EEA-A5BB-4699-9AE0-F5938E1FC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146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분기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E254C9-E17F-4F7F-AE62-FD416896B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1051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edge에 retry·review·failed 조건을 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7AD041-2C08-460B-8505-0C977E9C9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338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54DA97-471A-4823-81F2-4A4960DCF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004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중단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F05BB4-1918-4FED-9105-0E360779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7909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interrupt payload로 근거와 초안을 전달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C8EA68-7FA3-4366-953E-D02E4F270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2E017C-B61F-46E5-9643-0C5F7360F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862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결정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F798B8-9A15-4B70-B2B8-7FAD47EF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4767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approve·edit·reject event를 저장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83215F-FA39-4A27-A0BE-BFBAACF51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054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A84306-5D32-4DB9-A73C-64E8D9A2D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720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재개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729970-619B-4BA2-98FD-E1FAA37E6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1625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같은 thread에서 idempotent하게 이어감</a:t>
            </a:r>
          </a:p>
        </p:txBody>
      </p:sp>
    </p:spTree>
    <p:extLst>
      <p:ext uri="{BB962C8B-B14F-4D97-AF65-F5344CB8AC3E}">
        <p14:creationId xmlns:p14="http://schemas.microsoft.com/office/powerpoint/2010/main" val="1638037372"/>
      </p:ext>
    </p:extLst>
  </p:cSld>
</p:sld>
</file>

<file path=ppt/slides/slide2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0E5BC20-166F-4ACC-BDA7-84C88CACE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처음 보는 용어 · 한 장으로 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03590F-E9A2-47F3-807E-F858D1B56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중단과 재개를 설명하는 네 단어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D37246-CC55-4EDD-95BB-24A1D3E4F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17809F-6AD5-4ACD-B9EC-B1D645691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1E5170-8CAC-4FAF-8684-CFA71FA08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A2A5B3-B39B-4EA6-95AF-04C9E7352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60E34C-2FEC-4503-93D7-A2A5349C8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0020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502E48-AAF5-4710-AE1C-DF51FB33B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FC235B-1C62-40CC-953A-93ED0E829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695450"/>
            <a:ext cx="421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쉽게 말하면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A2618E-B994-425E-A18F-FB98E4C8D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69545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오늘 쓰는 곳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A7211D-7BEC-4831-90D7-EBF4D94D2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145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State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Workflow Memory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ACF363-A400-4870-839A-ACED193C0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1145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Graph의 각 단계가 읽고 갱신하는 구조화된 현재 상태이다.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72C67A-4FAE-4E15-A3EA-71BBD6BFE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1145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transcript·draft·errors·approval·status를 필드로 둡니다.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D0AA13-0A88-452B-B57D-D81891BBC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7216C0-BB4C-4215-B17F-3B0CA8BA2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593EAB-A9D7-402B-9E8C-1A203E0E4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Node / Edge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Step / Route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8C8EFD-CCBE-43C5-B29D-41A2A8E04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9908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Node는 한 책임의 작업이고 Edge는 다음 단계로 가는 조건이다.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5A7734-5B85-4470-AA97-5A592B0BB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908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validate Node가 READY면 review, 오류면 retry 또는 failed로 이동한다.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1FC78F-458F-4FC1-9DB1-552E086F6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97D654-CBA4-498D-9D93-0267400A3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Checkpoint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Saved State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E8FE94-2308-4546-A117-D6D53227C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8671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Workflow의 중간 State를 저장해 나중에 같은 지점에서 이어갈 수 있게 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F852B8-D2D6-4D07-9ADE-519E1D61B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671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thread_id로 저장된 State를 불러와 승인 뒤 재개한다.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AD92AF-36E3-4E31-A41D-0BA3DF732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14F467-7B89-4C98-9151-BFEC9A3CE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50705B-49FC-4DB7-B2B2-3ECD83880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HITL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Human in the Loop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F37B5A8-4FAC-40FA-BD13-4CF3CAB2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7434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중요한 결정이나 외부 변경 전에 사람이 확인하고 승인·수정·거절하는 단계이다.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FD449AA-713A-437E-9750-75F9F6ED7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7434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낮은 confidence Action Item은 reviewer가 근거를 보고 승인한다.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E00FF0F-DFD8-4B24-9FBA-3EEA739ED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054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647873381"/>
      </p:ext>
    </p:extLst>
  </p:cSld>
</p:sld>
</file>

<file path=ppt/slides/slide2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25699C-A59D-4971-A5A5-488614C9E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State는 다음 행동의 근거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EF480F-406F-4109-BD08-F4EF626F4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74D90B-B13C-417D-BE55-57C8D0DD3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CF4E83-9317-4FA4-A0D2-70EEFD21B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15:40-16:20 · LANGGRAPH &amp; HITL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254AD1-BC79-4C76-8ED5-254592A45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94D335-81D0-4545-99F9-49FCA9F1E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71DD1F-24C9-40E1-9F5E-0EBE93BB0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8096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대화 전체가 아니라 node가 판단에 필요한 최소 구조를 저장한다.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e4f0b72491417d">
            <a:extLst>
              <a:ext uri="{96DAC541-7B7A-43D3-8B79-37D633B846F1}">
                <asvg:svgBlip xmlns:asvg="http://schemas.microsoft.com/office/drawing/2016/SVG/main" r:embed="Rc171b66c09a3414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601200" y="1847850"/>
            <a:ext cx="1352550" cy="13525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38D56A-683A-4817-B453-69F403071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B9EA02-4F61-4519-A2A6-207BAF4DE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request_id·step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39D6E0-972B-4C90-87B8-F1F893780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5FE63C-4F35-44A5-B2E3-76496CB71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draft·errors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F215EC-D4F4-41E8-8F32-FF32F0AC0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2BEDB3-A35D-4B8B-A4E0-0412CF480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retry·approval·status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C4A76C-C734-4C91-AE69-A3A080A51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86450"/>
            <a:ext cx="9906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A8C515-BD11-4EF5-99EB-BC92E7036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531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Graph가 필요한 이유  |  State에 모든 것을 넣는 순간 Graph는 기억장치가 아니라 쓰레기통이 된다.</a:t>
            </a:r>
          </a:p>
        </p:txBody>
      </p:sp>
    </p:spTree>
    <p:extLst>
      <p:ext uri="{BB962C8B-B14F-4D97-AF65-F5344CB8AC3E}">
        <p14:creationId xmlns:p14="http://schemas.microsoft.com/office/powerpoint/2010/main" val="366452133"/>
      </p:ext>
    </p:extLst>
  </p:cSld>
</p:sld>
</file>

<file path=ppt/slides/slide2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7C1360-511A-4FA7-A2E7-13B517279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Node는 한 가지 책임의 함수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3669C5-4F34-48B9-A253-2F9A69C99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604432-B41A-465A-8FC2-6B98EEE76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A60674-2F1E-4D61-A531-939C80070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15:40-16:20 · LANGGRAPH &amp; HITL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9E872E-2675-4475-97CE-86C34B6CB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236AFD-A9E8-423C-A048-5181BE3EB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입력 state를 읽고 부분 update를 반환하도록 작게 나눈다.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D48A64-4373-4142-A42F-B246A13A3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D43C2C-8972-4E17-89AE-D156D698D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transcribe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1C1C10-7C2F-419C-8D72-F3ABAB220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0702A0-7D12-427A-91E8-71CF19018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summarize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C699D9-717C-4634-829E-0D66B7244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FB542D-FCF3-4C46-9CFD-CF53E7BE1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validate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2A7B86-B3A4-4D10-AED3-59554D684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8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032904-3471-4D40-A29C-F0AB8D74E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529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750335295"/>
      </p:ext>
    </p:extLst>
  </p:cSld>
</p:sld>
</file>

<file path=ppt/slides/slide2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781D6A-D9CB-4139-B046-CCF0CF6A9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Edge는 다음 node를 정하는 정책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9BDB4E-8FEE-49AB-A47D-966117EE4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C365A3-7906-45E4-BB15-60EF80CEC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88E0A0-EFA4-4057-A72C-A3A34FB39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15:40-16:20 · LANGGRAPH &amp; HITL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74B39C-D674-402E-98CA-710D1193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34ED48-C40B-48C4-A5E8-160663F2B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4B83B0-5D21-42EE-9ADC-1F4FC7A5D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성공·오류·위험·승인 결과에 따라 명시적으로 분기한다.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9BB2E3-997B-45CF-B61B-895DA6501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81D8E6-CA49-488A-BDC1-411147AD7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conditional route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276541-6D95-4AD8-AD47-7A6525801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0C1E01-0712-4C8A-8F24-A0DAF51EF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END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A0176F-8102-41A0-BB23-2FCFB2EF4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509D70-6B0A-4E13-AC6E-98B8D4D88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retry loop</a:t>
            </a:r>
          </a:p>
        </p:txBody>
      </p:sp>
    </p:spTree>
    <p:extLst>
      <p:ext uri="{BB962C8B-B14F-4D97-AF65-F5344CB8AC3E}">
        <p14:creationId xmlns:p14="http://schemas.microsoft.com/office/powerpoint/2010/main" val="1370517774"/>
      </p:ext>
    </p:extLst>
  </p:cSld>
</p:sld>
</file>

<file path=ppt/slides/slide2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B5438D-7B76-431F-B5C5-BE8CCCF84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Checkpointer가 중단과 재개를 가능하게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22190A-541E-49FA-AAFE-61D9E5D44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A9D3B6-310F-463F-A9E0-58EA9C345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D66775-AF70-45E5-8BF4-140DC0A72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15:40-16:20 · LANGGRAPH &amp; HITL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960FD4-D278-42B9-8448-C4CAEC44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B891A3-71BE-43D9-B7D6-01DD2A39F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각 step의 state snapshot을 thread 단위로 저장한다.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E5AA57-8F62-4C2E-9DDD-F28CE052F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ADB4C9-3532-43E6-9CBB-D0E5C736C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checkpoint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5922BC-91BD-40BF-A08F-D4FC16163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F9AB8A-C77C-4AAB-9D99-B116247EE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thread_id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495E47-8258-4D93-91E4-09256A841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B89029-E483-451D-9F16-F7635339E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state history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C66AB5-7AE1-4FD8-88D7-C7FA0F990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C7D784-4073-4FCD-BC98-EDFC61F70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1049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Graph가 필요한 이유  |  Human Approval은 버튼이 아니라 근거·결정·책임을 남기는 event다.</a:t>
            </a:r>
          </a:p>
        </p:txBody>
      </p:sp>
    </p:spTree>
    <p:extLst>
      <p:ext uri="{BB962C8B-B14F-4D97-AF65-F5344CB8AC3E}">
        <p14:creationId xmlns:p14="http://schemas.microsoft.com/office/powerpoint/2010/main" val="1744487806"/>
      </p:ext>
    </p:extLst>
  </p:cSld>
</p:sld>
</file>

<file path=ppt/slides/slide2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786999-D9E0-488B-94B2-84261156E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참고 사례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21420B-6A84-4E43-AC05-C41465D12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Interrupt는 “잠깐 멈춤”이 아니라 업무 상태다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F07F17-DC8C-4256-B722-1BE776B91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1A1B05-6AA6-45A1-8186-6213D6D8B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FA4B2A-939E-43C2-9BE8-6A65993F8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AE235E-AB31-4685-9598-FF6B7CFFD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D1633E-D17B-42E9-B626-D479F73D6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954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69EF91-B7EF-4B4B-AC48-3CE41932D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09750"/>
            <a:ext cx="316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어디에서 멈추는가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40692C-BA69-4D65-A7CE-838D1CBD3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00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CBCBC5-CD90-4E29-BBBE-B138DC2A1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14600"/>
            <a:ext cx="316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사람이 무엇을 보는가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116704-53C1-41F0-A26A-C6A721C13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05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6C61D9-2A29-4F08-8BD4-036D07388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19450"/>
            <a:ext cx="316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같은 상태로 어떻게 재개하는가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78594b37684972"/>
          <a:stretch xmlns:a="http://schemas.openxmlformats.org/drawingml/2006/main"/>
        </p:blipFill>
        <p:spPr>
          <a:xfrm xmlns:a="http://schemas.openxmlformats.org/drawingml/2006/main">
            <a:off x="4476750" y="1755626"/>
            <a:ext cx="7105650" cy="3994447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080911"/>
      </p:ext>
    </p:extLst>
  </p:cSld>
</p:sld>
</file>

<file path=ppt/slides/slide2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48E448-BC85-4E56-AD80-642E73415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Approve·Edit·Reject는 다른 event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03B721-708E-48B2-865C-02F4D8652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93C40D-9E3F-4A0E-B229-38BD89E0D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DDC9B6-957C-41AE-B797-6DA416311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15:40-16:20 · LANGGRAPH &amp; HITL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28AAF5-32E2-4215-9452-185A31A4B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FC5A4F-60C8-4C23-8A69-AA8DAF1A8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승인은 원안 진행, 수정은 새 payload, 거절은 이유와 종료·재계획을 남긴다.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C1878C-248F-493C-9F69-0672353F9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D3A14A-AF43-4E7D-AE52-F7E41742B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decision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0158FF-1ACA-4AF2-B75F-EA168E128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691D68-6A16-4549-BEC2-7227F7A10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reviewer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8D7FD5-8BDB-4B4D-91F6-1BFA25AF3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2A81AF-7313-40EC-A949-60DD2C6F2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reason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A67CF2-35E3-45DB-95E8-BB2A1FCBF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8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C1EA7A-D1CC-4E5E-8B5F-9447379EA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529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edited payload</a:t>
            </a:r>
          </a:p>
        </p:txBody>
      </p:sp>
    </p:spTree>
    <p:extLst>
      <p:ext uri="{BB962C8B-B14F-4D97-AF65-F5344CB8AC3E}">
        <p14:creationId xmlns:p14="http://schemas.microsoft.com/office/powerpoint/2010/main" val="1095991281"/>
      </p:ext>
    </p:extLst>
  </p:cSld>
</p:sld>
</file>

<file path=ppt/slides/slide2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993A93-9AB2-49FD-9E25-D2E3C2BD8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Retry는 일시 오류에만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BFF827-F6F3-4118-B239-96EECFAD3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A3806A-5C45-4599-B65C-4F7375129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153B14-6B93-4C3C-9F66-E736FE8D4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15:40-16:20 · LANGGRAPH &amp; HITL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9431A0-522A-4FB2-B64F-2CB0EE7F9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BCD08D-29EA-479E-9B4C-4FDED7D68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C0516F-26AB-41AC-A671-84E45771F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오류 class·max attempts·backoff·stop을 state에 남긴다.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5CC595-388B-40BF-9075-240D7A6C8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A8D876-D5CD-4E4E-B0CA-E5211F8E3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transient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FADE2D-7E9C-4CB3-BD07-901C9C2CF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0236E8-D31F-444F-8AD1-B2576BAE8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attempts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01EC1C-7F88-4E14-A734-154C23E0D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060307-D1C5-4571-B173-105FB4CAC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next delay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2096DA-99F7-4EF6-9EAE-27543739D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530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192ABB-A39D-49CA-9174-2AB17059D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673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exhausted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8A637E-5DBA-4E23-AFA2-0D645989F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86450"/>
            <a:ext cx="9906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50D08E-EEA6-454D-82FD-26042B14A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531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Graph가 필요한 이유  |  Idempotency가 없는 resume은 자동화가 아니라 중복 사고의 예약이다.</a:t>
            </a:r>
          </a:p>
        </p:txBody>
      </p:sp>
    </p:spTree>
    <p:extLst>
      <p:ext uri="{BB962C8B-B14F-4D97-AF65-F5344CB8AC3E}">
        <p14:creationId xmlns:p14="http://schemas.microsoft.com/office/powerpoint/2010/main" val="57941560"/>
      </p:ext>
    </p:extLst>
  </p:cSld>
</p:sld>
</file>

<file path=ppt/slides/slide2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F9C9D5-41F6-428E-A6FB-0587DDB3F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AB436A-9ECD-4161-B212-A5AA8A5E9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Graph 설계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1E9D62-65F1-4712-940A-DC8967E22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5C88C2-8A48-45AD-A84D-8367AD52B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A2493A-8ABB-4897-B83D-47A9237E4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A8275A-2F26-450E-AA14-66B268678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53624D-9D46-4748-AF06-3B891F47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649647-0E7F-4A9E-A1F0-B94D28531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4214C0-6E4E-4529-89B7-08BDA9861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STATE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DCD7DD-A5C5-4340-949B-3D2A70F47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필드·status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DDFBA3-6A8F-45A0-A2E0-4FAD01203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1EA58E-E399-40C4-8567-04933120A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F9D080-DB72-45D6-B3DA-51AB9E45F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NODES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C86E6B-7761-4B9D-9884-64E2BF389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한 책임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7A1A16-CBD5-4F02-9AAC-61812DDB8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D0802F-B565-4E30-B4DB-C33434EFA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89B4A9-28C3-4948-97D2-B94AC6DEA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EDGES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8EF3EE-1B19-4135-887E-BD1FD1356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분기·END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2E0EC5-F92B-4ECB-BF25-4838426BA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B40EC5-B153-4D5E-98ED-4F15D65E2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917962-F9F7-45E1-8FD8-4613DD1A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CHECK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5EF830-F4B3-4A22-8A11-4788ECE1C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중단·재개</a:t>
            </a:r>
          </a:p>
        </p:txBody>
      </p:sp>
    </p:spTree>
    <p:extLst>
      <p:ext uri="{BB962C8B-B14F-4D97-AF65-F5344CB8AC3E}">
        <p14:creationId xmlns:p14="http://schemas.microsoft.com/office/powerpoint/2010/main" val="183811473"/>
      </p:ext>
    </p:extLst>
  </p:cSld>
</p:sld>
</file>

<file path=ppt/slides/slide2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81F49F-5E7F-45E5-A78A-9459207C0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61D86B-A8E2-49DA-A9B5-DFB27CD25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오류 routing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BA26DF-4A6F-49B9-9C2E-AEB3DCDC3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196766-83D5-4CEC-AE87-3F1C7427D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EDCE42-C6B1-4688-B1F0-ED1550491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945769-5B14-40C1-9FAD-1C5AF903A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511953-0EF0-4BEA-865F-8C600E464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443DB6-DD6C-4671-9B1B-A299869E9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4C6A0C-87F3-4873-9D82-3D0404ED3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CLASSIFY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04A2FA-C81B-4B5B-84E2-AF1E1B7CA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오류 class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58525C-6E54-430F-A2F8-8A5F134A2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FA4162-526B-4312-80CB-199AA4494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68EAFF-9C29-4354-87D3-ED8798A0A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COUNT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F88A7D-74CF-4EE8-A418-835560118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attempt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E5A606-FE00-48BC-AAA5-7406E665C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2C1619-4129-4223-BFF6-4A74BFA97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CD9556-CF24-46FE-BAEC-B5B81EE01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ROUTE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A91627-DD25-4C94-9806-61FDB7625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retry·review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F90628-2E32-4BF0-BC0A-34F26A599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7CD473-4C9C-4C76-9830-73D2F6706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5FDEC5-90C4-49D7-A7F1-006B43542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STOP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890CAF-5EC1-4F84-A8EC-715EE42EA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terminal status</a:t>
            </a:r>
          </a:p>
        </p:txBody>
      </p:sp>
    </p:spTree>
    <p:extLst>
      <p:ext uri="{BB962C8B-B14F-4D97-AF65-F5344CB8AC3E}">
        <p14:creationId xmlns:p14="http://schemas.microsoft.com/office/powerpoint/2010/main" val="1883184370"/>
      </p:ext>
    </p:extLst>
  </p:cSld>
</p:sld>
</file>

<file path=ppt/slides/slide2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8490FF-7F6C-4786-A5A5-CF8EC4BB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7121F2-B7B7-460A-A1CF-950420D7B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Human review node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A79247-64D6-4583-AEEF-615808971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6D3C06-7EAC-4CF3-A5F9-86F609BA1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1C63FC-1EDD-4C38-A612-44618B535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5B2945-C75F-407D-9CCF-08924F4F4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3BDC64-66DE-456C-9356-77201F1B6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75CF74-D648-4D39-8140-F4560F0A9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E7447A-5173-44C1-9442-A73C00541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SHOW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BED5E3-311A-4FC7-A5CE-F42C1AAB4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draft·evidence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978607-8122-4589-BF13-4611B7B2B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E1465C-9896-406F-843E-848AF9CD4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C566BB-05E1-483E-AC2A-BCBD9276A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DECIDE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F8DBF7-75BB-4B3D-AD98-009C735DF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A/E/R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38EF63-8A6E-4A9B-B030-842180730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8BA0E5-4454-4B74-931C-D68AD8358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35FD6E-80FF-41A4-B7B7-FB9A7B920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RECORD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3CCFD0-41E3-4B10-AD9C-12FF04EF2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review event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CFE934-F430-4BEB-ADBB-3849C13AA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8603E0-717F-4563-B14E-F63958DBE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CF37DB-EC8C-4242-A100-D5313E305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RESUME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04995D-D212-4CE6-A269-37417A6D5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same thread</a:t>
            </a:r>
          </a:p>
        </p:txBody>
      </p:sp>
    </p:spTree>
    <p:extLst>
      <p:ext uri="{BB962C8B-B14F-4D97-AF65-F5344CB8AC3E}">
        <p14:creationId xmlns:p14="http://schemas.microsoft.com/office/powerpoint/2010/main" val="853294991"/>
      </p:ext>
    </p:extLst>
  </p:cSld>
</p:sld>
</file>

<file path=ppt/slides/slide2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26F5D5-4478-4207-B8E1-4CE05FCEE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E3E4A0-F2C5-4634-AAF9-F932EEF75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Interrupt payload 설계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4E9615-DE4D-4E7E-AD4B-B6C9097C3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C309E7-EAA7-4F73-A712-FEA135D53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03233D-ED02-4126-82E3-CD1371667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5A66B3-65AC-4A92-82F3-1FDD27B1C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32630A-7E03-429D-8670-5DF48A993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BC0D09-B123-4082-B0E3-A04849CDD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CC14E6-8DC6-4F91-84CF-4BAA9DA55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SUMMARY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84408F-9C6E-4336-A2CF-D88769B2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무엇을 하려나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7D58E8-3034-4D6B-9EF1-1A4410A64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135935-F0D1-45FB-88DE-6A4A3AFA8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C3A992-91ED-4B62-AC6F-0BA34A42F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TARGET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BCEE30-82C4-4F62-BCC7-AE0A6E23F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어디에 쓰나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EC5F9A-783A-4862-9D66-7DAF5E4A6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44D387-C062-4EBE-97EB-C04998DF4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24B098-4AB7-4CDE-9634-F99CFC111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RISK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D66D58-DBAD-4B40-9F99-0D4A3E3D0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왜 검토하나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7E98A8-09F5-4AD2-A85B-35263324D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BCBDF0-F2EF-44FC-9E93-32157D0A5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25BAFB-1B55-44F5-AC27-05C52350C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OPTIONS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EF5097-7947-445A-A446-94BD1F48C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승인·수정·거절</a:t>
            </a:r>
          </a:p>
        </p:txBody>
      </p:sp>
    </p:spTree>
    <p:extLst>
      <p:ext uri="{BB962C8B-B14F-4D97-AF65-F5344CB8AC3E}">
        <p14:creationId xmlns:p14="http://schemas.microsoft.com/office/powerpoint/2010/main" val="1911061093"/>
      </p:ext>
    </p:extLst>
  </p:cSld>
</p:sld>
</file>

<file path=ppt/slides/slide2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B4A9C6-19BD-4811-9AF9-0D2BA5EBD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A341BE-B428-4D09-9163-36F0FB0ED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Idempotent publish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5BDF1A-54A7-4E22-89D7-1E0E6AC65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D4EE8E-0BFE-4A32-91EF-2EE77A0D1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2E3D62-D967-4472-B13C-C9CD4FE9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4EE9A0-E64D-429F-BD6A-32C74E65A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3964EE-076C-4D10-B8EC-8CA91395F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890446-CC79-4593-BA86-7BFE0EEF7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4F833B-8D06-4817-947D-17D05FA00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KEY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08B1C4-46DC-4AA5-9918-6BEA5776F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request_id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0FF82E-6E7C-438D-87FA-992273CD3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B70A5E-A072-4A05-873F-085217F27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94230C-FB3F-48E4-A5CD-44EF9C218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LOOKUP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71D758-1856-4A28-8F97-0BB6800B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기존 성공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7E7661-761F-4CF4-8D94-D861A49A0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75DADB-FA32-4879-B329-E978BAC65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AC7C5A-0E5E-4F96-B953-797A4FD17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WRITE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B11135-0808-4195-BF34-7D6C89FCD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한 번 수행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907C96-F4D6-4418-953E-D9F55A84B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A22344-9F73-4447-AA79-9789AFC09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53C9BA-E0D5-49DD-A46A-0C70A3E2E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RECORD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4F4F96-F3E7-4055-A368-A1BDAEB40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external id</a:t>
            </a:r>
          </a:p>
        </p:txBody>
      </p:sp>
    </p:spTree>
    <p:extLst>
      <p:ext uri="{BB962C8B-B14F-4D97-AF65-F5344CB8AC3E}">
        <p14:creationId xmlns:p14="http://schemas.microsoft.com/office/powerpoint/2010/main" val="721194195"/>
      </p:ext>
    </p:extLst>
  </p:cSld>
</p:sld>
</file>

<file path=ppt/slides/slide2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4C0FAAE-4307-46B2-AF14-1638798A9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도구 선택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FCACC5-7905-48B6-9EF0-DE9600194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공식 문서를 구경하지 않고, 코드 실행과 웹 결과를 연결합니다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AC4058-4FBA-4630-87AE-7CEEAFB59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0A1250-8CA3-4B3F-B48A-BA5D5BA5B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A147AF-1579-41DB-95B1-6530C8E39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F9A3E6-55B5-4320-8BAD-F6A752877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D1184D-7496-41DC-AA0D-BAFC2FF2A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1057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LCEL 실행 → StateGraph 조립 → interrupt·resume → Vercel 결과 저장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399D48-03FD-412D-B7B0-41BBBB29E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3835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0850F2-A75D-457F-8309-40C7AE52D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도구·서비스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B29174-3D78-4B21-BD48-80A77FB6F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133600"/>
            <a:ext cx="186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도메인·역할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BD6180-288B-44E2-8E1C-47D415F47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33600"/>
            <a:ext cx="3676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이번 강의에서 쓰는 이유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EA6794-1840-4745-AF5A-78D088ABC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3360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유사 도구와의 차이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0E43FE-E5F2-447E-BDF7-09AE33D3F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241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LangChain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7430FA-3597-4AE3-A657-2162713C3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241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모델·Prompt·Tool 조합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1F3E3E-3073-48A7-936E-37BA33F5D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241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개별 AI 구성요소를 공통 인터페이스로 연결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634CB8-F525-47B6-AE08-2FC75BB0E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241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단순 호출은 SDK만으로도 가능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535FB5-FC63-46DD-893F-4755B5700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E651B8-5D9C-4037-B8C2-788DB4579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0"/>
            <a:ext cx="10553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132B37-37A0-4044-809F-61EA7921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242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LangGraph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70C20F-EB38-4DF7-B508-5F9F10D52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3242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상태 기반 Workflow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D3EF91-4BCA-4ACC-A4AC-3CF3291DE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3242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분기·중단·승인·재개를 State로 명시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8221B1-DA04-4646-AF5B-9CEB1D007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3242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짧은 직선 흐름에는 과할 수 있음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5B6ABC-7AF9-4FD3-AB6A-E1A966E8C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386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E5AE3B-AECF-4015-835E-6C1CC6471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243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LangSmith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621B09-E5B8-4848-A204-A1AA183D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243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관측·평가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129764-CA37-4937-AD93-7D3DB95E2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1243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trace·dataset·experiment를 같은 실행 계보로 확인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9B14EF-4624-4C7F-9521-286C43094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1243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Local JSONL은 무료지만 UI·협업이 약함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CF4382-0251-49ED-9660-792034E32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387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9AF01C-7283-4312-9ABC-8DE07D83B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38700"/>
            <a:ext cx="10553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6BEECCA-CA4C-4333-A423-F8AD6B3CD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244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Pydantic·pytest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F91D39A-0758-4611-B2C4-458813EC7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9244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계약·결정론적 검사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C52F782-DA68-4352-AD65-03DD3E161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9244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Schema와 실패 조건을 빠르고 재현 가능하게 검증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0BB5978-A72E-40D4-8AF0-07CD96284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244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의미 품질 평가는 별도 rubric 필요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874F3BE-5EF9-43EB-AC6A-8452A72B0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388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274828577"/>
      </p:ext>
    </p:extLst>
  </p:cSld>
</p:sld>
</file>

<file path=ppt/slides/slide2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CE2145-22D6-495A-841D-CBC228C91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실행 화면 1/4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E1DE7A-BAEE-4C4A-B016-C31F3D65C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실제 실행 · LCEL 네 단계와 Policy 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575049-C66B-4F45-B282-A1418C8E5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8AE2C3-F6D4-4900-8F34-77899A7A1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CF59D4-44A0-4D5F-B6CC-1E53CB9DD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9BF053-5380-43ED-9C25-9591B7DCD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4854CA-FE7E-4B8A-BB66-992C3EA98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2EC52C-357B-44AC-A058-02C173D03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9248D9-75F2-4663-AC7B-4CBE605BE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Prompt→Adapter→Parser→Validator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A4FC34-A6C5-4C90-A3A0-73FAEFB92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0E01DF-232B-434A-9547-6C02D2E53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typed output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8F999D-A2EA-4D95-ABF1-DA6A83A1D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AFA8CE-C7EF-462C-BA08-952598746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네 정책 검사 통과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E638AD-5592-46BC-BD7B-832E0F43B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CEA95A-5726-4EE7-8729-062BF7D8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Python 결과 JSON을 UI에서 읽음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94AFAD-0ACC-4D16-BE90-BDC96EFBB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b747d56b344cf3"/>
          <a:stretch xmlns:a="http://schemas.openxmlformats.org/drawingml/2006/main"/>
        </p:blipFill>
        <p:spPr>
          <a:xfrm xmlns:a="http://schemas.openxmlformats.org/drawingml/2006/main">
            <a:off x="4876800" y="1727597"/>
            <a:ext cx="6591300" cy="370760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74A398-98DB-4B4A-AA46-EC6AB965E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Vercel Demo의 실제 LangChain 결과 화면</a:t>
            </a:r>
          </a:p>
        </p:txBody>
      </p:sp>
    </p:spTree>
    <p:extLst>
      <p:ext uri="{BB962C8B-B14F-4D97-AF65-F5344CB8AC3E}">
        <p14:creationId xmlns:p14="http://schemas.microsoft.com/office/powerpoint/2010/main" val="1636252928"/>
      </p:ext>
    </p:extLst>
  </p:cSld>
</p:sld>
</file>

<file path=ppt/slides/slide2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47F9E9-C3DF-4F28-B13E-DB6E6FE97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실행 화면 2/4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83A8DB-5A77-4F02-A8CE-4F83CE8CD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실제 실행 · interrupt payload에서 멈춤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C170E2-288B-44F4-9967-36630FB41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C481E8-63A8-4538-91A0-E48ECAFEE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53FFC1-1A05-42AC-811E-655985E55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E96A00-E62F-402F-9F37-05FDA1ED5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48C4D2-B7FD-462C-A6F2-509B22898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03D6B0-7F9E-4318-B8BF-54EDC2EA7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EC3A92-95DB-446D-94B3-1DC13AB12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REVIEW_REQUIRED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19BF33-4D70-4899-A550-D84D0F437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889A2A-ED13-4684-8971-0CB4FBFEE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초안·Action Item·근거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EE5128-A6C1-4E17-9CDE-66F3B548E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F22CE1-0D2F-4E6D-976A-39F7F4443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approve·edit·reject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6EE241-5497-4B74-BDA1-AFFE1F42A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91818F-B13C-44FD-800B-793C80E57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자동 메일 false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CFB9DB-20CB-47FD-87A9-54F4255EF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c86e2bc777453a"/>
          <a:stretch xmlns:a="http://schemas.openxmlformats.org/drawingml/2006/main"/>
        </p:blipFill>
        <p:spPr>
          <a:xfrm xmlns:a="http://schemas.openxmlformats.org/drawingml/2006/main">
            <a:off x="4876800" y="1727597"/>
            <a:ext cx="6591300" cy="370760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E85990-5AE9-4402-9CCD-BE5CBF7D8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Vercel Demo의 실제 사람 검토 화면</a:t>
            </a:r>
          </a:p>
        </p:txBody>
      </p:sp>
    </p:spTree>
    <p:extLst>
      <p:ext uri="{BB962C8B-B14F-4D97-AF65-F5344CB8AC3E}">
        <p14:creationId xmlns:p14="http://schemas.microsoft.com/office/powerpoint/2010/main" val="1649697679"/>
      </p:ext>
    </p:extLst>
  </p:cSld>
</p:sld>
</file>

<file path=ppt/slides/slide2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F0AF19-5146-4B14-97E6-47A255D42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실행 화면 3/4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F3F98C-C47D-4DF8-93F7-74E2CA5AB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실제 실행 · 거절은 REJECTED와 HOLD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79048F-0DEC-429D-897B-A3FB8E1DE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8B5BA9-BD76-4DAA-913A-838311467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A7F58-8884-4ED0-A5CB-9E2D50AB8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CF0173-3D98-443B-925A-E7AFBDDCE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4A3958-1E03-457B-A916-5D76035F0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0DAA42-67DE-4237-87A6-A9D0C23A1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BDCB96-E54C-4C3A-800F-1283A3CF4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같은 thread 재개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055E47-0E45-417A-943B-2B03973ED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5232DA-02AF-427E-91A5-86BC7BF7D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terminal state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9BA655-71AA-4CD7-9323-FF5D5B191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5E15B8-71D9-467D-85C5-A48976903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release gate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84132E-8838-45A5-A0C0-413E6423B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88E801-8291-42F2-9B30-8444F287A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local JSON only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8BB5D7-84A2-47FE-A6CC-637AC9E80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dd2205530e4592"/>
          <a:stretch xmlns:a="http://schemas.openxmlformats.org/drawingml/2006/main"/>
        </p:blipFill>
        <p:spPr>
          <a:xfrm xmlns:a="http://schemas.openxmlformats.org/drawingml/2006/main">
            <a:off x="4876800" y="1727597"/>
            <a:ext cx="6591300" cy="370760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C81166-6EEC-44C7-9987-B4F604E04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Vercel Demo의 실제 거절 결과</a:t>
            </a:r>
          </a:p>
        </p:txBody>
      </p:sp>
    </p:spTree>
    <p:extLst>
      <p:ext uri="{BB962C8B-B14F-4D97-AF65-F5344CB8AC3E}">
        <p14:creationId xmlns:p14="http://schemas.microsoft.com/office/powerpoint/2010/main" val="2110325243"/>
      </p:ext>
    </p:extLst>
  </p:cSld>
</p:sld>
</file>

<file path=ppt/slides/slide2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721543-3FAF-4B36-BD19-C3390872C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실행 화면 4/4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386451-BF2A-46C6-A93B-17413A656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실제 실행 · Python 3.12 test 19개 통과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1BC7EE-3C13-41DF-8EAC-3B4439561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341C2C-9812-4F0E-BCAF-471FB0F34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F9F5BA-A1FF-4108-BE6F-10B38554E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D756D9-2428-41FA-A3C3-5CDD15638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71EB9E-F155-42AC-9720-8653326BE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158F47-A5A3-4462-BC63-96000F3AF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39AC31-BF1F-4B2C-94E0-79E6ACA6D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LangChain typed output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AD560D-5A33-403D-A8C9-F809E4B6C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240789-123A-41CA-812F-F0234E8A1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interrupt·resume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AE01A8-E44E-470A-B87D-442751307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2DE510-492C-42FD-850A-74B4E97A1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승인·수정·거절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ED71BB-28B9-46DE-BA5C-C038BAD9F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9D60C7-724C-4885-9A9B-CEE89DE40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trace·READY/HOLD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D4F6F6-CAA4-442C-B1A6-F67E259F9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6ff3fb873f485d"/>
          <a:stretch xmlns:a="http://schemas.openxmlformats.org/drawingml/2006/main"/>
        </p:blipFill>
        <p:spPr>
          <a:xfrm xmlns:a="http://schemas.openxmlformats.org/drawingml/2006/main">
            <a:off x="5168173" y="1695450"/>
            <a:ext cx="6008553" cy="37719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FC4FAE-87C1-4E5B-B750-BB5E60AE1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VS Code 통합 터미널의 실제 전체 test 결과</a:t>
            </a:r>
          </a:p>
        </p:txBody>
      </p:sp>
    </p:spTree>
    <p:extLst>
      <p:ext uri="{BB962C8B-B14F-4D97-AF65-F5344CB8AC3E}">
        <p14:creationId xmlns:p14="http://schemas.microsoft.com/office/powerpoint/2010/main" val="1875558623"/>
      </p:ext>
    </p:extLst>
  </p:cSld>
</p:sld>
</file>

<file path=ppt/slides/slide2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4D90CC-0B2E-45F2-A61F-FA1AE7BCC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0901F1-8E90-4EE7-A230-44C857CAD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실제 WorkflowState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4DD89F-2842-4FCD-AB8D-374FBE749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5137D4-19D5-4713-BAC7-B7F49267A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9A6980-A7CA-4E07-84CA-696EAC312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2EAED8-4912-4984-8753-71FBC59B8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893C6B-9814-4147-904C-CFE342F6E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A01830-7852-46C5-A6BC-9571E0635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54F138-A557-4C0D-9ABE-942ABD6DE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다음 node에 필요한 필드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A5689F-E2A8-4FDF-B7CA-706598984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67735D-AE08-4028-8BF8-7600D10D1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승인 event 유지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49CC67-AF14-44E9-A0C1-BFC2EA670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E77F37-6633-449B-B3E6-66862A9D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오류 누적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5B61F5-023B-4D1C-9D1A-931463A70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A1BD1A-BC2C-4145-96F7-817928F02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외부 쓰기 정책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63DB71-F82C-469B-8792-8668C3ED6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74BEFD-98AB-4636-A898-461D2440F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73657D-B660-4E0E-9B10-F618863E6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class WorkflowState(TypedDict, total=False):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request_id: str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draft: dict[str, Any]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validation_errors: list[str]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status: str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review: dict[str, Any]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audit_events: list[dict[str, Any]]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export_ready: bool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automatic_email: bool</a:t>
            </a:r>
          </a:p>
        </p:txBody>
      </p:sp>
    </p:spTree>
    <p:extLst>
      <p:ext uri="{BB962C8B-B14F-4D97-AF65-F5344CB8AC3E}">
        <p14:creationId xmlns:p14="http://schemas.microsoft.com/office/powerpoint/2010/main" val="776626808"/>
      </p:ext>
    </p:extLst>
  </p:cSld>
</p:sld>
</file>

<file path=ppt/slides/slide2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998A63-46E9-4251-B38F-52A06A480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DBFE0E-C6FD-4478-B32B-7A2F3CBFE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실제 조건 route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93E391-49D6-411E-9B53-46E3361FF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224536-1FE6-453B-8F1E-15A0ACBA1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870BD7-89E5-4E30-B89D-CBFA251F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CD6E19-082E-47D4-87B4-79BE45278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286C56-0ECE-4BFC-ABE9-E8D55B860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B568BE-8CFA-4113-8E42-DC1D90E86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B663C9-3C39-4B16-BC4A-877F4B440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오류 필드 기반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811E4A-DA47-410A-BA86-BEE67EEE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88E778-37EC-4D46-9684-CB861B4A9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review 또는 failed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A32C3D-F431-488A-9D9D-94CE6EB2B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E80DFA-0A6F-4071-9A1F-77C85F400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암묵적 분기 없음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047572-6E99-4574-96F4-1A35E97ED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BE2506-0889-4FB4-8876-CBEC4D437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test로 두 경로 검증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86EA58-F1DB-4ADD-BDBD-FA384F84D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E60F05-EC03-4D6F-B88D-205BE101C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3FCCF6-ADBC-45D7-B930-77714F82F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def route_after_validate(state):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return (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    "review"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    if not state.get("validation_errors")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    else "failed"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)</a:t>
            </a:r>
          </a:p>
        </p:txBody>
      </p:sp>
    </p:spTree>
    <p:extLst>
      <p:ext uri="{BB962C8B-B14F-4D97-AF65-F5344CB8AC3E}">
        <p14:creationId xmlns:p14="http://schemas.microsoft.com/office/powerpoint/2010/main" val="596000195"/>
      </p:ext>
    </p:extLst>
  </p:cSld>
</p:sld>
</file>

<file path=ppt/slides/slide2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B1E35A-9D28-4E9A-AA05-98487B1A6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7561F7-8E7A-4A17-BC41-A605A9296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사람 검토에 넘기는 데이터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9F94AD-BF86-4F2E-A0C4-A9DA071A6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964C66-BE7D-4C25-BA4B-DBFD1A995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C46F08-D3FB-4ACA-A552-889225D48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FCB538-DC4D-4062-BE14-8371BF495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2FC069-F7AE-44D6-8F87-82DF44193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2BF644-99E6-4812-BCB4-E8757E99D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F163E8-9CC7-46E5-BB9D-7A3E841F0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초안·근거 한 화면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43DA2E-30A1-4F3D-9929-622B20D9F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64E2E5-FCA4-446D-8E3E-1CB6D96B3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직렬화 가능한 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9005E2-39CF-432E-87FE-791D44319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F2BB69-652C-4021-B880-BB4E3C9EB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자동 메일 금지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F27F4F-0E35-48BA-BD70-D873A24B1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97ECE1-FDA7-45A1-B5A8-42A9A4429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결정은 resume 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BD3454-3F22-4BFE-9AA0-89945965A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8B990E-0817-4369-8F42-402725AF8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B1E52C-8EA5-4393-B43D-6587FC6C5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human_input = interrupt({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"request_id": state["request_id"],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"summary": state["draft"]["summary"],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"action_items": state["draft"]["action_items"],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"options": ["approve", "edit", "reject"],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"automatic_email": False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})</a:t>
            </a:r>
          </a:p>
        </p:txBody>
      </p:sp>
    </p:spTree>
    <p:extLst>
      <p:ext uri="{BB962C8B-B14F-4D97-AF65-F5344CB8AC3E}">
        <p14:creationId xmlns:p14="http://schemas.microsoft.com/office/powerpoint/2010/main" val="1178263447"/>
      </p:ext>
    </p:extLst>
  </p:cSld>
</p:sld>
</file>

<file path=ppt/slides/slide2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39E363-D954-4B33-B584-8B48959A5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3945CB-93D4-45C8-947F-AB64954C6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Command로 같은 thread 재개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DE1D63-0BFF-436B-AD27-6A64BF1E7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326874-982C-4C80-BD09-3D0C3FE3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98A283-2E0E-464C-8CE5-734B0AED2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542B14-9B6C-4920-A3AC-AE2F55FD8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A7AC57-060D-4EC3-8E19-E9CEACC71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97E76E-47B5-49A6-A8AB-B597B805A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F761A3-A40B-40B9-B163-A0015FD2E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thread_id 유지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935F38-55B3-465F-90C4-BEDDF6486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1234AF-4AD9-46D8-BF30-2235AF306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checkpoint load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47E430-F10F-4222-91DD-1C5DFE34B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A1C3EE-1E32-45C8-A233-0E1AD7766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resume value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14C951-914A-4B0A-92BE-A4552C93B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9353AB-D121-4CF9-87EB-115D92187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new thread와 구분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87201A-3CF8-4195-99FE-FE58CFB0B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721E91-A74B-4DD3-9468-C9157763C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CE69D6-A8E5-4F75-93C1-6BA516A06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config = {"configurable": {"thread_id": request_id}}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first = graph.invoke(input_state, config)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# interrupt에서 멈춤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second = graph.invoke(Command(resume={"decision": "approve"}), config)</a:t>
            </a:r>
          </a:p>
        </p:txBody>
      </p:sp>
    </p:spTree>
    <p:extLst>
      <p:ext uri="{BB962C8B-B14F-4D97-AF65-F5344CB8AC3E}">
        <p14:creationId xmlns:p14="http://schemas.microsoft.com/office/powerpoint/2010/main" val="2067682620"/>
      </p:ext>
    </p:extLst>
  </p:cSld>
</p:sld>
</file>

<file path=ppt/slides/slide2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C29537-BC13-4059-89FE-4F5AEDA9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BB7371-991B-4B1E-B6C6-554BAE0C4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승인 event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C40126-3500-419B-957A-4FD34F85F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AB4C6D-6061-4995-9E7B-86DEB64A0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0ADF79-1649-4CDC-A060-CEEFB9923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205234-0BCD-4EBB-96B0-9AB6EE550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B5A29D-CCC7-4F36-ACC4-ECD7493DE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D1EE95-ECE1-406D-972D-171BBBC20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EA13EC-8D2F-4865-8754-11BCDA233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누가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7CED25-A855-41D4-AE64-C4830346D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BD8722-58FD-407E-A361-B52FD2B35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무슨 결정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396642-196F-4B51-B69C-DE3EE20AD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09B141-FD82-439B-A4B9-56A0BA0DF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이유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238A34-6BDD-41BA-B6B4-5874DB0F2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4456B9-7DCE-49C6-8D7C-C550EE3B6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수정 payload·시각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690901-3228-4026-AE84-493CCE690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A870E8-85FF-4369-87D4-2DEBD62E2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7F6360-C666-479D-99DA-6AAEB303E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approval = {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"decision": "edit",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"reviewer": "role-reviewer",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"reason": "담당자 근거 부족",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"edited_payload": corrected,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"at": iso_time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8677485"/>
      </p:ext>
    </p:extLst>
  </p:cSld>
</p:sld>
</file>

<file path=ppt/slides/slide2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655420-D823-41FD-859C-D238D9BC6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4F6E22-7993-4261-A9C5-613BEC5FD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소프트웨어 실습 1 · LangChain LCEL 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1972F8-74A4-4314-899F-D3C04EE45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94F94D-E1CC-4B6B-A3F5-6F1699429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3570A8-B009-4CBA-9F8E-8442CD58F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89A290-9086-4CF2-8393-B7F389408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95DBD3-7A12-4447-A0DF-59556DE25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07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54FF67-309D-4D16-9DE2-9C6C4AA99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DDB23B-1473-4C5D-8154-04906ECED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BDAD19-A0FB-476E-8D8F-FC142D5FD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DCAAE2-6517-4FD6-8F48-148BF3EFF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B7D95F-CE3D-4271-A52E-78944E0AD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7차시 notebook을 연다.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10B243-8B33-4190-8F9E-C1F6D20C3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5AC000-3B13-4071-8677-2618A5F16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C28206-AB4B-49A1-8BDA-B2EC26850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Prompt→Adapter→Parser→Validator 셀을 실행한다.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D74909-34B6-40A7-A56B-BF546214E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D1351B-D34C-420F-95C8-77E793DF2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4B211F-86FC-4B63-9B69-343076F8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MeetingBrief 타입과 policy check를 확인한다.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0797C3-376D-4E4B-B2EC-96573EC4A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867995-A9BD-484C-BC19-49CA7104E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DB0F45-749D-4BAC-9F3E-6DA4092F6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Prompt 한 줄을 바꾸고 다시 실행한다.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FC8398-63F4-470D-83FF-CF31A5025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0D3754-7730-42AB-8A6F-8D997AE37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4EF969-3898-4E52-9D8F-0700AFA62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완료 증거  |  typed JSON + 네 policy check</a:t>
            </a:r>
          </a:p>
        </p:txBody>
      </p:sp>
    </p:spTree>
    <p:extLst>
      <p:ext uri="{BB962C8B-B14F-4D97-AF65-F5344CB8AC3E}">
        <p14:creationId xmlns:p14="http://schemas.microsoft.com/office/powerpoint/2010/main" val="1712043053"/>
      </p:ext>
    </p:extLst>
  </p:cSld>
</p:sld>
</file>

<file path=ppt/slides/slide2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8DFD48-EA17-4827-8509-1CF758462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E2C3D6-8A63-4A80-BAE9-409A2B0C4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소프트웨어 실습 2 · StateGraph 조립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16190B-A991-4447-BDE0-1848FC9A6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06108B-3E53-4AA0-AA61-C0A36DAA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025D9D-354C-4487-836A-BFF54F0BC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6D4E50-2D06-440D-975D-86AB69BEF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ED8282-645A-4F34-97E7-34139D40A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07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BFF48E-C305-489C-BAF9-808610B46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DB45ED-9F95-423B-AF95-ECD60F82F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9A5FA0-8C9F-4403-9EFB-83B662838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451F5E-98E3-4C09-9CA2-76C795AA8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642051-71DA-42BA-8D4E-29FBE5C3B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build_graph 코드를 연다.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586AEE-C8E9-454A-B79C-C742E03BE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A4472F-7662-457B-8626-B28786D66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480513-3204-4D38-95E2-76C1A9F94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validate·review·finalize node를 확인한다.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4D4740-47C1-45CA-8A5D-0604633E7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097AFF-93D7-4448-8AAB-5DEBE8CA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AD08AD-BA24-4B3E-9CEB-772BF309A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조건 edge와 END를 연결한다.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BAABD6-4A8B-4443-B6BF-CE04B7BAF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E8A018-EFB9-42DE-BFD0-2C77D6186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011490-DCA5-4259-BED8-63B1C070E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InMemorySaver로 graph를 compile한다.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B31A17-CA72-45EF-9FA3-CA5A28C07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7D62F1-3B87-4A45-AB11-0A8E0BD3E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14AC96-D11D-494F-8579-AF0EF58EE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완료 증거  |  실행 가능한 StateGraph</a:t>
            </a:r>
          </a:p>
        </p:txBody>
      </p:sp>
    </p:spTree>
    <p:extLst>
      <p:ext uri="{BB962C8B-B14F-4D97-AF65-F5344CB8AC3E}">
        <p14:creationId xmlns:p14="http://schemas.microsoft.com/office/powerpoint/2010/main" val="93069267"/>
      </p:ext>
    </p:extLst>
  </p:cSld>
</p:sld>
</file>

<file path=ppt/slides/slide2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881B26-7EF5-4645-93C3-C82B89DF8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079BED-07EB-48F6-9806-C2692DBCF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소프트웨어 실습 3 · interrupt와 같은 thread 재개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F7B485-EE70-40F6-B862-86B72991F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0F42F5-7665-4EFE-9340-815B23CB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B0ED4E-0AF5-47C8-9E04-A1373DFF8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823E31-DF30-45C6-9D7A-85B731C29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1413DB-B66D-4F32-8266-0FF36B961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366DE6-AD4A-4DF7-AA52-11B46B1D3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ADB11C-23C5-4E25-89A9-0B632B31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F6353B-A247-4A33-A599-91B825C74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FBC577-5F27-4963-9A15-6926F1CC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21117D-157D-4760-95BC-7FDA091DC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최초 invoke를 실행한다.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FDCEF6-7413-4E56-9C19-C2A79041E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233363-8F02-451D-B3AB-1CFC1024F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B87B42-8BE9-4517-8EBA-0442F3689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__interrupt__ payload를 출력한다.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F65040-D1B3-42BB-8A21-6C2CC6711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D12F43-0686-4B28-BD19-CCB283078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B4DA3C-CF6F-462F-8C35-1D71B243F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같은 thread_id로 Command(resume)를 실행한다.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F6D5B3-53EB-4C1C-BE52-316F3DFBB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30C695-CA02-4E65-B4E7-20D02D65D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644974-9B02-408B-9E86-3C25D2395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READY_FOR_EXPORT state를 저장한다.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B01A01-4BE4-43CA-BD8E-12F45C190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004780-2595-4A05-A93D-E16D4469B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CDD639-B094-41A7-9E17-01372F4CB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완료 증거  |  interrupt payload + 승인 state</a:t>
            </a:r>
          </a:p>
        </p:txBody>
      </p:sp>
    </p:spTree>
    <p:extLst>
      <p:ext uri="{BB962C8B-B14F-4D97-AF65-F5344CB8AC3E}">
        <p14:creationId xmlns:p14="http://schemas.microsoft.com/office/powerpoint/2010/main" val="1341289048"/>
      </p:ext>
    </p:extLst>
  </p:cSld>
</p:sld>
</file>

<file path=ppt/slides/slide2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683355-8DE0-46E5-B3F5-3D13F053F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8A3458-DD6B-45CF-B5BA-B4D987D81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소프트웨어 실습 4 · 세 결정과 웹 결과 저장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0D6B9E-C659-4AE4-9397-3E7B3319D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64BA35-3437-4D08-8485-8A9C9D16C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B8CB1-1D71-457A-AC9F-89FAFCF45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9B4E23-74AE-481F-9423-982B8C71E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326C27-A757-4D74-8760-BA11BDFE3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10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8CD965-1EBB-43B2-B0DA-E7095DFB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173D4E-6C81-409D-97A7-01EFF5BFA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3B3DBB-8477-4D71-98C2-21BC290C1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D946EB-32F4-4659-961E-AEC71895E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65E138-1480-4B2A-928F-2BC996AD6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approve·edit·reject를 각각 실행한다.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1F8A7D-A9FC-4988-B8A8-97DA17BD4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756074-E725-4F09-8ECA-05B0BB0CB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3875A2-F405-4756-84F6-928124298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READY·HOLD terminal state를 비교한다.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6C979F-D146-44A8-8B11-5FA51F76B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32D840-FDD3-40DF-85A7-02209D065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77D273-861A-4C46-8F59-A2633B40D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Vercel Demo에서 같은 결정을 눌러본다.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E5E0E2-0981-4847-B2E2-75CD80D9B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E925EF-A500-4334-B740-CFD875F61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F10E7D-A84A-4BD9-9E35-09F518F4B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내 결정이 담긴 JSON을 내려받는다.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7BAACC-E068-4EA3-B24F-1ACE944A2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6CC3D8-20CF-4AA2-AA54-17C77752D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F8FA74-F477-40A2-B9A1-33B109C23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완료 증거  |  상태 3개 + 결과 JSON</a:t>
            </a:r>
          </a:p>
        </p:txBody>
      </p:sp>
    </p:spTree>
    <p:extLst>
      <p:ext uri="{BB962C8B-B14F-4D97-AF65-F5344CB8AC3E}">
        <p14:creationId xmlns:p14="http://schemas.microsoft.com/office/powerpoint/2010/main" val="804121290"/>
      </p:ext>
    </p:extLst>
  </p:cSld>
</p:sld>
</file>

<file path=ppt/slides/slide2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9CB3B13-33B1-420C-85CB-712824864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E1BA19-353E-4665-9379-0A1D8DF69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실패 1 · State에 모든 것을 저장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1C93EE-90BD-4C01-A950-6960E0CBA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243294-8F08-476F-90C0-E848ADBD9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019616-28C6-4B2C-AF2E-AF7D1E51B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FF653A-6F20-4C68-88B5-93135117C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71A326-89EC-4918-9711-63B56D909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F865F9-6E54-4D8D-AB46-F98E49E18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3728A1-837A-49CD-8C7F-26BC7F615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F93589-2ED3-4D4B-B4D8-5F0B2CCD2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1B934F-3AF1-4C86-B278-50B1ACFF2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거대한 message history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E97A5B-D011-4D75-A193-7A2965E5A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397087-D062-4AFC-9211-48E365DF5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binary audio 포함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D5A4B6-D654-42D7-B404-7BC0BDE57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31FD83-4350-4F3F-A067-7F3FD4775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개인정보 장기 보존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58C1EB-A5D6-49BB-8B25-1A37433C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3A524D-ACAA-4976-9CB1-ED89ADC00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node coupling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F9CD72-BEFA-476F-BFA8-6B4E03AA6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8A4C56-B7D2-40DE-9831-51D800015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최소 structured state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9B16AB-1007-47F0-87EF-D68031EC0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A804A9-AB3D-44A5-9FAB-A6F799EFB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원본은 보호 저장소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0C202D-A76A-477E-9D44-8153D7F6A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C7AEEB-C1AC-4375-91C6-A9080A973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reference ID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EB626A-E54D-4030-BB28-FE6681FEC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D43283-1445-456B-8563-9EF9668A9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node별 계약</a:t>
            </a:r>
          </a:p>
        </p:txBody>
      </p:sp>
    </p:spTree>
    <p:extLst>
      <p:ext uri="{BB962C8B-B14F-4D97-AF65-F5344CB8AC3E}">
        <p14:creationId xmlns:p14="http://schemas.microsoft.com/office/powerpoint/2010/main" val="2126019132"/>
      </p:ext>
    </p:extLst>
  </p:cSld>
</p:sld>
</file>

<file path=ppt/slides/slide2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FC4AE9-70F7-4882-AB4B-41BD80EFB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18DCBD-7923-4600-BF49-8C622ACBC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실패 2 · interrupt를 try/except로 감쌈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33AFF5-A6B6-4C9A-AADE-1C06B75BF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C42223-2348-4138-B087-56EF88C83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3005F1-99B5-4385-8D2A-67E163AB3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3A6B60-81E7-472B-9773-264435C3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C55CF9-E906-4F40-B5C1-A4E38F3C3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9AFFE1-AD1B-49FD-B07A-D9621A191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5EFA25-0414-46A9-82F0-C4AC090D4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EB7037-EFA9-4DB1-8364-A832F6A7F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03284B-7A43-428B-BFCE-102811CA1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중단 신호를 오류 처리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9BFF63-8D22-44AC-8BE5-EDE2183AF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4FC4F9-1795-4227-AB4C-084D4C616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재개 불가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EB55AC-CB3F-4136-8DDF-632C1810D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3D9134-1DCB-49C2-A27A-BB1403E93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state 혼란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5A6C18-963B-471F-9B3E-12BC7D8A7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B3B6D5-9ACB-46B5-880E-C3FFC878E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반복 호출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92C0EB-A352-4A47-8D40-5760BB457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32B0B8-B618-42EB-8C26-6FF6C230E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공식 interrupt 규칙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881F59-EEAC-4F4C-8615-978074EDA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658475-A3FE-4CD7-9403-BC652563C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직렬화 payload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19034A-49C0-46A2-90A9-4A8B082CE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9CBCA9-DA3B-4781-8D52-4873C90E2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같은 thread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457E38-328D-458C-92E3-715DF402A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212D79-EED7-4C16-9B88-9F237E1DC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명시적 resume</a:t>
            </a:r>
          </a:p>
        </p:txBody>
      </p:sp>
    </p:spTree>
    <p:extLst>
      <p:ext uri="{BB962C8B-B14F-4D97-AF65-F5344CB8AC3E}">
        <p14:creationId xmlns:p14="http://schemas.microsoft.com/office/powerpoint/2010/main" val="1392613124"/>
      </p:ext>
    </p:extLst>
  </p:cSld>
</p:sld>
</file>

<file path=ppt/slides/slide2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CE3DC1-4A5D-42C5-AC7F-1553AF5EF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954032-4B5D-4731-84A5-4A2489E3D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실패 3 · 승인 전에 외부 쓰기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88314C-1C4F-4DA9-BEB9-CEB3C84AE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73676C-B4FC-4EDA-A609-A585CFCBA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498976-9A02-4ADE-AC36-BD7AF35E1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D578FC-A1A8-4E3D-A6C8-83A863BD6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9AA268-51FD-4B80-B4A3-B9606EC14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FC438F-A434-43F7-B0C6-83B770E65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370599-A1D4-4D57-8BC4-893CA6BE7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3B8387-D699-4621-8238-0CEC03600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B1C9AB-53A7-4FA4-A2C8-B3AB5AA9B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재실행 중복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632CBF-77DE-4D02-BC4C-D146E7B7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025EB0-DB05-452E-B2DA-C8BCE7C1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오류 확산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39F794-7260-4310-A156-96F4B7069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F098C8-7610-4659-8E52-D3B884E32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사람이 취소 불가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313B02-2C20-45F0-B943-0DB32792F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DB6F73-CB27-4D71-B658-FFB667EEB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감사 추적 부재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D81751-31EA-4EAC-B593-F8DCD3EEB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EAAC2A-0A20-4224-BE77-C578406DA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draft·preview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282039-7794-412A-8BB2-F3947C377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FBFD3B-BB8C-42FF-B003-1CF4FC844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interrupt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82F369-B865-40C9-9BAA-7EB4573F5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344192-D4B8-49A3-AA12-B5A9C82E2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approved payload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1F13FB-84CD-4980-BFA1-B14618D5C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0CAA88-2773-4708-B1D8-814C29D08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idempotent publish</a:t>
            </a:r>
          </a:p>
        </p:txBody>
      </p:sp>
    </p:spTree>
    <p:extLst>
      <p:ext uri="{BB962C8B-B14F-4D97-AF65-F5344CB8AC3E}">
        <p14:creationId xmlns:p14="http://schemas.microsoft.com/office/powerpoint/2010/main" val="1759365257"/>
      </p:ext>
    </p:extLst>
  </p:cSld>
</p:sld>
</file>

<file path=ppt/slides/slide2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1165D3-C405-4218-B6D8-8B8D4B4F3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재직자·구직자 관점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B5F821-20ED-4B3A-9B5A-CB365ED50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재직자 · Human Approval 운영표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8E85F8-49F6-41B7-85FE-2DAE2C48E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6F35C7-A41A-4C98-9063-1BBA6893D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913A97-D5DE-494E-999E-FA40D1985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4BA1C4-208B-4602-B594-1CD1F048E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36645D-7E39-4254-BCFC-2E94B9A08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승인 기준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987FE3-C443-4C41-9CD1-73E341194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운영 증거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F9CEAA-864F-4BED-9993-DBE1988EC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07068D-89D9-442D-BF40-05255952F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215EA7-F0E5-4F32-89C0-FC6A01B3C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개인정보 flag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BFE685-C90E-4604-9D41-C610231A1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21D09F-983A-461C-A0F1-F419EEF2C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낮은 confidence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362923-1D82-4888-A6B8-E9C1EC42E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37947E-63E9-4067-9370-41C430310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외부 발행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209FB2-0F52-4157-9D70-41593A240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E7C7F7-467F-4A65-9240-32C7E966C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금액·계약 영향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5B190B-B57A-4B5F-9636-905C478E0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7CD9E6-4C95-4172-BFE8-D2B298E1F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reviewer role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919841-B846-4859-9830-ADC489CA3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DF4547-801F-4F15-BFAA-E71D49B38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SLA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CD536F-AB2B-457B-850F-050BA5ED4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6AC9A5-8DE2-43AD-844A-1C925D44B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decision reason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11D5398-7D63-458B-8D05-52FC0E5BE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FD7377-0BAC-416E-A5D0-FB39C31C0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audit log</a:t>
            </a:r>
          </a:p>
        </p:txBody>
      </p:sp>
    </p:spTree>
    <p:extLst>
      <p:ext uri="{BB962C8B-B14F-4D97-AF65-F5344CB8AC3E}">
        <p14:creationId xmlns:p14="http://schemas.microsoft.com/office/powerpoint/2010/main" val="1591040457"/>
      </p:ext>
    </p:extLst>
  </p:cSld>
</p:sld>
</file>

<file path=ppt/slides/slide2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A9EF57-4208-4A44-853D-04387CF55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판단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2A5D4F-D387-4CC8-A543-AD0A2693A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Gate 7 · 승인 뒤 같은 요청이 다시 왔습니다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09F0F0-8108-406A-9FA1-1061F0994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C2330C-FCA3-4575-AA29-7D22349B0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1C6559-55DD-4592-868C-EF38713F7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94CDA2-FDD8-45F5-860F-1AFA4C259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B48F7D-BDE8-4F79-82A4-9A0B9F81B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상황: reviewer가 승인한 직후 네트워크가 끊겼고, 같은 request_id로 publish가 다시 호출됐습니다.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1EF069-5AF6-4D84-ADAC-96D5CA5E2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319415-2EC0-4EA0-92B9-579544F2C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AC1BAC-3D4F-4B32-8CCD-B78D24C6C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2860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어떤 State와 checkpoint에서 재개할까?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31A0EB-C775-4F54-9E5B-6D3C3E97F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E10467-D449-4229-AC6C-6E149B1DD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CB4768-8933-4ED2-8446-38B03E34E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3528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승인 event에서 어떤 근거와 결정을 읽을까?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D80B1D-13FD-4D11-ADB3-CC8D32A88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9C43D6-8EE5-4867-A395-9E0C93DC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76256F-047F-4BB5-B5ED-0E8CDA5C5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4196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새로 발행할까, 저장된 성공 결과를 돌려줄까?</a:t>
            </a:r>
          </a:p>
        </p:txBody>
      </p:sp>
    </p:spTree>
    <p:extLst>
      <p:ext uri="{BB962C8B-B14F-4D97-AF65-F5344CB8AC3E}">
        <p14:creationId xmlns:p14="http://schemas.microsoft.com/office/powerpoint/2010/main" val="63069547"/>
      </p:ext>
    </p:extLst>
  </p:cSld>
</p:sld>
</file>

<file path=ppt/slides/slide237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F5E6E9-0A31-41B9-BEB6-CDFA4EDEC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8C6816-F8A8-4D4A-84D8-4EBE7167D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571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6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26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16:20-17:00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812452-7BAA-49A3-BE21-C4B3179C2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580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1일차 8차시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887F03-6C7D-4E8C-ABF7-F67229011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09700"/>
            <a:ext cx="10401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5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35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STT와 LangSmith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EF55F7-30E3-4B85-AE43-ADF6985D9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908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E0E0E0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E0E0E0"/>
                </a:solidFill>
                <a:latin typeface="Nanum Gothic"/>
                <a:ea typeface="Nanum Gothic"/>
                <a:cs typeface="Nanum Gothic"/>
              </a:rPr>
              <a:t>16:20-16:28 강의 · 16:28-16:36 실행 시연 · 16:36-16:53 소프트웨어 실습 · 16:53-17:00 판단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13F83E-128B-48B1-B0D2-EB7403E46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0400"/>
            <a:ext cx="3467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A8B170-70A8-4C3C-99F2-F01F2712F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95650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지금 배우는 내용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8E02C5-FCEE-489A-92ED-4AA338805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0"/>
            <a:ext cx="34671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348DE9-40A8-44D3-8078-D604CE30C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10000"/>
            <a:ext cx="31242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STT 품질 · Trace · Dataset · 평가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B33479-8693-4734-A6DB-6521162F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20040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65FE66-452C-4EB2-B71D-4DCAAAC8F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295650"/>
            <a:ext cx="3790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이 차시에서 이해할 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B38F70-25AD-4B7C-AB38-51EFDB40A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619500"/>
            <a:ext cx="4095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FC312E-809E-43A7-807E-FDC431874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810000"/>
            <a:ext cx="3752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실행 기록으로 READY와 HOLD를 결정한다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352037-2800-4F8A-B43A-7F15641DC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00400"/>
            <a:ext cx="2838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05E53A-E29F-441A-9A80-8C8C2F233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295650"/>
            <a:ext cx="253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함께 챙길 내용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64A566-9F75-4878-9E8C-51F7B203B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19500"/>
            <a:ext cx="28384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4AABE1-D23A-4927-8DFE-4E6532FC3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810000"/>
            <a:ext cx="24955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STT 품질 기준 + READY/HOLD 결정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6D9446-F6BA-4F70-8267-245156EED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578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ED3B2A-4981-4730-AEC9-F3AE30AEB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293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C7C7C7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C7C7C7"/>
                </a:solidFill>
                <a:latin typeface="Nanum Gothic"/>
                <a:ea typeface="Nanum Gothic"/>
                <a:cs typeface="Nanum Gothic"/>
              </a:rPr>
              <a:t>슬라이드 237-269</a:t>
            </a:r>
          </a:p>
        </p:txBody>
      </p:sp>
    </p:spTree>
    <p:extLst>
      <p:ext uri="{BB962C8B-B14F-4D97-AF65-F5344CB8AC3E}">
        <p14:creationId xmlns:p14="http://schemas.microsoft.com/office/powerpoint/2010/main" val="116516791"/>
      </p:ext>
    </p:extLst>
  </p:cSld>
</p:sld>
</file>

<file path=ppt/slides/slide2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60B10B-7B4D-48FD-98EB-3605486F8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오늘의 질문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B42216-EF47-4FD2-9B7D-ACFC9F478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관측은 READY와 HOLD를 가를 때 끝납니다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665B79-66E2-4334-BBAF-3593C79D8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2CDA9C-A553-4814-8E87-5437F6CB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F4C4AC-3C50-4FBE-9260-FC2CC4955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73AF42-521B-4FAD-88FA-740EF824E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C65107-0A7C-4865-B839-CCA78844A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다음 버전을 배포하지 말아야 할 근거를 trace와 dataset에서 바로 찾을 수 있는가?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C2FB12-ADED-4134-853A-F029AD209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C3285F-A84F-42B2-8B40-629C7F11F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입력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62764D-F487-4DB9-A865-89FAB9D46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4193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Managed 또는 Local STT의 segment를 받음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874ABA-75BA-4F48-B774-FEA41835A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E70A49-3293-4B62-A640-58FD18E48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146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품질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B830CA-08BF-4510-8830-600D88566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1051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무음·반복·이름·날짜 오류를 flag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8A2086-83AD-415E-ACF5-FEE34171F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338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E43374-2B2C-45F1-90A9-84930F139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004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계보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799AA5-4C32-4A10-A09E-2C7853366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7909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node·LLM·tool을 trace tree로 연결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9769A0-1618-43A7-83F2-D4B9A29C8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BB302C-A5DC-4B2D-B48B-616E061D5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862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비교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9BE945-EF76-4946-AD06-698814636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4767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같은 dataset으로 baseline과 candidate 실행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837CF1-5C37-47DA-BABA-F852FFC71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054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60CA80-B988-46E6-BF70-8FE57B433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720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결정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6C4F83-785B-4502-B42C-6FA49E9D7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1625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품질·안전·지연 기준으로 READY/HOLD</a:t>
            </a:r>
          </a:p>
        </p:txBody>
      </p:sp>
    </p:spTree>
    <p:extLst>
      <p:ext uri="{BB962C8B-B14F-4D97-AF65-F5344CB8AC3E}">
        <p14:creationId xmlns:p14="http://schemas.microsoft.com/office/powerpoint/2010/main" val="160861977"/>
      </p:ext>
    </p:extLst>
  </p:cSld>
</p:sld>
</file>

<file path=ppt/slides/slide2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5127BCF-D195-436F-A360-A8D7AB3F5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처음 보는 용어 · 한 장으로 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3D9E70-8340-41CD-B99B-F1BF6D4EA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관측과 배포 판단을 잇는 네 단어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F2DE85-18EC-4FA3-B3F0-1B0AF777C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C8D862-B166-4FF6-B6E2-776A11DEE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69AE7F-5F83-4BAF-88F6-F32E6486B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8D731B-4C6F-4628-9CEA-DDB87CFB0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411C84-D5C2-4C96-9CA1-EC119CDCD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0020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C6B967-6520-47A6-8A42-2FFC761C1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AE22AC-CE16-48E3-8CD7-B63763221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695450"/>
            <a:ext cx="421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쉽게 말하면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3D0B1B-7639-484B-8A26-356D82863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69545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오늘 쓰는 곳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A98524-D565-425D-9160-4941543D2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145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STT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Speech to Text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E8F4F4-CB21-4B8E-8CB6-E1B52136C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1145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사람의 음성을 문자와 타임스탬프로 변환하는 기술이다.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95468F-8DBF-442B-842B-C9EC1B4B0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1145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faster-whisper가 audio를 segment 배열로 변환한다.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5EDE64-9DB2-4299-AC61-FEA90001A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2C15AD-7F9A-4C0C-A2F3-371F70F47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7E87E9-6C68-4D80-A039-C7D7C9855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Trace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Execution Record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88334C-E755-4A8A-9F7B-8F1567509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9908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한 요청 안에서 Node·LLM·Tool이 어떤 입력과 출력을 냈는지 연결한 실행 기록이다.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68B7DD-307B-4DE3-8247-192C667F2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908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LangSmith run tree에서 Graph 아래 child run을 확인한다.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4DA655-431D-47B7-A8ED-3222B38F1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4EED34-C556-45FC-A891-050D3A305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77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Dataset / Experiment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Fixed Inputs / Compared Runs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41F648-4D24-4273-98AA-653CCEF39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8671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Dataset은 평가 입력 묶음이고 Experiment는 같은 입력으로 특정 버전을 실행한 결과 묶음이다.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95EE03-BF31-4B17-AE18-C31BA994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671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day2-v1 데이터셋에 baseline과 candidate를 각각 실행한다.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05B8F6-84D2-4E9B-A785-52EAD2EAD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C71544-A383-4BEE-9F08-2744721C4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3A5026-FBF0-439A-8485-3206E1708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Release Gate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Ship or Hold Rule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A9778D-8878-4617-B3DB-03A3388B3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7434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품질·안전·지연시간 기준을 모두 통과할 때만 배포를 허용하는 규칙이다.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93A4083-A11C-457D-9755-E32378926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7434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Schema 98%·근거 연결 90%·오발행 0건을 모두 만족해야 READY이다.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076D95-9A1D-4832-BE98-08C074A9E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054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077017064"/>
      </p:ext>
    </p:extLst>
  </p:cSld>
</p:sld>
</file>

<file path=ppt/slides/slide2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EC4455-448A-46E2-80A0-C19D743B8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Managed 회의 기능은 현업의 현재 출발점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1089F2-B9FE-4F82-9931-8AFB4AD34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FAF05C-8D31-4AA4-AE8D-DFB712A35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A4CAC3-567F-41E0-AB23-E8AE4E35B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16:20-17:00 · STT &amp; LANGSMITH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00A5E8-F12F-423E-8D1F-F6D03612C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240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5930CB-AC4B-41F8-8651-DC169675A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81AA2A-710B-44C8-A9C3-EF8759482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8096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Google Meet 등은 전사·노트 기능을 제공하지만 계정·edition·관리자 설정에 의존한다.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e5baad225e418d">
            <a:extLst>
              <a:ext uri="{96DAC541-7B7A-43D3-8B79-37D633B846F1}">
                <asvg:svgBlip xmlns:asvg="http://schemas.microsoft.com/office/drawing/2016/SVG/main" r:embed="R10e061ddbdb1436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601200" y="1847850"/>
            <a:ext cx="1352550" cy="13525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D92808-F227-4F6C-94C9-42C27E739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E878F2-A740-4ECC-936C-511445B0D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빠른 활용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81572D-B1EE-4766-8135-8A2CA50A5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7951BC-1946-4F61-8C15-08B4FEDB6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정책·보존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E1A46D-5DF6-4FAF-A492-4EFD1408F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0CEA95-400A-4D41-A2CA-FCFCE147F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지원 언어·edition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C349C1-F405-4D0F-A76C-EB61FBE9E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86450"/>
            <a:ext cx="9906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F453AF-9115-46AD-90DC-D0AC4CC3A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531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배포 전에 보는 신호  |  STT가 틀리면 LLM은 틀린 입력을 더 그럴듯하게 정리한다.</a:t>
            </a:r>
          </a:p>
        </p:txBody>
      </p:sp>
    </p:spTree>
    <p:extLst>
      <p:ext uri="{BB962C8B-B14F-4D97-AF65-F5344CB8AC3E}">
        <p14:creationId xmlns:p14="http://schemas.microsoft.com/office/powerpoint/2010/main" val="33679072"/>
      </p:ext>
    </p:extLst>
  </p:cSld>
</p:sld>
</file>

<file path=ppt/slides/slide2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79D33D-0F77-4F64-94EF-16785B52F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수업의 local STT는 원리를 이해하는 최소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143B24-B4A1-476D-BF2A-4DEC166C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9627A0-51CC-4F07-A92F-5930CBBDA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F0ED25-E39B-46EB-BD74-15A7BFAD2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16:20-17:00 · STT &amp; LANGSMITH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0172FB-C965-4401-9DD8-F77D2792A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241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3373BE-7628-4815-9E61-84291BF2D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faster-whisper 또는 whisper.cpp로 audio→segment contract를 직접 확인한다.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F59728-CFDE-4BD5-803A-962980269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392A3C-D0EC-494F-97EF-33BE5F8A9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offline 가능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EF6BE0-6858-45DD-843E-8D09CD69F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F316DD-41A6-49B3-936A-797B9F099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timestamp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45EA0E-E820-4DE7-80B7-2F8B7215B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76B548-4F94-4416-B52A-88EF340F3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model·device 선택</a:t>
            </a:r>
          </a:p>
        </p:txBody>
      </p:sp>
    </p:spTree>
    <p:extLst>
      <p:ext uri="{BB962C8B-B14F-4D97-AF65-F5344CB8AC3E}">
        <p14:creationId xmlns:p14="http://schemas.microsoft.com/office/powerpoint/2010/main" val="1998487836"/>
      </p:ext>
    </p:extLst>
  </p:cSld>
</p:sld>
</file>

<file path=ppt/slides/slide2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1AC7E6-D1B8-4A74-B924-6E85BBFF7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STT 품질은 WER 하나로 끝나지 않는다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37AFBC-1DDD-4D66-BDE7-34E71A61E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59518D-C0E0-4F17-B0B9-96838CA2A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7ACB2C-5976-41E8-B269-B9914FC15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16:20-17:00 · STT &amp; LANGSMITH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CA43CD-9BFF-4BEC-B4EA-D839DD058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242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B0DB13-411B-4EFB-810B-9B5FEA0F1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7B03B4-02E8-4C32-8625-73441236C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업무에서는 이름·숫자·날짜·Action Item 근거 오류를 별도로 본다.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4A6C2D-567F-4E1A-9BC7-8054EA7A3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181A2D-DA24-4EE5-953F-CBE26A344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empty·repetition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7DF99A-CA09-4805-8241-4FCECE5C4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ED2631-1224-448F-9FF7-A023BD0BB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entity error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C481BD-C888-43CE-9A60-D22C5F1E0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04D8BC-B9D7-4E35-83EF-E0E1C95C5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timestamp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4A1513-1C5F-49FC-9B40-A9B761250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530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2C9D09-FA71-437D-9630-58FEA9982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673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human correction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235E58-FE35-4CB3-B85D-E7ACF0D9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86450"/>
            <a:ext cx="9906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EE565C-D946-4E1E-9811-F9AD236B5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531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배포 전에 보는 신호  |  Trace는 과거 기록이 아니라 다음 실험 질문을 만드는 재료다.</a:t>
            </a:r>
          </a:p>
        </p:txBody>
      </p:sp>
    </p:spTree>
    <p:extLst>
      <p:ext uri="{BB962C8B-B14F-4D97-AF65-F5344CB8AC3E}">
        <p14:creationId xmlns:p14="http://schemas.microsoft.com/office/powerpoint/2010/main" val="1422769474"/>
      </p:ext>
    </p:extLst>
  </p:cSld>
</p:sld>
</file>

<file path=ppt/slides/slide2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BDDE5F-EA60-48FB-A35E-1FA1977F2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LangSmith trace는 실행의 계보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2515FF-8A8C-4475-B961-08423805D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0A2939-E870-4B5A-BCC7-7C380AE64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3C2CC4-5DD0-4DC2-ADF7-208D73AE7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16:20-17:00 · STT &amp; LANGSMITH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2A870B-14D2-4C90-BB14-7DEB311BF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243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A3DF4E-9F39-42ED-8D50-BDA07DF32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graph run 아래 node·LLM·tool의 input/output·latency·error를 연결한다.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A4AC50-057D-476B-BD60-E5D78BB99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4213F8-B9F7-4CE1-858C-219252878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parent-child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E7B369-8249-4B59-B5DE-4DFB80EB5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09AA04-8886-4FCE-A891-74491E29D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metadata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B8164E-1C99-4543-82F3-AE27611BB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60E6A0-DBE3-45A4-978F-C978D87AE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tags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9E34B5-9C80-46B4-AFFD-F4934C183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8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A4E418-A5E1-4FAB-A5C8-709678302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529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error</a:t>
            </a:r>
          </a:p>
        </p:txBody>
      </p:sp>
    </p:spTree>
    <p:extLst>
      <p:ext uri="{BB962C8B-B14F-4D97-AF65-F5344CB8AC3E}">
        <p14:creationId xmlns:p14="http://schemas.microsoft.com/office/powerpoint/2010/main" val="488155773"/>
      </p:ext>
    </p:extLst>
  </p:cSld>
</p:sld>
</file>

<file path=ppt/slides/slide2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E186D5-3C8A-4BE4-8A29-07331AA03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민감 데이터는 trace 전에 줄인다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AAAD13-637C-4AB0-82B7-38D45C8EF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1DDB7B-1335-4DDB-AB2B-9E4C61D3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9FEB2D-55E5-4499-B269-F5FFF6F6E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16:20-17:00 · STT &amp; LANGSMITH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488B30-7A4C-41DA-82DE-390E59660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244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D2B71E-BEEB-4C29-B876-9EBA1D95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2D03CD-B306-4FFC-9C71-3AD3C2881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77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교육 계정에는 공개·합성 샘플만 전송하고 원문·secret을 masking한다.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24C7B0-F393-4132-B6DC-FB27634E0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EA54D6-874D-4C7D-9210-1E680160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anonymize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3D5C4C-C010-4BA3-8779-52447F4E4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1084F0-394A-4839-AFD6-E76AB23BE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sampling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9721B8-5314-4EFE-BA38-9F4060957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171E5B-7339-4C1D-93CC-66F60F6F0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local JSONL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2D10AC-D6A4-4F9C-A6CE-4639E1EEC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530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ADC9D6-9BB7-4973-BA84-9305EE72B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673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retention 확인</a:t>
            </a:r>
          </a:p>
        </p:txBody>
      </p:sp>
    </p:spTree>
    <p:extLst>
      <p:ext uri="{BB962C8B-B14F-4D97-AF65-F5344CB8AC3E}">
        <p14:creationId xmlns:p14="http://schemas.microsoft.com/office/powerpoint/2010/main" val="61674900"/>
      </p:ext>
    </p:extLst>
  </p:cSld>
</p:sld>
</file>

<file path=ppt/slides/slide2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AD7F86-2547-4E9B-B3B0-E2CA08DB9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Dataset이 평가 입력을 고정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3EF8A5-DFF0-4082-834D-902989C8A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CBFC43-F817-4B4E-830D-7D49D3596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A329A0-13D1-4F54-BACB-12E9B857C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16:20-17:00 · STT &amp; LANGSMITH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97A918-291F-4242-A8B4-8284779A0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245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E22D17-BC18-471F-A34F-C8909D109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golden example과 실패 사례를 dataset으로 만들고 experiment를 반복한다.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B83E8B-DCE2-496E-B33F-4D2431754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5367C8-E675-4680-9F79-5F4976761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input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0AA29A-C2C5-4F78-8C85-E5F3AA29E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259F1B-EF7A-4C42-994F-FE107DB5A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reference 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842E77-B05C-4AF7-A776-33ACA2ACF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62C566-09C8-4788-B49D-798520F71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metadata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005FA6-5FBC-48AA-99BE-143A26FCC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8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DFA5A3-E2B3-40AD-A8B6-0B0B41CF2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529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version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873E42-DA5A-4B92-8667-AE05B0332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91F357-5694-4EE3-A486-F5F3FFF50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1049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배포 전에 보는 신호  |  평가는 점수를 내는 일이 아니라 READY와 HOLD를 가르는 운영 결정이다.</a:t>
            </a:r>
          </a:p>
        </p:txBody>
      </p:sp>
    </p:spTree>
    <p:extLst>
      <p:ext uri="{BB962C8B-B14F-4D97-AF65-F5344CB8AC3E}">
        <p14:creationId xmlns:p14="http://schemas.microsoft.com/office/powerpoint/2010/main" val="953024332"/>
      </p:ext>
    </p:extLst>
  </p:cSld>
</p:sld>
</file>

<file path=ppt/slides/slide2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8BC022-D1BE-4C3B-B36A-CC3F0B36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1EB431-FF9A-463D-B0F1-E123B0372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전체 pipeline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AE4FD8-D8B4-461A-9EBE-15AF2CE2D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210542-CD09-4F9D-91FE-F4164DD66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433D01-FE02-4672-981F-6EE3685A7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2055D8-1B54-4C1F-84EB-E4CFB1302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715363-406F-4A81-BBD8-B6CCD4433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1F51EF-20C7-4477-8445-0F98CF5E5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61C909-039E-42FC-8277-75EC45964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AUDIO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916FF4-5BE8-4400-9284-FF789A846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metadata·STT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B80B23-BC94-42E7-809B-723C9B9E6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0FA19F-A2EF-4C8F-87AF-FA85DD591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80B51B-0A7A-4B9F-BB83-DB51BFF24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DRAFT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A547BD-B2B3-4ED1-9E63-168797DD4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LLM·schema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D00B1A-454D-4A50-B090-38286A56A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B425EE-0168-4865-85EE-F3106881A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9942A5-1F90-4884-A36A-F90EC3478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REVIEW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C4A6F3-4396-413F-903C-21577614D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evidence·interrupt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93272C-43D9-47A7-AFC2-6CB399922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D18C83-1179-4330-99A3-206C57938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75CDB7-F7D5-4399-9003-AF7DB8868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PUBLISH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1D9EB4-F237-49FE-9CA2-7041AD9EA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승인·idempotency</a:t>
            </a:r>
          </a:p>
        </p:txBody>
      </p:sp>
    </p:spTree>
    <p:extLst>
      <p:ext uri="{BB962C8B-B14F-4D97-AF65-F5344CB8AC3E}">
        <p14:creationId xmlns:p14="http://schemas.microsoft.com/office/powerpoint/2010/main" val="1775556772"/>
      </p:ext>
    </p:extLst>
  </p:cSld>
</p:sld>
</file>

<file path=ppt/slides/slide2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5E7C77-0A22-410A-A1EB-D98D0CF3B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09D162-8886-46D8-A99B-9359ED28A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STT 실행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4A04C0-87E0-4186-BEC6-A5A0DB1CE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9D540E-AC0E-4D34-BEC1-D3D8794CC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DAD52A-F024-4E44-A330-76950842F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5EE364-8961-4B9C-ABFC-3F13CA31C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FD3F68-E343-4C36-A79B-BF61032B4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14C5BD-9F3C-4A63-8004-C638487CA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880BF8-137A-49F3-BF62-3587AB17B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CHECK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DBB042-BE77-4E48-9839-F797DE171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format·duration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4B4867-CBC8-43D0-AB8D-0F735ED94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F6827B-46C8-47B8-99F8-AE527B85B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A22A28-DF32-4B57-94DD-33A5FB4EB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TRANSCRIBE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D8E36F-146C-4BF1-8E04-E6175170F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segment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721093-77EE-4981-BF80-1FA2F99A0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B36388-549E-4FD3-8599-9E3DC8221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F17842-0967-47B0-8BAF-CED7D0B59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QUALITY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A198E7-A24E-4696-9846-6CC122639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empty·repeat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630407-442E-4D54-88C7-7147CA20B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9A1979-6723-4ACE-8433-35DA83231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5A69F8-932F-45BB-AEA0-C060EDBD4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FALLBACK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105A42-1A8A-46B4-BFFC-4A6B6961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정답 transcript</a:t>
            </a:r>
          </a:p>
        </p:txBody>
      </p:sp>
    </p:spTree>
    <p:extLst>
      <p:ext uri="{BB962C8B-B14F-4D97-AF65-F5344CB8AC3E}">
        <p14:creationId xmlns:p14="http://schemas.microsoft.com/office/powerpoint/2010/main" val="401722253"/>
      </p:ext>
    </p:extLst>
  </p:cSld>
</p:sld>
</file>

<file path=ppt/slides/slide2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672119-AB28-4B29-8A74-8EA2DFAA4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6BBB84-3CAB-4C2E-B4A6-A4323A3EA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Trace 설계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0BB8EA-C110-4C96-8C83-9CA67A1DE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6FFD88-6DE4-4BF2-AAFC-7800B4330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01922A-451E-490F-8930-B6EFFFD60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5F2A7B-7091-4673-BBBE-1F33B3840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FEB059-563C-4A25-8386-AEB773D91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42D88A-F10E-4B3D-9CDB-DF98FA249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04C61F-4ADE-435E-A9A5-C8562AF2B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QUESTION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AB1A86-11C5-4D9B-B5B8-E1534206C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무엇을 알고 싶나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A9E366-448C-4DF4-8724-80151A730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5E61AC-CC96-4BE5-9BF2-1FBA8B1A4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0AD9AD-D8EE-49AB-8380-733500FC4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FIELDS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88FF1B-055C-4C5B-89CD-C3BD32085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어떤 metadata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458840-A7FC-45B0-B519-9ABC20D47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699256-8632-4B71-9977-216C4A866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6C6FEA-F578-4561-A134-78D25EA91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BOUNDARY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F96635-E254-46EE-A7EE-4F5A60298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무엇을 숨기나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C56DCD-E4CA-4701-961F-16FC0D860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F64153-4CF7-44BB-B8E5-62169059B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C921F2-CC2B-4C96-8C1D-01FC43E00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VIEW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08CADE-DA04-4936-B1CF-1C99C2D86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run tree·filter</a:t>
            </a:r>
          </a:p>
        </p:txBody>
      </p:sp>
    </p:spTree>
    <p:extLst>
      <p:ext uri="{BB962C8B-B14F-4D97-AF65-F5344CB8AC3E}">
        <p14:creationId xmlns:p14="http://schemas.microsoft.com/office/powerpoint/2010/main" val="1001083274"/>
      </p:ext>
    </p:extLst>
  </p:cSld>
</p:sld>
</file>

<file path=ppt/slides/slide2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275583-E56C-401A-9A88-BFEB8F568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FD00C5-146D-4016-9511-265033CFC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Dataset 구축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16DBD1-C739-491B-ADD7-92E8ADD56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6AD350-8C6F-4617-A344-04441FED7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2AF13E-4B5F-48E0-82F8-C30A0D1F8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CD1808-8042-4915-9741-E22A1F8B5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1DA1F2-9468-4A0C-80B5-39214BEA5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38F82B-1F17-45D2-9475-2FF90E3FC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B8A20B-5DF1-4149-8DEE-E485CDA01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SEED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49E1DC-B3F4-44EB-9709-224C94CC5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golden 3-5건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491A21-B95A-4463-BD88-74283FCC4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0D8741-CB4E-41EA-8B4E-1FAC40EFB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B98D7C-4A2A-4FBB-A78A-326F2FD27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FAIL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956A1E-E552-4629-808C-6352FE2AF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예외 추가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9656A6-2A0F-4571-9F7C-35AEAA61F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235236-935E-4A98-8C18-DE8FD038D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B77529-1D3A-4651-9DC8-0E04CD196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VERSION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FAD8D1-3D46-4707-8DE8-B1E489253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변경 기록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9D5B7C-4B56-4226-9CAC-8A92B5471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96FCDE-FA19-4C7A-96B8-9B424F8D3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F42328-D7F5-4611-AEE1-E14E09BAF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EXPERIMENT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DC866A-0785-4A5B-9CC3-8F689D272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같은 입력 비교</a:t>
            </a:r>
          </a:p>
        </p:txBody>
      </p:sp>
    </p:spTree>
    <p:extLst>
      <p:ext uri="{BB962C8B-B14F-4D97-AF65-F5344CB8AC3E}">
        <p14:creationId xmlns:p14="http://schemas.microsoft.com/office/powerpoint/2010/main" val="693589513"/>
      </p:ext>
    </p:extLst>
  </p:cSld>
</p:sld>
</file>

<file path=ppt/slides/slide2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11BD3B-BC6C-43CD-B3C0-FAAF62C53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BF7FE3-E713-4946-BEE4-64D34CEFC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평가 루프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36E559-98FE-49F3-AA84-610469A0F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43CEA0-C354-4BC7-803E-8EF98190A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137F0F-2070-41EC-9F38-3A5496E92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465E1D-5453-4141-BDF2-8F5B361EF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E229E4-5665-4B18-9ADB-ADF19AF88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D3657D-82F1-4642-9D1C-1498DC33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7598F1-BABD-4D39-B4A1-D7B0B32DD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RUN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E5389C-3146-4E36-AAEA-6A3EA2751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dataset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A70FC9-DB0E-4703-B77C-CF6CFC627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ED1E1A-E6F6-477C-B8B0-211274F98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3867C7-F3DE-44AE-AFC8-CFE96D5A3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SCORE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3F7826-64DC-4032-ACE1-E8C88855C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deterministic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7A33FF-8E08-4171-9491-2734C6A9A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FDC3FA-2EDB-435E-BC9B-70A5F6264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95E978-8C17-44D5-8BA7-02D71FFF8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REVIEW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6C909D-10A2-4C8C-8276-2016DC610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human rubric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612FE3-2867-4FAC-92D1-2A673B1A8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94A02D-D977-47CC-99D1-53044FC9A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0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665A72-8FBC-42B7-87DC-355C33C33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DECIDE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15C987-F524-4FC8-AA10-A634E9DF6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release gate</a:t>
            </a:r>
          </a:p>
        </p:txBody>
      </p:sp>
    </p:spTree>
    <p:extLst>
      <p:ext uri="{BB962C8B-B14F-4D97-AF65-F5344CB8AC3E}">
        <p14:creationId xmlns:p14="http://schemas.microsoft.com/office/powerpoint/2010/main" val="1871838969"/>
      </p:ext>
    </p:extLst>
  </p:cSld>
</p:sld>
</file>

<file path=ppt/slides/slide2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255FEBD-900B-4877-A0B2-ACBA2320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도구 선택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1DFC1B-B3DF-47A3-8130-0433FBEE1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STT와 LangSmith 화면은 하나의 품질 루프로 연결됩니다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04FF81-195E-476A-B988-22299ECB0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B307CC-D1F3-4E16-BA10-9E8D2D449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D36A89-70BB-4159-BC21-D321D9344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4B1B14-04DA-4812-B4BB-64A5C47BF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B29120-EEA7-4FD9-A49A-9497AD99A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1057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Local STT 두 경로 → Managed 노트 → trace tree → experiment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7AF9C6-FA1D-4682-8F41-FD0B338C0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3835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39FAE5-0021-4DE3-8DD9-4514B14E7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도구·서비스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43D43D-23D5-4D5A-B508-E7BD287A1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133600"/>
            <a:ext cx="186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도메인·역할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6F21F9-153A-49DE-9945-A6F70958A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33600"/>
            <a:ext cx="3676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이번 강의에서 쓰는 이유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67A18E-4929-4728-87B5-646E313DF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3360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유사 도구와의 차이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08C002-D9E6-4207-9261-879503B73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24125"/>
            <a:ext cx="158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Google Meet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9070D7-FB10-4A0D-B8BB-5DC050FB8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24125"/>
            <a:ext cx="1866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Managed 회의 STT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655A6F-9FC9-4EAF-A47F-A188FED83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24125"/>
            <a:ext cx="3676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이미 제공되는 전사·노트를 현업 출발점으로 사용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592B63-87E6-472D-9129-6C756F8E6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24125"/>
            <a:ext cx="2514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Zoom·Teams도 유사하지만 구독 정책이 다름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4A03DE-8DED-41FC-B0A6-0E7D68972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17ADB9-CD19-4EDC-B4DF-FB1C3141B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10553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5BFF85-757D-414E-89D8-F66082D9F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90875"/>
            <a:ext cx="158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faster-whisper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6023BA-1B68-44A8-9511-62F184112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190875"/>
            <a:ext cx="1866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Python Local STT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E8AEA8-2BAD-4DA3-AF59-47F0850F2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190875"/>
            <a:ext cx="3676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segment·timestamp를 코드에서 직접 다루기 쉬움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8D00A7-04D8-4D8D-9A07-36CC1AB04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90875"/>
            <a:ext cx="2514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whisper.cpp보다 Python 통합이 편함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1B1D5A-6CC0-4BE0-B028-EACFEC000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719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34B3902-948A-4859-9BAE-9AA246F9F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158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whisper.cpp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0590E8-100B-4EAA-8C9C-EFEAC2498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857625"/>
            <a:ext cx="1866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경량 CLI STT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FD7223D-1511-4CE3-9C01-AFF376971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857625"/>
            <a:ext cx="3676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낮은 사양·다양한 환경의 local 대안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FBFDE5-D34E-4BE0-9C52-D4BBF2A99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57625"/>
            <a:ext cx="2514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Python pipeline 연결은 추가 작업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771779-73EA-4C6A-A5A7-D9601E82E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386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44134C2-983F-4ACC-9E0E-EBA302783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38650"/>
            <a:ext cx="10553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5FBDB30-01AD-4ABA-B772-610091E66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24375"/>
            <a:ext cx="158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LangSmith Trace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390FDBF-ADCC-4B06-87C3-3FC5FEB46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524375"/>
            <a:ext cx="1866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실행 관측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64D6C33-3E89-4B04-9771-BED4C9E90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524375"/>
            <a:ext cx="3676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node·LLM·tool의 지연·오류 계보를 한 화면에서 확인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34AEE17-4A23-472D-BB79-EC15CDFAA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24375"/>
            <a:ext cx="2514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민감 데이터는 masking 또는 local trace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53438DA-AF73-4569-988A-EACA2F0FB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054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61B95EA-78F2-43E2-958B-4C1E88122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91125"/>
            <a:ext cx="158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2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LangSmith Eval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A99266F-A012-4F9F-AAB3-A6486A90E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191125"/>
            <a:ext cx="1866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Dataset·Experiment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C824775-DF0C-4D26-A963-53C307B9E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191125"/>
            <a:ext cx="3676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같은 입력으로 baseline과 candidate를 비교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AFC2AE6-3953-4C2B-8B82-185A81EF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191125"/>
            <a:ext cx="2514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pytest는 구조 검사에 강하고 의미 평가는 제한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F00E2E2-4749-4906-9C55-DB76EF266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721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97675886"/>
      </p:ext>
    </p:extLst>
  </p:cSld>
</p:sld>
</file>

<file path=ppt/slides/slide2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F8F82A-617F-41A8-B778-4B4D14A4E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실행 화면 1/5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4D99A2-B693-46DC-82B7-56EC8DA96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faster-whisper · Python 기반 local STT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0F2C55-9419-4D87-B86D-3B1265136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D377B5-6D29-4111-98D8-2D41B8A4F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3F27DF-3420-49B3-97F5-D4CBBA358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13E9BF-E226-4CC0-901A-DEC8B253D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A63F3D-629F-4CC3-B609-1FE558DD2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622CA5-B414-4706-B75D-BDA453065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3F6444-31B5-4E02-82FB-DF40C5FD8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Whisper 재구현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21C51F-4B7E-4C3F-862A-97F152CE0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9F4786-B2D9-4D5F-AEC2-BB494FA8B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model·device·compute_type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6F50DB-CAA7-465E-9356-3DF09F8B8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645C27-C414-4215-9C58-D426F95DA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segments generator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90BA3E-7BE5-405F-B7CB-56FB9828C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67011D-742F-4D9B-9244-7CD478D25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수업 전 model 준비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49966A-3A98-42EC-911E-E9C22CC9F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07b829e6d54704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D532B0-B445-43EE-A0FF-8601B2102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faster-whisper 공식 GitHub</a:t>
            </a:r>
          </a:p>
        </p:txBody>
      </p:sp>
    </p:spTree>
    <p:extLst>
      <p:ext uri="{BB962C8B-B14F-4D97-AF65-F5344CB8AC3E}">
        <p14:creationId xmlns:p14="http://schemas.microsoft.com/office/powerpoint/2010/main" val="844144217"/>
      </p:ext>
    </p:extLst>
  </p:cSld>
</p:sld>
</file>

<file path=ppt/slides/slide2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5233D4-2F2B-4C16-8C60-40067B39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실행 화면 2/5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370FAB-599E-4DDD-B4DD-7DB957ED9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whisper.cpp · 경량 local 대안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AFB9F4-DFDC-4A9E-B7DE-72F243D95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EA8B9C-3419-4667-8CA2-BE2DB10FE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4D8950-6F90-4608-84C8-CE7162836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47FCA2-E79B-48DD-8552-62F257F47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CAEEF8-E904-4FBA-B201-61BF57DFA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29B6B1-3BF4-40D7-94C8-374ADE47A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DB07B1-9DC3-4FBE-B42B-A67B34239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C/C++ 기반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47E962-787A-4FA5-9DA5-83DEA5009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5E726D-3F75-4DCA-B24D-2AF0CE644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다양한 환경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331C5F-FFB8-49E3-A925-CD761B8F9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9A1121-445E-4D0E-B030-3A9B2657A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CLI 실습 대안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46D8C1-34EE-41DA-BF81-6539F43C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9E34AA-2012-451E-9A89-F22CD77E0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모델 파일 사전 준비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0F8839-6760-4C1F-90FD-6CE82B98A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a3a1e95bba443e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8169A1-8518-4EC9-BF61-4CC8C31E4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whisper.cpp 공식 GitHub</a:t>
            </a:r>
          </a:p>
        </p:txBody>
      </p:sp>
    </p:spTree>
    <p:extLst>
      <p:ext uri="{BB962C8B-B14F-4D97-AF65-F5344CB8AC3E}">
        <p14:creationId xmlns:p14="http://schemas.microsoft.com/office/powerpoint/2010/main" val="1261351696"/>
      </p:ext>
    </p:extLst>
  </p:cSld>
</p:sld>
</file>

<file path=ppt/slides/slide2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4DD81D-0843-495F-9BFA-01FFD67F5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실행 화면 3/5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3E496F-9479-4794-96CC-1EA975BAE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Google Meet 자동 노트 · 만들기보다 통합하기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660A42-1265-496E-9ACE-B64BEAB2A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1ED08E-E994-4C2B-9989-AA7EDAF0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AE0F28-E0A0-429A-AD69-DE56276C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D3A693-ED30-4FFB-85DB-5F90AEC77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254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5BD650-D34C-4B5A-9F68-EA2454FAE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491BC5-E69B-486F-8649-9C7F2994E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885E9D-72C1-40FF-B3D5-31BBC15DF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구독·관리자 설정 의존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D35A32-40C9-4E64-90C1-D7ABA8A67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C4A00F-A36B-4775-8BC0-765E7F171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기존 전사·요약 활용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E48155-CF4B-4734-B81B-E5919E67D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46EE22-3AE9-4BA8-9E1A-1BA2F8C3A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local은 예외·통제 학습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C4465B-3654-47E4-9743-49FE4A633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DC8BD7-784B-4190-83D6-AB7B5FE07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지원 범위 강의 전 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8C8F9F-9F02-44E4-80C2-AA0FE8E28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5d51dd00df4e46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78F1C6-B0CA-4B61-9FDD-930266249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Google Meet Take notes for me 도움말</a:t>
            </a:r>
          </a:p>
        </p:txBody>
      </p:sp>
    </p:spTree>
    <p:extLst>
      <p:ext uri="{BB962C8B-B14F-4D97-AF65-F5344CB8AC3E}">
        <p14:creationId xmlns:p14="http://schemas.microsoft.com/office/powerpoint/2010/main" val="548036019"/>
      </p:ext>
    </p:extLst>
  </p:cSld>
</p:sld>
</file>

<file path=ppt/slides/slide2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6DCA2B-ABDB-47BC-AD3C-5F16DD53D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실행 화면 4/5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AE93FD-6E4B-494B-90A2-04303D49A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LangSmith observability · trace tree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D69798-E312-4B90-8091-5CF5F245F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68221A-9AE1-4518-9C1E-C4F2DB903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FCC171-DC8B-49FF-8CE3-774517577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3739AE-5DD8-4DBD-B330-D9F388D9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255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2C30D9-A285-4092-B768-D66C74B95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844022-AB84-40A1-B86F-6987DCC31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617D52-15E5-41D3-A2F8-C212CC72E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node별 input/output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695877-EF78-4748-A6F3-DCF4EA0D0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C2A4CC-16D7-4CB3-96CA-36D9F8AB1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latency·token·error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947F64-A3B6-47B2-B3E3-43DFF6A7C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463308-DBED-409C-8E98-A642A837E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metadata·tag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F3871A-534E-4B9D-8F3F-962D0650F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124560-96A8-4BE5-B900-0AE631E4E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공개 샘플만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939177-DEFA-40A7-BA8C-E7EC2FF34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4272e2e68d4bf2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7F70E6-A693-4AAF-860E-E86D7B3E0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LangSmith Observability 공식 화면</a:t>
            </a:r>
          </a:p>
        </p:txBody>
      </p:sp>
    </p:spTree>
    <p:extLst>
      <p:ext uri="{BB962C8B-B14F-4D97-AF65-F5344CB8AC3E}">
        <p14:creationId xmlns:p14="http://schemas.microsoft.com/office/powerpoint/2010/main" val="1289049678"/>
      </p:ext>
    </p:extLst>
  </p:cSld>
</p:sld>
</file>

<file path=ppt/slides/slide2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3DDA25-257E-4782-A736-A2B4DB220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실행 화면 5/5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1E9F6E-46C9-43C8-9AA2-712E33543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LangSmith evaluation · dataset과 experiment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17DA21-0BD9-4A11-BA0E-BD7BC02D0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B89439-B0B4-4DFC-95C6-1E4CED03F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778D82-6280-46F4-8700-FAFC87CB5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54707E-1A21-4A02-A7F6-AB7FAF4F2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256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453F20-118C-4ED4-AD72-252984A4A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70BAF8-A8A1-4D79-8D1D-2F6B87E5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B91CB9-8124-4535-BC51-ADF64D8E3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offline evaluation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617925-8079-445C-AD04-A7D039CEF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85EC70-E9B8-4D18-BC0F-DC5A8601C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online monitoring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F5E6C7-50AE-4E20-971C-3C29951DA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498BA5-7B56-4F79-80B4-D96CF9FF2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human feedback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547900-34AD-43C0-8F9A-A1ECDB6E3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E3C9E7-B337-4521-924B-E6F0E4FCE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baseline 비교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AAD7AD-7E7E-4EB0-B8DB-C9837B2F1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cb8f0606a446f5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E54251-06C2-4054-AE72-4F4A66CD9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LangSmith Evaluation 공식 화면</a:t>
            </a:r>
          </a:p>
        </p:txBody>
      </p:sp>
    </p:spTree>
    <p:extLst>
      <p:ext uri="{BB962C8B-B14F-4D97-AF65-F5344CB8AC3E}">
        <p14:creationId xmlns:p14="http://schemas.microsoft.com/office/powerpoint/2010/main" val="1812726272"/>
      </p:ext>
    </p:extLst>
  </p:cSld>
</p:sld>
</file>

<file path=ppt/slides/slide2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7C7B52-32B3-4593-BD13-4E0F6B90B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CC7C5F-E408-4A91-8480-007A3D4E4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faster-whisper 최소 호출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C497BF-2CB3-4EB5-80B4-DC475E30C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E552AE-1725-4062-BACE-B3571DDF6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30C0EB-25FB-449D-8A52-C4A214A62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E6604A-7A9E-4C3E-B081-3C49F8BB5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257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306789-C7AD-411F-BD9D-6A62F1169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D6BEE4-B64C-4811-ABAD-E15E7747E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49B22C-E2F5-4AF9-AA61-E7A53A693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CPU int8 경로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29F17C-F35D-4307-8C0A-C79A92AE2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C7A45A-DF33-4698-A185-AE2112C65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language 명시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A1E074-6941-46D3-8681-2911AA3C9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7B51E7-D0AF-4A92-8B49-8982A5E0C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segment timestamp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03F64D-DF24-45BB-8A01-02931C469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A1E367-1E70-4B60-B17A-495CDA765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generator 소비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EC9FF0-FDF0-4D11-BA4F-F0C076B18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7BE3CA-AA28-4939-9914-1FC161DA9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40B374-7F7A-4744-B559-0D20328F3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from faster_whisper import WhisperModel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model = WhisperModel("small", device="cpu", compute_type="int8")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segments, info = model.transcribe(audio_path, language="ko")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rows = [{"start": s.start, "end": s.end, "text": s.text}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    for s in segments]</a:t>
            </a:r>
          </a:p>
        </p:txBody>
      </p:sp>
    </p:spTree>
    <p:extLst>
      <p:ext uri="{BB962C8B-B14F-4D97-AF65-F5344CB8AC3E}">
        <p14:creationId xmlns:p14="http://schemas.microsoft.com/office/powerpoint/2010/main" val="1540192501"/>
      </p:ext>
    </p:extLst>
  </p:cSld>
</p:sld>
</file>

<file path=ppt/slides/slide2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B243AB-D3EC-41F8-A7A5-CEFDCF233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50B563-68BF-4EA4-80F1-F6367EBE7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STT 품질 flag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4EA973-A993-49B2-854D-EAD0E3B38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F28901-AAF9-4729-B98A-D2EBD840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35827F-7090-49F6-A467-ED0A33787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515EA0-A637-4C38-8A8A-7770AE3BE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258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C5BE64-DD9C-4A84-B273-B2E8614B0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8261F6-0BEB-4DF7-BE00-C60035040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842916-9C71-4712-AF25-AE422C6E6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무음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1D7659-1181-4F9D-9F2F-EEE459D31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5012FB-B942-4DFA-B32E-CAF711BED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반복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CF7D1B-D888-416D-A00B-574D584A1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C3A17F-9B9E-4DB8-873E-D01CFE022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지나치게 희소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56352E-B2A3-414B-AC24-4F43C9A1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ED0F06-4092-451C-AF19-6654D17F3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사람 검토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1A2961-7D78-4C96-814B-2C6CA56CE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ED5F0D-4CA1-4CB8-918A-6066BE1DA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7BAD63-ED42-483A-A6BA-7CE558C38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flags = []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if not text.strip(): flags.append("EMPTY")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if repeated_ratio(text) &gt; 0.35: flags.append("REPETITION")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if duration &gt; 0 and len(text) / duration &lt; 0.5: flags.append("TOO_SPARSE")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if flags: status = "NEEDS_REVIEW"</a:t>
            </a:r>
          </a:p>
        </p:txBody>
      </p:sp>
    </p:spTree>
    <p:extLst>
      <p:ext uri="{BB962C8B-B14F-4D97-AF65-F5344CB8AC3E}">
        <p14:creationId xmlns:p14="http://schemas.microsoft.com/office/powerpoint/2010/main" val="639315235"/>
      </p:ext>
    </p:extLst>
  </p:cSld>
</p:sld>
</file>

<file path=ppt/slides/slide2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AED42A-22FC-4F7C-BC00-783EE634B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B4EC1D-568C-4753-B98B-A474BDEE8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LangSmith 환경 변수 경계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87D8E3-A3E5-4668-8151-42CA24770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4762B0-7BEE-4514-8F9C-A757897E0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8622EB-406B-4FB3-BA1C-0B51D1D10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E8AA84-ED1D-4765-A861-B264F4E06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259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DFF11A-3BCC-4576-9A50-802C79636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9B037B-1771-4F3A-8290-D87621244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1E4CC4-3EC8-4A96-869E-05B859E0F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프로젝트 분리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44DA3A-7B58-4DA3-AA1C-596285DB3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D7A8F8-2FAD-4484-9F5A-BE9474564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key 환경 변수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46B1F1-946E-4189-A2BF-7D3D99A0B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2F3473-27B4-4D6C-A51A-F7F48FE55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교육 샘플만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E84ABB-8D72-4360-95B3-1607CB6A6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F58D78-A557-45F6-A635-A36B4CAAE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tracing off fallback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B03BA5-6C57-4AC7-AB3E-2321FEE8A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3DFF46-8873-4F77-957A-9DAA544F6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4A80D1-4ACA-4B2D-A949-0B2E1FFC4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LANGSMITH_TRACING=true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LANGSMITH_PROJECT=ipa-k-work-copilot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# LANGSMITH_API_KEY is set outside notebook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# never print or commit the key</a:t>
            </a:r>
          </a:p>
        </p:txBody>
      </p:sp>
    </p:spTree>
    <p:extLst>
      <p:ext uri="{BB962C8B-B14F-4D97-AF65-F5344CB8AC3E}">
        <p14:creationId xmlns:p14="http://schemas.microsoft.com/office/powerpoint/2010/main" val="670462899"/>
      </p:ext>
    </p:extLst>
  </p:cSld>
</p:sld>
</file>

<file path=ppt/slides/slide2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309668-D0AD-46D9-95AF-4D96BF1C3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A53A26-80B8-47A0-AB9A-B0C3649C6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Trace metadata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60259A-E365-4CB2-9B5F-A8DECD63B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88467B-97A9-41C4-B458-A9686E5C6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A80651-F710-4CDE-9361-88AB3795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08CC35-31D9-4702-9624-9B1F7D43E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FBB6CD-259F-454B-A3F1-647210600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A9D5D2-1C95-4B9D-B9EE-B7DD6FA1D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5B9ADA-6CB1-4642-A53A-87E20660C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dataset version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68A159-1419-4368-9E35-08781A3DE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E9A6E4-3228-4E41-B5F1-CCF1FAF31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provider·model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96ECD0-B6C6-4B00-82CA-88D0B636B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43B2E6-3DFA-43B6-A921-408E6E618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thread 연결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763ED4-A31F-44D1-92A9-CBD0BC8AA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E7F86A-F932-4DFD-AF52-DB0F831C2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민감성·fallback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6A0DCE-FDA6-4F15-AC5F-E20A55718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819DCA-3A51-47C2-BD02-773565E6F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1E06C6-B85F-4585-8DD3-D075E70B4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metadata = {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"dataset_version": "day2-v1",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"provider": "ollama",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"model": "qwen3:4b",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"thread_id": request_id,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"contains_pii": False,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"fallback_used": False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242635927"/>
      </p:ext>
    </p:extLst>
  </p:cSld>
</p:sld>
</file>

<file path=ppt/slides/slide2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F83414-2965-48B9-9BBE-E8C69C5DD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82B9CC-C15E-444E-8A0B-8B37879D0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결정론적 evaluator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443C42-B187-42BA-814D-B77B978A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31E5B3-D225-4A2F-B00F-CABF782C9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B176E3-CA4E-4062-BD64-F42DC8690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ABBE7A-E5EB-41CE-8B61-B7BDA19C9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261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9089B3-F3E2-4EA4-95C1-0D3921B64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F09983-C00A-4437-9594-4CE75EDDA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CAB601-376D-4C34-BB19-85A618C38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근거 연결률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13B7E8-FE49-4477-94C5-955F6C3A3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D605B2-1764-4936-B450-3113FF961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schema pass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C886C4-A687-401B-8B00-F6A7B47B2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B20715-32EB-4F14-B7C6-9F0C65416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계산 재현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65B771-6407-4F33-B1F3-28F01E535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9653CD-7B1A-4928-B573-905500AF7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release threshold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DA010F-BBEE-4BA6-9467-6BC18C174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F4013A-9E1D-49DB-BE6B-0596EEBC5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2EC16B-B636-4243-AF1B-79DCBC22D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def evidence_rate(output):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claims = output["decisions"] + output["action_items"]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linked = [c for c in claims if c.get("evidence_ids")]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return len(linked) / max(1, len(claims))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def schema_pass(output):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    return MeetingResult.model_validate(output) is not None</a:t>
            </a:r>
          </a:p>
        </p:txBody>
      </p:sp>
    </p:spTree>
    <p:extLst>
      <p:ext uri="{BB962C8B-B14F-4D97-AF65-F5344CB8AC3E}">
        <p14:creationId xmlns:p14="http://schemas.microsoft.com/office/powerpoint/2010/main" val="166334664"/>
      </p:ext>
    </p:extLst>
  </p:cSld>
</p:sld>
</file>

<file path=ppt/slides/slide2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3273222-D534-4083-B844-A8A2FAF77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Ideation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7952B9-6B2B-4B64-9B96-7CD90BFF0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Ideation 1 · Managed vs Local 선택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4A1F05-C8C8-41FC-ADD3-D97B8885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32DBED-FC77-400D-9A85-222A271CB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664E0C-6CE8-4A08-B163-627EA7776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1B0A03-796C-4268-BE08-DEFDF746C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262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2F4B0A-3DE4-4D8E-933B-F52546EC7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05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BCBCE4-2F7A-49CA-9261-145A8D0F2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31BE5A-0D25-4DBD-8AE6-C34CF2129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B2EE75-811F-4346-AEC2-DECC05B5D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00F5E8-B54F-4A25-8721-90EC6C3DE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52E149-5C40-41AA-AC8B-0C5AA30B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현재 조직의 회의 도구를 적는다.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8880C9-6944-47B3-8A58-E545B19C3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6D1FF3-2C40-4F4A-8ED9-CA93157BF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FCB965-6A73-411E-A6E3-4BE06CF38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전사·요약 제공 여부를 적는다.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A3C556-3D89-4BFD-BD5D-11D846060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F2747C-D326-4AB4-8353-2966025A9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D92F6B-2B50-4635-90CE-6B38E3B80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계정·보존·권한 제약을 적는다.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52E69F-AECC-441C-82B9-8FC896A71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5C558F-3540-4709-B0F9-82A49DF99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9652C4-EC7C-4CEB-A9F3-CF7B72A21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직접 STT가 필요한 이유를 한 줄로 정한다.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AD6B36-395F-4CDE-8154-0F5DD336F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D1E420-3884-4C42-87C5-4177EC5B4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57F940-F715-4678-A512-BB583A90D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완료 증거  |  Managed/Local 선택 한 줄</a:t>
            </a:r>
          </a:p>
        </p:txBody>
      </p:sp>
    </p:spTree>
    <p:extLst>
      <p:ext uri="{BB962C8B-B14F-4D97-AF65-F5344CB8AC3E}">
        <p14:creationId xmlns:p14="http://schemas.microsoft.com/office/powerpoint/2010/main" val="1686097486"/>
      </p:ext>
    </p:extLst>
  </p:cSld>
</p:sld>
</file>

<file path=ppt/slides/slide2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0CE779-CA64-4FF7-BFE9-DD1A841EA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006957-8DB9-4A78-9D8F-CF5E3E991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소프트웨어 실습 1 · STT quality gate 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40BA11-C89F-4590-B90B-F17ABA8C5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B36757-D0B6-4E3D-8AF2-A3838B9E3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87F067-577E-4D4C-96E0-9E3AFAC2E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6021B9-AD24-444B-9AC4-7616C75AE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263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4EB037-406B-4B2C-982C-FEAE64EA2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60729C-784B-4D60-A833-AAD2799B1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5F5D63-8A67-4D5B-97DF-1D885F705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38D9B1-7ECA-4CBD-BD55-6CD74BD38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F8E721-50B0-4D6F-BA5F-330359870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9330DC-74C9-493B-96F7-2742F8E0D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meeting_demo.py를 fixture mode로 실행한다.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CEB454-5B7D-47D4-B22C-A41D47001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71363B-3EC4-4482-9911-D838074E4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49E773-F1FC-4C88-9120-D5D2A86AB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segment의 quality_flags를 확인한다.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6BCBA9-6128-4B23-879A-5DF4D252C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717D3B-5D0F-4E21-839A-A6E870998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33516E-2633-4267-A67D-7CF42062E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READY/HOLD와 fallback_reason을 확인한다.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284D59-9E11-485F-886C-273584A8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5A0B41-C0D7-44B4-BDBD-63AD6A6F1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9F1F75-C60B-42D8-BDC6-983CAF998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transcript.json을 저장한다.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92524-D135-4D1E-B647-A54908701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4A3960-5EF6-4BCE-B970-848FBEBB8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D7E57A-D512-4970-84D8-0BAA34503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완료 증거  |  quality gate JSON</a:t>
            </a:r>
          </a:p>
        </p:txBody>
      </p:sp>
    </p:spTree>
    <p:extLst>
      <p:ext uri="{BB962C8B-B14F-4D97-AF65-F5344CB8AC3E}">
        <p14:creationId xmlns:p14="http://schemas.microsoft.com/office/powerpoint/2010/main" val="1322135110"/>
      </p:ext>
    </p:extLst>
  </p:cSld>
</p:sld>
</file>

<file path=ppt/slides/slide2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2E963E-7D27-4B34-9235-B55D0877F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0DF964-F866-4CD5-9495-EAFCD8B00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소프트웨어 실습 2 · 로컬 trace 생성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929825-4ED7-4CCC-89CF-F368CE167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DDA07B-77C8-4C60-A600-E7DF54F58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7CA837-31AA-474E-829A-783A4DF2E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C50908-F3E3-4985-9326-9010404B6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264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A4AA90-6E52-4F87-9697-B2CFD054F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1DDDF5-CD2A-46C0-B06C-62A921FAA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CEEF6D-3F37-404B-85C0-E333B55A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B48843-EC78-4BDC-855A-149ACC001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54BC8E-D021-4379-AC19-57AD9B701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863B8B-8935-4FCF-A32A-0452042A5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workflow_service를 approve로 실행한다.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88E01D-9220-4516-BBFC-4657B8920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5BD46A-531C-40B2-83B6-CE92C3C05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FD095C-8B67-4A63-BC15-4EB3BF1FA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trace.json의 세 span을 연다.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4B00CC-248C-4F38-A2D6-F6BB1976D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F07ABC-C85D-4E82-BCF3-A6940ED96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48D492-3548-499F-93CD-194D2ABE5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latency·status·metadata를 확인한다.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3A9C8E-2B93-4A01-BDFE-947BDE0C8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7FC1CE-73FB-4592-90B4-3E75DEC12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8011EE-0EB4-4756-8834-B7313347E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reject로 다시 실행해 차이를 본다.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3A4C87-AF38-4642-AABF-BFD91C9CB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C530B5-E735-44EC-B2DE-FDB3D93A4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A76C2C-EC74-4514-A1C1-69A990778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완료 증거  |  approve/reject trace 2개</a:t>
            </a:r>
          </a:p>
        </p:txBody>
      </p:sp>
    </p:spTree>
    <p:extLst>
      <p:ext uri="{BB962C8B-B14F-4D97-AF65-F5344CB8AC3E}">
        <p14:creationId xmlns:p14="http://schemas.microsoft.com/office/powerpoint/2010/main" val="1340688330"/>
      </p:ext>
    </p:extLst>
  </p:cSld>
</p:sld>
</file>

<file path=ppt/slides/slide2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3E0D15-053C-43D7-B034-6470D56C6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C8E1DC-E5E6-4B6F-8636-6B9F9A33A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소프트웨어 실습 3 · Release Gate 테스트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0B632B-A3B8-493F-BE4A-EC56C514F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A413D2-6154-48A6-AD40-61D5DA5FF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697FE1-EAB3-47C8-AD6D-62D2DADCB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B97A5F-A88D-4924-9A8E-F553B9C79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265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26A19A-5AC9-4AA3-9E64-8F4BADE1E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255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09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F05F2B-3C86-4FF9-8282-7A778B786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8E947F-7097-43A0-8EAF-673D244BB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27260C-CDBF-4805-A30B-8137289E6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BA2EE0-BB41-45A5-AEA1-3E335F196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31D7FD-F704-4AA4-9A63-18BF32D33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pytest에서 READY test를 실행한다.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9CF2E0-EABE-4132-8E29-90393FE9D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2F0179-2FF2-4EE0-933F-FF30943FC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8B4AED-1299-432A-9110-8DE05FAA7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reject가 HOLD인지 확인한다.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CFA488-4AD2-4CFB-BF21-B4E456043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35A7B7-A704-4EE8-901F-0F090ECFE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99287F-6175-46B2-AEEC-813BCEC1F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evidence_rate와 자동 메일 금지를 확인한다.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902237-45CB-4B93-B5F0-432F0F6C4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5E01D6-350B-42C0-9AA7-2EA944B4E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B8864D-7D54-491C-8611-B576F5937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LangSmith 연결 전 local fallback 상태를 저장한다.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B24853-4FFE-4EC4-AB93-EFE9A8B84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DE806F-C0BB-4BC0-8243-2464EC97A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045963-C376-4BFF-9C2E-835CC1444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defRPr>
            </a:pPr>
            <a:r>
              <a:rPr sz="1425" b="1">
                <a:solidFill>
                  <a:srgbClr val="0B1F3A"/>
                </a:solidFill>
                <a:latin typeface="Nanum Gothic"/>
                <a:ea typeface="Nanum Gothic"/>
                <a:cs typeface="Nanum Gothic"/>
              </a:rPr>
              <a:t>완료 증거  |  READY/HOLD test + trace</a:t>
            </a:r>
          </a:p>
        </p:txBody>
      </p:sp>
    </p:spTree>
    <p:extLst>
      <p:ext uri="{BB962C8B-B14F-4D97-AF65-F5344CB8AC3E}">
        <p14:creationId xmlns:p14="http://schemas.microsoft.com/office/powerpoint/2010/main" val="1068185212"/>
      </p:ext>
    </p:extLst>
  </p:cSld>
</p:sld>
</file>

<file path=ppt/slides/slide2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09238BF-D4A9-4B31-83C0-AB70C48E1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E051E7-1994-4D8D-8EFB-1C099E5E0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실패 1 · STT 결과를 정답으로 간주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CAF318-C731-4FCF-9AE0-17A95C16C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7F299F-6CA5-445F-96F8-C591FD393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57C478-14B6-4463-B884-D752708BA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72AB7A-7C3A-4D67-88E7-36BFC02DF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266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681A48-BA72-4913-8B1D-1D129DBE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E0656A-C4C9-466A-8B11-F72EBDAFC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7F9D87-12E2-4D36-B331-BE0AFA292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32F874-D9EB-40CD-AF2F-7C218316C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CB976D-9869-44CD-B159-5FFEA0A0A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이름·숫자 오류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AC6718-B2B6-4763-A192-AA6690303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B380A9-F800-40BB-AC48-6AFCDB1E2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무음 반복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5F0167-8F45-49DB-8A37-0044DD9A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F2AFF9-E99A-4CBB-9A90-A0A5B87C1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화자 혼동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FAA75E-981A-483D-A71F-3A3C7A1BA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D71B95-26D0-4800-A02C-1BC0F234B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timestamp 유실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28C4EF-FC6E-4B1A-93C3-966483726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E73DE3-55F6-4A9D-90F4-D66DE0A41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quality flags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72C602-EF08-446F-910E-B14491411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C01E86-17D7-4545-BD3E-9D137C7E1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원문 audio link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B93E4B-0D04-41A2-AF1F-55C937769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87180D-85B3-4F28-8268-457AEDF2A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사람 correction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6C5292-7821-4475-AC57-B7A468BBF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C8244F4-8D3A-4158-84DB-A6372BF4E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segment evidence</a:t>
            </a:r>
          </a:p>
        </p:txBody>
      </p:sp>
    </p:spTree>
    <p:extLst>
      <p:ext uri="{BB962C8B-B14F-4D97-AF65-F5344CB8AC3E}">
        <p14:creationId xmlns:p14="http://schemas.microsoft.com/office/powerpoint/2010/main" val="189801718"/>
      </p:ext>
    </p:extLst>
  </p:cSld>
</p:sld>
</file>

<file path=ppt/slides/slide2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163479-2BB3-48D5-85BB-ABAF4CC8D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0DE3CF-72DE-4C84-8803-039720DB4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실패 2 · 모든 trace에 원문 전송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1B232A-12E5-41C5-AE5D-A832CD6FE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25CBE6-2994-463F-B58E-E4A9E6F7D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7D6CB3-E2DC-41C5-9B82-25D975E0F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1763B9-9EF8-47BF-857B-1FF88F369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267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B81C89-3415-4023-90FA-375BB5FAA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60C17F-1A0D-41A9-A707-8BA3C0625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68E780-7E9E-4EFF-B3B6-FD4C42687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46BAAF-9FE1-42B4-82CD-B939DAF8B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DE79C0-961B-4F96-82F9-1FA332389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개인정보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6DB161-1924-4CC2-81DC-F06F1F348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C6ECDC-0424-42F8-B129-7AA51A478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회사 기밀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ABF3BC-0884-4B18-875F-710414900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9227D3-1D82-4B83-BD08-1DB28BB8A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보존 정책 불명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21FB7D-D9E9-4172-A2A1-1AC7298AC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05AC27-C8ED-4921-BDE5-F90A20AE3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교육 계정 혼용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32B86D-4DF0-44FA-BECA-BCBE9D82D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6E08BB-115F-465F-93CF-E97109423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공개·합성 샘플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4B5B3B-4B50-42DE-8934-4E35E5DCC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C01E88-7BF2-4142-992A-D440AC96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masking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B4D6A9-A524-41CE-8043-778F2BA70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0127BE-9E84-4737-91A6-4D978DD34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metadata 최소화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9CBE2B-A92E-4C4A-8320-76E1946C8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08FCF2-DDCA-416E-BE00-B765391CB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local JSONL fallback</a:t>
            </a:r>
          </a:p>
        </p:txBody>
      </p:sp>
    </p:spTree>
    <p:extLst>
      <p:ext uri="{BB962C8B-B14F-4D97-AF65-F5344CB8AC3E}">
        <p14:creationId xmlns:p14="http://schemas.microsoft.com/office/powerpoint/2010/main" val="52716399"/>
      </p:ext>
    </p:extLst>
  </p:cSld>
</p:sld>
</file>

<file path=ppt/slides/slide2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2CC038-E653-4FE8-8A09-45F2AB1FF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30CEE1-5A22-435E-A8AD-4AC66048D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실패 3 · trace만 보고 평가 완료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455490-2D56-45FF-9C80-185A86388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DE8793-FDF0-49B5-A06B-901DAB8A1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8727EE-2E23-46F1-96D3-60E228669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A38D94-090D-41A0-BA6F-B72276313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268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3AE70C-A139-4542-BA76-10BBD6DE4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9CEB26-18F0-4989-9E4F-0E111A990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CA59B9-876C-4385-8764-A9011EB3E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FEA3AF-41E8-4099-97A9-F538993BC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26B91D-FB3C-4DF4-9B4C-5C719F8E2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관찰은 가능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D47E37-5800-45CD-BC40-9D448276F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D8A7EA-9AAF-4E55-937A-11D3E4F31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정답 기준 없음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B237DC-1DC9-499D-87D9-CFECF3D94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C3466D-6ACC-45EB-801E-2034299CA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회귀 판단 불가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40160E-6B4C-4FFE-9791-FBFF28AB6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B5403D-DFD4-4DE8-9665-DDDCF9F1C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release 결정 없음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F58237-C3F8-4ADF-B8AD-C4798535F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88DC8D-01E1-48A5-B7E2-58307B8C5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dataset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17E76D-6901-4102-854F-F8C897646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DA1815-7A3C-401E-9333-C54D025BD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evaluator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8EC352-8904-4AB4-869B-E48D237D1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C304F5-89E8-45A9-B910-EA51E8172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baseline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D01848-9D85-4673-BED5-AF7AFC3C8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6EECDC-B3EA-4BE7-A22A-478B93163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gate·HOLD</a:t>
            </a:r>
          </a:p>
        </p:txBody>
      </p:sp>
    </p:spTree>
    <p:extLst>
      <p:ext uri="{BB962C8B-B14F-4D97-AF65-F5344CB8AC3E}">
        <p14:creationId xmlns:p14="http://schemas.microsoft.com/office/powerpoint/2010/main" val="2066129381"/>
      </p:ext>
    </p:extLst>
  </p:cSld>
</p:sld>
</file>

<file path=ppt/slides/slide2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76F098-129F-4FCB-B9EC-1EC0BD5EE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재직자·구직자 관점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F64FB4-F044-40D8-8E1E-2D7BD99B9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재직자 · 운영 dashboard 질문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7DE6A3-6340-49ED-A976-9C854923F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830DAE-F8B4-4BC8-A1B5-D7B86748E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7B0AB4-6FC3-49B3-961C-4C6225AED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E0EA8D-6301-43D2-AEC9-36211891A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269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F68E8E-0573-4314-89F6-4508803CC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000000"/>
                </a:solidFill>
                <a:latin typeface="Nanum Gothic"/>
                <a:ea typeface="Nanum Gothic"/>
                <a:cs typeface="Nanum Gothic"/>
              </a:rPr>
              <a:t>매일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D1CBEE-606E-47B4-96AB-8FF288474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배포 전 볼 것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3BDFB7-605D-4F4B-9BAE-D4003C710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2659FD-8FA1-4AF8-A3E4-A878A36DB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A47D42-6909-40FB-A9DE-98CCD11A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failure rate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54246C-8148-4C9A-8094-5D4902D1C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3A10C6-5212-4845-8355-C8DC39320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review queue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16B9BA-6C68-48FF-AF31-89AA32EEF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495E63-4CBB-4179-87BE-0BE936D5C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latency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B8A5D2-A6F1-4B3E-AF25-F0E825535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6B9AC2-7480-40C0-B846-35FC4741C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cost·fallback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75B3C6-6E61-41F2-8F11-17D5A547C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D055B5-D2F6-40F1-B02F-6B7E6F0FA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dataset score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3350A9-C59D-451D-B3FC-E180D24E9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A57049-0C3B-4AD2-A7FF-453F2AEAF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schema·evidence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D66015-F61A-47A9-898B-BF9526BF1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BD8786-9376-4CF8-B57C-1725DA690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false publish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FAD749-5159-438E-A8A6-1CA0F7318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296A0F-5729-4951-90D5-E31370031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rollback 기준</a:t>
            </a:r>
          </a:p>
        </p:txBody>
      </p:sp>
    </p:spTree>
    <p:extLst>
      <p:ext uri="{BB962C8B-B14F-4D97-AF65-F5344CB8AC3E}">
        <p14:creationId xmlns:p14="http://schemas.microsoft.com/office/powerpoint/2010/main" val="394438366"/>
      </p:ext>
    </p:extLst>
  </p:cSld>
</p:sld>
</file>

<file path=ppt/slides/slide2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3A3417-C056-4464-B55C-0BB0A0B67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825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Q&amp;A · Exit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B559BE-A670-4219-9AFC-D5CE8CB0E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240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17:30-18:00 · Q&amp;A와 Exit Ticket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F5ACDB-70FD-42C8-BE20-B0E409DC4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F6A1B9-A561-4AAB-8035-44D460701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85A139-35EE-4AAF-BB05-A06F59657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2563EB"/>
                </a:solidFill>
                <a:latin typeface="Nanum Gothic"/>
                <a:ea typeface="Nanum Gothic"/>
                <a:cs typeface="Nanum Gothic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E71013-FEAA-4A4C-8F15-8F49608E9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750" b="1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270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54ae972ee8404d">
            <a:extLst>
              <a:ext uri="{96DAC541-7B7A-43D3-8B79-37D633B846F1}">
                <asvg:svgBlip xmlns:asvg="http://schemas.microsoft.com/office/drawing/2016/SVG/main" r:embed="R07c6f4c866f14aa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420350" y="666750"/>
            <a:ext cx="800100" cy="8001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BCB6BF-1DCC-4F90-A995-F98D71933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885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555555"/>
                </a:solidFill>
                <a:latin typeface="Nanum Gothic"/>
                <a:ea typeface="Nanum Gothic"/>
                <a:cs typeface="Nanum Gothic"/>
              </a:rPr>
              <a:t>오늘 막힌 부분을 먼저 복구하고, 마지막에는 내 Workflow를 READY 또는 HOLD로 판단합니다.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6E74CB-D5AA-48C2-9E2F-ADCAA7B77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AA7D64-C9DE-4D4E-A3E2-F59EBF362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83DB05-C862-4B89-9EC3-A4EABA8B5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2860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내 흐름에서 자동 실행과 사람 승인의 경계는 어디인가?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F84EE6-CB6B-42D9-960C-0D3012774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8F2CFA-CD13-45AF-8A18-D1C358D37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62C709-BF1F-42E8-85B8-6F2FB2011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3528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실패 뒤 다시 시작할 checkpoint와 fallback은 무엇인가?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5BF4D8-C967-4180-9F2F-482532C5A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819A39-D699-40C8-8887-B036EB9E4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16FFB1-412E-4C27-9570-4B3D5D3C0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4196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defRPr>
            </a:pPr>
            <a:r>
              <a:rPr sz="1950" b="1">
                <a:solidFill>
                  <a:srgbClr val="191919"/>
                </a:solidFill>
                <a:latin typeface="Nanum Gothic"/>
                <a:ea typeface="Nanum Gothic"/>
                <a:cs typeface="Nanum Gothic"/>
              </a:rPr>
              <a:t>어떤 trace·dataset 신호가 나오면 다음 배포를 HOLD할 것인가?</a:t>
            </a:r>
          </a:p>
        </p:txBody>
      </p:sp>
    </p:spTree>
    <p:extLst>
      <p:ext uri="{BB962C8B-B14F-4D97-AF65-F5344CB8AC3E}">
        <p14:creationId xmlns:p14="http://schemas.microsoft.com/office/powerpoint/2010/main" val="207899140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2026-08-22T23:53:59.2930000Z</dcterms:created>
  <dcterms:modified xsi:type="dcterms:W3CDTF">2026-08-22T23:53:59.2930000Z</dcterms:modified>
</coreProperties>
</file>