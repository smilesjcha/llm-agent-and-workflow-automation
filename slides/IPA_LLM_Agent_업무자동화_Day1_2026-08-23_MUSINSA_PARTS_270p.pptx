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  <Override PartName="/ppt/slides/slide221.xml" ContentType="application/vnd.openxmlformats-officedocument.presentationml.slide+xml"/>
  <Override PartName="/ppt/notesSlides/notesSlide221.xml" ContentType="application/vnd.openxmlformats-officedocument.presentationml.notesSlide+xml"/>
  <Override PartName="/ppt/slides/slide222.xml" ContentType="application/vnd.openxmlformats-officedocument.presentationml.slide+xml"/>
  <Override PartName="/ppt/notesSlides/notesSlide222.xml" ContentType="application/vnd.openxmlformats-officedocument.presentationml.notesSlide+xml"/>
  <Override PartName="/ppt/slides/slide223.xml" ContentType="application/vnd.openxmlformats-officedocument.presentationml.slide+xml"/>
  <Override PartName="/ppt/notesSlides/notesSlide223.xml" ContentType="application/vnd.openxmlformats-officedocument.presentationml.notesSlide+xml"/>
  <Override PartName="/ppt/slides/slide224.xml" ContentType="application/vnd.openxmlformats-officedocument.presentationml.slide+xml"/>
  <Override PartName="/ppt/notesSlides/notesSlide224.xml" ContentType="application/vnd.openxmlformats-officedocument.presentationml.notesSlide+xml"/>
  <Override PartName="/ppt/slides/slide225.xml" ContentType="application/vnd.openxmlformats-officedocument.presentationml.slide+xml"/>
  <Override PartName="/ppt/notesSlides/notesSlide225.xml" ContentType="application/vnd.openxmlformats-officedocument.presentationml.notesSlide+xml"/>
  <Override PartName="/ppt/slides/slide226.xml" ContentType="application/vnd.openxmlformats-officedocument.presentationml.slide+xml"/>
  <Override PartName="/ppt/notesSlides/notesSlide226.xml" ContentType="application/vnd.openxmlformats-officedocument.presentationml.notesSlide+xml"/>
  <Override PartName="/ppt/slides/slide227.xml" ContentType="application/vnd.openxmlformats-officedocument.presentationml.slide+xml"/>
  <Override PartName="/ppt/notesSlides/notesSlide227.xml" ContentType="application/vnd.openxmlformats-officedocument.presentationml.notesSlide+xml"/>
  <Override PartName="/ppt/slides/slide228.xml" ContentType="application/vnd.openxmlformats-officedocument.presentationml.slide+xml"/>
  <Override PartName="/ppt/notesSlides/notesSlide228.xml" ContentType="application/vnd.openxmlformats-officedocument.presentationml.notesSlide+xml"/>
  <Override PartName="/ppt/slides/slide229.xml" ContentType="application/vnd.openxmlformats-officedocument.presentationml.slide+xml"/>
  <Override PartName="/ppt/notesSlides/notesSlide229.xml" ContentType="application/vnd.openxmlformats-officedocument.presentationml.notesSlide+xml"/>
  <Override PartName="/ppt/slides/slide230.xml" ContentType="application/vnd.openxmlformats-officedocument.presentationml.slide+xml"/>
  <Override PartName="/ppt/notesSlides/notesSlide230.xml" ContentType="application/vnd.openxmlformats-officedocument.presentationml.notesSlide+xml"/>
  <Override PartName="/ppt/slides/slide231.xml" ContentType="application/vnd.openxmlformats-officedocument.presentationml.slide+xml"/>
  <Override PartName="/ppt/notesSlides/notesSlide231.xml" ContentType="application/vnd.openxmlformats-officedocument.presentationml.notesSlide+xml"/>
  <Override PartName="/ppt/slides/slide232.xml" ContentType="application/vnd.openxmlformats-officedocument.presentationml.slide+xml"/>
  <Override PartName="/ppt/notesSlides/notesSlide232.xml" ContentType="application/vnd.openxmlformats-officedocument.presentationml.notesSlide+xml"/>
  <Override PartName="/ppt/slides/slide233.xml" ContentType="application/vnd.openxmlformats-officedocument.presentationml.slide+xml"/>
  <Override PartName="/ppt/notesSlides/notesSlide233.xml" ContentType="application/vnd.openxmlformats-officedocument.presentationml.notesSlide+xml"/>
  <Override PartName="/ppt/slides/slide234.xml" ContentType="application/vnd.openxmlformats-officedocument.presentationml.slide+xml"/>
  <Override PartName="/ppt/notesSlides/notesSlide234.xml" ContentType="application/vnd.openxmlformats-officedocument.presentationml.notesSlide+xml"/>
  <Override PartName="/ppt/slides/slide235.xml" ContentType="application/vnd.openxmlformats-officedocument.presentationml.slide+xml"/>
  <Override PartName="/ppt/notesSlides/notesSlide235.xml" ContentType="application/vnd.openxmlformats-officedocument.presentationml.notesSlide+xml"/>
  <Override PartName="/ppt/slides/slide236.xml" ContentType="application/vnd.openxmlformats-officedocument.presentationml.slide+xml"/>
  <Override PartName="/ppt/notesSlides/notesSlide236.xml" ContentType="application/vnd.openxmlformats-officedocument.presentationml.notesSlide+xml"/>
  <Override PartName="/ppt/slides/slide237.xml" ContentType="application/vnd.openxmlformats-officedocument.presentationml.slide+xml"/>
  <Override PartName="/ppt/notesSlides/notesSlide237.xml" ContentType="application/vnd.openxmlformats-officedocument.presentationml.notesSlide+xml"/>
  <Override PartName="/ppt/slides/slide238.xml" ContentType="application/vnd.openxmlformats-officedocument.presentationml.slide+xml"/>
  <Override PartName="/ppt/notesSlides/notesSlide238.xml" ContentType="application/vnd.openxmlformats-officedocument.presentationml.notesSlide+xml"/>
  <Override PartName="/ppt/slides/slide239.xml" ContentType="application/vnd.openxmlformats-officedocument.presentationml.slide+xml"/>
  <Override PartName="/ppt/notesSlides/notesSlide239.xml" ContentType="application/vnd.openxmlformats-officedocument.presentationml.notesSlide+xml"/>
  <Override PartName="/ppt/slides/slide240.xml" ContentType="application/vnd.openxmlformats-officedocument.presentationml.slide+xml"/>
  <Override PartName="/ppt/notesSlides/notesSlide240.xml" ContentType="application/vnd.openxmlformats-officedocument.presentationml.notesSlide+xml"/>
  <Override PartName="/ppt/slides/slide241.xml" ContentType="application/vnd.openxmlformats-officedocument.presentationml.slide+xml"/>
  <Override PartName="/ppt/notesSlides/notesSlide241.xml" ContentType="application/vnd.openxmlformats-officedocument.presentationml.notesSlide+xml"/>
  <Override PartName="/ppt/slides/slide242.xml" ContentType="application/vnd.openxmlformats-officedocument.presentationml.slide+xml"/>
  <Override PartName="/ppt/notesSlides/notesSlide242.xml" ContentType="application/vnd.openxmlformats-officedocument.presentationml.notesSlide+xml"/>
  <Override PartName="/ppt/slides/slide243.xml" ContentType="application/vnd.openxmlformats-officedocument.presentationml.slide+xml"/>
  <Override PartName="/ppt/notesSlides/notesSlide243.xml" ContentType="application/vnd.openxmlformats-officedocument.presentationml.notesSlide+xml"/>
  <Override PartName="/ppt/slides/slide244.xml" ContentType="application/vnd.openxmlformats-officedocument.presentationml.slide+xml"/>
  <Override PartName="/ppt/notesSlides/notesSlide244.xml" ContentType="application/vnd.openxmlformats-officedocument.presentationml.notesSlide+xml"/>
  <Override PartName="/ppt/slides/slide245.xml" ContentType="application/vnd.openxmlformats-officedocument.presentationml.slide+xml"/>
  <Override PartName="/ppt/notesSlides/notesSlide245.xml" ContentType="application/vnd.openxmlformats-officedocument.presentationml.notesSlide+xml"/>
  <Override PartName="/ppt/slides/slide246.xml" ContentType="application/vnd.openxmlformats-officedocument.presentationml.slide+xml"/>
  <Override PartName="/ppt/notesSlides/notesSlide246.xml" ContentType="application/vnd.openxmlformats-officedocument.presentationml.notesSlide+xml"/>
  <Override PartName="/ppt/slides/slide247.xml" ContentType="application/vnd.openxmlformats-officedocument.presentationml.slide+xml"/>
  <Override PartName="/ppt/notesSlides/notesSlide247.xml" ContentType="application/vnd.openxmlformats-officedocument.presentationml.notesSlide+xml"/>
  <Override PartName="/ppt/slides/slide248.xml" ContentType="application/vnd.openxmlformats-officedocument.presentationml.slide+xml"/>
  <Override PartName="/ppt/notesSlides/notesSlide248.xml" ContentType="application/vnd.openxmlformats-officedocument.presentationml.notesSlide+xml"/>
  <Override PartName="/ppt/slides/slide249.xml" ContentType="application/vnd.openxmlformats-officedocument.presentationml.slide+xml"/>
  <Override PartName="/ppt/notesSlides/notesSlide249.xml" ContentType="application/vnd.openxmlformats-officedocument.presentationml.notesSlide+xml"/>
  <Override PartName="/ppt/slides/slide250.xml" ContentType="application/vnd.openxmlformats-officedocument.presentationml.slide+xml"/>
  <Override PartName="/ppt/notesSlides/notesSlide250.xml" ContentType="application/vnd.openxmlformats-officedocument.presentationml.notesSlide+xml"/>
  <Override PartName="/ppt/slides/slide251.xml" ContentType="application/vnd.openxmlformats-officedocument.presentationml.slide+xml"/>
  <Override PartName="/ppt/notesSlides/notesSlide251.xml" ContentType="application/vnd.openxmlformats-officedocument.presentationml.notesSlide+xml"/>
  <Override PartName="/ppt/slides/slide252.xml" ContentType="application/vnd.openxmlformats-officedocument.presentationml.slide+xml"/>
  <Override PartName="/ppt/notesSlides/notesSlide252.xml" ContentType="application/vnd.openxmlformats-officedocument.presentationml.notesSlide+xml"/>
  <Override PartName="/ppt/slides/slide253.xml" ContentType="application/vnd.openxmlformats-officedocument.presentationml.slide+xml"/>
  <Override PartName="/ppt/notesSlides/notesSlide253.xml" ContentType="application/vnd.openxmlformats-officedocument.presentationml.notesSlide+xml"/>
  <Override PartName="/ppt/slides/slide254.xml" ContentType="application/vnd.openxmlformats-officedocument.presentationml.slide+xml"/>
  <Override PartName="/ppt/notesSlides/notesSlide254.xml" ContentType="application/vnd.openxmlformats-officedocument.presentationml.notesSlide+xml"/>
  <Override PartName="/ppt/slides/slide255.xml" ContentType="application/vnd.openxmlformats-officedocument.presentationml.slide+xml"/>
  <Override PartName="/ppt/notesSlides/notesSlide255.xml" ContentType="application/vnd.openxmlformats-officedocument.presentationml.notesSlide+xml"/>
  <Override PartName="/ppt/slides/slide256.xml" ContentType="application/vnd.openxmlformats-officedocument.presentationml.slide+xml"/>
  <Override PartName="/ppt/notesSlides/notesSlide256.xml" ContentType="application/vnd.openxmlformats-officedocument.presentationml.notesSlide+xml"/>
  <Override PartName="/ppt/slides/slide257.xml" ContentType="application/vnd.openxmlformats-officedocument.presentationml.slide+xml"/>
  <Override PartName="/ppt/notesSlides/notesSlide257.xml" ContentType="application/vnd.openxmlformats-officedocument.presentationml.notesSlide+xml"/>
  <Override PartName="/ppt/slides/slide258.xml" ContentType="application/vnd.openxmlformats-officedocument.presentationml.slide+xml"/>
  <Override PartName="/ppt/notesSlides/notesSlide258.xml" ContentType="application/vnd.openxmlformats-officedocument.presentationml.notesSlide+xml"/>
  <Override PartName="/ppt/slides/slide259.xml" ContentType="application/vnd.openxmlformats-officedocument.presentationml.slide+xml"/>
  <Override PartName="/ppt/notesSlides/notesSlide259.xml" ContentType="application/vnd.openxmlformats-officedocument.presentationml.notesSlide+xml"/>
  <Override PartName="/ppt/slides/slide260.xml" ContentType="application/vnd.openxmlformats-officedocument.presentationml.slide+xml"/>
  <Override PartName="/ppt/notesSlides/notesSlide260.xml" ContentType="application/vnd.openxmlformats-officedocument.presentationml.notesSlide+xml"/>
  <Override PartName="/ppt/slides/slide261.xml" ContentType="application/vnd.openxmlformats-officedocument.presentationml.slide+xml"/>
  <Override PartName="/ppt/notesSlides/notesSlide261.xml" ContentType="application/vnd.openxmlformats-officedocument.presentationml.notesSlide+xml"/>
  <Override PartName="/ppt/slides/slide262.xml" ContentType="application/vnd.openxmlformats-officedocument.presentationml.slide+xml"/>
  <Override PartName="/ppt/notesSlides/notesSlide262.xml" ContentType="application/vnd.openxmlformats-officedocument.presentationml.notesSlide+xml"/>
  <Override PartName="/ppt/slides/slide263.xml" ContentType="application/vnd.openxmlformats-officedocument.presentationml.slide+xml"/>
  <Override PartName="/ppt/notesSlides/notesSlide263.xml" ContentType="application/vnd.openxmlformats-officedocument.presentationml.notesSlide+xml"/>
  <Override PartName="/ppt/slides/slide264.xml" ContentType="application/vnd.openxmlformats-officedocument.presentationml.slide+xml"/>
  <Override PartName="/ppt/notesSlides/notesSlide264.xml" ContentType="application/vnd.openxmlformats-officedocument.presentationml.notesSlide+xml"/>
  <Override PartName="/ppt/slides/slide265.xml" ContentType="application/vnd.openxmlformats-officedocument.presentationml.slide+xml"/>
  <Override PartName="/ppt/notesSlides/notesSlide265.xml" ContentType="application/vnd.openxmlformats-officedocument.presentationml.notesSlide+xml"/>
  <Override PartName="/ppt/slides/slide266.xml" ContentType="application/vnd.openxmlformats-officedocument.presentationml.slide+xml"/>
  <Override PartName="/ppt/notesSlides/notesSlide266.xml" ContentType="application/vnd.openxmlformats-officedocument.presentationml.notesSlide+xml"/>
  <Override PartName="/ppt/slides/slide267.xml" ContentType="application/vnd.openxmlformats-officedocument.presentationml.slide+xml"/>
  <Override PartName="/ppt/notesSlides/notesSlide267.xml" ContentType="application/vnd.openxmlformats-officedocument.presentationml.notesSlide+xml"/>
  <Override PartName="/ppt/slides/slide268.xml" ContentType="application/vnd.openxmlformats-officedocument.presentationml.slide+xml"/>
  <Override PartName="/ppt/notesSlides/notesSlide268.xml" ContentType="application/vnd.openxmlformats-officedocument.presentationml.notesSlide+xml"/>
  <Override PartName="/ppt/slides/slide269.xml" ContentType="application/vnd.openxmlformats-officedocument.presentationml.slide+xml"/>
  <Override PartName="/ppt/notesSlides/notesSlide269.xml" ContentType="application/vnd.openxmlformats-officedocument.presentationml.notesSlide+xml"/>
  <Override PartName="/ppt/slides/slide270.xml" ContentType="application/vnd.openxmlformats-officedocument.presentationml.slide+xml"/>
  <Override PartName="/ppt/notesSlides/notesSlide27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bc8f10c8a714a4d" /><Relationship Type="http://schemas.openxmlformats.org/officeDocument/2006/relationships/extended-properties" Target="/docProps/app.xml" Id="Re3a5245bf92e4d6f" /><Relationship Type="http://schemas.openxmlformats.org/officeDocument/2006/relationships/officeDocument" Target="/ppt/presentation.xml" Id="R730820076c304b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56be6f40404932"/>
  </p:sldMasterIdLst>
  <p:notesMasterIdLst>
    <p:notesMasterId xmlns:r="http://schemas.openxmlformats.org/officeDocument/2006/relationships" r:id="R1f4509cb1f974df8"/>
  </p:notesMasterIdLst>
  <p:sldIdLst>
    <p:sldId xmlns:r="http://schemas.openxmlformats.org/officeDocument/2006/relationships" id="256" r:id="Rb2838e9f1df54afe"/>
    <p:sldId xmlns:r="http://schemas.openxmlformats.org/officeDocument/2006/relationships" id="257" r:id="R597d84ab920d4c59"/>
    <p:sldId xmlns:r="http://schemas.openxmlformats.org/officeDocument/2006/relationships" id="258" r:id="R65aeb256d84240e2"/>
    <p:sldId xmlns:r="http://schemas.openxmlformats.org/officeDocument/2006/relationships" id="259" r:id="Rd7dbae69e3594f05"/>
    <p:sldId xmlns:r="http://schemas.openxmlformats.org/officeDocument/2006/relationships" id="260" r:id="R8809150b498049d4"/>
    <p:sldId xmlns:r="http://schemas.openxmlformats.org/officeDocument/2006/relationships" id="261" r:id="Rbaf6c0e15e3a46c7"/>
    <p:sldId xmlns:r="http://schemas.openxmlformats.org/officeDocument/2006/relationships" id="262" r:id="Rb3b0c55edd4e4926"/>
    <p:sldId xmlns:r="http://schemas.openxmlformats.org/officeDocument/2006/relationships" id="263" r:id="Rc09e86ec4f3741dc"/>
    <p:sldId xmlns:r="http://schemas.openxmlformats.org/officeDocument/2006/relationships" id="264" r:id="Rc767a1bf20fb448a"/>
    <p:sldId xmlns:r="http://schemas.openxmlformats.org/officeDocument/2006/relationships" id="265" r:id="Re1abf9c238504fc4"/>
    <p:sldId xmlns:r="http://schemas.openxmlformats.org/officeDocument/2006/relationships" id="266" r:id="R8a2d50a0f3374050"/>
    <p:sldId xmlns:r="http://schemas.openxmlformats.org/officeDocument/2006/relationships" id="267" r:id="R0a916a8b7fe8421e"/>
    <p:sldId xmlns:r="http://schemas.openxmlformats.org/officeDocument/2006/relationships" id="268" r:id="Rb42a0ec7a74541cb"/>
    <p:sldId xmlns:r="http://schemas.openxmlformats.org/officeDocument/2006/relationships" id="269" r:id="R12fbde2aaac2422c"/>
    <p:sldId xmlns:r="http://schemas.openxmlformats.org/officeDocument/2006/relationships" id="270" r:id="R5cc20a01710f42f1"/>
    <p:sldId xmlns:r="http://schemas.openxmlformats.org/officeDocument/2006/relationships" id="271" r:id="R83357af40c3e4e70"/>
    <p:sldId xmlns:r="http://schemas.openxmlformats.org/officeDocument/2006/relationships" id="272" r:id="R3e91d83b0c6845ef"/>
    <p:sldId xmlns:r="http://schemas.openxmlformats.org/officeDocument/2006/relationships" id="273" r:id="R93659cc6f127453c"/>
    <p:sldId xmlns:r="http://schemas.openxmlformats.org/officeDocument/2006/relationships" id="274" r:id="Re3b8c2cbba2342e2"/>
    <p:sldId xmlns:r="http://schemas.openxmlformats.org/officeDocument/2006/relationships" id="275" r:id="R25b86e0529db4196"/>
    <p:sldId xmlns:r="http://schemas.openxmlformats.org/officeDocument/2006/relationships" id="276" r:id="R30eba7b2b3f0414c"/>
    <p:sldId xmlns:r="http://schemas.openxmlformats.org/officeDocument/2006/relationships" id="277" r:id="R7e1322da6dda4101"/>
    <p:sldId xmlns:r="http://schemas.openxmlformats.org/officeDocument/2006/relationships" id="278" r:id="Rd8392a7c9a4548de"/>
    <p:sldId xmlns:r="http://schemas.openxmlformats.org/officeDocument/2006/relationships" id="279" r:id="R04c80a6d5a7641ee"/>
    <p:sldId xmlns:r="http://schemas.openxmlformats.org/officeDocument/2006/relationships" id="280" r:id="Refe448173a114e2a"/>
    <p:sldId xmlns:r="http://schemas.openxmlformats.org/officeDocument/2006/relationships" id="281" r:id="R1dbf0331d75745dd"/>
    <p:sldId xmlns:r="http://schemas.openxmlformats.org/officeDocument/2006/relationships" id="282" r:id="Rdd53bd6f5c8444d2"/>
    <p:sldId xmlns:r="http://schemas.openxmlformats.org/officeDocument/2006/relationships" id="283" r:id="R96cd63b5e3014f87"/>
    <p:sldId xmlns:r="http://schemas.openxmlformats.org/officeDocument/2006/relationships" id="284" r:id="Ra53458d5e44042ad"/>
    <p:sldId xmlns:r="http://schemas.openxmlformats.org/officeDocument/2006/relationships" id="285" r:id="R417deed4eef5490f"/>
    <p:sldId xmlns:r="http://schemas.openxmlformats.org/officeDocument/2006/relationships" id="286" r:id="R306bbee305164ec5"/>
    <p:sldId xmlns:r="http://schemas.openxmlformats.org/officeDocument/2006/relationships" id="287" r:id="Rd741fe938e91442c"/>
    <p:sldId xmlns:r="http://schemas.openxmlformats.org/officeDocument/2006/relationships" id="288" r:id="R03df828c6b9c4f37"/>
    <p:sldId xmlns:r="http://schemas.openxmlformats.org/officeDocument/2006/relationships" id="289" r:id="R5289412ef94142d1"/>
    <p:sldId xmlns:r="http://schemas.openxmlformats.org/officeDocument/2006/relationships" id="290" r:id="Ra17a750e13c64f47"/>
    <p:sldId xmlns:r="http://schemas.openxmlformats.org/officeDocument/2006/relationships" id="291" r:id="Rbe1bb83a8a2c4d0e"/>
    <p:sldId xmlns:r="http://schemas.openxmlformats.org/officeDocument/2006/relationships" id="292" r:id="R614e6e3caea14e0b"/>
    <p:sldId xmlns:r="http://schemas.openxmlformats.org/officeDocument/2006/relationships" id="293" r:id="R0dd54b20cbb94582"/>
    <p:sldId xmlns:r="http://schemas.openxmlformats.org/officeDocument/2006/relationships" id="294" r:id="Rcf82a244271b4492"/>
    <p:sldId xmlns:r="http://schemas.openxmlformats.org/officeDocument/2006/relationships" id="295" r:id="R9ad0406de01b4ddd"/>
    <p:sldId xmlns:r="http://schemas.openxmlformats.org/officeDocument/2006/relationships" id="296" r:id="Ra9aebc3e68a241fa"/>
    <p:sldId xmlns:r="http://schemas.openxmlformats.org/officeDocument/2006/relationships" id="297" r:id="R534fbed4d7bf46e4"/>
    <p:sldId xmlns:r="http://schemas.openxmlformats.org/officeDocument/2006/relationships" id="298" r:id="R964e1c5bebf544df"/>
    <p:sldId xmlns:r="http://schemas.openxmlformats.org/officeDocument/2006/relationships" id="299" r:id="R9ec044201a064e24"/>
    <p:sldId xmlns:r="http://schemas.openxmlformats.org/officeDocument/2006/relationships" id="300" r:id="R903d50e7e6d3423d"/>
    <p:sldId xmlns:r="http://schemas.openxmlformats.org/officeDocument/2006/relationships" id="301" r:id="Rad79376f94394307"/>
    <p:sldId xmlns:r="http://schemas.openxmlformats.org/officeDocument/2006/relationships" id="302" r:id="R97a67a3b9df34278"/>
    <p:sldId xmlns:r="http://schemas.openxmlformats.org/officeDocument/2006/relationships" id="303" r:id="R12dd56f3a7f94c82"/>
    <p:sldId xmlns:r="http://schemas.openxmlformats.org/officeDocument/2006/relationships" id="304" r:id="Raf2c8de1de5043a7"/>
    <p:sldId xmlns:r="http://schemas.openxmlformats.org/officeDocument/2006/relationships" id="305" r:id="Rdef0034caf944fa7"/>
    <p:sldId xmlns:r="http://schemas.openxmlformats.org/officeDocument/2006/relationships" id="306" r:id="Rf9bdd86cda5c41e7"/>
    <p:sldId xmlns:r="http://schemas.openxmlformats.org/officeDocument/2006/relationships" id="307" r:id="Ref1477b15b1e4f73"/>
    <p:sldId xmlns:r="http://schemas.openxmlformats.org/officeDocument/2006/relationships" id="308" r:id="Rc74d5dc2f3354d8f"/>
    <p:sldId xmlns:r="http://schemas.openxmlformats.org/officeDocument/2006/relationships" id="309" r:id="Ra7dbfcd5362449ac"/>
    <p:sldId xmlns:r="http://schemas.openxmlformats.org/officeDocument/2006/relationships" id="310" r:id="R35d44ac41a394c66"/>
    <p:sldId xmlns:r="http://schemas.openxmlformats.org/officeDocument/2006/relationships" id="311" r:id="R982254a1624b473e"/>
    <p:sldId xmlns:r="http://schemas.openxmlformats.org/officeDocument/2006/relationships" id="312" r:id="Rf3eeb928a1054b6b"/>
    <p:sldId xmlns:r="http://schemas.openxmlformats.org/officeDocument/2006/relationships" id="313" r:id="R006ee83f8555441a"/>
    <p:sldId xmlns:r="http://schemas.openxmlformats.org/officeDocument/2006/relationships" id="314" r:id="Rc72430260e6a4e0d"/>
    <p:sldId xmlns:r="http://schemas.openxmlformats.org/officeDocument/2006/relationships" id="315" r:id="R1da76f24f0f64cf7"/>
    <p:sldId xmlns:r="http://schemas.openxmlformats.org/officeDocument/2006/relationships" id="316" r:id="R8aa68a8112394159"/>
    <p:sldId xmlns:r="http://schemas.openxmlformats.org/officeDocument/2006/relationships" id="317" r:id="Ra186ed97565c4d64"/>
    <p:sldId xmlns:r="http://schemas.openxmlformats.org/officeDocument/2006/relationships" id="318" r:id="R2e78be3318c14585"/>
    <p:sldId xmlns:r="http://schemas.openxmlformats.org/officeDocument/2006/relationships" id="319" r:id="Rdb9f7c3f555f4dc0"/>
    <p:sldId xmlns:r="http://schemas.openxmlformats.org/officeDocument/2006/relationships" id="320" r:id="Rcb8fbc5def1b4aef"/>
    <p:sldId xmlns:r="http://schemas.openxmlformats.org/officeDocument/2006/relationships" id="321" r:id="R5da0b070c4184322"/>
    <p:sldId xmlns:r="http://schemas.openxmlformats.org/officeDocument/2006/relationships" id="322" r:id="Ra2514c6b718948c6"/>
    <p:sldId xmlns:r="http://schemas.openxmlformats.org/officeDocument/2006/relationships" id="323" r:id="R512a57c03d214de5"/>
    <p:sldId xmlns:r="http://schemas.openxmlformats.org/officeDocument/2006/relationships" id="324" r:id="R03a9e3f301934005"/>
    <p:sldId xmlns:r="http://schemas.openxmlformats.org/officeDocument/2006/relationships" id="325" r:id="R7e6d042387d04cbe"/>
    <p:sldId xmlns:r="http://schemas.openxmlformats.org/officeDocument/2006/relationships" id="326" r:id="Rafe8571c656245a1"/>
    <p:sldId xmlns:r="http://schemas.openxmlformats.org/officeDocument/2006/relationships" id="327" r:id="Rbf6289a8684a48ed"/>
    <p:sldId xmlns:r="http://schemas.openxmlformats.org/officeDocument/2006/relationships" id="328" r:id="Rc3db0adaad4a46a2"/>
    <p:sldId xmlns:r="http://schemas.openxmlformats.org/officeDocument/2006/relationships" id="329" r:id="R920af923566343ec"/>
    <p:sldId xmlns:r="http://schemas.openxmlformats.org/officeDocument/2006/relationships" id="330" r:id="R7e22a592de974ad9"/>
    <p:sldId xmlns:r="http://schemas.openxmlformats.org/officeDocument/2006/relationships" id="331" r:id="Rda26a47a379a4a09"/>
    <p:sldId xmlns:r="http://schemas.openxmlformats.org/officeDocument/2006/relationships" id="332" r:id="R5a55e1e452674ab2"/>
    <p:sldId xmlns:r="http://schemas.openxmlformats.org/officeDocument/2006/relationships" id="333" r:id="R5e63f6eb58ab4f2c"/>
    <p:sldId xmlns:r="http://schemas.openxmlformats.org/officeDocument/2006/relationships" id="334" r:id="R30d9a08968fb48aa"/>
    <p:sldId xmlns:r="http://schemas.openxmlformats.org/officeDocument/2006/relationships" id="335" r:id="R1d69e80c9d1e4cd2"/>
    <p:sldId xmlns:r="http://schemas.openxmlformats.org/officeDocument/2006/relationships" id="336" r:id="R822d23bd65bc4f1d"/>
    <p:sldId xmlns:r="http://schemas.openxmlformats.org/officeDocument/2006/relationships" id="337" r:id="R4a17df1183e84cc7"/>
    <p:sldId xmlns:r="http://schemas.openxmlformats.org/officeDocument/2006/relationships" id="338" r:id="R7ceeab4306044529"/>
    <p:sldId xmlns:r="http://schemas.openxmlformats.org/officeDocument/2006/relationships" id="339" r:id="R3a510476d4ce481e"/>
    <p:sldId xmlns:r="http://schemas.openxmlformats.org/officeDocument/2006/relationships" id="340" r:id="Rc478b4ff567b401c"/>
    <p:sldId xmlns:r="http://schemas.openxmlformats.org/officeDocument/2006/relationships" id="341" r:id="R2e1a95079dd24fe4"/>
    <p:sldId xmlns:r="http://schemas.openxmlformats.org/officeDocument/2006/relationships" id="342" r:id="Re95ad7dc40a0426f"/>
    <p:sldId xmlns:r="http://schemas.openxmlformats.org/officeDocument/2006/relationships" id="343" r:id="Rcf1f9c7e45264260"/>
    <p:sldId xmlns:r="http://schemas.openxmlformats.org/officeDocument/2006/relationships" id="344" r:id="Ra13dffa4a44b4ab1"/>
    <p:sldId xmlns:r="http://schemas.openxmlformats.org/officeDocument/2006/relationships" id="345" r:id="R698a385b0435423a"/>
    <p:sldId xmlns:r="http://schemas.openxmlformats.org/officeDocument/2006/relationships" id="346" r:id="R5daef7313ded456a"/>
    <p:sldId xmlns:r="http://schemas.openxmlformats.org/officeDocument/2006/relationships" id="347" r:id="Rccff26dd95e14f1d"/>
    <p:sldId xmlns:r="http://schemas.openxmlformats.org/officeDocument/2006/relationships" id="348" r:id="Rfb7aaf3d7c984d5d"/>
    <p:sldId xmlns:r="http://schemas.openxmlformats.org/officeDocument/2006/relationships" id="349" r:id="R61824f88f1ef417f"/>
    <p:sldId xmlns:r="http://schemas.openxmlformats.org/officeDocument/2006/relationships" id="350" r:id="R0f2558d7181c4ca0"/>
    <p:sldId xmlns:r="http://schemas.openxmlformats.org/officeDocument/2006/relationships" id="351" r:id="R59689f2aa6cb4276"/>
    <p:sldId xmlns:r="http://schemas.openxmlformats.org/officeDocument/2006/relationships" id="352" r:id="Rfdeed268a88b42c9"/>
    <p:sldId xmlns:r="http://schemas.openxmlformats.org/officeDocument/2006/relationships" id="353" r:id="R46e8ad7156ab4038"/>
    <p:sldId xmlns:r="http://schemas.openxmlformats.org/officeDocument/2006/relationships" id="354" r:id="Rfcf9116431384ce0"/>
    <p:sldId xmlns:r="http://schemas.openxmlformats.org/officeDocument/2006/relationships" id="355" r:id="R615db013628a4ab6"/>
    <p:sldId xmlns:r="http://schemas.openxmlformats.org/officeDocument/2006/relationships" id="356" r:id="R72907278f4984196"/>
    <p:sldId xmlns:r="http://schemas.openxmlformats.org/officeDocument/2006/relationships" id="357" r:id="R8aaf8c8998514fdd"/>
    <p:sldId xmlns:r="http://schemas.openxmlformats.org/officeDocument/2006/relationships" id="358" r:id="R7ad137a75e1242e8"/>
    <p:sldId xmlns:r="http://schemas.openxmlformats.org/officeDocument/2006/relationships" id="359" r:id="R80d1444df4c84e96"/>
    <p:sldId xmlns:r="http://schemas.openxmlformats.org/officeDocument/2006/relationships" id="360" r:id="R85fe33c19a844c24"/>
    <p:sldId xmlns:r="http://schemas.openxmlformats.org/officeDocument/2006/relationships" id="361" r:id="R3f0beb8d6408494c"/>
    <p:sldId xmlns:r="http://schemas.openxmlformats.org/officeDocument/2006/relationships" id="362" r:id="Rf66113128efc482a"/>
    <p:sldId xmlns:r="http://schemas.openxmlformats.org/officeDocument/2006/relationships" id="363" r:id="R223009fbb3cf472f"/>
    <p:sldId xmlns:r="http://schemas.openxmlformats.org/officeDocument/2006/relationships" id="364" r:id="Ra3643a8bd6a148aa"/>
    <p:sldId xmlns:r="http://schemas.openxmlformats.org/officeDocument/2006/relationships" id="365" r:id="Re40cdca900804d9c"/>
    <p:sldId xmlns:r="http://schemas.openxmlformats.org/officeDocument/2006/relationships" id="366" r:id="R35c34478630343bb"/>
    <p:sldId xmlns:r="http://schemas.openxmlformats.org/officeDocument/2006/relationships" id="367" r:id="Rdb310d42bd754fed"/>
    <p:sldId xmlns:r="http://schemas.openxmlformats.org/officeDocument/2006/relationships" id="368" r:id="Rcdfd4040fb66481c"/>
    <p:sldId xmlns:r="http://schemas.openxmlformats.org/officeDocument/2006/relationships" id="369" r:id="R1fbe63b6ba234dd2"/>
    <p:sldId xmlns:r="http://schemas.openxmlformats.org/officeDocument/2006/relationships" id="370" r:id="R7ff35816d7b34fb0"/>
    <p:sldId xmlns:r="http://schemas.openxmlformats.org/officeDocument/2006/relationships" id="371" r:id="Rc1b1242de4e341a4"/>
    <p:sldId xmlns:r="http://schemas.openxmlformats.org/officeDocument/2006/relationships" id="372" r:id="R6853b74623604d93"/>
    <p:sldId xmlns:r="http://schemas.openxmlformats.org/officeDocument/2006/relationships" id="373" r:id="R29d304f73f4947a2"/>
    <p:sldId xmlns:r="http://schemas.openxmlformats.org/officeDocument/2006/relationships" id="374" r:id="Re6116c9efaa24dfd"/>
    <p:sldId xmlns:r="http://schemas.openxmlformats.org/officeDocument/2006/relationships" id="375" r:id="R15e91ce439b14643"/>
    <p:sldId xmlns:r="http://schemas.openxmlformats.org/officeDocument/2006/relationships" id="376" r:id="R0c44f3dcccc54288"/>
    <p:sldId xmlns:r="http://schemas.openxmlformats.org/officeDocument/2006/relationships" id="377" r:id="R3c3107b649554353"/>
    <p:sldId xmlns:r="http://schemas.openxmlformats.org/officeDocument/2006/relationships" id="378" r:id="R5b732c88048c479c"/>
    <p:sldId xmlns:r="http://schemas.openxmlformats.org/officeDocument/2006/relationships" id="379" r:id="R4533309c94754548"/>
    <p:sldId xmlns:r="http://schemas.openxmlformats.org/officeDocument/2006/relationships" id="380" r:id="R6da14b52cc8640e7"/>
    <p:sldId xmlns:r="http://schemas.openxmlformats.org/officeDocument/2006/relationships" id="381" r:id="R99b05de91e9f4371"/>
    <p:sldId xmlns:r="http://schemas.openxmlformats.org/officeDocument/2006/relationships" id="382" r:id="R90c5e37ed3e740c2"/>
    <p:sldId xmlns:r="http://schemas.openxmlformats.org/officeDocument/2006/relationships" id="383" r:id="Rd662673ee2f64735"/>
    <p:sldId xmlns:r="http://schemas.openxmlformats.org/officeDocument/2006/relationships" id="384" r:id="Ref5c0844bbdd453b"/>
    <p:sldId xmlns:r="http://schemas.openxmlformats.org/officeDocument/2006/relationships" id="385" r:id="R5d5f0ac04c0b43c4"/>
    <p:sldId xmlns:r="http://schemas.openxmlformats.org/officeDocument/2006/relationships" id="386" r:id="R38461f25b14f4309"/>
    <p:sldId xmlns:r="http://schemas.openxmlformats.org/officeDocument/2006/relationships" id="387" r:id="Re5d8b89e3f6b41b3"/>
    <p:sldId xmlns:r="http://schemas.openxmlformats.org/officeDocument/2006/relationships" id="388" r:id="R08006bc2533f450b"/>
    <p:sldId xmlns:r="http://schemas.openxmlformats.org/officeDocument/2006/relationships" id="389" r:id="R5e276df8eb164029"/>
    <p:sldId xmlns:r="http://schemas.openxmlformats.org/officeDocument/2006/relationships" id="390" r:id="Ra74ea2ed6da94e3a"/>
    <p:sldId xmlns:r="http://schemas.openxmlformats.org/officeDocument/2006/relationships" id="391" r:id="Rf5f2564922444071"/>
    <p:sldId xmlns:r="http://schemas.openxmlformats.org/officeDocument/2006/relationships" id="392" r:id="R7c122293992147e0"/>
    <p:sldId xmlns:r="http://schemas.openxmlformats.org/officeDocument/2006/relationships" id="393" r:id="R7988d1cd5e7041b8"/>
    <p:sldId xmlns:r="http://schemas.openxmlformats.org/officeDocument/2006/relationships" id="394" r:id="R1b7b948287ed4e31"/>
    <p:sldId xmlns:r="http://schemas.openxmlformats.org/officeDocument/2006/relationships" id="395" r:id="R6b1739b13bfd4c6b"/>
    <p:sldId xmlns:r="http://schemas.openxmlformats.org/officeDocument/2006/relationships" id="396" r:id="R9141abb5e056486d"/>
    <p:sldId xmlns:r="http://schemas.openxmlformats.org/officeDocument/2006/relationships" id="397" r:id="R293012a7c9b348aa"/>
    <p:sldId xmlns:r="http://schemas.openxmlformats.org/officeDocument/2006/relationships" id="398" r:id="Rb39c4cc4c7774f8b"/>
    <p:sldId xmlns:r="http://schemas.openxmlformats.org/officeDocument/2006/relationships" id="399" r:id="R35425001d1164e7c"/>
    <p:sldId xmlns:r="http://schemas.openxmlformats.org/officeDocument/2006/relationships" id="400" r:id="R49da130099f3410f"/>
    <p:sldId xmlns:r="http://schemas.openxmlformats.org/officeDocument/2006/relationships" id="401" r:id="Rbc7bdfafab474ec7"/>
    <p:sldId xmlns:r="http://schemas.openxmlformats.org/officeDocument/2006/relationships" id="402" r:id="R8d9f408eef28465a"/>
    <p:sldId xmlns:r="http://schemas.openxmlformats.org/officeDocument/2006/relationships" id="403" r:id="R1bc37577dba14c45"/>
    <p:sldId xmlns:r="http://schemas.openxmlformats.org/officeDocument/2006/relationships" id="404" r:id="Ra2435a5a2f034efe"/>
    <p:sldId xmlns:r="http://schemas.openxmlformats.org/officeDocument/2006/relationships" id="405" r:id="R506e584123ae49c6"/>
    <p:sldId xmlns:r="http://schemas.openxmlformats.org/officeDocument/2006/relationships" id="406" r:id="Rb7f961e3629f4aab"/>
    <p:sldId xmlns:r="http://schemas.openxmlformats.org/officeDocument/2006/relationships" id="407" r:id="R98fd639f24ba4002"/>
    <p:sldId xmlns:r="http://schemas.openxmlformats.org/officeDocument/2006/relationships" id="408" r:id="R92cd2b037ae544f5"/>
    <p:sldId xmlns:r="http://schemas.openxmlformats.org/officeDocument/2006/relationships" id="409" r:id="R36a306d4714342a4"/>
    <p:sldId xmlns:r="http://schemas.openxmlformats.org/officeDocument/2006/relationships" id="410" r:id="Rd07489fc51bf4b70"/>
    <p:sldId xmlns:r="http://schemas.openxmlformats.org/officeDocument/2006/relationships" id="411" r:id="Rcbd2f468790841e4"/>
    <p:sldId xmlns:r="http://schemas.openxmlformats.org/officeDocument/2006/relationships" id="412" r:id="R17584e360d1a4ac6"/>
    <p:sldId xmlns:r="http://schemas.openxmlformats.org/officeDocument/2006/relationships" id="413" r:id="Rf685411588f84c8f"/>
    <p:sldId xmlns:r="http://schemas.openxmlformats.org/officeDocument/2006/relationships" id="414" r:id="Ra53b09a67b394ee2"/>
    <p:sldId xmlns:r="http://schemas.openxmlformats.org/officeDocument/2006/relationships" id="415" r:id="R6504911b02e14fe5"/>
    <p:sldId xmlns:r="http://schemas.openxmlformats.org/officeDocument/2006/relationships" id="416" r:id="R2db941f3ef3b4dfa"/>
    <p:sldId xmlns:r="http://schemas.openxmlformats.org/officeDocument/2006/relationships" id="417" r:id="R1aeaa29123854f34"/>
    <p:sldId xmlns:r="http://schemas.openxmlformats.org/officeDocument/2006/relationships" id="418" r:id="R172a00fda0f5492b"/>
    <p:sldId xmlns:r="http://schemas.openxmlformats.org/officeDocument/2006/relationships" id="419" r:id="R7c1642633f26461c"/>
    <p:sldId xmlns:r="http://schemas.openxmlformats.org/officeDocument/2006/relationships" id="420" r:id="R2eea447cd67c4a2e"/>
    <p:sldId xmlns:r="http://schemas.openxmlformats.org/officeDocument/2006/relationships" id="421" r:id="R54652473dcf14002"/>
    <p:sldId xmlns:r="http://schemas.openxmlformats.org/officeDocument/2006/relationships" id="422" r:id="R7a4c74b5958d4939"/>
    <p:sldId xmlns:r="http://schemas.openxmlformats.org/officeDocument/2006/relationships" id="423" r:id="Rd1728235593243a8"/>
    <p:sldId xmlns:r="http://schemas.openxmlformats.org/officeDocument/2006/relationships" id="424" r:id="Rb4f4874f6c674426"/>
    <p:sldId xmlns:r="http://schemas.openxmlformats.org/officeDocument/2006/relationships" id="425" r:id="Reaf1ac37966345ad"/>
    <p:sldId xmlns:r="http://schemas.openxmlformats.org/officeDocument/2006/relationships" id="426" r:id="R02bad3bbaa2640f3"/>
    <p:sldId xmlns:r="http://schemas.openxmlformats.org/officeDocument/2006/relationships" id="427" r:id="R4b70a582cb1e4ffc"/>
    <p:sldId xmlns:r="http://schemas.openxmlformats.org/officeDocument/2006/relationships" id="428" r:id="R619a5c830c214d7e"/>
    <p:sldId xmlns:r="http://schemas.openxmlformats.org/officeDocument/2006/relationships" id="429" r:id="Re87437a27b514e93"/>
    <p:sldId xmlns:r="http://schemas.openxmlformats.org/officeDocument/2006/relationships" id="430" r:id="Rcd05945db9e34c4d"/>
    <p:sldId xmlns:r="http://schemas.openxmlformats.org/officeDocument/2006/relationships" id="431" r:id="R0beeebda249d4ec9"/>
    <p:sldId xmlns:r="http://schemas.openxmlformats.org/officeDocument/2006/relationships" id="432" r:id="Rd80f48aaaf5249d3"/>
    <p:sldId xmlns:r="http://schemas.openxmlformats.org/officeDocument/2006/relationships" id="433" r:id="R1efb383e594a4d20"/>
    <p:sldId xmlns:r="http://schemas.openxmlformats.org/officeDocument/2006/relationships" id="434" r:id="R04646f16a64a4331"/>
    <p:sldId xmlns:r="http://schemas.openxmlformats.org/officeDocument/2006/relationships" id="435" r:id="Rea48fe51fd264ece"/>
    <p:sldId xmlns:r="http://schemas.openxmlformats.org/officeDocument/2006/relationships" id="436" r:id="R50e2c6e2a5264c6a"/>
    <p:sldId xmlns:r="http://schemas.openxmlformats.org/officeDocument/2006/relationships" id="437" r:id="Rc52fbf7f4f724b86"/>
    <p:sldId xmlns:r="http://schemas.openxmlformats.org/officeDocument/2006/relationships" id="438" r:id="Rb4765c4494be48fa"/>
    <p:sldId xmlns:r="http://schemas.openxmlformats.org/officeDocument/2006/relationships" id="439" r:id="R6e46ea3b21f54f3c"/>
    <p:sldId xmlns:r="http://schemas.openxmlformats.org/officeDocument/2006/relationships" id="440" r:id="Raff9cdde5c634e92"/>
    <p:sldId xmlns:r="http://schemas.openxmlformats.org/officeDocument/2006/relationships" id="441" r:id="Rb1afb313f22340f1"/>
    <p:sldId xmlns:r="http://schemas.openxmlformats.org/officeDocument/2006/relationships" id="442" r:id="R5bf328a63be84586"/>
    <p:sldId xmlns:r="http://schemas.openxmlformats.org/officeDocument/2006/relationships" id="443" r:id="Red4468ec653c4cb6"/>
    <p:sldId xmlns:r="http://schemas.openxmlformats.org/officeDocument/2006/relationships" id="444" r:id="R1c3483035cd3457d"/>
    <p:sldId xmlns:r="http://schemas.openxmlformats.org/officeDocument/2006/relationships" id="445" r:id="R968d0b49ec1d40d2"/>
    <p:sldId xmlns:r="http://schemas.openxmlformats.org/officeDocument/2006/relationships" id="446" r:id="R4a7de572b1c1419f"/>
    <p:sldId xmlns:r="http://schemas.openxmlformats.org/officeDocument/2006/relationships" id="447" r:id="R25065a9b92e845a1"/>
    <p:sldId xmlns:r="http://schemas.openxmlformats.org/officeDocument/2006/relationships" id="448" r:id="Rc3b05bbc72834e82"/>
    <p:sldId xmlns:r="http://schemas.openxmlformats.org/officeDocument/2006/relationships" id="449" r:id="R8ab20320b74f40a0"/>
    <p:sldId xmlns:r="http://schemas.openxmlformats.org/officeDocument/2006/relationships" id="450" r:id="Rebece3697ed74e32"/>
    <p:sldId xmlns:r="http://schemas.openxmlformats.org/officeDocument/2006/relationships" id="451" r:id="R6009b77fbbb84a26"/>
    <p:sldId xmlns:r="http://schemas.openxmlformats.org/officeDocument/2006/relationships" id="452" r:id="R51e574c81e5f47df"/>
    <p:sldId xmlns:r="http://schemas.openxmlformats.org/officeDocument/2006/relationships" id="453" r:id="R205bd2c0bcc8477c"/>
    <p:sldId xmlns:r="http://schemas.openxmlformats.org/officeDocument/2006/relationships" id="454" r:id="Ra7b853f12064400b"/>
    <p:sldId xmlns:r="http://schemas.openxmlformats.org/officeDocument/2006/relationships" id="455" r:id="R491f8b9085984a81"/>
    <p:sldId xmlns:r="http://schemas.openxmlformats.org/officeDocument/2006/relationships" id="456" r:id="R8d2c955e3c1748e1"/>
    <p:sldId xmlns:r="http://schemas.openxmlformats.org/officeDocument/2006/relationships" id="457" r:id="R35bf21e67cc94a06"/>
    <p:sldId xmlns:r="http://schemas.openxmlformats.org/officeDocument/2006/relationships" id="458" r:id="Ra102cc45304742d4"/>
    <p:sldId xmlns:r="http://schemas.openxmlformats.org/officeDocument/2006/relationships" id="459" r:id="R4bee243f94ad4c62"/>
    <p:sldId xmlns:r="http://schemas.openxmlformats.org/officeDocument/2006/relationships" id="460" r:id="R9b4aea122c6f4858"/>
    <p:sldId xmlns:r="http://schemas.openxmlformats.org/officeDocument/2006/relationships" id="461" r:id="R1351d899d9204128"/>
    <p:sldId xmlns:r="http://schemas.openxmlformats.org/officeDocument/2006/relationships" id="462" r:id="Rf9318c4811fb46db"/>
    <p:sldId xmlns:r="http://schemas.openxmlformats.org/officeDocument/2006/relationships" id="463" r:id="Rb16d64a22f324e7d"/>
    <p:sldId xmlns:r="http://schemas.openxmlformats.org/officeDocument/2006/relationships" id="464" r:id="R8916c617f6474090"/>
    <p:sldId xmlns:r="http://schemas.openxmlformats.org/officeDocument/2006/relationships" id="465" r:id="R74c9977bd47a4f65"/>
    <p:sldId xmlns:r="http://schemas.openxmlformats.org/officeDocument/2006/relationships" id="466" r:id="R9fb25c1da6bf4777"/>
    <p:sldId xmlns:r="http://schemas.openxmlformats.org/officeDocument/2006/relationships" id="467" r:id="Ra1d057f9a3f441fb"/>
    <p:sldId xmlns:r="http://schemas.openxmlformats.org/officeDocument/2006/relationships" id="468" r:id="Re2d84c08f93a4c54"/>
    <p:sldId xmlns:r="http://schemas.openxmlformats.org/officeDocument/2006/relationships" id="469" r:id="Ra411e3caf67948fd"/>
    <p:sldId xmlns:r="http://schemas.openxmlformats.org/officeDocument/2006/relationships" id="470" r:id="Rc9c64c3b094646a0"/>
    <p:sldId xmlns:r="http://schemas.openxmlformats.org/officeDocument/2006/relationships" id="471" r:id="R83142ad326f845fc"/>
    <p:sldId xmlns:r="http://schemas.openxmlformats.org/officeDocument/2006/relationships" id="472" r:id="Rb2484e45b5c34b16"/>
    <p:sldId xmlns:r="http://schemas.openxmlformats.org/officeDocument/2006/relationships" id="473" r:id="Rd1e5c0a7c48e4747"/>
    <p:sldId xmlns:r="http://schemas.openxmlformats.org/officeDocument/2006/relationships" id="474" r:id="R06364c041202472c"/>
    <p:sldId xmlns:r="http://schemas.openxmlformats.org/officeDocument/2006/relationships" id="475" r:id="R210c55a123ab4e2a"/>
    <p:sldId xmlns:r="http://schemas.openxmlformats.org/officeDocument/2006/relationships" id="476" r:id="Rba97d19ee92940a6"/>
    <p:sldId xmlns:r="http://schemas.openxmlformats.org/officeDocument/2006/relationships" id="477" r:id="R9462507f7d054594"/>
    <p:sldId xmlns:r="http://schemas.openxmlformats.org/officeDocument/2006/relationships" id="478" r:id="Rdaa82c0350ed450b"/>
    <p:sldId xmlns:r="http://schemas.openxmlformats.org/officeDocument/2006/relationships" id="479" r:id="R79f33817bfad4692"/>
    <p:sldId xmlns:r="http://schemas.openxmlformats.org/officeDocument/2006/relationships" id="480" r:id="R4e8d122b318143a3"/>
    <p:sldId xmlns:r="http://schemas.openxmlformats.org/officeDocument/2006/relationships" id="481" r:id="Ra7f45c2827454174"/>
    <p:sldId xmlns:r="http://schemas.openxmlformats.org/officeDocument/2006/relationships" id="482" r:id="Rc10c6f9e3e9c455f"/>
    <p:sldId xmlns:r="http://schemas.openxmlformats.org/officeDocument/2006/relationships" id="483" r:id="Rbe07c805e9a24408"/>
    <p:sldId xmlns:r="http://schemas.openxmlformats.org/officeDocument/2006/relationships" id="484" r:id="Rd31083b8f730452e"/>
    <p:sldId xmlns:r="http://schemas.openxmlformats.org/officeDocument/2006/relationships" id="485" r:id="R74442043d33845c9"/>
    <p:sldId xmlns:r="http://schemas.openxmlformats.org/officeDocument/2006/relationships" id="486" r:id="R19a8e5fe55b24131"/>
    <p:sldId xmlns:r="http://schemas.openxmlformats.org/officeDocument/2006/relationships" id="487" r:id="Rf6b8b5266c384fab"/>
    <p:sldId xmlns:r="http://schemas.openxmlformats.org/officeDocument/2006/relationships" id="488" r:id="Rc03f2733ed854f8c"/>
    <p:sldId xmlns:r="http://schemas.openxmlformats.org/officeDocument/2006/relationships" id="489" r:id="R84610daa4d7948c4"/>
    <p:sldId xmlns:r="http://schemas.openxmlformats.org/officeDocument/2006/relationships" id="490" r:id="R7c8c5d40bb7848f4"/>
    <p:sldId xmlns:r="http://schemas.openxmlformats.org/officeDocument/2006/relationships" id="491" r:id="Rb55e253cda3c4025"/>
    <p:sldId xmlns:r="http://schemas.openxmlformats.org/officeDocument/2006/relationships" id="492" r:id="Rc31c28a5b4b24c4c"/>
    <p:sldId xmlns:r="http://schemas.openxmlformats.org/officeDocument/2006/relationships" id="493" r:id="R959aad4f41d44d04"/>
    <p:sldId xmlns:r="http://schemas.openxmlformats.org/officeDocument/2006/relationships" id="494" r:id="Reda9286da7d74428"/>
    <p:sldId xmlns:r="http://schemas.openxmlformats.org/officeDocument/2006/relationships" id="495" r:id="R53cb494882264b34"/>
    <p:sldId xmlns:r="http://schemas.openxmlformats.org/officeDocument/2006/relationships" id="496" r:id="Re666cb04769e4010"/>
    <p:sldId xmlns:r="http://schemas.openxmlformats.org/officeDocument/2006/relationships" id="497" r:id="Rc815a5a790cd466f"/>
    <p:sldId xmlns:r="http://schemas.openxmlformats.org/officeDocument/2006/relationships" id="498" r:id="Rfc02904f08404963"/>
    <p:sldId xmlns:r="http://schemas.openxmlformats.org/officeDocument/2006/relationships" id="499" r:id="Re5c70647a3b54d6e"/>
    <p:sldId xmlns:r="http://schemas.openxmlformats.org/officeDocument/2006/relationships" id="500" r:id="R8d0c531abd3e4098"/>
    <p:sldId xmlns:r="http://schemas.openxmlformats.org/officeDocument/2006/relationships" id="501" r:id="Re780f26656ed42fb"/>
    <p:sldId xmlns:r="http://schemas.openxmlformats.org/officeDocument/2006/relationships" id="502" r:id="Rb420f65d31d54380"/>
    <p:sldId xmlns:r="http://schemas.openxmlformats.org/officeDocument/2006/relationships" id="503" r:id="R5eb4c13c313d4328"/>
    <p:sldId xmlns:r="http://schemas.openxmlformats.org/officeDocument/2006/relationships" id="504" r:id="Rf749ed0ab00649b5"/>
    <p:sldId xmlns:r="http://schemas.openxmlformats.org/officeDocument/2006/relationships" id="505" r:id="R4729e42f07824e56"/>
    <p:sldId xmlns:r="http://schemas.openxmlformats.org/officeDocument/2006/relationships" id="506" r:id="R3108eb112fe9447b"/>
    <p:sldId xmlns:r="http://schemas.openxmlformats.org/officeDocument/2006/relationships" id="507" r:id="Rf1591daf571f4675"/>
    <p:sldId xmlns:r="http://schemas.openxmlformats.org/officeDocument/2006/relationships" id="508" r:id="Rf4ecfb04b8d2450f"/>
    <p:sldId xmlns:r="http://schemas.openxmlformats.org/officeDocument/2006/relationships" id="509" r:id="R4aba34011dd046db"/>
    <p:sldId xmlns:r="http://schemas.openxmlformats.org/officeDocument/2006/relationships" id="510" r:id="R956f2fc7b63a44bf"/>
    <p:sldId xmlns:r="http://schemas.openxmlformats.org/officeDocument/2006/relationships" id="511" r:id="Raff4cbc104ab4991"/>
    <p:sldId xmlns:r="http://schemas.openxmlformats.org/officeDocument/2006/relationships" id="512" r:id="R7339a59104744db8"/>
    <p:sldId xmlns:r="http://schemas.openxmlformats.org/officeDocument/2006/relationships" id="513" r:id="R1e22fc380aa0492d"/>
    <p:sldId xmlns:r="http://schemas.openxmlformats.org/officeDocument/2006/relationships" id="514" r:id="R830275bf69d84424"/>
    <p:sldId xmlns:r="http://schemas.openxmlformats.org/officeDocument/2006/relationships" id="515" r:id="Rbbcf3bad83f04d94"/>
    <p:sldId xmlns:r="http://schemas.openxmlformats.org/officeDocument/2006/relationships" id="516" r:id="R1b942cdc3f77462d"/>
    <p:sldId xmlns:r="http://schemas.openxmlformats.org/officeDocument/2006/relationships" id="517" r:id="R230e9678ff6f4fe4"/>
    <p:sldId xmlns:r="http://schemas.openxmlformats.org/officeDocument/2006/relationships" id="518" r:id="Rd4a4befc578b4c0f"/>
    <p:sldId xmlns:r="http://schemas.openxmlformats.org/officeDocument/2006/relationships" id="519" r:id="R2123b5ae066945f8"/>
    <p:sldId xmlns:r="http://schemas.openxmlformats.org/officeDocument/2006/relationships" id="520" r:id="R69a4e205e25d4b31"/>
    <p:sldId xmlns:r="http://schemas.openxmlformats.org/officeDocument/2006/relationships" id="521" r:id="R21510146239e43e3"/>
    <p:sldId xmlns:r="http://schemas.openxmlformats.org/officeDocument/2006/relationships" id="522" r:id="Reaeb4953dba045ae"/>
    <p:sldId xmlns:r="http://schemas.openxmlformats.org/officeDocument/2006/relationships" id="523" r:id="R41db8b8fd9424214"/>
    <p:sldId xmlns:r="http://schemas.openxmlformats.org/officeDocument/2006/relationships" id="524" r:id="R3d6e76b3bb28446b"/>
    <p:sldId xmlns:r="http://schemas.openxmlformats.org/officeDocument/2006/relationships" id="525" r:id="Rd21f675b9d1e4bf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608f9a27c4a4332" /><Relationship Type="http://schemas.openxmlformats.org/officeDocument/2006/relationships/slideMaster" Target="/ppt/slideMasters/slideMaster1.xml" Id="Ra656be6f40404932" /><Relationship Type="http://schemas.openxmlformats.org/officeDocument/2006/relationships/notesMaster" Target="/ppt/notesMasters/notesMaster1.xml" Id="R1f4509cb1f974df8" /><Relationship Type="http://schemas.openxmlformats.org/officeDocument/2006/relationships/presProps" Target="/ppt/presProps.xml" Id="Ra42f8c2501a84cfa" /><Relationship Type="http://schemas.openxmlformats.org/officeDocument/2006/relationships/tableStyles" Target="/ppt/tableStyles.xml" Id="R3030685e9f7f4213" /><Relationship Type="http://schemas.openxmlformats.org/officeDocument/2006/relationships/slide" Target="/ppt/slides/slide1.xml" Id="Rb2838e9f1df54afe" /><Relationship Type="http://schemas.openxmlformats.org/officeDocument/2006/relationships/slide" Target="/ppt/slides/slide2.xml" Id="R597d84ab920d4c59" /><Relationship Type="http://schemas.openxmlformats.org/officeDocument/2006/relationships/slide" Target="/ppt/slides/slide3.xml" Id="R65aeb256d84240e2" /><Relationship Type="http://schemas.openxmlformats.org/officeDocument/2006/relationships/slide" Target="/ppt/slides/slide4.xml" Id="Rd7dbae69e3594f05" /><Relationship Type="http://schemas.openxmlformats.org/officeDocument/2006/relationships/slide" Target="/ppt/slides/slide5.xml" Id="R8809150b498049d4" /><Relationship Type="http://schemas.openxmlformats.org/officeDocument/2006/relationships/slide" Target="/ppt/slides/slide6.xml" Id="Rbaf6c0e15e3a46c7" /><Relationship Type="http://schemas.openxmlformats.org/officeDocument/2006/relationships/slide" Target="/ppt/slides/slide7.xml" Id="Rb3b0c55edd4e4926" /><Relationship Type="http://schemas.openxmlformats.org/officeDocument/2006/relationships/slide" Target="/ppt/slides/slide8.xml" Id="Rc09e86ec4f3741dc" /><Relationship Type="http://schemas.openxmlformats.org/officeDocument/2006/relationships/slide" Target="/ppt/slides/slide9.xml" Id="Rc767a1bf20fb448a" /><Relationship Type="http://schemas.openxmlformats.org/officeDocument/2006/relationships/slide" Target="/ppt/slides/slide10.xml" Id="Re1abf9c238504fc4" /><Relationship Type="http://schemas.openxmlformats.org/officeDocument/2006/relationships/slide" Target="/ppt/slides/slide11.xml" Id="R8a2d50a0f3374050" /><Relationship Type="http://schemas.openxmlformats.org/officeDocument/2006/relationships/slide" Target="/ppt/slides/slide12.xml" Id="R0a916a8b7fe8421e" /><Relationship Type="http://schemas.openxmlformats.org/officeDocument/2006/relationships/slide" Target="/ppt/slides/slide13.xml" Id="Rb42a0ec7a74541cb" /><Relationship Type="http://schemas.openxmlformats.org/officeDocument/2006/relationships/slide" Target="/ppt/slides/slide14.xml" Id="R12fbde2aaac2422c" /><Relationship Type="http://schemas.openxmlformats.org/officeDocument/2006/relationships/slide" Target="/ppt/slides/slide15.xml" Id="R5cc20a01710f42f1" /><Relationship Type="http://schemas.openxmlformats.org/officeDocument/2006/relationships/slide" Target="/ppt/slides/slide16.xml" Id="R83357af40c3e4e70" /><Relationship Type="http://schemas.openxmlformats.org/officeDocument/2006/relationships/slide" Target="/ppt/slides/slide17.xml" Id="R3e91d83b0c6845ef" /><Relationship Type="http://schemas.openxmlformats.org/officeDocument/2006/relationships/slide" Target="/ppt/slides/slide18.xml" Id="R93659cc6f127453c" /><Relationship Type="http://schemas.openxmlformats.org/officeDocument/2006/relationships/slide" Target="/ppt/slides/slide19.xml" Id="Re3b8c2cbba2342e2" /><Relationship Type="http://schemas.openxmlformats.org/officeDocument/2006/relationships/slide" Target="/ppt/slides/slide20.xml" Id="R25b86e0529db4196" /><Relationship Type="http://schemas.openxmlformats.org/officeDocument/2006/relationships/slide" Target="/ppt/slides/slide21.xml" Id="R30eba7b2b3f0414c" /><Relationship Type="http://schemas.openxmlformats.org/officeDocument/2006/relationships/slide" Target="/ppt/slides/slide22.xml" Id="R7e1322da6dda4101" /><Relationship Type="http://schemas.openxmlformats.org/officeDocument/2006/relationships/slide" Target="/ppt/slides/slide23.xml" Id="Rd8392a7c9a4548de" /><Relationship Type="http://schemas.openxmlformats.org/officeDocument/2006/relationships/slide" Target="/ppt/slides/slide24.xml" Id="R04c80a6d5a7641ee" /><Relationship Type="http://schemas.openxmlformats.org/officeDocument/2006/relationships/slide" Target="/ppt/slides/slide25.xml" Id="Refe448173a114e2a" /><Relationship Type="http://schemas.openxmlformats.org/officeDocument/2006/relationships/slide" Target="/ppt/slides/slide26.xml" Id="R1dbf0331d75745dd" /><Relationship Type="http://schemas.openxmlformats.org/officeDocument/2006/relationships/slide" Target="/ppt/slides/slide27.xml" Id="Rdd53bd6f5c8444d2" /><Relationship Type="http://schemas.openxmlformats.org/officeDocument/2006/relationships/slide" Target="/ppt/slides/slide28.xml" Id="R96cd63b5e3014f87" /><Relationship Type="http://schemas.openxmlformats.org/officeDocument/2006/relationships/slide" Target="/ppt/slides/slide29.xml" Id="Ra53458d5e44042ad" /><Relationship Type="http://schemas.openxmlformats.org/officeDocument/2006/relationships/slide" Target="/ppt/slides/slide30.xml" Id="R417deed4eef5490f" /><Relationship Type="http://schemas.openxmlformats.org/officeDocument/2006/relationships/slide" Target="/ppt/slides/slide31.xml" Id="R306bbee305164ec5" /><Relationship Type="http://schemas.openxmlformats.org/officeDocument/2006/relationships/slide" Target="/ppt/slides/slide32.xml" Id="Rd741fe938e91442c" /><Relationship Type="http://schemas.openxmlformats.org/officeDocument/2006/relationships/slide" Target="/ppt/slides/slide33.xml" Id="R03df828c6b9c4f37" /><Relationship Type="http://schemas.openxmlformats.org/officeDocument/2006/relationships/slide" Target="/ppt/slides/slide34.xml" Id="R5289412ef94142d1" /><Relationship Type="http://schemas.openxmlformats.org/officeDocument/2006/relationships/slide" Target="/ppt/slides/slide35.xml" Id="Ra17a750e13c64f47" /><Relationship Type="http://schemas.openxmlformats.org/officeDocument/2006/relationships/slide" Target="/ppt/slides/slide36.xml" Id="Rbe1bb83a8a2c4d0e" /><Relationship Type="http://schemas.openxmlformats.org/officeDocument/2006/relationships/slide" Target="/ppt/slides/slide37.xml" Id="R614e6e3caea14e0b" /><Relationship Type="http://schemas.openxmlformats.org/officeDocument/2006/relationships/slide" Target="/ppt/slides/slide38.xml" Id="R0dd54b20cbb94582" /><Relationship Type="http://schemas.openxmlformats.org/officeDocument/2006/relationships/slide" Target="/ppt/slides/slide39.xml" Id="Rcf82a244271b4492" /><Relationship Type="http://schemas.openxmlformats.org/officeDocument/2006/relationships/slide" Target="/ppt/slides/slide40.xml" Id="R9ad0406de01b4ddd" /><Relationship Type="http://schemas.openxmlformats.org/officeDocument/2006/relationships/slide" Target="/ppt/slides/slide41.xml" Id="Ra9aebc3e68a241fa" /><Relationship Type="http://schemas.openxmlformats.org/officeDocument/2006/relationships/slide" Target="/ppt/slides/slide42.xml" Id="R534fbed4d7bf46e4" /><Relationship Type="http://schemas.openxmlformats.org/officeDocument/2006/relationships/slide" Target="/ppt/slides/slide43.xml" Id="R964e1c5bebf544df" /><Relationship Type="http://schemas.openxmlformats.org/officeDocument/2006/relationships/slide" Target="/ppt/slides/slide44.xml" Id="R9ec044201a064e24" /><Relationship Type="http://schemas.openxmlformats.org/officeDocument/2006/relationships/slide" Target="/ppt/slides/slide45.xml" Id="R903d50e7e6d3423d" /><Relationship Type="http://schemas.openxmlformats.org/officeDocument/2006/relationships/slide" Target="/ppt/slides/slide46.xml" Id="Rad79376f94394307" /><Relationship Type="http://schemas.openxmlformats.org/officeDocument/2006/relationships/slide" Target="/ppt/slides/slide47.xml" Id="R97a67a3b9df34278" /><Relationship Type="http://schemas.openxmlformats.org/officeDocument/2006/relationships/slide" Target="/ppt/slides/slide48.xml" Id="R12dd56f3a7f94c82" /><Relationship Type="http://schemas.openxmlformats.org/officeDocument/2006/relationships/slide" Target="/ppt/slides/slide49.xml" Id="Raf2c8de1de5043a7" /><Relationship Type="http://schemas.openxmlformats.org/officeDocument/2006/relationships/slide" Target="/ppt/slides/slide50.xml" Id="Rdef0034caf944fa7" /><Relationship Type="http://schemas.openxmlformats.org/officeDocument/2006/relationships/slide" Target="/ppt/slides/slide51.xml" Id="Rf9bdd86cda5c41e7" /><Relationship Type="http://schemas.openxmlformats.org/officeDocument/2006/relationships/slide" Target="/ppt/slides/slide52.xml" Id="Ref1477b15b1e4f73" /><Relationship Type="http://schemas.openxmlformats.org/officeDocument/2006/relationships/slide" Target="/ppt/slides/slide53.xml" Id="Rc74d5dc2f3354d8f" /><Relationship Type="http://schemas.openxmlformats.org/officeDocument/2006/relationships/slide" Target="/ppt/slides/slide54.xml" Id="Ra7dbfcd5362449ac" /><Relationship Type="http://schemas.openxmlformats.org/officeDocument/2006/relationships/slide" Target="/ppt/slides/slide55.xml" Id="R35d44ac41a394c66" /><Relationship Type="http://schemas.openxmlformats.org/officeDocument/2006/relationships/slide" Target="/ppt/slides/slide56.xml" Id="R982254a1624b473e" /><Relationship Type="http://schemas.openxmlformats.org/officeDocument/2006/relationships/slide" Target="/ppt/slides/slide57.xml" Id="Rf3eeb928a1054b6b" /><Relationship Type="http://schemas.openxmlformats.org/officeDocument/2006/relationships/slide" Target="/ppt/slides/slide58.xml" Id="R006ee83f8555441a" /><Relationship Type="http://schemas.openxmlformats.org/officeDocument/2006/relationships/slide" Target="/ppt/slides/slide59.xml" Id="Rc72430260e6a4e0d" /><Relationship Type="http://schemas.openxmlformats.org/officeDocument/2006/relationships/slide" Target="/ppt/slides/slide60.xml" Id="R1da76f24f0f64cf7" /><Relationship Type="http://schemas.openxmlformats.org/officeDocument/2006/relationships/slide" Target="/ppt/slides/slide61.xml" Id="R8aa68a8112394159" /><Relationship Type="http://schemas.openxmlformats.org/officeDocument/2006/relationships/slide" Target="/ppt/slides/slide62.xml" Id="Ra186ed97565c4d64" /><Relationship Type="http://schemas.openxmlformats.org/officeDocument/2006/relationships/slide" Target="/ppt/slides/slide63.xml" Id="R2e78be3318c14585" /><Relationship Type="http://schemas.openxmlformats.org/officeDocument/2006/relationships/slide" Target="/ppt/slides/slide64.xml" Id="Rdb9f7c3f555f4dc0" /><Relationship Type="http://schemas.openxmlformats.org/officeDocument/2006/relationships/slide" Target="/ppt/slides/slide65.xml" Id="Rcb8fbc5def1b4aef" /><Relationship Type="http://schemas.openxmlformats.org/officeDocument/2006/relationships/slide" Target="/ppt/slides/slide66.xml" Id="R5da0b070c4184322" /><Relationship Type="http://schemas.openxmlformats.org/officeDocument/2006/relationships/slide" Target="/ppt/slides/slide67.xml" Id="Ra2514c6b718948c6" /><Relationship Type="http://schemas.openxmlformats.org/officeDocument/2006/relationships/slide" Target="/ppt/slides/slide68.xml" Id="R512a57c03d214de5" /><Relationship Type="http://schemas.openxmlformats.org/officeDocument/2006/relationships/slide" Target="/ppt/slides/slide69.xml" Id="R03a9e3f301934005" /><Relationship Type="http://schemas.openxmlformats.org/officeDocument/2006/relationships/slide" Target="/ppt/slides/slide70.xml" Id="R7e6d042387d04cbe" /><Relationship Type="http://schemas.openxmlformats.org/officeDocument/2006/relationships/slide" Target="/ppt/slides/slide71.xml" Id="Rafe8571c656245a1" /><Relationship Type="http://schemas.openxmlformats.org/officeDocument/2006/relationships/slide" Target="/ppt/slides/slide72.xml" Id="Rbf6289a8684a48ed" /><Relationship Type="http://schemas.openxmlformats.org/officeDocument/2006/relationships/slide" Target="/ppt/slides/slide73.xml" Id="Rc3db0adaad4a46a2" /><Relationship Type="http://schemas.openxmlformats.org/officeDocument/2006/relationships/slide" Target="/ppt/slides/slide74.xml" Id="R920af923566343ec" /><Relationship Type="http://schemas.openxmlformats.org/officeDocument/2006/relationships/slide" Target="/ppt/slides/slide75.xml" Id="R7e22a592de974ad9" /><Relationship Type="http://schemas.openxmlformats.org/officeDocument/2006/relationships/slide" Target="/ppt/slides/slide76.xml" Id="Rda26a47a379a4a09" /><Relationship Type="http://schemas.openxmlformats.org/officeDocument/2006/relationships/slide" Target="/ppt/slides/slide77.xml" Id="R5a55e1e452674ab2" /><Relationship Type="http://schemas.openxmlformats.org/officeDocument/2006/relationships/slide" Target="/ppt/slides/slide78.xml" Id="R5e63f6eb58ab4f2c" /><Relationship Type="http://schemas.openxmlformats.org/officeDocument/2006/relationships/slide" Target="/ppt/slides/slide79.xml" Id="R30d9a08968fb48aa" /><Relationship Type="http://schemas.openxmlformats.org/officeDocument/2006/relationships/slide" Target="/ppt/slides/slide80.xml" Id="R1d69e80c9d1e4cd2" /><Relationship Type="http://schemas.openxmlformats.org/officeDocument/2006/relationships/slide" Target="/ppt/slides/slide81.xml" Id="R822d23bd65bc4f1d" /><Relationship Type="http://schemas.openxmlformats.org/officeDocument/2006/relationships/slide" Target="/ppt/slides/slide82.xml" Id="R4a17df1183e84cc7" /><Relationship Type="http://schemas.openxmlformats.org/officeDocument/2006/relationships/slide" Target="/ppt/slides/slide83.xml" Id="R7ceeab4306044529" /><Relationship Type="http://schemas.openxmlformats.org/officeDocument/2006/relationships/slide" Target="/ppt/slides/slide84.xml" Id="R3a510476d4ce481e" /><Relationship Type="http://schemas.openxmlformats.org/officeDocument/2006/relationships/slide" Target="/ppt/slides/slide85.xml" Id="Rc478b4ff567b401c" /><Relationship Type="http://schemas.openxmlformats.org/officeDocument/2006/relationships/slide" Target="/ppt/slides/slide86.xml" Id="R2e1a95079dd24fe4" /><Relationship Type="http://schemas.openxmlformats.org/officeDocument/2006/relationships/slide" Target="/ppt/slides/slide87.xml" Id="Re95ad7dc40a0426f" /><Relationship Type="http://schemas.openxmlformats.org/officeDocument/2006/relationships/slide" Target="/ppt/slides/slide88.xml" Id="Rcf1f9c7e45264260" /><Relationship Type="http://schemas.openxmlformats.org/officeDocument/2006/relationships/slide" Target="/ppt/slides/slide89.xml" Id="Ra13dffa4a44b4ab1" /><Relationship Type="http://schemas.openxmlformats.org/officeDocument/2006/relationships/slide" Target="/ppt/slides/slide90.xml" Id="R698a385b0435423a" /><Relationship Type="http://schemas.openxmlformats.org/officeDocument/2006/relationships/slide" Target="/ppt/slides/slide91.xml" Id="R5daef7313ded456a" /><Relationship Type="http://schemas.openxmlformats.org/officeDocument/2006/relationships/slide" Target="/ppt/slides/slide92.xml" Id="Rccff26dd95e14f1d" /><Relationship Type="http://schemas.openxmlformats.org/officeDocument/2006/relationships/slide" Target="/ppt/slides/slide93.xml" Id="Rfb7aaf3d7c984d5d" /><Relationship Type="http://schemas.openxmlformats.org/officeDocument/2006/relationships/slide" Target="/ppt/slides/slide94.xml" Id="R61824f88f1ef417f" /><Relationship Type="http://schemas.openxmlformats.org/officeDocument/2006/relationships/slide" Target="/ppt/slides/slide95.xml" Id="R0f2558d7181c4ca0" /><Relationship Type="http://schemas.openxmlformats.org/officeDocument/2006/relationships/slide" Target="/ppt/slides/slide96.xml" Id="R59689f2aa6cb4276" /><Relationship Type="http://schemas.openxmlformats.org/officeDocument/2006/relationships/slide" Target="/ppt/slides/slide97.xml" Id="Rfdeed268a88b42c9" /><Relationship Type="http://schemas.openxmlformats.org/officeDocument/2006/relationships/slide" Target="/ppt/slides/slide98.xml" Id="R46e8ad7156ab4038" /><Relationship Type="http://schemas.openxmlformats.org/officeDocument/2006/relationships/slide" Target="/ppt/slides/slide99.xml" Id="Rfcf9116431384ce0" /><Relationship Type="http://schemas.openxmlformats.org/officeDocument/2006/relationships/slide" Target="/ppt/slides/slide100.xml" Id="R615db013628a4ab6" /><Relationship Type="http://schemas.openxmlformats.org/officeDocument/2006/relationships/slide" Target="/ppt/slides/slide101.xml" Id="R72907278f4984196" /><Relationship Type="http://schemas.openxmlformats.org/officeDocument/2006/relationships/slide" Target="/ppt/slides/slide102.xml" Id="R8aaf8c8998514fdd" /><Relationship Type="http://schemas.openxmlformats.org/officeDocument/2006/relationships/slide" Target="/ppt/slides/slide103.xml" Id="R7ad137a75e1242e8" /><Relationship Type="http://schemas.openxmlformats.org/officeDocument/2006/relationships/slide" Target="/ppt/slides/slide104.xml" Id="R80d1444df4c84e96" /><Relationship Type="http://schemas.openxmlformats.org/officeDocument/2006/relationships/slide" Target="/ppt/slides/slide105.xml" Id="R85fe33c19a844c24" /><Relationship Type="http://schemas.openxmlformats.org/officeDocument/2006/relationships/slide" Target="/ppt/slides/slide106.xml" Id="R3f0beb8d6408494c" /><Relationship Type="http://schemas.openxmlformats.org/officeDocument/2006/relationships/slide" Target="/ppt/slides/slide107.xml" Id="Rf66113128efc482a" /><Relationship Type="http://schemas.openxmlformats.org/officeDocument/2006/relationships/slide" Target="/ppt/slides/slide108.xml" Id="R223009fbb3cf472f" /><Relationship Type="http://schemas.openxmlformats.org/officeDocument/2006/relationships/slide" Target="/ppt/slides/slide109.xml" Id="Ra3643a8bd6a148aa" /><Relationship Type="http://schemas.openxmlformats.org/officeDocument/2006/relationships/slide" Target="/ppt/slides/slide110.xml" Id="Re40cdca900804d9c" /><Relationship Type="http://schemas.openxmlformats.org/officeDocument/2006/relationships/slide" Target="/ppt/slides/slide111.xml" Id="R35c34478630343bb" /><Relationship Type="http://schemas.openxmlformats.org/officeDocument/2006/relationships/slide" Target="/ppt/slides/slide112.xml" Id="Rdb310d42bd754fed" /><Relationship Type="http://schemas.openxmlformats.org/officeDocument/2006/relationships/slide" Target="/ppt/slides/slide113.xml" Id="Rcdfd4040fb66481c" /><Relationship Type="http://schemas.openxmlformats.org/officeDocument/2006/relationships/slide" Target="/ppt/slides/slide114.xml" Id="R1fbe63b6ba234dd2" /><Relationship Type="http://schemas.openxmlformats.org/officeDocument/2006/relationships/slide" Target="/ppt/slides/slide115.xml" Id="R7ff35816d7b34fb0" /><Relationship Type="http://schemas.openxmlformats.org/officeDocument/2006/relationships/slide" Target="/ppt/slides/slide116.xml" Id="Rc1b1242de4e341a4" /><Relationship Type="http://schemas.openxmlformats.org/officeDocument/2006/relationships/slide" Target="/ppt/slides/slide117.xml" Id="R6853b74623604d93" /><Relationship Type="http://schemas.openxmlformats.org/officeDocument/2006/relationships/slide" Target="/ppt/slides/slide118.xml" Id="R29d304f73f4947a2" /><Relationship Type="http://schemas.openxmlformats.org/officeDocument/2006/relationships/slide" Target="/ppt/slides/slide119.xml" Id="Re6116c9efaa24dfd" /><Relationship Type="http://schemas.openxmlformats.org/officeDocument/2006/relationships/slide" Target="/ppt/slides/slide120.xml" Id="R15e91ce439b14643" /><Relationship Type="http://schemas.openxmlformats.org/officeDocument/2006/relationships/slide" Target="/ppt/slides/slide121.xml" Id="R0c44f3dcccc54288" /><Relationship Type="http://schemas.openxmlformats.org/officeDocument/2006/relationships/slide" Target="/ppt/slides/slide122.xml" Id="R3c3107b649554353" /><Relationship Type="http://schemas.openxmlformats.org/officeDocument/2006/relationships/slide" Target="/ppt/slides/slide123.xml" Id="R5b732c88048c479c" /><Relationship Type="http://schemas.openxmlformats.org/officeDocument/2006/relationships/slide" Target="/ppt/slides/slide124.xml" Id="R4533309c94754548" /><Relationship Type="http://schemas.openxmlformats.org/officeDocument/2006/relationships/slide" Target="/ppt/slides/slide125.xml" Id="R6da14b52cc8640e7" /><Relationship Type="http://schemas.openxmlformats.org/officeDocument/2006/relationships/slide" Target="/ppt/slides/slide126.xml" Id="R99b05de91e9f4371" /><Relationship Type="http://schemas.openxmlformats.org/officeDocument/2006/relationships/slide" Target="/ppt/slides/slide127.xml" Id="R90c5e37ed3e740c2" /><Relationship Type="http://schemas.openxmlformats.org/officeDocument/2006/relationships/slide" Target="/ppt/slides/slide128.xml" Id="Rd662673ee2f64735" /><Relationship Type="http://schemas.openxmlformats.org/officeDocument/2006/relationships/slide" Target="/ppt/slides/slide129.xml" Id="Ref5c0844bbdd453b" /><Relationship Type="http://schemas.openxmlformats.org/officeDocument/2006/relationships/slide" Target="/ppt/slides/slide130.xml" Id="R5d5f0ac04c0b43c4" /><Relationship Type="http://schemas.openxmlformats.org/officeDocument/2006/relationships/slide" Target="/ppt/slides/slide131.xml" Id="R38461f25b14f4309" /><Relationship Type="http://schemas.openxmlformats.org/officeDocument/2006/relationships/slide" Target="/ppt/slides/slide132.xml" Id="Re5d8b89e3f6b41b3" /><Relationship Type="http://schemas.openxmlformats.org/officeDocument/2006/relationships/slide" Target="/ppt/slides/slide133.xml" Id="R08006bc2533f450b" /><Relationship Type="http://schemas.openxmlformats.org/officeDocument/2006/relationships/slide" Target="/ppt/slides/slide134.xml" Id="R5e276df8eb164029" /><Relationship Type="http://schemas.openxmlformats.org/officeDocument/2006/relationships/slide" Target="/ppt/slides/slide135.xml" Id="Ra74ea2ed6da94e3a" /><Relationship Type="http://schemas.openxmlformats.org/officeDocument/2006/relationships/slide" Target="/ppt/slides/slide136.xml" Id="Rf5f2564922444071" /><Relationship Type="http://schemas.openxmlformats.org/officeDocument/2006/relationships/slide" Target="/ppt/slides/slide137.xml" Id="R7c122293992147e0" /><Relationship Type="http://schemas.openxmlformats.org/officeDocument/2006/relationships/slide" Target="/ppt/slides/slide138.xml" Id="R7988d1cd5e7041b8" /><Relationship Type="http://schemas.openxmlformats.org/officeDocument/2006/relationships/slide" Target="/ppt/slides/slide139.xml" Id="R1b7b948287ed4e31" /><Relationship Type="http://schemas.openxmlformats.org/officeDocument/2006/relationships/slide" Target="/ppt/slides/slide140.xml" Id="R6b1739b13bfd4c6b" /><Relationship Type="http://schemas.openxmlformats.org/officeDocument/2006/relationships/slide" Target="/ppt/slides/slide141.xml" Id="R9141abb5e056486d" /><Relationship Type="http://schemas.openxmlformats.org/officeDocument/2006/relationships/slide" Target="/ppt/slides/slide142.xml" Id="R293012a7c9b348aa" /><Relationship Type="http://schemas.openxmlformats.org/officeDocument/2006/relationships/slide" Target="/ppt/slides/slide143.xml" Id="Rb39c4cc4c7774f8b" /><Relationship Type="http://schemas.openxmlformats.org/officeDocument/2006/relationships/slide" Target="/ppt/slides/slide144.xml" Id="R35425001d1164e7c" /><Relationship Type="http://schemas.openxmlformats.org/officeDocument/2006/relationships/slide" Target="/ppt/slides/slide145.xml" Id="R49da130099f3410f" /><Relationship Type="http://schemas.openxmlformats.org/officeDocument/2006/relationships/slide" Target="/ppt/slides/slide146.xml" Id="Rbc7bdfafab474ec7" /><Relationship Type="http://schemas.openxmlformats.org/officeDocument/2006/relationships/slide" Target="/ppt/slides/slide147.xml" Id="R8d9f408eef28465a" /><Relationship Type="http://schemas.openxmlformats.org/officeDocument/2006/relationships/slide" Target="/ppt/slides/slide148.xml" Id="R1bc37577dba14c45" /><Relationship Type="http://schemas.openxmlformats.org/officeDocument/2006/relationships/slide" Target="/ppt/slides/slide149.xml" Id="Ra2435a5a2f034efe" /><Relationship Type="http://schemas.openxmlformats.org/officeDocument/2006/relationships/slide" Target="/ppt/slides/slide150.xml" Id="R506e584123ae49c6" /><Relationship Type="http://schemas.openxmlformats.org/officeDocument/2006/relationships/slide" Target="/ppt/slides/slide151.xml" Id="Rb7f961e3629f4aab" /><Relationship Type="http://schemas.openxmlformats.org/officeDocument/2006/relationships/slide" Target="/ppt/slides/slide152.xml" Id="R98fd639f24ba4002" /><Relationship Type="http://schemas.openxmlformats.org/officeDocument/2006/relationships/slide" Target="/ppt/slides/slide153.xml" Id="R92cd2b037ae544f5" /><Relationship Type="http://schemas.openxmlformats.org/officeDocument/2006/relationships/slide" Target="/ppt/slides/slide154.xml" Id="R36a306d4714342a4" /><Relationship Type="http://schemas.openxmlformats.org/officeDocument/2006/relationships/slide" Target="/ppt/slides/slide155.xml" Id="Rd07489fc51bf4b70" /><Relationship Type="http://schemas.openxmlformats.org/officeDocument/2006/relationships/slide" Target="/ppt/slides/slide156.xml" Id="Rcbd2f468790841e4" /><Relationship Type="http://schemas.openxmlformats.org/officeDocument/2006/relationships/slide" Target="/ppt/slides/slide157.xml" Id="R17584e360d1a4ac6" /><Relationship Type="http://schemas.openxmlformats.org/officeDocument/2006/relationships/slide" Target="/ppt/slides/slide158.xml" Id="Rf685411588f84c8f" /><Relationship Type="http://schemas.openxmlformats.org/officeDocument/2006/relationships/slide" Target="/ppt/slides/slide159.xml" Id="Ra53b09a67b394ee2" /><Relationship Type="http://schemas.openxmlformats.org/officeDocument/2006/relationships/slide" Target="/ppt/slides/slide160.xml" Id="R6504911b02e14fe5" /><Relationship Type="http://schemas.openxmlformats.org/officeDocument/2006/relationships/slide" Target="/ppt/slides/slide161.xml" Id="R2db941f3ef3b4dfa" /><Relationship Type="http://schemas.openxmlformats.org/officeDocument/2006/relationships/slide" Target="/ppt/slides/slide162.xml" Id="R1aeaa29123854f34" /><Relationship Type="http://schemas.openxmlformats.org/officeDocument/2006/relationships/slide" Target="/ppt/slides/slide163.xml" Id="R172a00fda0f5492b" /><Relationship Type="http://schemas.openxmlformats.org/officeDocument/2006/relationships/slide" Target="/ppt/slides/slide164.xml" Id="R7c1642633f26461c" /><Relationship Type="http://schemas.openxmlformats.org/officeDocument/2006/relationships/slide" Target="/ppt/slides/slide165.xml" Id="R2eea447cd67c4a2e" /><Relationship Type="http://schemas.openxmlformats.org/officeDocument/2006/relationships/slide" Target="/ppt/slides/slide166.xml" Id="R54652473dcf14002" /><Relationship Type="http://schemas.openxmlformats.org/officeDocument/2006/relationships/slide" Target="/ppt/slides/slide167.xml" Id="R7a4c74b5958d4939" /><Relationship Type="http://schemas.openxmlformats.org/officeDocument/2006/relationships/slide" Target="/ppt/slides/slide168.xml" Id="Rd1728235593243a8" /><Relationship Type="http://schemas.openxmlformats.org/officeDocument/2006/relationships/slide" Target="/ppt/slides/slide169.xml" Id="Rb4f4874f6c674426" /><Relationship Type="http://schemas.openxmlformats.org/officeDocument/2006/relationships/slide" Target="/ppt/slides/slide170.xml" Id="Reaf1ac37966345ad" /><Relationship Type="http://schemas.openxmlformats.org/officeDocument/2006/relationships/slide" Target="/ppt/slides/slide171.xml" Id="R02bad3bbaa2640f3" /><Relationship Type="http://schemas.openxmlformats.org/officeDocument/2006/relationships/slide" Target="/ppt/slides/slide172.xml" Id="R4b70a582cb1e4ffc" /><Relationship Type="http://schemas.openxmlformats.org/officeDocument/2006/relationships/slide" Target="/ppt/slides/slide173.xml" Id="R619a5c830c214d7e" /><Relationship Type="http://schemas.openxmlformats.org/officeDocument/2006/relationships/slide" Target="/ppt/slides/slide174.xml" Id="Re87437a27b514e93" /><Relationship Type="http://schemas.openxmlformats.org/officeDocument/2006/relationships/slide" Target="/ppt/slides/slide175.xml" Id="Rcd05945db9e34c4d" /><Relationship Type="http://schemas.openxmlformats.org/officeDocument/2006/relationships/slide" Target="/ppt/slides/slide176.xml" Id="R0beeebda249d4ec9" /><Relationship Type="http://schemas.openxmlformats.org/officeDocument/2006/relationships/slide" Target="/ppt/slides/slide177.xml" Id="Rd80f48aaaf5249d3" /><Relationship Type="http://schemas.openxmlformats.org/officeDocument/2006/relationships/slide" Target="/ppt/slides/slide178.xml" Id="R1efb383e594a4d20" /><Relationship Type="http://schemas.openxmlformats.org/officeDocument/2006/relationships/slide" Target="/ppt/slides/slide179.xml" Id="R04646f16a64a4331" /><Relationship Type="http://schemas.openxmlformats.org/officeDocument/2006/relationships/slide" Target="/ppt/slides/slide180.xml" Id="Rea48fe51fd264ece" /><Relationship Type="http://schemas.openxmlformats.org/officeDocument/2006/relationships/slide" Target="/ppt/slides/slide181.xml" Id="R50e2c6e2a5264c6a" /><Relationship Type="http://schemas.openxmlformats.org/officeDocument/2006/relationships/slide" Target="/ppt/slides/slide182.xml" Id="Rc52fbf7f4f724b86" /><Relationship Type="http://schemas.openxmlformats.org/officeDocument/2006/relationships/slide" Target="/ppt/slides/slide183.xml" Id="Rb4765c4494be48fa" /><Relationship Type="http://schemas.openxmlformats.org/officeDocument/2006/relationships/slide" Target="/ppt/slides/slide184.xml" Id="R6e46ea3b21f54f3c" /><Relationship Type="http://schemas.openxmlformats.org/officeDocument/2006/relationships/slide" Target="/ppt/slides/slide185.xml" Id="Raff9cdde5c634e92" /><Relationship Type="http://schemas.openxmlformats.org/officeDocument/2006/relationships/slide" Target="/ppt/slides/slide186.xml" Id="Rb1afb313f22340f1" /><Relationship Type="http://schemas.openxmlformats.org/officeDocument/2006/relationships/slide" Target="/ppt/slides/slide187.xml" Id="R5bf328a63be84586" /><Relationship Type="http://schemas.openxmlformats.org/officeDocument/2006/relationships/slide" Target="/ppt/slides/slide188.xml" Id="Red4468ec653c4cb6" /><Relationship Type="http://schemas.openxmlformats.org/officeDocument/2006/relationships/slide" Target="/ppt/slides/slide189.xml" Id="R1c3483035cd3457d" /><Relationship Type="http://schemas.openxmlformats.org/officeDocument/2006/relationships/slide" Target="/ppt/slides/slide190.xml" Id="R968d0b49ec1d40d2" /><Relationship Type="http://schemas.openxmlformats.org/officeDocument/2006/relationships/slide" Target="/ppt/slides/slide191.xml" Id="R4a7de572b1c1419f" /><Relationship Type="http://schemas.openxmlformats.org/officeDocument/2006/relationships/slide" Target="/ppt/slides/slide192.xml" Id="R25065a9b92e845a1" /><Relationship Type="http://schemas.openxmlformats.org/officeDocument/2006/relationships/slide" Target="/ppt/slides/slide193.xml" Id="Rc3b05bbc72834e82" /><Relationship Type="http://schemas.openxmlformats.org/officeDocument/2006/relationships/slide" Target="/ppt/slides/slide194.xml" Id="R8ab20320b74f40a0" /><Relationship Type="http://schemas.openxmlformats.org/officeDocument/2006/relationships/slide" Target="/ppt/slides/slide195.xml" Id="Rebece3697ed74e32" /><Relationship Type="http://schemas.openxmlformats.org/officeDocument/2006/relationships/slide" Target="/ppt/slides/slide196.xml" Id="R6009b77fbbb84a26" /><Relationship Type="http://schemas.openxmlformats.org/officeDocument/2006/relationships/slide" Target="/ppt/slides/slide197.xml" Id="R51e574c81e5f47df" /><Relationship Type="http://schemas.openxmlformats.org/officeDocument/2006/relationships/slide" Target="/ppt/slides/slide198.xml" Id="R205bd2c0bcc8477c" /><Relationship Type="http://schemas.openxmlformats.org/officeDocument/2006/relationships/slide" Target="/ppt/slides/slide199.xml" Id="Ra7b853f12064400b" /><Relationship Type="http://schemas.openxmlformats.org/officeDocument/2006/relationships/slide" Target="/ppt/slides/slide200.xml" Id="R491f8b9085984a81" /><Relationship Type="http://schemas.openxmlformats.org/officeDocument/2006/relationships/slide" Target="/ppt/slides/slide201.xml" Id="R8d2c955e3c1748e1" /><Relationship Type="http://schemas.openxmlformats.org/officeDocument/2006/relationships/slide" Target="/ppt/slides/slide202.xml" Id="R35bf21e67cc94a06" /><Relationship Type="http://schemas.openxmlformats.org/officeDocument/2006/relationships/slide" Target="/ppt/slides/slide203.xml" Id="Ra102cc45304742d4" /><Relationship Type="http://schemas.openxmlformats.org/officeDocument/2006/relationships/slide" Target="/ppt/slides/slide204.xml" Id="R4bee243f94ad4c62" /><Relationship Type="http://schemas.openxmlformats.org/officeDocument/2006/relationships/slide" Target="/ppt/slides/slide205.xml" Id="R9b4aea122c6f4858" /><Relationship Type="http://schemas.openxmlformats.org/officeDocument/2006/relationships/slide" Target="/ppt/slides/slide206.xml" Id="R1351d899d9204128" /><Relationship Type="http://schemas.openxmlformats.org/officeDocument/2006/relationships/slide" Target="/ppt/slides/slide207.xml" Id="Rf9318c4811fb46db" /><Relationship Type="http://schemas.openxmlformats.org/officeDocument/2006/relationships/slide" Target="/ppt/slides/slide208.xml" Id="Rb16d64a22f324e7d" /><Relationship Type="http://schemas.openxmlformats.org/officeDocument/2006/relationships/slide" Target="/ppt/slides/slide209.xml" Id="R8916c617f6474090" /><Relationship Type="http://schemas.openxmlformats.org/officeDocument/2006/relationships/slide" Target="/ppt/slides/slide210.xml" Id="R74c9977bd47a4f65" /><Relationship Type="http://schemas.openxmlformats.org/officeDocument/2006/relationships/slide" Target="/ppt/slides/slide211.xml" Id="R9fb25c1da6bf4777" /><Relationship Type="http://schemas.openxmlformats.org/officeDocument/2006/relationships/slide" Target="/ppt/slides/slide212.xml" Id="Ra1d057f9a3f441fb" /><Relationship Type="http://schemas.openxmlformats.org/officeDocument/2006/relationships/slide" Target="/ppt/slides/slide213.xml" Id="Re2d84c08f93a4c54" /><Relationship Type="http://schemas.openxmlformats.org/officeDocument/2006/relationships/slide" Target="/ppt/slides/slide214.xml" Id="Ra411e3caf67948fd" /><Relationship Type="http://schemas.openxmlformats.org/officeDocument/2006/relationships/slide" Target="/ppt/slides/slide215.xml" Id="Rc9c64c3b094646a0" /><Relationship Type="http://schemas.openxmlformats.org/officeDocument/2006/relationships/slide" Target="/ppt/slides/slide216.xml" Id="R83142ad326f845fc" /><Relationship Type="http://schemas.openxmlformats.org/officeDocument/2006/relationships/slide" Target="/ppt/slides/slide217.xml" Id="Rb2484e45b5c34b16" /><Relationship Type="http://schemas.openxmlformats.org/officeDocument/2006/relationships/slide" Target="/ppt/slides/slide218.xml" Id="Rd1e5c0a7c48e4747" /><Relationship Type="http://schemas.openxmlformats.org/officeDocument/2006/relationships/slide" Target="/ppt/slides/slide219.xml" Id="R06364c041202472c" /><Relationship Type="http://schemas.openxmlformats.org/officeDocument/2006/relationships/slide" Target="/ppt/slides/slide220.xml" Id="R210c55a123ab4e2a" /><Relationship Type="http://schemas.openxmlformats.org/officeDocument/2006/relationships/slide" Target="/ppt/slides/slide221.xml" Id="Rba97d19ee92940a6" /><Relationship Type="http://schemas.openxmlformats.org/officeDocument/2006/relationships/slide" Target="/ppt/slides/slide222.xml" Id="R9462507f7d054594" /><Relationship Type="http://schemas.openxmlformats.org/officeDocument/2006/relationships/slide" Target="/ppt/slides/slide223.xml" Id="Rdaa82c0350ed450b" /><Relationship Type="http://schemas.openxmlformats.org/officeDocument/2006/relationships/slide" Target="/ppt/slides/slide224.xml" Id="R79f33817bfad4692" /><Relationship Type="http://schemas.openxmlformats.org/officeDocument/2006/relationships/slide" Target="/ppt/slides/slide225.xml" Id="R4e8d122b318143a3" /><Relationship Type="http://schemas.openxmlformats.org/officeDocument/2006/relationships/slide" Target="/ppt/slides/slide226.xml" Id="Ra7f45c2827454174" /><Relationship Type="http://schemas.openxmlformats.org/officeDocument/2006/relationships/slide" Target="/ppt/slides/slide227.xml" Id="Rc10c6f9e3e9c455f" /><Relationship Type="http://schemas.openxmlformats.org/officeDocument/2006/relationships/slide" Target="/ppt/slides/slide228.xml" Id="Rbe07c805e9a24408" /><Relationship Type="http://schemas.openxmlformats.org/officeDocument/2006/relationships/slide" Target="/ppt/slides/slide229.xml" Id="Rd31083b8f730452e" /><Relationship Type="http://schemas.openxmlformats.org/officeDocument/2006/relationships/slide" Target="/ppt/slides/slide230.xml" Id="R74442043d33845c9" /><Relationship Type="http://schemas.openxmlformats.org/officeDocument/2006/relationships/slide" Target="/ppt/slides/slide231.xml" Id="R19a8e5fe55b24131" /><Relationship Type="http://schemas.openxmlformats.org/officeDocument/2006/relationships/slide" Target="/ppt/slides/slide232.xml" Id="Rf6b8b5266c384fab" /><Relationship Type="http://schemas.openxmlformats.org/officeDocument/2006/relationships/slide" Target="/ppt/slides/slide233.xml" Id="Rc03f2733ed854f8c" /><Relationship Type="http://schemas.openxmlformats.org/officeDocument/2006/relationships/slide" Target="/ppt/slides/slide234.xml" Id="R84610daa4d7948c4" /><Relationship Type="http://schemas.openxmlformats.org/officeDocument/2006/relationships/slide" Target="/ppt/slides/slide235.xml" Id="R7c8c5d40bb7848f4" /><Relationship Type="http://schemas.openxmlformats.org/officeDocument/2006/relationships/slide" Target="/ppt/slides/slide236.xml" Id="Rb55e253cda3c4025" /><Relationship Type="http://schemas.openxmlformats.org/officeDocument/2006/relationships/slide" Target="/ppt/slides/slide237.xml" Id="Rc31c28a5b4b24c4c" /><Relationship Type="http://schemas.openxmlformats.org/officeDocument/2006/relationships/slide" Target="/ppt/slides/slide238.xml" Id="R959aad4f41d44d04" /><Relationship Type="http://schemas.openxmlformats.org/officeDocument/2006/relationships/slide" Target="/ppt/slides/slide239.xml" Id="Reda9286da7d74428" /><Relationship Type="http://schemas.openxmlformats.org/officeDocument/2006/relationships/slide" Target="/ppt/slides/slide240.xml" Id="R53cb494882264b34" /><Relationship Type="http://schemas.openxmlformats.org/officeDocument/2006/relationships/slide" Target="/ppt/slides/slide241.xml" Id="Re666cb04769e4010" /><Relationship Type="http://schemas.openxmlformats.org/officeDocument/2006/relationships/slide" Target="/ppt/slides/slide242.xml" Id="Rc815a5a790cd466f" /><Relationship Type="http://schemas.openxmlformats.org/officeDocument/2006/relationships/slide" Target="/ppt/slides/slide243.xml" Id="Rfc02904f08404963" /><Relationship Type="http://schemas.openxmlformats.org/officeDocument/2006/relationships/slide" Target="/ppt/slides/slide244.xml" Id="Re5c70647a3b54d6e" /><Relationship Type="http://schemas.openxmlformats.org/officeDocument/2006/relationships/slide" Target="/ppt/slides/slide245.xml" Id="R8d0c531abd3e4098" /><Relationship Type="http://schemas.openxmlformats.org/officeDocument/2006/relationships/slide" Target="/ppt/slides/slide246.xml" Id="Re780f26656ed42fb" /><Relationship Type="http://schemas.openxmlformats.org/officeDocument/2006/relationships/slide" Target="/ppt/slides/slide247.xml" Id="Rb420f65d31d54380" /><Relationship Type="http://schemas.openxmlformats.org/officeDocument/2006/relationships/slide" Target="/ppt/slides/slide248.xml" Id="R5eb4c13c313d4328" /><Relationship Type="http://schemas.openxmlformats.org/officeDocument/2006/relationships/slide" Target="/ppt/slides/slide249.xml" Id="Rf749ed0ab00649b5" /><Relationship Type="http://schemas.openxmlformats.org/officeDocument/2006/relationships/slide" Target="/ppt/slides/slide250.xml" Id="R4729e42f07824e56" /><Relationship Type="http://schemas.openxmlformats.org/officeDocument/2006/relationships/slide" Target="/ppt/slides/slide251.xml" Id="R3108eb112fe9447b" /><Relationship Type="http://schemas.openxmlformats.org/officeDocument/2006/relationships/slide" Target="/ppt/slides/slide252.xml" Id="Rf1591daf571f4675" /><Relationship Type="http://schemas.openxmlformats.org/officeDocument/2006/relationships/slide" Target="/ppt/slides/slide253.xml" Id="Rf4ecfb04b8d2450f" /><Relationship Type="http://schemas.openxmlformats.org/officeDocument/2006/relationships/slide" Target="/ppt/slides/slide254.xml" Id="R4aba34011dd046db" /><Relationship Type="http://schemas.openxmlformats.org/officeDocument/2006/relationships/slide" Target="/ppt/slides/slide255.xml" Id="R956f2fc7b63a44bf" /><Relationship Type="http://schemas.openxmlformats.org/officeDocument/2006/relationships/slide" Target="/ppt/slides/slide256.xml" Id="Raff4cbc104ab4991" /><Relationship Type="http://schemas.openxmlformats.org/officeDocument/2006/relationships/slide" Target="/ppt/slides/slide257.xml" Id="R7339a59104744db8" /><Relationship Type="http://schemas.openxmlformats.org/officeDocument/2006/relationships/slide" Target="/ppt/slides/slide258.xml" Id="R1e22fc380aa0492d" /><Relationship Type="http://schemas.openxmlformats.org/officeDocument/2006/relationships/slide" Target="/ppt/slides/slide259.xml" Id="R830275bf69d84424" /><Relationship Type="http://schemas.openxmlformats.org/officeDocument/2006/relationships/slide" Target="/ppt/slides/slide260.xml" Id="Rbbcf3bad83f04d94" /><Relationship Type="http://schemas.openxmlformats.org/officeDocument/2006/relationships/slide" Target="/ppt/slides/slide261.xml" Id="R1b942cdc3f77462d" /><Relationship Type="http://schemas.openxmlformats.org/officeDocument/2006/relationships/slide" Target="/ppt/slides/slide262.xml" Id="R230e9678ff6f4fe4" /><Relationship Type="http://schemas.openxmlformats.org/officeDocument/2006/relationships/slide" Target="/ppt/slides/slide263.xml" Id="Rd4a4befc578b4c0f" /><Relationship Type="http://schemas.openxmlformats.org/officeDocument/2006/relationships/slide" Target="/ppt/slides/slide264.xml" Id="R2123b5ae066945f8" /><Relationship Type="http://schemas.openxmlformats.org/officeDocument/2006/relationships/slide" Target="/ppt/slides/slide265.xml" Id="R69a4e205e25d4b31" /><Relationship Type="http://schemas.openxmlformats.org/officeDocument/2006/relationships/slide" Target="/ppt/slides/slide266.xml" Id="R21510146239e43e3" /><Relationship Type="http://schemas.openxmlformats.org/officeDocument/2006/relationships/slide" Target="/ppt/slides/slide267.xml" Id="Reaeb4953dba045ae" /><Relationship Type="http://schemas.openxmlformats.org/officeDocument/2006/relationships/slide" Target="/ppt/slides/slide268.xml" Id="R41db8b8fd9424214" /><Relationship Type="http://schemas.openxmlformats.org/officeDocument/2006/relationships/slide" Target="/ppt/slides/slide269.xml" Id="R3d6e76b3bb28446b" /><Relationship Type="http://schemas.openxmlformats.org/officeDocument/2006/relationships/slide" Target="/ppt/slides/slide270.xml" Id="Rd21f675b9d1e4bf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eb807dc73742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533422bb0b42b4" /><Relationship Type="http://schemas.openxmlformats.org/officeDocument/2006/relationships/notesMaster" Target="/ppt/notesMasters/notesMaster1.xml" Id="R9de5c4c1da684b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9f4b9ec8f54eba" /><Relationship Type="http://schemas.openxmlformats.org/officeDocument/2006/relationships/notesMaster" Target="/ppt/notesMasters/notesMaster1.xml" Id="R955cf0fdb46d4b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40c9693ee0465c" /><Relationship Type="http://schemas.openxmlformats.org/officeDocument/2006/relationships/notesMaster" Target="/ppt/notesMasters/notesMaster1.xml" Id="R1cb94eb7ee8b4e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03c31ccc0d4a80" /><Relationship Type="http://schemas.openxmlformats.org/officeDocument/2006/relationships/notesMaster" Target="/ppt/notesMasters/notesMaster1.xml" Id="Rdf1a02fd277e42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520612a15c14c94" /><Relationship Type="http://schemas.openxmlformats.org/officeDocument/2006/relationships/notesMaster" Target="/ppt/notesMasters/notesMaster1.xml" Id="R10276748bd164e9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7d725a51944e8e" /><Relationship Type="http://schemas.openxmlformats.org/officeDocument/2006/relationships/notesMaster" Target="/ppt/notesMasters/notesMaster1.xml" Id="Re998bf3eab5249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0e63ed638a4c85" /><Relationship Type="http://schemas.openxmlformats.org/officeDocument/2006/relationships/notesMaster" Target="/ppt/notesMasters/notesMaster1.xml" Id="Rcaa802c612bb483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1f194867ea45a7" /><Relationship Type="http://schemas.openxmlformats.org/officeDocument/2006/relationships/notesMaster" Target="/ppt/notesMasters/notesMaster1.xml" Id="R5e4a4a400c894f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21be2944a24049" /><Relationship Type="http://schemas.openxmlformats.org/officeDocument/2006/relationships/notesMaster" Target="/ppt/notesMasters/notesMaster1.xml" Id="R7f660b50ac994e5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934d6a77894a5f" /><Relationship Type="http://schemas.openxmlformats.org/officeDocument/2006/relationships/notesMaster" Target="/ppt/notesMasters/notesMaster1.xml" Id="R260057a2396b436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660308e33c94a66" /><Relationship Type="http://schemas.openxmlformats.org/officeDocument/2006/relationships/notesMaster" Target="/ppt/notesMasters/notesMaster1.xml" Id="R55123764fbe4455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e526325cdf84fdd" /><Relationship Type="http://schemas.openxmlformats.org/officeDocument/2006/relationships/notesMaster" Target="/ppt/notesMasters/notesMaster1.xml" Id="Rdc0c519e04894a0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9fb8ff7120f4525" /><Relationship Type="http://schemas.openxmlformats.org/officeDocument/2006/relationships/notesMaster" Target="/ppt/notesMasters/notesMaster1.xml" Id="Rb738abcacd8a47c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20b3723716141d8" /><Relationship Type="http://schemas.openxmlformats.org/officeDocument/2006/relationships/notesMaster" Target="/ppt/notesMasters/notesMaster1.xml" Id="R6d7047dd06a44f6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48e1109a6f44491" /><Relationship Type="http://schemas.openxmlformats.org/officeDocument/2006/relationships/notesMaster" Target="/ppt/notesMasters/notesMaster1.xml" Id="R6c293aa9831d414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81c11b265344127" /><Relationship Type="http://schemas.openxmlformats.org/officeDocument/2006/relationships/notesMaster" Target="/ppt/notesMasters/notesMaster1.xml" Id="R4529985a4de44bb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c845345b11e4345" /><Relationship Type="http://schemas.openxmlformats.org/officeDocument/2006/relationships/notesMaster" Target="/ppt/notesMasters/notesMaster1.xml" Id="R2692866d48584b2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b0a30a40c344064" /><Relationship Type="http://schemas.openxmlformats.org/officeDocument/2006/relationships/notesMaster" Target="/ppt/notesMasters/notesMaster1.xml" Id="Rd5820cb52eba486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22b8dd039174607" /><Relationship Type="http://schemas.openxmlformats.org/officeDocument/2006/relationships/notesMaster" Target="/ppt/notesMasters/notesMaster1.xml" Id="R7d8ef65eb6b3467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1b9ccdfd40042f8" /><Relationship Type="http://schemas.openxmlformats.org/officeDocument/2006/relationships/notesMaster" Target="/ppt/notesMasters/notesMaster1.xml" Id="R56eb1cdbe39f4ca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f3ba24e58894f0f" /><Relationship Type="http://schemas.openxmlformats.org/officeDocument/2006/relationships/notesMaster" Target="/ppt/notesMasters/notesMaster1.xml" Id="R2069674600ff445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5718bab8a024849" /><Relationship Type="http://schemas.openxmlformats.org/officeDocument/2006/relationships/notesMaster" Target="/ppt/notesMasters/notesMaster1.xml" Id="R25e72a863c43440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c230666880242ab" /><Relationship Type="http://schemas.openxmlformats.org/officeDocument/2006/relationships/notesMaster" Target="/ppt/notesMasters/notesMaster1.xml" Id="R51109af2899b481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6bd24fe945449b0" /><Relationship Type="http://schemas.openxmlformats.org/officeDocument/2006/relationships/notesMaster" Target="/ppt/notesMasters/notesMaster1.xml" Id="Rd5fac067062e48d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4cd5f11e91d4e0e" /><Relationship Type="http://schemas.openxmlformats.org/officeDocument/2006/relationships/notesMaster" Target="/ppt/notesMasters/notesMaster1.xml" Id="Re87da12ffc5b456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12268b4b1c7469d" /><Relationship Type="http://schemas.openxmlformats.org/officeDocument/2006/relationships/notesMaster" Target="/ppt/notesMasters/notesMaster1.xml" Id="Rff9a877fe994461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1ec74bcf0424aca" /><Relationship Type="http://schemas.openxmlformats.org/officeDocument/2006/relationships/notesMaster" Target="/ppt/notesMasters/notesMaster1.xml" Id="R26c1bb7fc79441f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6ae3dac9586479f" /><Relationship Type="http://schemas.openxmlformats.org/officeDocument/2006/relationships/notesMaster" Target="/ppt/notesMasters/notesMaster1.xml" Id="Rb61b8ebec248416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0b1c2e0b41d442d" /><Relationship Type="http://schemas.openxmlformats.org/officeDocument/2006/relationships/notesMaster" Target="/ppt/notesMasters/notesMaster1.xml" Id="R7ffe8b2b539f4a0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edb47fe68dd4054" /><Relationship Type="http://schemas.openxmlformats.org/officeDocument/2006/relationships/notesMaster" Target="/ppt/notesMasters/notesMaster1.xml" Id="R84b707672e304ba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1743e9231d842a3" /><Relationship Type="http://schemas.openxmlformats.org/officeDocument/2006/relationships/notesMaster" Target="/ppt/notesMasters/notesMaster1.xml" Id="Rda1f74a8f6774f0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2ea86d927e142ff" /><Relationship Type="http://schemas.openxmlformats.org/officeDocument/2006/relationships/notesMaster" Target="/ppt/notesMasters/notesMaster1.xml" Id="R5fcbe36c4fd04c0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a6aaa5c05a344c6" /><Relationship Type="http://schemas.openxmlformats.org/officeDocument/2006/relationships/notesMaster" Target="/ppt/notesMasters/notesMaster1.xml" Id="Rd2810af6b918427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9e53e7a2a204b9a" /><Relationship Type="http://schemas.openxmlformats.org/officeDocument/2006/relationships/notesMaster" Target="/ppt/notesMasters/notesMaster1.xml" Id="R4aceee8834f449fe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21209f46621430c" /><Relationship Type="http://schemas.openxmlformats.org/officeDocument/2006/relationships/notesMaster" Target="/ppt/notesMasters/notesMaster1.xml" Id="R7532e2932cd7492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cade6f989d5494e" /><Relationship Type="http://schemas.openxmlformats.org/officeDocument/2006/relationships/notesMaster" Target="/ppt/notesMasters/notesMaster1.xml" Id="Rb05dba05265e40e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1baf5d0957d544b6" /><Relationship Type="http://schemas.openxmlformats.org/officeDocument/2006/relationships/notesMaster" Target="/ppt/notesMasters/notesMaster1.xml" Id="Rffa27c59d1f6402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1b2cff9ba8e42f7" /><Relationship Type="http://schemas.openxmlformats.org/officeDocument/2006/relationships/notesMaster" Target="/ppt/notesMasters/notesMaster1.xml" Id="Rad3cc81d1fa94c0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3cb39e8869744337" /><Relationship Type="http://schemas.openxmlformats.org/officeDocument/2006/relationships/notesMaster" Target="/ppt/notesMasters/notesMaster1.xml" Id="R11f9ce12aeb44022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a3b0a30c7cd04e44" /><Relationship Type="http://schemas.openxmlformats.org/officeDocument/2006/relationships/notesMaster" Target="/ppt/notesMasters/notesMaster1.xml" Id="Rdf8a2179bba34763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e4fafb9e352d4829" /><Relationship Type="http://schemas.openxmlformats.org/officeDocument/2006/relationships/notesMaster" Target="/ppt/notesMasters/notesMaster1.xml" Id="R475ef0331fae4a0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1c51e51218b04de6" /><Relationship Type="http://schemas.openxmlformats.org/officeDocument/2006/relationships/notesMaster" Target="/ppt/notesMasters/notesMaster1.xml" Id="R35cedb8f022d4a1b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fc745efb0404616" /><Relationship Type="http://schemas.openxmlformats.org/officeDocument/2006/relationships/notesMaster" Target="/ppt/notesMasters/notesMaster1.xml" Id="Re8d34031ad504030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08531836bc149ad" /><Relationship Type="http://schemas.openxmlformats.org/officeDocument/2006/relationships/notesMaster" Target="/ppt/notesMasters/notesMaster1.xml" Id="R71481d7486c448c8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a8ba1de2102a4295" /><Relationship Type="http://schemas.openxmlformats.org/officeDocument/2006/relationships/notesMaster" Target="/ppt/notesMasters/notesMaster1.xml" Id="Rb075c5830c364388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9b99506987d246b6" /><Relationship Type="http://schemas.openxmlformats.org/officeDocument/2006/relationships/notesMaster" Target="/ppt/notesMasters/notesMaster1.xml" Id="Rf1d8fb1625964944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d951be0d4cb34fad" /><Relationship Type="http://schemas.openxmlformats.org/officeDocument/2006/relationships/notesMaster" Target="/ppt/notesMasters/notesMaster1.xml" Id="Rdb5f6117e7924e78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c2da58cd99a049cf" /><Relationship Type="http://schemas.openxmlformats.org/officeDocument/2006/relationships/notesMaster" Target="/ppt/notesMasters/notesMaster1.xml" Id="R4bebcb7349e947df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5e139bebfb9e4302" /><Relationship Type="http://schemas.openxmlformats.org/officeDocument/2006/relationships/notesMaster" Target="/ppt/notesMasters/notesMaster1.xml" Id="Rf7903a8077904f85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2710ed127ab34c0d" /><Relationship Type="http://schemas.openxmlformats.org/officeDocument/2006/relationships/notesMaster" Target="/ppt/notesMasters/notesMaster1.xml" Id="R8f96352776334f2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8fa4a556d7e24f71" /><Relationship Type="http://schemas.openxmlformats.org/officeDocument/2006/relationships/notesMaster" Target="/ppt/notesMasters/notesMaster1.xml" Id="R76299ba60a814055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6f02c421431d4dab" /><Relationship Type="http://schemas.openxmlformats.org/officeDocument/2006/relationships/notesMaster" Target="/ppt/notesMasters/notesMaster1.xml" Id="R1a5b090867014d53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5bd9c00e5182425e" /><Relationship Type="http://schemas.openxmlformats.org/officeDocument/2006/relationships/notesMaster" Target="/ppt/notesMasters/notesMaster1.xml" Id="Rb700f411a1b645b2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61affe3c0ba445a3" /><Relationship Type="http://schemas.openxmlformats.org/officeDocument/2006/relationships/notesMaster" Target="/ppt/notesMasters/notesMaster1.xml" Id="R2049a1f7efc14784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8df6e0b1fc1745de" /><Relationship Type="http://schemas.openxmlformats.org/officeDocument/2006/relationships/notesMaster" Target="/ppt/notesMasters/notesMaster1.xml" Id="Rd7083ac60dc94207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7cef2f58ba154d3a" /><Relationship Type="http://schemas.openxmlformats.org/officeDocument/2006/relationships/notesMaster" Target="/ppt/notesMasters/notesMaster1.xml" Id="Rd619e6ef4d8640af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6f5c3bdd6958406a" /><Relationship Type="http://schemas.openxmlformats.org/officeDocument/2006/relationships/notesMaster" Target="/ppt/notesMasters/notesMaster1.xml" Id="Re5abed1fd89a49ff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2d0895b9c61c4c0f" /><Relationship Type="http://schemas.openxmlformats.org/officeDocument/2006/relationships/notesMaster" Target="/ppt/notesMasters/notesMaster1.xml" Id="R9d5258d88e5e4281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c4e897e3e81f4e58" /><Relationship Type="http://schemas.openxmlformats.org/officeDocument/2006/relationships/notesMaster" Target="/ppt/notesMasters/notesMaster1.xml" Id="Rb03eafa6c9f24d74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7d42f0edf7ba4123" /><Relationship Type="http://schemas.openxmlformats.org/officeDocument/2006/relationships/notesMaster" Target="/ppt/notesMasters/notesMaster1.xml" Id="R191a36b215db4411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5c030dd2d9f8416f" /><Relationship Type="http://schemas.openxmlformats.org/officeDocument/2006/relationships/notesMaster" Target="/ppt/notesMasters/notesMaster1.xml" Id="Rf1618ea7b68940a7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8f98de29b8e74fc6" /><Relationship Type="http://schemas.openxmlformats.org/officeDocument/2006/relationships/notesMaster" Target="/ppt/notesMasters/notesMaster1.xml" Id="Rc3459a5866bc4ad3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019677526efc46b1" /><Relationship Type="http://schemas.openxmlformats.org/officeDocument/2006/relationships/notesMaster" Target="/ppt/notesMasters/notesMaster1.xml" Id="R34989c573d0743cd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e394071a7cb940ed" /><Relationship Type="http://schemas.openxmlformats.org/officeDocument/2006/relationships/notesMaster" Target="/ppt/notesMasters/notesMaster1.xml" Id="R3cacd45c2080466e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585f1d810b1f4aa0" /><Relationship Type="http://schemas.openxmlformats.org/officeDocument/2006/relationships/notesMaster" Target="/ppt/notesMasters/notesMaster1.xml" Id="R96dbf8bff2694c76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ee28a2b02c694c70" /><Relationship Type="http://schemas.openxmlformats.org/officeDocument/2006/relationships/notesMaster" Target="/ppt/notesMasters/notesMaster1.xml" Id="Rfbc05dc7cc824a6b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77b526ec04a14dc5" /><Relationship Type="http://schemas.openxmlformats.org/officeDocument/2006/relationships/notesMaster" Target="/ppt/notesMasters/notesMaster1.xml" Id="R693766f5d77044b8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3a3a24013ec645a8" /><Relationship Type="http://schemas.openxmlformats.org/officeDocument/2006/relationships/notesMaster" Target="/ppt/notesMasters/notesMaster1.xml" Id="R86043fd6b38047b1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5033d878702845ae" /><Relationship Type="http://schemas.openxmlformats.org/officeDocument/2006/relationships/notesMaster" Target="/ppt/notesMasters/notesMaster1.xml" Id="R44db4c0d284c4da3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d5f9259224034819" /><Relationship Type="http://schemas.openxmlformats.org/officeDocument/2006/relationships/notesMaster" Target="/ppt/notesMasters/notesMaster1.xml" Id="Rd5025e970edf4b49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ad3c73949d72400f" /><Relationship Type="http://schemas.openxmlformats.org/officeDocument/2006/relationships/notesMaster" Target="/ppt/notesMasters/notesMaster1.xml" Id="R8421dc675f774dac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779c6a6f48f449da" /><Relationship Type="http://schemas.openxmlformats.org/officeDocument/2006/relationships/notesMaster" Target="/ppt/notesMasters/notesMaster1.xml" Id="R6e878eea5ce343ab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638e601b37df49cd" /><Relationship Type="http://schemas.openxmlformats.org/officeDocument/2006/relationships/notesMaster" Target="/ppt/notesMasters/notesMaster1.xml" Id="R53198126f30d4103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d73af6169a6944bf" /><Relationship Type="http://schemas.openxmlformats.org/officeDocument/2006/relationships/notesMaster" Target="/ppt/notesMasters/notesMaster1.xml" Id="R276630010efd4ec7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0440be96a91f42c3" /><Relationship Type="http://schemas.openxmlformats.org/officeDocument/2006/relationships/notesMaster" Target="/ppt/notesMasters/notesMaster1.xml" Id="R81f4e93d77f043d4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ee8deba76e4346ac" /><Relationship Type="http://schemas.openxmlformats.org/officeDocument/2006/relationships/notesMaster" Target="/ppt/notesMasters/notesMaster1.xml" Id="R4376ee5338454a94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60a885e4a75d4bb9" /><Relationship Type="http://schemas.openxmlformats.org/officeDocument/2006/relationships/notesMaster" Target="/ppt/notesMasters/notesMaster1.xml" Id="Rfd0bdd4618364f05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78273f7c6f8d4086" /><Relationship Type="http://schemas.openxmlformats.org/officeDocument/2006/relationships/notesMaster" Target="/ppt/notesMasters/notesMaster1.xml" Id="R492ff45aabd54843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30b15c4053a9414a" /><Relationship Type="http://schemas.openxmlformats.org/officeDocument/2006/relationships/notesMaster" Target="/ppt/notesMasters/notesMaster1.xml" Id="R5c3ae43cb77449cb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13731e1315b24138" /><Relationship Type="http://schemas.openxmlformats.org/officeDocument/2006/relationships/notesMaster" Target="/ppt/notesMasters/notesMaster1.xml" Id="R1ad741e3551a4468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3c412e20679c43c4" /><Relationship Type="http://schemas.openxmlformats.org/officeDocument/2006/relationships/notesMaster" Target="/ppt/notesMasters/notesMaster1.xml" Id="R2e806e9dba194828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1b62ff8693df4726" /><Relationship Type="http://schemas.openxmlformats.org/officeDocument/2006/relationships/notesMaster" Target="/ppt/notesMasters/notesMaster1.xml" Id="Ra073c31c3320462d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544181ea3eb64096" /><Relationship Type="http://schemas.openxmlformats.org/officeDocument/2006/relationships/notesMaster" Target="/ppt/notesMasters/notesMaster1.xml" Id="Rc570f62c344943c0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469233ff682d42a5" /><Relationship Type="http://schemas.openxmlformats.org/officeDocument/2006/relationships/notesMaster" Target="/ppt/notesMasters/notesMaster1.xml" Id="Rd57987b93e934396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561aca4eae674fb4" /><Relationship Type="http://schemas.openxmlformats.org/officeDocument/2006/relationships/notesMaster" Target="/ppt/notesMasters/notesMaster1.xml" Id="R23d4133778764393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827b59dc53ba4af2" /><Relationship Type="http://schemas.openxmlformats.org/officeDocument/2006/relationships/notesMaster" Target="/ppt/notesMasters/notesMaster1.xml" Id="Rc4093c51a0d14ad7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ec49309c5e4543f0" /><Relationship Type="http://schemas.openxmlformats.org/officeDocument/2006/relationships/notesMaster" Target="/ppt/notesMasters/notesMaster1.xml" Id="R96645fd69f5040fc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a5adfc1fbdab4e4e" /><Relationship Type="http://schemas.openxmlformats.org/officeDocument/2006/relationships/notesMaster" Target="/ppt/notesMasters/notesMaster1.xml" Id="R93aa6d79c9a0466f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8fd750c14aa94941" /><Relationship Type="http://schemas.openxmlformats.org/officeDocument/2006/relationships/notesMaster" Target="/ppt/notesMasters/notesMaster1.xml" Id="Ra6b923eb3ded4422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6106873ee7624cca" /><Relationship Type="http://schemas.openxmlformats.org/officeDocument/2006/relationships/notesMaster" Target="/ppt/notesMasters/notesMaster1.xml" Id="Rdd1cf443e3c64ba9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5687899503894b4e" /><Relationship Type="http://schemas.openxmlformats.org/officeDocument/2006/relationships/notesMaster" Target="/ppt/notesMasters/notesMaster1.xml" Id="R706ce773c8444c16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678be2571a73440d" /><Relationship Type="http://schemas.openxmlformats.org/officeDocument/2006/relationships/notesMaster" Target="/ppt/notesMasters/notesMaster1.xml" Id="R537c0d05f4134b68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51c74a0cc595495b" /><Relationship Type="http://schemas.openxmlformats.org/officeDocument/2006/relationships/notesMaster" Target="/ppt/notesMasters/notesMaster1.xml" Id="R7a64590678a540f5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8dc4c1f1055c4cc7" /><Relationship Type="http://schemas.openxmlformats.org/officeDocument/2006/relationships/notesMaster" Target="/ppt/notesMasters/notesMaster1.xml" Id="Rf247c388ee374d3b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3a1136aeb935455c" /><Relationship Type="http://schemas.openxmlformats.org/officeDocument/2006/relationships/notesMaster" Target="/ppt/notesMasters/notesMaster1.xml" Id="R03fbf583e6144929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1a1507e74a134206" /><Relationship Type="http://schemas.openxmlformats.org/officeDocument/2006/relationships/notesMaster" Target="/ppt/notesMasters/notesMaster1.xml" Id="R1306d9aac4d54dc8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ceb18149a6484cd5" /><Relationship Type="http://schemas.openxmlformats.org/officeDocument/2006/relationships/notesMaster" Target="/ppt/notesMasters/notesMaster1.xml" Id="R4bd9f4ffd4c74410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af77ef89c5c2452c" /><Relationship Type="http://schemas.openxmlformats.org/officeDocument/2006/relationships/notesMaster" Target="/ppt/notesMasters/notesMaster1.xml" Id="R3208662ae59c413a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dd34ec6fc61d4010" /><Relationship Type="http://schemas.openxmlformats.org/officeDocument/2006/relationships/notesMaster" Target="/ppt/notesMasters/notesMaster1.xml" Id="R80074483a99b4378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f7ebfcc05a154a6b" /><Relationship Type="http://schemas.openxmlformats.org/officeDocument/2006/relationships/notesMaster" Target="/ppt/notesMasters/notesMaster1.xml" Id="R19a6d50edc274aef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ac4c74298bf149b0" /><Relationship Type="http://schemas.openxmlformats.org/officeDocument/2006/relationships/notesMaster" Target="/ppt/notesMasters/notesMaster1.xml" Id="R2d8c2bf0342f44e8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70746927a9e54da8" /><Relationship Type="http://schemas.openxmlformats.org/officeDocument/2006/relationships/notesMaster" Target="/ppt/notesMasters/notesMaster1.xml" Id="R20378d7b1fbd4692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0c3a440153aa4b70" /><Relationship Type="http://schemas.openxmlformats.org/officeDocument/2006/relationships/notesMaster" Target="/ppt/notesMasters/notesMaster1.xml" Id="R4652b87e57ef457e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ad846388208543f6" /><Relationship Type="http://schemas.openxmlformats.org/officeDocument/2006/relationships/notesMaster" Target="/ppt/notesMasters/notesMaster1.xml" Id="Rda3e2e4cc4204770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29e7e0773084425b" /><Relationship Type="http://schemas.openxmlformats.org/officeDocument/2006/relationships/notesMaster" Target="/ppt/notesMasters/notesMaster1.xml" Id="R7c75668e95e74c2c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46d6761b882f4640" /><Relationship Type="http://schemas.openxmlformats.org/officeDocument/2006/relationships/notesMaster" Target="/ppt/notesMasters/notesMaster1.xml" Id="R8c84b4d9159f46aa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9e9b814e4a634535" /><Relationship Type="http://schemas.openxmlformats.org/officeDocument/2006/relationships/notesMaster" Target="/ppt/notesMasters/notesMaster1.xml" Id="R4a7ea6569d744e94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25e91ee299ff4c01" /><Relationship Type="http://schemas.openxmlformats.org/officeDocument/2006/relationships/notesMaster" Target="/ppt/notesMasters/notesMaster1.xml" Id="R6f55374e2ecc44e7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6b4a3a2a0edf4d90" /><Relationship Type="http://schemas.openxmlformats.org/officeDocument/2006/relationships/notesMaster" Target="/ppt/notesMasters/notesMaster1.xml" Id="R4c294f4788bf4cc2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c9eb52a9ba234ff6" /><Relationship Type="http://schemas.openxmlformats.org/officeDocument/2006/relationships/notesMaster" Target="/ppt/notesMasters/notesMaster1.xml" Id="Rf8ee3c06990e42f9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edfd9a22031b4d5e" /><Relationship Type="http://schemas.openxmlformats.org/officeDocument/2006/relationships/notesMaster" Target="/ppt/notesMasters/notesMaster1.xml" Id="R39e661cade344d41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9935bec811074df2" /><Relationship Type="http://schemas.openxmlformats.org/officeDocument/2006/relationships/notesMaster" Target="/ppt/notesMasters/notesMaster1.xml" Id="R74badd8e3e574954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5bc374725fdb4ec1" /><Relationship Type="http://schemas.openxmlformats.org/officeDocument/2006/relationships/notesMaster" Target="/ppt/notesMasters/notesMaster1.xml" Id="R6219b5c8b85344fd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f0de234889934fcb" /><Relationship Type="http://schemas.openxmlformats.org/officeDocument/2006/relationships/notesMaster" Target="/ppt/notesMasters/notesMaster1.xml" Id="R814bc3e847e64afb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9b59e125330e4696" /><Relationship Type="http://schemas.openxmlformats.org/officeDocument/2006/relationships/notesMaster" Target="/ppt/notesMasters/notesMaster1.xml" Id="R2ae04a6c7d7c4a28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bbf0875323bd4da7" /><Relationship Type="http://schemas.openxmlformats.org/officeDocument/2006/relationships/notesMaster" Target="/ppt/notesMasters/notesMaster1.xml" Id="Raf3c23f9052f4d6d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19b6658e74b44252" /><Relationship Type="http://schemas.openxmlformats.org/officeDocument/2006/relationships/notesMaster" Target="/ppt/notesMasters/notesMaster1.xml" Id="Rea923079d9964197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49ea33c08e654531" /><Relationship Type="http://schemas.openxmlformats.org/officeDocument/2006/relationships/notesMaster" Target="/ppt/notesMasters/notesMaster1.xml" Id="R908ca279ca7a427c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c2ba9dc8c6994733" /><Relationship Type="http://schemas.openxmlformats.org/officeDocument/2006/relationships/notesMaster" Target="/ppt/notesMasters/notesMaster1.xml" Id="R49ba544e60bf426a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8b6b922099224dba" /><Relationship Type="http://schemas.openxmlformats.org/officeDocument/2006/relationships/notesMaster" Target="/ppt/notesMasters/notesMaster1.xml" Id="R2675536cdd3d4067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a708357b445c476c" /><Relationship Type="http://schemas.openxmlformats.org/officeDocument/2006/relationships/notesMaster" Target="/ppt/notesMasters/notesMaster1.xml" Id="Rebe9bf3bf4174625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e1d2292493794479" /><Relationship Type="http://schemas.openxmlformats.org/officeDocument/2006/relationships/notesMaster" Target="/ppt/notesMasters/notesMaster1.xml" Id="Rb56bc93043ac440d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ef7d592551094373" /><Relationship Type="http://schemas.openxmlformats.org/officeDocument/2006/relationships/notesMaster" Target="/ppt/notesMasters/notesMaster1.xml" Id="R52a2ecfcba9a4936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4b11b31f1f564a11" /><Relationship Type="http://schemas.openxmlformats.org/officeDocument/2006/relationships/notesMaster" Target="/ppt/notesMasters/notesMaster1.xml" Id="Rba7205bc46324116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4f4ad507983b4669" /><Relationship Type="http://schemas.openxmlformats.org/officeDocument/2006/relationships/notesMaster" Target="/ppt/notesMasters/notesMaster1.xml" Id="Ra750c2208a24423b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6cb5e0aec720426b" /><Relationship Type="http://schemas.openxmlformats.org/officeDocument/2006/relationships/notesMaster" Target="/ppt/notesMasters/notesMaster1.xml" Id="R08eb6945f0724f19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4fe9a1de617041ec" /><Relationship Type="http://schemas.openxmlformats.org/officeDocument/2006/relationships/notesMaster" Target="/ppt/notesMasters/notesMaster1.xml" Id="R34a0661400134d4e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36c3f28576ae4e23" /><Relationship Type="http://schemas.openxmlformats.org/officeDocument/2006/relationships/notesMaster" Target="/ppt/notesMasters/notesMaster1.xml" Id="R3996692da09f4999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22fceab587654fc3" /><Relationship Type="http://schemas.openxmlformats.org/officeDocument/2006/relationships/notesMaster" Target="/ppt/notesMasters/notesMaster1.xml" Id="Rb83aebd729b94d12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98a969261085419f" /><Relationship Type="http://schemas.openxmlformats.org/officeDocument/2006/relationships/notesMaster" Target="/ppt/notesMasters/notesMaster1.xml" Id="R86d4025873484cb4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95bf5e76dd2245c2" /><Relationship Type="http://schemas.openxmlformats.org/officeDocument/2006/relationships/notesMaster" Target="/ppt/notesMasters/notesMaster1.xml" Id="Rced30334baa643a7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30641b2b28e54485" /><Relationship Type="http://schemas.openxmlformats.org/officeDocument/2006/relationships/notesMaster" Target="/ppt/notesMasters/notesMaster1.xml" Id="R8983b1e9749e4c0a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5f95ad7335e641b4" /><Relationship Type="http://schemas.openxmlformats.org/officeDocument/2006/relationships/notesMaster" Target="/ppt/notesMasters/notesMaster1.xml" Id="Rbcb7db59e1b94027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e1ccb4c21eaf40c8" /><Relationship Type="http://schemas.openxmlformats.org/officeDocument/2006/relationships/notesMaster" Target="/ppt/notesMasters/notesMaster1.xml" Id="Rf140362e7f554d6d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fce6e1690e394300" /><Relationship Type="http://schemas.openxmlformats.org/officeDocument/2006/relationships/notesMaster" Target="/ppt/notesMasters/notesMaster1.xml" Id="Rc1bd3fbae4cd47ac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8fdfb830081e4698" /><Relationship Type="http://schemas.openxmlformats.org/officeDocument/2006/relationships/notesMaster" Target="/ppt/notesMasters/notesMaster1.xml" Id="Rc524f0e386c44fc4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8ccc321b21c343ce" /><Relationship Type="http://schemas.openxmlformats.org/officeDocument/2006/relationships/notesMaster" Target="/ppt/notesMasters/notesMaster1.xml" Id="R2484bdd2a6ca458b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506adc3f1e7d4857" /><Relationship Type="http://schemas.openxmlformats.org/officeDocument/2006/relationships/notesMaster" Target="/ppt/notesMasters/notesMaster1.xml" Id="Rcdaf486e9a244ec0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f3b2274409704a3b" /><Relationship Type="http://schemas.openxmlformats.org/officeDocument/2006/relationships/notesMaster" Target="/ppt/notesMasters/notesMaster1.xml" Id="R49ad0710e7ef4906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7889a4a3fc3749ff" /><Relationship Type="http://schemas.openxmlformats.org/officeDocument/2006/relationships/notesMaster" Target="/ppt/notesMasters/notesMaster1.xml" Id="R027c7f52873545dc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f316e019e3bc4bf8" /><Relationship Type="http://schemas.openxmlformats.org/officeDocument/2006/relationships/notesMaster" Target="/ppt/notesMasters/notesMaster1.xml" Id="Rc23f7bbc8ea24fe6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ec865617f1674827" /><Relationship Type="http://schemas.openxmlformats.org/officeDocument/2006/relationships/notesMaster" Target="/ppt/notesMasters/notesMaster1.xml" Id="R97cd0933bde540bf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513baa7058354b4f" /><Relationship Type="http://schemas.openxmlformats.org/officeDocument/2006/relationships/notesMaster" Target="/ppt/notesMasters/notesMaster1.xml" Id="R7335aabe0a8a458f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1c55d581f4c447b9" /><Relationship Type="http://schemas.openxmlformats.org/officeDocument/2006/relationships/notesMaster" Target="/ppt/notesMasters/notesMaster1.xml" Id="Rfc16fc327f9746d5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5121c1acbefc42ac" /><Relationship Type="http://schemas.openxmlformats.org/officeDocument/2006/relationships/notesMaster" Target="/ppt/notesMasters/notesMaster1.xml" Id="R2f5d55f54c424b8c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c342c20d98164cd4" /><Relationship Type="http://schemas.openxmlformats.org/officeDocument/2006/relationships/notesMaster" Target="/ppt/notesMasters/notesMaster1.xml" Id="Rbcfddd0be2b14383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3e1f385a055d4d4f" /><Relationship Type="http://schemas.openxmlformats.org/officeDocument/2006/relationships/notesMaster" Target="/ppt/notesMasters/notesMaster1.xml" Id="R32a075d38d8a4600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735ddfdb18e64207" /><Relationship Type="http://schemas.openxmlformats.org/officeDocument/2006/relationships/notesMaster" Target="/ppt/notesMasters/notesMaster1.xml" Id="R8bf72aebaf184bc0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1a26c38274a94d57" /><Relationship Type="http://schemas.openxmlformats.org/officeDocument/2006/relationships/notesMaster" Target="/ppt/notesMasters/notesMaster1.xml" Id="R1d8a669a33144485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9170eb0c38d84a93" /><Relationship Type="http://schemas.openxmlformats.org/officeDocument/2006/relationships/notesMaster" Target="/ppt/notesMasters/notesMaster1.xml" Id="Rb14ee7b1be404681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c3aa92e4212d4ec4" /><Relationship Type="http://schemas.openxmlformats.org/officeDocument/2006/relationships/notesMaster" Target="/ppt/notesMasters/notesMaster1.xml" Id="R01d7fc5247d64e2f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c05432756c064b20" /><Relationship Type="http://schemas.openxmlformats.org/officeDocument/2006/relationships/notesMaster" Target="/ppt/notesMasters/notesMaster1.xml" Id="R8a1cb4bc3c2e487c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4925dd944d7a40ee" /><Relationship Type="http://schemas.openxmlformats.org/officeDocument/2006/relationships/notesMaster" Target="/ppt/notesMasters/notesMaster1.xml" Id="Rabdd81c276134b4a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f5bfdbc326af4b6a" /><Relationship Type="http://schemas.openxmlformats.org/officeDocument/2006/relationships/notesMaster" Target="/ppt/notesMasters/notesMaster1.xml" Id="R6b3275ebc20848a5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0aaf41c37f174c31" /><Relationship Type="http://schemas.openxmlformats.org/officeDocument/2006/relationships/notesMaster" Target="/ppt/notesMasters/notesMaster1.xml" Id="R52dd9324da904ff3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d86c044ff8b445f0" /><Relationship Type="http://schemas.openxmlformats.org/officeDocument/2006/relationships/notesMaster" Target="/ppt/notesMasters/notesMaster1.xml" Id="R4bd8573bbcd54754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14251fab009f4db6" /><Relationship Type="http://schemas.openxmlformats.org/officeDocument/2006/relationships/notesMaster" Target="/ppt/notesMasters/notesMaster1.xml" Id="Re2a931a22a9a4b53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14b8139f0e4a4dd7" /><Relationship Type="http://schemas.openxmlformats.org/officeDocument/2006/relationships/notesMaster" Target="/ppt/notesMasters/notesMaster1.xml" Id="Rd70d8b9a6b6c4f84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fa8831d8a1914035" /><Relationship Type="http://schemas.openxmlformats.org/officeDocument/2006/relationships/notesMaster" Target="/ppt/notesMasters/notesMaster1.xml" Id="R0670899f395b4764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6ae275a55080453f" /><Relationship Type="http://schemas.openxmlformats.org/officeDocument/2006/relationships/notesMaster" Target="/ppt/notesMasters/notesMaster1.xml" Id="Ra360cdc3ef774270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00c60965c94e4d7e" /><Relationship Type="http://schemas.openxmlformats.org/officeDocument/2006/relationships/notesMaster" Target="/ppt/notesMasters/notesMaster1.xml" Id="Rae4f1c807c274b34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d44f3e724e534881" /><Relationship Type="http://schemas.openxmlformats.org/officeDocument/2006/relationships/notesMaster" Target="/ppt/notesMasters/notesMaster1.xml" Id="R770218236a804746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1369c85770e34b97" /><Relationship Type="http://schemas.openxmlformats.org/officeDocument/2006/relationships/notesMaster" Target="/ppt/notesMasters/notesMaster1.xml" Id="Rd8349ae825114b01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6b05f9c457d3445c" /><Relationship Type="http://schemas.openxmlformats.org/officeDocument/2006/relationships/notesMaster" Target="/ppt/notesMasters/notesMaster1.xml" Id="R10147477f11742fe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08b38ef0ac0742b7" /><Relationship Type="http://schemas.openxmlformats.org/officeDocument/2006/relationships/notesMaster" Target="/ppt/notesMasters/notesMaster1.xml" Id="R958c3065fc5b4412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c89419faabad4401" /><Relationship Type="http://schemas.openxmlformats.org/officeDocument/2006/relationships/notesMaster" Target="/ppt/notesMasters/notesMaster1.xml" Id="Rfb4bdc0157aa4ca8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410c91d6606545dd" /><Relationship Type="http://schemas.openxmlformats.org/officeDocument/2006/relationships/notesMaster" Target="/ppt/notesMasters/notesMaster1.xml" Id="Rbc964b9ebdeb461b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53e60a6f8ea9429b" /><Relationship Type="http://schemas.openxmlformats.org/officeDocument/2006/relationships/notesMaster" Target="/ppt/notesMasters/notesMaster1.xml" Id="Rdeb67ed8b18e40bc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915902d309794edb" /><Relationship Type="http://schemas.openxmlformats.org/officeDocument/2006/relationships/notesMaster" Target="/ppt/notesMasters/notesMaster1.xml" Id="R6b37298e54e54427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971a055ead67405c" /><Relationship Type="http://schemas.openxmlformats.org/officeDocument/2006/relationships/notesMaster" Target="/ppt/notesMasters/notesMaster1.xml" Id="R9bcc31cad7524ae9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3d0c20b73f1b4669" /><Relationship Type="http://schemas.openxmlformats.org/officeDocument/2006/relationships/notesMaster" Target="/ppt/notesMasters/notesMaster1.xml" Id="R5a88eaffabdd4dbe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ac551a5a4fcd404a" /><Relationship Type="http://schemas.openxmlformats.org/officeDocument/2006/relationships/notesMaster" Target="/ppt/notesMasters/notesMaster1.xml" Id="R140315b0ca9a4914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b7417d0426ea404e" /><Relationship Type="http://schemas.openxmlformats.org/officeDocument/2006/relationships/notesMaster" Target="/ppt/notesMasters/notesMaster1.xml" Id="R1401dff5c6b74ed7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f163cfae7d414be7" /><Relationship Type="http://schemas.openxmlformats.org/officeDocument/2006/relationships/notesMaster" Target="/ppt/notesMasters/notesMaster1.xml" Id="Re8321652ee9e42df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f3148613e6a84857" /><Relationship Type="http://schemas.openxmlformats.org/officeDocument/2006/relationships/notesMaster" Target="/ppt/notesMasters/notesMaster1.xml" Id="R817287c2a76b4de3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b2a3edb4b8a8483f" /><Relationship Type="http://schemas.openxmlformats.org/officeDocument/2006/relationships/notesMaster" Target="/ppt/notesMasters/notesMaster1.xml" Id="R9a090d127b744c91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7617fe996f9a4143" /><Relationship Type="http://schemas.openxmlformats.org/officeDocument/2006/relationships/notesMaster" Target="/ppt/notesMasters/notesMaster1.xml" Id="R02b5c62603334223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31f051627301465a" /><Relationship Type="http://schemas.openxmlformats.org/officeDocument/2006/relationships/notesMaster" Target="/ppt/notesMasters/notesMaster1.xml" Id="R34ac451e3cbc45b4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71bcdfbb7dc54891" /><Relationship Type="http://schemas.openxmlformats.org/officeDocument/2006/relationships/notesMaster" Target="/ppt/notesMasters/notesMaster1.xml" Id="Ra709f7b0b1454b95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f691db565ddb43db" /><Relationship Type="http://schemas.openxmlformats.org/officeDocument/2006/relationships/notesMaster" Target="/ppt/notesMasters/notesMaster1.xml" Id="R91b0ef407e074ae3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4bb6fd1a1e624e6b" /><Relationship Type="http://schemas.openxmlformats.org/officeDocument/2006/relationships/notesMaster" Target="/ppt/notesMasters/notesMaster1.xml" Id="Ra79ba190f4084abb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3ba44ea9ebe440bc" /><Relationship Type="http://schemas.openxmlformats.org/officeDocument/2006/relationships/notesMaster" Target="/ppt/notesMasters/notesMaster1.xml" Id="Rdaf67edcab924264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f4f10539ff594a85" /><Relationship Type="http://schemas.openxmlformats.org/officeDocument/2006/relationships/notesMaster" Target="/ppt/notesMasters/notesMaster1.xml" Id="R2fc5c665aefa4bb6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f48700defb88410c" /><Relationship Type="http://schemas.openxmlformats.org/officeDocument/2006/relationships/notesMaster" Target="/ppt/notesMasters/notesMaster1.xml" Id="Ra05b8d6a84324b18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590490fa5bc94cd8" /><Relationship Type="http://schemas.openxmlformats.org/officeDocument/2006/relationships/notesMaster" Target="/ppt/notesMasters/notesMaster1.xml" Id="R6ac44840b1de4f4d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029136385a6a4b52" /><Relationship Type="http://schemas.openxmlformats.org/officeDocument/2006/relationships/notesMaster" Target="/ppt/notesMasters/notesMaster1.xml" Id="R67b2470f2114463b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45a9bb618b9049c6" /><Relationship Type="http://schemas.openxmlformats.org/officeDocument/2006/relationships/notesMaster" Target="/ppt/notesMasters/notesMaster1.xml" Id="R1d6c37af87ce4e05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1bc1d9f305184ec0" /><Relationship Type="http://schemas.openxmlformats.org/officeDocument/2006/relationships/notesMaster" Target="/ppt/notesMasters/notesMaster1.xml" Id="Rd9bc84a0eeee46b6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d381b8dbfba84225" /><Relationship Type="http://schemas.openxmlformats.org/officeDocument/2006/relationships/notesMaster" Target="/ppt/notesMasters/notesMaster1.xml" Id="R1c504b8a42524074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91eda81ba6d54f07" /><Relationship Type="http://schemas.openxmlformats.org/officeDocument/2006/relationships/notesMaster" Target="/ppt/notesMasters/notesMaster1.xml" Id="Rf9b91d7e1f224192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c7a11bd738a448f3" /><Relationship Type="http://schemas.openxmlformats.org/officeDocument/2006/relationships/notesMaster" Target="/ppt/notesMasters/notesMaster1.xml" Id="R095b7f1b23554a88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5ee2c46f99734e70" /><Relationship Type="http://schemas.openxmlformats.org/officeDocument/2006/relationships/notesMaster" Target="/ppt/notesMasters/notesMaster1.xml" Id="R5a3f8e98a18d4078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e1d27958846b4ebc" /><Relationship Type="http://schemas.openxmlformats.org/officeDocument/2006/relationships/notesMaster" Target="/ppt/notesMasters/notesMaster1.xml" Id="Re586be1eb8064f8a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a96581424f0b4395" /><Relationship Type="http://schemas.openxmlformats.org/officeDocument/2006/relationships/notesMaster" Target="/ppt/notesMasters/notesMaster1.xml" Id="Rc0d8a47eb615414e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5de713892c9b4133" /><Relationship Type="http://schemas.openxmlformats.org/officeDocument/2006/relationships/notesMaster" Target="/ppt/notesMasters/notesMaster1.xml" Id="R61c8055c71244220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975a4486b6e3477d" /><Relationship Type="http://schemas.openxmlformats.org/officeDocument/2006/relationships/notesMaster" Target="/ppt/notesMasters/notesMaster1.xml" Id="R57ba6be0104d4964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0b96527643e942f4" /><Relationship Type="http://schemas.openxmlformats.org/officeDocument/2006/relationships/notesMaster" Target="/ppt/notesMasters/notesMaster1.xml" Id="R30d5459a795f44eb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9a7edd192eff4fb6" /><Relationship Type="http://schemas.openxmlformats.org/officeDocument/2006/relationships/notesMaster" Target="/ppt/notesMasters/notesMaster1.xml" Id="Ra7d255c8ccf148c7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821f9d971a69444f" /><Relationship Type="http://schemas.openxmlformats.org/officeDocument/2006/relationships/notesMaster" Target="/ppt/notesMasters/notesMaster1.xml" Id="Rf5661d1cd5c94a69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13ef9c6a0a60492d" /><Relationship Type="http://schemas.openxmlformats.org/officeDocument/2006/relationships/notesMaster" Target="/ppt/notesMasters/notesMaster1.xml" Id="R275eaf20746f4bca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24e4baefd0c5403e" /><Relationship Type="http://schemas.openxmlformats.org/officeDocument/2006/relationships/notesMaster" Target="/ppt/notesMasters/notesMaster1.xml" Id="R606227c7604846a0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aa56597dfa96448d" /><Relationship Type="http://schemas.openxmlformats.org/officeDocument/2006/relationships/notesMaster" Target="/ppt/notesMasters/notesMaster1.xml" Id="R5f79921c4ab543f2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b0da1cf66ccd499d" /><Relationship Type="http://schemas.openxmlformats.org/officeDocument/2006/relationships/notesMaster" Target="/ppt/notesMasters/notesMaster1.xml" Id="Ref01bf98f26343f2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78d7923b458d46a1" /><Relationship Type="http://schemas.openxmlformats.org/officeDocument/2006/relationships/notesMaster" Target="/ppt/notesMasters/notesMaster1.xml" Id="Rbefacbf8e8c940a4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70e2e42916f34e89" /><Relationship Type="http://schemas.openxmlformats.org/officeDocument/2006/relationships/notesMaster" Target="/ppt/notesMasters/notesMaster1.xml" Id="R976191daf5a54fde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48210efdf4994f2c" /><Relationship Type="http://schemas.openxmlformats.org/officeDocument/2006/relationships/notesMaster" Target="/ppt/notesMasters/notesMaster1.xml" Id="Rcf99564fe02549b0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b3a193a0b15643ee" /><Relationship Type="http://schemas.openxmlformats.org/officeDocument/2006/relationships/notesMaster" Target="/ppt/notesMasters/notesMaster1.xml" Id="R09921f25eec94c89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10c16d787bf442f0" /><Relationship Type="http://schemas.openxmlformats.org/officeDocument/2006/relationships/notesMaster" Target="/ppt/notesMasters/notesMaster1.xml" Id="R9b6e98c4ec4f4cf7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2441a64ee18945c4" /><Relationship Type="http://schemas.openxmlformats.org/officeDocument/2006/relationships/notesMaster" Target="/ppt/notesMasters/notesMaster1.xml" Id="R94c4541c7af040a2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facbd6125c50448d" /><Relationship Type="http://schemas.openxmlformats.org/officeDocument/2006/relationships/notesMaster" Target="/ppt/notesMasters/notesMaster1.xml" Id="R3c4cf2b233c1495f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ef0728ac9f264964" /><Relationship Type="http://schemas.openxmlformats.org/officeDocument/2006/relationships/notesMaster" Target="/ppt/notesMasters/notesMaster1.xml" Id="R9809bebdb96a4ce5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f2b8397989fd4f1b" /><Relationship Type="http://schemas.openxmlformats.org/officeDocument/2006/relationships/notesMaster" Target="/ppt/notesMasters/notesMaster1.xml" Id="Rdf1c9583c44449b5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c83fa5d4de644919" /><Relationship Type="http://schemas.openxmlformats.org/officeDocument/2006/relationships/notesMaster" Target="/ppt/notesMasters/notesMaster1.xml" Id="R758e963a89d04651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63ca0789303e4a29" /><Relationship Type="http://schemas.openxmlformats.org/officeDocument/2006/relationships/notesMaster" Target="/ppt/notesMasters/notesMaster1.xml" Id="R43cb78bc4b7c4dfa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265a6debb19043e4" /><Relationship Type="http://schemas.openxmlformats.org/officeDocument/2006/relationships/notesMaster" Target="/ppt/notesMasters/notesMaster1.xml" Id="R87763d76edbd47ca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19b489982c9f4499" /><Relationship Type="http://schemas.openxmlformats.org/officeDocument/2006/relationships/notesMaster" Target="/ppt/notesMasters/notesMaster1.xml" Id="Rfeb197904a8d42a2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5ce43c1beece4311" /><Relationship Type="http://schemas.openxmlformats.org/officeDocument/2006/relationships/notesMaster" Target="/ppt/notesMasters/notesMaster1.xml" Id="R8361984d0c3f4ecf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5b9708ca6bb44732" /><Relationship Type="http://schemas.openxmlformats.org/officeDocument/2006/relationships/notesMaster" Target="/ppt/notesMasters/notesMaster1.xml" Id="R1754f533eb6748d1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6824cc7035d54036" /><Relationship Type="http://schemas.openxmlformats.org/officeDocument/2006/relationships/notesMaster" Target="/ppt/notesMasters/notesMaster1.xml" Id="Rc372a49207504ffc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6d327b93b6c4407a" /><Relationship Type="http://schemas.openxmlformats.org/officeDocument/2006/relationships/notesMaster" Target="/ppt/notesMasters/notesMaster1.xml" Id="R788ec9bc1c334f17" /></Relationships>
</file>

<file path=ppt/notesSlides/_rels/notesSlide221.xml.rels>&#65279;<?xml version="1.0" encoding="utf-8"?><Relationships xmlns="http://schemas.openxmlformats.org/package/2006/relationships"><Relationship Type="http://schemas.openxmlformats.org/officeDocument/2006/relationships/slide" Target="/ppt/slides/slide221.xml" Id="Rebe449ffa19a4994" /><Relationship Type="http://schemas.openxmlformats.org/officeDocument/2006/relationships/notesMaster" Target="/ppt/notesMasters/notesMaster1.xml" Id="Rd7d27b94c3e44b63" /></Relationships>
</file>

<file path=ppt/notesSlides/_rels/notesSlide222.xml.rels>&#65279;<?xml version="1.0" encoding="utf-8"?><Relationships xmlns="http://schemas.openxmlformats.org/package/2006/relationships"><Relationship Type="http://schemas.openxmlformats.org/officeDocument/2006/relationships/slide" Target="/ppt/slides/slide222.xml" Id="R940fcd1cd6704e34" /><Relationship Type="http://schemas.openxmlformats.org/officeDocument/2006/relationships/notesMaster" Target="/ppt/notesMasters/notesMaster1.xml" Id="R50fba183ed95400c" /></Relationships>
</file>

<file path=ppt/notesSlides/_rels/notesSlide223.xml.rels>&#65279;<?xml version="1.0" encoding="utf-8"?><Relationships xmlns="http://schemas.openxmlformats.org/package/2006/relationships"><Relationship Type="http://schemas.openxmlformats.org/officeDocument/2006/relationships/slide" Target="/ppt/slides/slide223.xml" Id="R8dd5fc7b52ed4973" /><Relationship Type="http://schemas.openxmlformats.org/officeDocument/2006/relationships/notesMaster" Target="/ppt/notesMasters/notesMaster1.xml" Id="Rf9fab9f74ae840c7" /></Relationships>
</file>

<file path=ppt/notesSlides/_rels/notesSlide224.xml.rels>&#65279;<?xml version="1.0" encoding="utf-8"?><Relationships xmlns="http://schemas.openxmlformats.org/package/2006/relationships"><Relationship Type="http://schemas.openxmlformats.org/officeDocument/2006/relationships/slide" Target="/ppt/slides/slide224.xml" Id="Ra3ce38d418c64539" /><Relationship Type="http://schemas.openxmlformats.org/officeDocument/2006/relationships/notesMaster" Target="/ppt/notesMasters/notesMaster1.xml" Id="Ref184c4f66374581" /></Relationships>
</file>

<file path=ppt/notesSlides/_rels/notesSlide225.xml.rels>&#65279;<?xml version="1.0" encoding="utf-8"?><Relationships xmlns="http://schemas.openxmlformats.org/package/2006/relationships"><Relationship Type="http://schemas.openxmlformats.org/officeDocument/2006/relationships/slide" Target="/ppt/slides/slide225.xml" Id="Re26f8419bfbe4bca" /><Relationship Type="http://schemas.openxmlformats.org/officeDocument/2006/relationships/notesMaster" Target="/ppt/notesMasters/notesMaster1.xml" Id="Rf90787cd95924c1d" /></Relationships>
</file>

<file path=ppt/notesSlides/_rels/notesSlide226.xml.rels>&#65279;<?xml version="1.0" encoding="utf-8"?><Relationships xmlns="http://schemas.openxmlformats.org/package/2006/relationships"><Relationship Type="http://schemas.openxmlformats.org/officeDocument/2006/relationships/slide" Target="/ppt/slides/slide226.xml" Id="Ree0791205fcc4948" /><Relationship Type="http://schemas.openxmlformats.org/officeDocument/2006/relationships/notesMaster" Target="/ppt/notesMasters/notesMaster1.xml" Id="R27d05b0bc93141ed" /></Relationships>
</file>

<file path=ppt/notesSlides/_rels/notesSlide227.xml.rels>&#65279;<?xml version="1.0" encoding="utf-8"?><Relationships xmlns="http://schemas.openxmlformats.org/package/2006/relationships"><Relationship Type="http://schemas.openxmlformats.org/officeDocument/2006/relationships/slide" Target="/ppt/slides/slide227.xml" Id="R841bd6bd9d4e44dd" /><Relationship Type="http://schemas.openxmlformats.org/officeDocument/2006/relationships/notesMaster" Target="/ppt/notesMasters/notesMaster1.xml" Id="R5fcabff7a9d749bc" /></Relationships>
</file>

<file path=ppt/notesSlides/_rels/notesSlide228.xml.rels>&#65279;<?xml version="1.0" encoding="utf-8"?><Relationships xmlns="http://schemas.openxmlformats.org/package/2006/relationships"><Relationship Type="http://schemas.openxmlformats.org/officeDocument/2006/relationships/slide" Target="/ppt/slides/slide228.xml" Id="R9fd50ce92858403a" /><Relationship Type="http://schemas.openxmlformats.org/officeDocument/2006/relationships/notesMaster" Target="/ppt/notesMasters/notesMaster1.xml" Id="R4c25411368424f82" /></Relationships>
</file>

<file path=ppt/notesSlides/_rels/notesSlide229.xml.rels>&#65279;<?xml version="1.0" encoding="utf-8"?><Relationships xmlns="http://schemas.openxmlformats.org/package/2006/relationships"><Relationship Type="http://schemas.openxmlformats.org/officeDocument/2006/relationships/slide" Target="/ppt/slides/slide229.xml" Id="R75a670d8f7c14521" /><Relationship Type="http://schemas.openxmlformats.org/officeDocument/2006/relationships/notesMaster" Target="/ppt/notesMasters/notesMaster1.xml" Id="Rdeb9d424d1bc428d" /></Relationships>
</file>

<file path=ppt/notesSlides/_rels/notesSlide230.xml.rels>&#65279;<?xml version="1.0" encoding="utf-8"?><Relationships xmlns="http://schemas.openxmlformats.org/package/2006/relationships"><Relationship Type="http://schemas.openxmlformats.org/officeDocument/2006/relationships/slide" Target="/ppt/slides/slide230.xml" Id="R95606e6a3a054525" /><Relationship Type="http://schemas.openxmlformats.org/officeDocument/2006/relationships/notesMaster" Target="/ppt/notesMasters/notesMaster1.xml" Id="R649a107b776643a6" /></Relationships>
</file>

<file path=ppt/notesSlides/_rels/notesSlide231.xml.rels>&#65279;<?xml version="1.0" encoding="utf-8"?><Relationships xmlns="http://schemas.openxmlformats.org/package/2006/relationships"><Relationship Type="http://schemas.openxmlformats.org/officeDocument/2006/relationships/slide" Target="/ppt/slides/slide231.xml" Id="Rd13f7b72af774cd7" /><Relationship Type="http://schemas.openxmlformats.org/officeDocument/2006/relationships/notesMaster" Target="/ppt/notesMasters/notesMaster1.xml" Id="R445bdd824dfa4a58" /></Relationships>
</file>

<file path=ppt/notesSlides/_rels/notesSlide232.xml.rels>&#65279;<?xml version="1.0" encoding="utf-8"?><Relationships xmlns="http://schemas.openxmlformats.org/package/2006/relationships"><Relationship Type="http://schemas.openxmlformats.org/officeDocument/2006/relationships/slide" Target="/ppt/slides/slide232.xml" Id="Rfcc01e7a2b4741d6" /><Relationship Type="http://schemas.openxmlformats.org/officeDocument/2006/relationships/notesMaster" Target="/ppt/notesMasters/notesMaster1.xml" Id="R2ebdf74ddce44a33" /></Relationships>
</file>

<file path=ppt/notesSlides/_rels/notesSlide233.xml.rels>&#65279;<?xml version="1.0" encoding="utf-8"?><Relationships xmlns="http://schemas.openxmlformats.org/package/2006/relationships"><Relationship Type="http://schemas.openxmlformats.org/officeDocument/2006/relationships/slide" Target="/ppt/slides/slide233.xml" Id="R30033fe1728e44c6" /><Relationship Type="http://schemas.openxmlformats.org/officeDocument/2006/relationships/notesMaster" Target="/ppt/notesMasters/notesMaster1.xml" Id="R4635a4a645a6447c" /></Relationships>
</file>

<file path=ppt/notesSlides/_rels/notesSlide234.xml.rels>&#65279;<?xml version="1.0" encoding="utf-8"?><Relationships xmlns="http://schemas.openxmlformats.org/package/2006/relationships"><Relationship Type="http://schemas.openxmlformats.org/officeDocument/2006/relationships/slide" Target="/ppt/slides/slide234.xml" Id="R6ec5587e34f74baa" /><Relationship Type="http://schemas.openxmlformats.org/officeDocument/2006/relationships/notesMaster" Target="/ppt/notesMasters/notesMaster1.xml" Id="R86fad3855f254ba9" /></Relationships>
</file>

<file path=ppt/notesSlides/_rels/notesSlide235.xml.rels>&#65279;<?xml version="1.0" encoding="utf-8"?><Relationships xmlns="http://schemas.openxmlformats.org/package/2006/relationships"><Relationship Type="http://schemas.openxmlformats.org/officeDocument/2006/relationships/slide" Target="/ppt/slides/slide235.xml" Id="R6c7986a20c5644a0" /><Relationship Type="http://schemas.openxmlformats.org/officeDocument/2006/relationships/notesMaster" Target="/ppt/notesMasters/notesMaster1.xml" Id="R633452e3095f48f5" /></Relationships>
</file>

<file path=ppt/notesSlides/_rels/notesSlide236.xml.rels>&#65279;<?xml version="1.0" encoding="utf-8"?><Relationships xmlns="http://schemas.openxmlformats.org/package/2006/relationships"><Relationship Type="http://schemas.openxmlformats.org/officeDocument/2006/relationships/slide" Target="/ppt/slides/slide236.xml" Id="R2479075a03ed4528" /><Relationship Type="http://schemas.openxmlformats.org/officeDocument/2006/relationships/notesMaster" Target="/ppt/notesMasters/notesMaster1.xml" Id="Rb267c71b12c64dde" /></Relationships>
</file>

<file path=ppt/notesSlides/_rels/notesSlide237.xml.rels>&#65279;<?xml version="1.0" encoding="utf-8"?><Relationships xmlns="http://schemas.openxmlformats.org/package/2006/relationships"><Relationship Type="http://schemas.openxmlformats.org/officeDocument/2006/relationships/slide" Target="/ppt/slides/slide237.xml" Id="R847ae5e2cbf644a7" /><Relationship Type="http://schemas.openxmlformats.org/officeDocument/2006/relationships/notesMaster" Target="/ppt/notesMasters/notesMaster1.xml" Id="Rff4e5bf7b17d4840" /></Relationships>
</file>

<file path=ppt/notesSlides/_rels/notesSlide238.xml.rels>&#65279;<?xml version="1.0" encoding="utf-8"?><Relationships xmlns="http://schemas.openxmlformats.org/package/2006/relationships"><Relationship Type="http://schemas.openxmlformats.org/officeDocument/2006/relationships/slide" Target="/ppt/slides/slide238.xml" Id="R4c063e8e15854598" /><Relationship Type="http://schemas.openxmlformats.org/officeDocument/2006/relationships/notesMaster" Target="/ppt/notesMasters/notesMaster1.xml" Id="Rb42ce5a1c4324ee5" /></Relationships>
</file>

<file path=ppt/notesSlides/_rels/notesSlide239.xml.rels>&#65279;<?xml version="1.0" encoding="utf-8"?><Relationships xmlns="http://schemas.openxmlformats.org/package/2006/relationships"><Relationship Type="http://schemas.openxmlformats.org/officeDocument/2006/relationships/slide" Target="/ppt/slides/slide239.xml" Id="R158723b0901d4f1e" /><Relationship Type="http://schemas.openxmlformats.org/officeDocument/2006/relationships/notesMaster" Target="/ppt/notesMasters/notesMaster1.xml" Id="R2a9ac763a52042af" /></Relationships>
</file>

<file path=ppt/notesSlides/_rels/notesSlide240.xml.rels>&#65279;<?xml version="1.0" encoding="utf-8"?><Relationships xmlns="http://schemas.openxmlformats.org/package/2006/relationships"><Relationship Type="http://schemas.openxmlformats.org/officeDocument/2006/relationships/slide" Target="/ppt/slides/slide240.xml" Id="Re9e376f3451a493e" /><Relationship Type="http://schemas.openxmlformats.org/officeDocument/2006/relationships/notesMaster" Target="/ppt/notesMasters/notesMaster1.xml" Id="R347757e9e7e74ed0" /></Relationships>
</file>

<file path=ppt/notesSlides/_rels/notesSlide241.xml.rels>&#65279;<?xml version="1.0" encoding="utf-8"?><Relationships xmlns="http://schemas.openxmlformats.org/package/2006/relationships"><Relationship Type="http://schemas.openxmlformats.org/officeDocument/2006/relationships/slide" Target="/ppt/slides/slide241.xml" Id="Rca4bd3ed3c98416c" /><Relationship Type="http://schemas.openxmlformats.org/officeDocument/2006/relationships/notesMaster" Target="/ppt/notesMasters/notesMaster1.xml" Id="R62a6b050cbb44e7d" /></Relationships>
</file>

<file path=ppt/notesSlides/_rels/notesSlide242.xml.rels>&#65279;<?xml version="1.0" encoding="utf-8"?><Relationships xmlns="http://schemas.openxmlformats.org/package/2006/relationships"><Relationship Type="http://schemas.openxmlformats.org/officeDocument/2006/relationships/slide" Target="/ppt/slides/slide242.xml" Id="Raae1e0574aa74770" /><Relationship Type="http://schemas.openxmlformats.org/officeDocument/2006/relationships/notesMaster" Target="/ppt/notesMasters/notesMaster1.xml" Id="Rc31f1ba47368426d" /></Relationships>
</file>

<file path=ppt/notesSlides/_rels/notesSlide243.xml.rels>&#65279;<?xml version="1.0" encoding="utf-8"?><Relationships xmlns="http://schemas.openxmlformats.org/package/2006/relationships"><Relationship Type="http://schemas.openxmlformats.org/officeDocument/2006/relationships/slide" Target="/ppt/slides/slide243.xml" Id="Raaef072672f04fa5" /><Relationship Type="http://schemas.openxmlformats.org/officeDocument/2006/relationships/notesMaster" Target="/ppt/notesMasters/notesMaster1.xml" Id="R348ff2b86a024112" /></Relationships>
</file>

<file path=ppt/notesSlides/_rels/notesSlide244.xml.rels>&#65279;<?xml version="1.0" encoding="utf-8"?><Relationships xmlns="http://schemas.openxmlformats.org/package/2006/relationships"><Relationship Type="http://schemas.openxmlformats.org/officeDocument/2006/relationships/slide" Target="/ppt/slides/slide244.xml" Id="R8b6f111ccccd462c" /><Relationship Type="http://schemas.openxmlformats.org/officeDocument/2006/relationships/notesMaster" Target="/ppt/notesMasters/notesMaster1.xml" Id="R1d0a88ba73184523" /></Relationships>
</file>

<file path=ppt/notesSlides/_rels/notesSlide245.xml.rels>&#65279;<?xml version="1.0" encoding="utf-8"?><Relationships xmlns="http://schemas.openxmlformats.org/package/2006/relationships"><Relationship Type="http://schemas.openxmlformats.org/officeDocument/2006/relationships/slide" Target="/ppt/slides/slide245.xml" Id="R8dd9cf5b311749ca" /><Relationship Type="http://schemas.openxmlformats.org/officeDocument/2006/relationships/notesMaster" Target="/ppt/notesMasters/notesMaster1.xml" Id="Rf321c923cee545c5" /></Relationships>
</file>

<file path=ppt/notesSlides/_rels/notesSlide246.xml.rels>&#65279;<?xml version="1.0" encoding="utf-8"?><Relationships xmlns="http://schemas.openxmlformats.org/package/2006/relationships"><Relationship Type="http://schemas.openxmlformats.org/officeDocument/2006/relationships/slide" Target="/ppt/slides/slide246.xml" Id="Ref0b264d8b724e9d" /><Relationship Type="http://schemas.openxmlformats.org/officeDocument/2006/relationships/notesMaster" Target="/ppt/notesMasters/notesMaster1.xml" Id="Rbc65a28534544706" /></Relationships>
</file>

<file path=ppt/notesSlides/_rels/notesSlide247.xml.rels>&#65279;<?xml version="1.0" encoding="utf-8"?><Relationships xmlns="http://schemas.openxmlformats.org/package/2006/relationships"><Relationship Type="http://schemas.openxmlformats.org/officeDocument/2006/relationships/slide" Target="/ppt/slides/slide247.xml" Id="R6e412ea1fc7d43b2" /><Relationship Type="http://schemas.openxmlformats.org/officeDocument/2006/relationships/notesMaster" Target="/ppt/notesMasters/notesMaster1.xml" Id="R405f1f0f21f849de" /></Relationships>
</file>

<file path=ppt/notesSlides/_rels/notesSlide248.xml.rels>&#65279;<?xml version="1.0" encoding="utf-8"?><Relationships xmlns="http://schemas.openxmlformats.org/package/2006/relationships"><Relationship Type="http://schemas.openxmlformats.org/officeDocument/2006/relationships/slide" Target="/ppt/slides/slide248.xml" Id="R097bed2278d7425b" /><Relationship Type="http://schemas.openxmlformats.org/officeDocument/2006/relationships/notesMaster" Target="/ppt/notesMasters/notesMaster1.xml" Id="R5d1bc8f98c3c4b84" /></Relationships>
</file>

<file path=ppt/notesSlides/_rels/notesSlide249.xml.rels>&#65279;<?xml version="1.0" encoding="utf-8"?><Relationships xmlns="http://schemas.openxmlformats.org/package/2006/relationships"><Relationship Type="http://schemas.openxmlformats.org/officeDocument/2006/relationships/slide" Target="/ppt/slides/slide249.xml" Id="R70750afc5ba945a6" /><Relationship Type="http://schemas.openxmlformats.org/officeDocument/2006/relationships/notesMaster" Target="/ppt/notesMasters/notesMaster1.xml" Id="Rf284e3c4b2ca475b" /></Relationships>
</file>

<file path=ppt/notesSlides/_rels/notesSlide250.xml.rels>&#65279;<?xml version="1.0" encoding="utf-8"?><Relationships xmlns="http://schemas.openxmlformats.org/package/2006/relationships"><Relationship Type="http://schemas.openxmlformats.org/officeDocument/2006/relationships/slide" Target="/ppt/slides/slide250.xml" Id="R756c0c8ce07b4dc5" /><Relationship Type="http://schemas.openxmlformats.org/officeDocument/2006/relationships/notesMaster" Target="/ppt/notesMasters/notesMaster1.xml" Id="R872c284643dc4aef" /></Relationships>
</file>

<file path=ppt/notesSlides/_rels/notesSlide251.xml.rels>&#65279;<?xml version="1.0" encoding="utf-8"?><Relationships xmlns="http://schemas.openxmlformats.org/package/2006/relationships"><Relationship Type="http://schemas.openxmlformats.org/officeDocument/2006/relationships/slide" Target="/ppt/slides/slide251.xml" Id="Rb4840d172c304e08" /><Relationship Type="http://schemas.openxmlformats.org/officeDocument/2006/relationships/notesMaster" Target="/ppt/notesMasters/notesMaster1.xml" Id="R4e27867c57aa4435" /></Relationships>
</file>

<file path=ppt/notesSlides/_rels/notesSlide252.xml.rels>&#65279;<?xml version="1.0" encoding="utf-8"?><Relationships xmlns="http://schemas.openxmlformats.org/package/2006/relationships"><Relationship Type="http://schemas.openxmlformats.org/officeDocument/2006/relationships/slide" Target="/ppt/slides/slide252.xml" Id="R14626fbf3bb94fbe" /><Relationship Type="http://schemas.openxmlformats.org/officeDocument/2006/relationships/notesMaster" Target="/ppt/notesMasters/notesMaster1.xml" Id="Re8ddc9d3cbca4a91" /></Relationships>
</file>

<file path=ppt/notesSlides/_rels/notesSlide253.xml.rels>&#65279;<?xml version="1.0" encoding="utf-8"?><Relationships xmlns="http://schemas.openxmlformats.org/package/2006/relationships"><Relationship Type="http://schemas.openxmlformats.org/officeDocument/2006/relationships/slide" Target="/ppt/slides/slide253.xml" Id="R9b9a2e602c28498f" /><Relationship Type="http://schemas.openxmlformats.org/officeDocument/2006/relationships/notesMaster" Target="/ppt/notesMasters/notesMaster1.xml" Id="Ra83c1965cf5b49f1" /></Relationships>
</file>

<file path=ppt/notesSlides/_rels/notesSlide254.xml.rels>&#65279;<?xml version="1.0" encoding="utf-8"?><Relationships xmlns="http://schemas.openxmlformats.org/package/2006/relationships"><Relationship Type="http://schemas.openxmlformats.org/officeDocument/2006/relationships/slide" Target="/ppt/slides/slide254.xml" Id="R3969c5bd64d24260" /><Relationship Type="http://schemas.openxmlformats.org/officeDocument/2006/relationships/notesMaster" Target="/ppt/notesMasters/notesMaster1.xml" Id="R63eb22a1b5d249a2" /></Relationships>
</file>

<file path=ppt/notesSlides/_rels/notesSlide255.xml.rels>&#65279;<?xml version="1.0" encoding="utf-8"?><Relationships xmlns="http://schemas.openxmlformats.org/package/2006/relationships"><Relationship Type="http://schemas.openxmlformats.org/officeDocument/2006/relationships/slide" Target="/ppt/slides/slide255.xml" Id="R192671fd401e4750" /><Relationship Type="http://schemas.openxmlformats.org/officeDocument/2006/relationships/notesMaster" Target="/ppt/notesMasters/notesMaster1.xml" Id="R913ad69a28554886" /></Relationships>
</file>

<file path=ppt/notesSlides/_rels/notesSlide256.xml.rels>&#65279;<?xml version="1.0" encoding="utf-8"?><Relationships xmlns="http://schemas.openxmlformats.org/package/2006/relationships"><Relationship Type="http://schemas.openxmlformats.org/officeDocument/2006/relationships/slide" Target="/ppt/slides/slide256.xml" Id="Rf4a76cf51485442e" /><Relationship Type="http://schemas.openxmlformats.org/officeDocument/2006/relationships/notesMaster" Target="/ppt/notesMasters/notesMaster1.xml" Id="Re4ce744328a64807" /></Relationships>
</file>

<file path=ppt/notesSlides/_rels/notesSlide257.xml.rels>&#65279;<?xml version="1.0" encoding="utf-8"?><Relationships xmlns="http://schemas.openxmlformats.org/package/2006/relationships"><Relationship Type="http://schemas.openxmlformats.org/officeDocument/2006/relationships/slide" Target="/ppt/slides/slide257.xml" Id="R329bc2f08db7485e" /><Relationship Type="http://schemas.openxmlformats.org/officeDocument/2006/relationships/notesMaster" Target="/ppt/notesMasters/notesMaster1.xml" Id="Rc7e8c12c154644cc" /></Relationships>
</file>

<file path=ppt/notesSlides/_rels/notesSlide258.xml.rels>&#65279;<?xml version="1.0" encoding="utf-8"?><Relationships xmlns="http://schemas.openxmlformats.org/package/2006/relationships"><Relationship Type="http://schemas.openxmlformats.org/officeDocument/2006/relationships/slide" Target="/ppt/slides/slide258.xml" Id="Rc712575c75274034" /><Relationship Type="http://schemas.openxmlformats.org/officeDocument/2006/relationships/notesMaster" Target="/ppt/notesMasters/notesMaster1.xml" Id="Re51908d75f714e27" /></Relationships>
</file>

<file path=ppt/notesSlides/_rels/notesSlide259.xml.rels>&#65279;<?xml version="1.0" encoding="utf-8"?><Relationships xmlns="http://schemas.openxmlformats.org/package/2006/relationships"><Relationship Type="http://schemas.openxmlformats.org/officeDocument/2006/relationships/slide" Target="/ppt/slides/slide259.xml" Id="R1045a562aed64fa8" /><Relationship Type="http://schemas.openxmlformats.org/officeDocument/2006/relationships/notesMaster" Target="/ppt/notesMasters/notesMaster1.xml" Id="R6a76657ccdf14c13" /></Relationships>
</file>

<file path=ppt/notesSlides/_rels/notesSlide260.xml.rels>&#65279;<?xml version="1.0" encoding="utf-8"?><Relationships xmlns="http://schemas.openxmlformats.org/package/2006/relationships"><Relationship Type="http://schemas.openxmlformats.org/officeDocument/2006/relationships/slide" Target="/ppt/slides/slide260.xml" Id="R7f1cf3b6aa3b4ab1" /><Relationship Type="http://schemas.openxmlformats.org/officeDocument/2006/relationships/notesMaster" Target="/ppt/notesMasters/notesMaster1.xml" Id="R4048ed09ead1441e" /></Relationships>
</file>

<file path=ppt/notesSlides/_rels/notesSlide261.xml.rels>&#65279;<?xml version="1.0" encoding="utf-8"?><Relationships xmlns="http://schemas.openxmlformats.org/package/2006/relationships"><Relationship Type="http://schemas.openxmlformats.org/officeDocument/2006/relationships/slide" Target="/ppt/slides/slide261.xml" Id="Rb1c6bdb003924c66" /><Relationship Type="http://schemas.openxmlformats.org/officeDocument/2006/relationships/notesMaster" Target="/ppt/notesMasters/notesMaster1.xml" Id="R42317fb50bfe4f19" /></Relationships>
</file>

<file path=ppt/notesSlides/_rels/notesSlide262.xml.rels>&#65279;<?xml version="1.0" encoding="utf-8"?><Relationships xmlns="http://schemas.openxmlformats.org/package/2006/relationships"><Relationship Type="http://schemas.openxmlformats.org/officeDocument/2006/relationships/slide" Target="/ppt/slides/slide262.xml" Id="R1232bee73dc44ef9" /><Relationship Type="http://schemas.openxmlformats.org/officeDocument/2006/relationships/notesMaster" Target="/ppt/notesMasters/notesMaster1.xml" Id="R611eb1a241a541a4" /></Relationships>
</file>

<file path=ppt/notesSlides/_rels/notesSlide263.xml.rels>&#65279;<?xml version="1.0" encoding="utf-8"?><Relationships xmlns="http://schemas.openxmlformats.org/package/2006/relationships"><Relationship Type="http://schemas.openxmlformats.org/officeDocument/2006/relationships/slide" Target="/ppt/slides/slide263.xml" Id="R7c0d3ac4064c4afb" /><Relationship Type="http://schemas.openxmlformats.org/officeDocument/2006/relationships/notesMaster" Target="/ppt/notesMasters/notesMaster1.xml" Id="R818d3f272fd841e7" /></Relationships>
</file>

<file path=ppt/notesSlides/_rels/notesSlide264.xml.rels>&#65279;<?xml version="1.0" encoding="utf-8"?><Relationships xmlns="http://schemas.openxmlformats.org/package/2006/relationships"><Relationship Type="http://schemas.openxmlformats.org/officeDocument/2006/relationships/slide" Target="/ppt/slides/slide264.xml" Id="R07f6c62151914738" /><Relationship Type="http://schemas.openxmlformats.org/officeDocument/2006/relationships/notesMaster" Target="/ppt/notesMasters/notesMaster1.xml" Id="Rce24198ba56148a4" /></Relationships>
</file>

<file path=ppt/notesSlides/_rels/notesSlide265.xml.rels>&#65279;<?xml version="1.0" encoding="utf-8"?><Relationships xmlns="http://schemas.openxmlformats.org/package/2006/relationships"><Relationship Type="http://schemas.openxmlformats.org/officeDocument/2006/relationships/slide" Target="/ppt/slides/slide265.xml" Id="R4cf109f5e1ef42a8" /><Relationship Type="http://schemas.openxmlformats.org/officeDocument/2006/relationships/notesMaster" Target="/ppt/notesMasters/notesMaster1.xml" Id="R8d24037338604946" /></Relationships>
</file>

<file path=ppt/notesSlides/_rels/notesSlide266.xml.rels>&#65279;<?xml version="1.0" encoding="utf-8"?><Relationships xmlns="http://schemas.openxmlformats.org/package/2006/relationships"><Relationship Type="http://schemas.openxmlformats.org/officeDocument/2006/relationships/slide" Target="/ppt/slides/slide266.xml" Id="R19da7e202fb441f8" /><Relationship Type="http://schemas.openxmlformats.org/officeDocument/2006/relationships/notesMaster" Target="/ppt/notesMasters/notesMaster1.xml" Id="Rc6fad40bc3bb450a" /></Relationships>
</file>

<file path=ppt/notesSlides/_rels/notesSlide267.xml.rels>&#65279;<?xml version="1.0" encoding="utf-8"?><Relationships xmlns="http://schemas.openxmlformats.org/package/2006/relationships"><Relationship Type="http://schemas.openxmlformats.org/officeDocument/2006/relationships/slide" Target="/ppt/slides/slide267.xml" Id="Rc12092ce3d524d0c" /><Relationship Type="http://schemas.openxmlformats.org/officeDocument/2006/relationships/notesMaster" Target="/ppt/notesMasters/notesMaster1.xml" Id="R8cc9b6efea6e4c29" /></Relationships>
</file>

<file path=ppt/notesSlides/_rels/notesSlide268.xml.rels>&#65279;<?xml version="1.0" encoding="utf-8"?><Relationships xmlns="http://schemas.openxmlformats.org/package/2006/relationships"><Relationship Type="http://schemas.openxmlformats.org/officeDocument/2006/relationships/slide" Target="/ppt/slides/slide268.xml" Id="Rf9dce150c37a4ec9" /><Relationship Type="http://schemas.openxmlformats.org/officeDocument/2006/relationships/notesMaster" Target="/ppt/notesMasters/notesMaster1.xml" Id="Ra52ece721ec9489c" /></Relationships>
</file>

<file path=ppt/notesSlides/_rels/notesSlide269.xml.rels>&#65279;<?xml version="1.0" encoding="utf-8"?><Relationships xmlns="http://schemas.openxmlformats.org/package/2006/relationships"><Relationship Type="http://schemas.openxmlformats.org/officeDocument/2006/relationships/slide" Target="/ppt/slides/slide269.xml" Id="R9bfc074026984142" /><Relationship Type="http://schemas.openxmlformats.org/officeDocument/2006/relationships/notesMaster" Target="/ppt/notesMasters/notesMaster1.xml" Id="R0ec9e0d29a6f4f0e" /></Relationships>
</file>

<file path=ppt/notesSlides/_rels/notesSlide270.xml.rels>&#65279;<?xml version="1.0" encoding="utf-8"?><Relationships xmlns="http://schemas.openxmlformats.org/package/2006/relationships"><Relationship Type="http://schemas.openxmlformats.org/officeDocument/2006/relationships/slide" Target="/ppt/slides/slide270.xml" Id="R85c2025981914906" /><Relationship Type="http://schemas.openxmlformats.org/officeDocument/2006/relationships/notesMaster" Target="/ppt/notesMasters/notesMaster1.xml" Id="R1f27ac6b403548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과정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오프닝 2분. 40시간 동안 하나의 검증 가능한 업무 Agent를 완성한다고 선언한다.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첫날 운영 안내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강사의 오후 주요 일정 때문에 이번 주만 점심시간을 14:00-15:00에 운영한다. 11:30-12:00에는 빠른 점심 또는 간식을 미리 섭취하도록 안내한다. 쉬는 시간은 각 수업 구간의 맨 끝에 배정한다.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첫날 전체 시간표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3쪽의 하루 지도다. 각 차시 표지에서 같은 시간·내용·산출물을 다시 찾아 현재 위치를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머신러닝·딥러닝·LLM을 거쳐, 지금은 Agent 제품을 만듭니다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금융→의료→교육→이커머스를 데이터 형태와 제품 책임의 확장으로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먼저 네 단어의 역할만 잡고 갑니다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https://docs.langchain.com/oss/python/langchain/overview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재직자와 구직자는 같은 기술을 다르게 증명한다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수업은 네 번의 움직임을 반복합니다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막히면 “안 돼요”보다 네 가지를 알려주세요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실습 속도가 달라도, 다음 행동은 분명합니다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실습 완료는 “작동했다”가 아니라 “다시 확인할 수 있다”입니다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AI Agent를 만드는 일은, 책임 경계를 그리는 일 도구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툴 이름을 나열하지 않고 역할·선택 이유·대안과의 차이를 먼저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https://developers.openai.com/codex/cli/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- local://llm-agent-and-workflow-automation</a:t>
            </a:r>
          </a:p>
          <a:p xmlns:a="http://schemas.openxmlformats.org/drawingml/2006/main">
            <a:r>
              <a:t>- local://src/day1_agent.py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Codex CLI · 저장소를 읽고 실행하는 Agent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https://developers.openai.com/codex/cli/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Claude Code · 터미널 중심 Harness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실제 VS Code 저장소 · 수업의 출발 화면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local://llm-agent-and-workflow-automation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실제 Agent 코드 · 표준 라이브러리부터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local://src/day1_agent.py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작업 요청을 먼저 spec으로 고정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Agent의 최소 반복 구조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Day 1 완료조건을 명령으로 표현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저장소가 말해주는 역할 분리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강사 회의음성 Demo · 실패해도 수업은 계속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실습 1 · 강사 Demo를 보고 내 업무를 고릅니다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06 MIN. 5분·2분·1분 전에 남은 시간을 공지한다. 구두 예시로 끝내지 않는다. 강사는 data/demo_meeting.wav 또는 본인이 녹음한 약 1분 WAV를 넣고 실제 코드 결과를 먼저 보여준다. 네트워크·모델 실패에 대비해 data/meeting_sample_ko.txt와 사전 생성 JSON을 즉시 여는 fallback을 준비한다. 온라인 개인 실습이므로 수강생에게 발표나 공개를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실습 2 · 오늘 사용할 예시를 혼자 정합니다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05 MIN. 5분·2분·1분 전에 남은 시간을 공지한다. 온라인 개인 실습이다. 선택한 업무나 구직 상태를 공개하게 하지 않고, 개인 notebook에만 적게 한다. 발표는 진행하지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실습 3 · 최종 데모 역산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실습 4 · 환경 신호등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06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실패 1 · 문제 범위가 너무 크다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실패 2 · 실제 회사 데이터를 가져온다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실패 3 · 모델 선택부터 시작한다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재직자 · 현업 PoC 승인 관점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Gate 1 · 범위를 줄일 수 있습니까?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기준·함께 챙길 내용을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실행 전에 알아야 할 네 가지 계약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Tool Calling은 실행 권한의 계약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Schema는 문서이자 방화벽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Registry가 실행 가능한 세계를 제한한다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최소 권한은 기능을 줄이는 설계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Validation은 실행 전에 끝낸다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오류도 정상적인 결과 형식이다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Read와 Write는 위험도가 다르다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Audit event가 설명 가능성을 만든다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Tool 호출의 4단계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Tool Prompt와 Schema를 만드는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파일 도구의 경로 검증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오류 분류 결정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테스트 설계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단계별 화면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화면을 보기 전에 전체 경로와 마지막 성공 신호를 먼저 공유한다.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https://docs.ollama.com/api/introduction</a:t>
            </a:r>
          </a:p>
          <a:p xmlns:a="http://schemas.openxmlformats.org/drawingml/2006/main">
            <a:r>
              <a:t>- https://docs.github.com/en/rest/authentication/authenticating-to-the-rest-api</a:t>
            </a:r>
          </a:p>
          <a:p xmlns:a="http://schemas.openxmlformats.org/drawingml/2006/main">
            <a:r>
              <a:t>- https://docs.pytest.org/en/stable/getting-started.html</a:t>
            </a:r>
          </a:p>
          <a:p xmlns:a="http://schemas.openxmlformats.org/drawingml/2006/main">
            <a:r>
              <a:t>- local://python3-m-pytest-q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Ollama API · 호출 형식을 공식 문서로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https://docs.ollama.com/api/introduction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GitHub REST · 인증은 코드와 분리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https://docs.github.com/en/rest/authentication/authenticating-to-the-rest-api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pytest · 실패를 재현하는 가장 작은 도구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https://docs.pytest.org/en/stable/getting-started.html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실제 실행 · 10 tests 통과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local://python3-m-pytest-q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도구 schema · 허용 입력만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예상 밖 인자를 차단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경로 이탈을 막는 guard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오류를 공통 result로 정규화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Tool Calling Prompt의 최소 구조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실습 1 · 도구 한 개를 schema로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실습 2 · 잘못된 호출 3개 만들기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실습 3 · workspace guard 읽기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09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실습 4 · ToolResult 계약 검증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실패 1 · 모델 JSON을 바로 실행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실패 2 · 범용 shell 도구 제공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실패 3 · 모든 오류를 retry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재직자 · Tool 권한 승인표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Gate 2 · 이 Tool Call을 실행할까요?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기준·함께 챙길 내용을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한국어 데이터를 읽는 네 가지 단위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PBL은 기술 목록이 아니라 사용자 문제에서 시작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K-Work Copilot의 공통 입력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한국어는 띄어쓰기보다 업무 맥락이 어렵다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실제 데이터처럼 보이는 최소 조건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데이터 공개와 사용 허가는 다르다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Dataset Card가 실습을 재현하게 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Transcript schema가 STT와 LLM을 연결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Evidence가 요약의 근거를 고정한다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공개 데이터 선택 4단계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한국어 업무 Prompt의 기본 구조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비식별 처리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Golden set 만드는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PBL canvas 네 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한국어 데이터의 핵심은 맥락과 책임 도구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툴 이름을 나열하지 않고 역할·선택 이유·대안과의 차이를 먼저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https://data.seoul.go.kr/</a:t>
            </a:r>
          </a:p>
          <a:p xmlns:a="http://schemas.openxmlformats.org/drawingml/2006/main">
            <a:r>
              <a:t>- https://kli.korean.go.kr/corpus/</a:t>
            </a:r>
          </a:p>
          <a:p xmlns:a="http://schemas.openxmlformats.org/drawingml/2006/main">
            <a:r>
              <a:t>- https://dataset.nanet.go.kr/</a:t>
            </a:r>
          </a:p>
          <a:p xmlns:a="http://schemas.openxmlformats.org/drawingml/2006/main">
            <a:r>
              <a:t>- https://support.google.com/meet/answer/12849897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서울 열린데이터광장 · 한국어 공공 데이터 탐색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https://data.seoul.go.kr/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국립국어원 모두의 말뭉치 · 한국어 원자료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https://kli.korean.go.kr/corpus/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국회 회의록 빅데이터 · 실제 발화 구조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https://dataset.nanet.go.kr/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Google Meet 전사 · Managed STT의 현재 위치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https://support.google.com/meet/answer/12849897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회의 segment schema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Action Item에 evidence 연결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모호한 날짜는 추론하지 않는다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한국어 회의 Prompt · 모호하면 추론하지 않기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Dataset card 최소 필드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실습 1 · 한국어 사례 후보 3개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실습 2 · 이용 조건 확인표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실습 3 · 상세 회의에서 근거 구간 찾기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실습 4 · Golden JSON과 비교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실패 1 · 데이터가 너무 크다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실패 2 · 공개 페이지를 그대로 재배포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실패 3 · 정답 없이 prompt를 튜닝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재직자 · 실제 업무를 안전하게 추상화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Gate 3 · 이 Action Item을 믿어도 될까요?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기준·함께 챙길 내용을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설치보다 먼저 구분할 네 가지 환경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무료의 정의를 먼저 합의한다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필수 경로와 강사 가속 경로를 분리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Python은 실행기, VS Code는 작업 공간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가상환경은 프로젝트의 재현 경계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Git과 GitHub는 변경의 증거와 검토 장소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Jupyter는 설명과 실행의 다리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Secret은 코드·노트북·캡처 밖에 둔다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Harness Engineering은 PR에서 완료된다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https://learn.chatgpt.com/docs/third-party/github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환경 설치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가상환경 준비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VS Code interpreter 선택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GitHub branch와 Draft PR 준비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Codex PR 검토 루프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단계별 화면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화면을 보기 전에 전체 경로와 마지막 성공 신호를 먼저 공유한다.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https://www.python.org/downloads/</a:t>
            </a:r>
          </a:p>
          <a:p xmlns:a="http://schemas.openxmlformats.org/drawingml/2006/main">
            <a:r>
              <a:t>- https://code.visualstudio.com/docs/python/python-tutorial</a:t>
            </a:r>
          </a:p>
          <a:p xmlns:a="http://schemas.openxmlformats.org/drawingml/2006/main">
            <a:r>
              <a:t>- https://git-scm.com/book/en/v2/Getting-Started-First-Time-Git-Setup</a:t>
            </a:r>
          </a:p>
          <a:p xmlns:a="http://schemas.openxmlformats.org/drawingml/2006/main">
            <a:r>
              <a:t>- https://docs.github.com/en/repositories/creating-and-managing-repositories/quickstart-for-repositories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Python 공식 다운로드 · interpreter 준비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https://www.python.org/downloads/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VS Code Python 튜토리얼 · 세 구성요소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https://code.visualstudio.com/docs/python/python-tutorial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Git 첫 설정 · identity와 기본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https://git-scm.com/book/en/v2/Getting-Started-First-Time-Git-Setup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GitHub repository quickstart · 교육용 sandbox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https://docs.github.com/en/repositories/creating-and-managing-repositories/quickstart-for-repositories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환경 확인 네 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가상환경 명령 · macOS/Linux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가상환경 명령 · Windows PowerShell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작은 branch에서 Draft PR까지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AGENTS.md · Codex가 볼 Review 기준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https://learn.chatgpt.com/docs/third-party/github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실습 1 · 버전 확인 캡처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실습 2 · 가상환경과 interpreter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실습 3 · notebook 열기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실습 4 · Branch→Codex→Test→PR 준비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12 MIN. 5분·2분·1분 전에 남은 시간을 공지한다. 강사는 연결된 sandbox repo에서 push와 Draft PR을 시연한다. 수강생은 계정·권한·gh 설치가 준비된 경우에만 PR까지 따라 한다. 자동 리뷰는 @codex review로 요청할 수 있지만 결과는 참고 의견이며, CI와 사람의 diff 확인 뒤에만 merge한다.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실패 1 · 설치를 끝없이 붙잡는다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실패 2 · 전역 Python에 모두 설치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실패 3 · Agent에게 저장소 전체 수정 허용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재직자 · 회사 PC 제약 lane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Gate 4 · 다른 PC에서도 다시 실행할 수 있을까요?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기준·함께 챙길 내용을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Agent 실행 루프를 나누는 네 역할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처음부터 LLM을 넣지 않는 이유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Planner는 “무엇을 할까”만 결정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Validator는 안전 경계를 고정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Executor는 등록 함수만 호출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ToolResult는 성공과 실패의 공통 언어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read_public_text는 의도적으로 좁다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count_action_markers는 LLM 전 fixture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코드 읽기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Run All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실패 주입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pytest 빨강→초록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Git checkpoint 만들기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단계별 화면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화면을 보기 전에 전체 경로와 마지막 성공 신호를 먼저 공유한다.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https://jupyter.org/install</a:t>
            </a:r>
          </a:p>
          <a:p xmlns:a="http://schemas.openxmlformats.org/drawingml/2006/main">
            <a:r>
              <a:t>- https://code.visualstudio.com/docs/languages/python</a:t>
            </a:r>
          </a:p>
          <a:p xmlns:a="http://schemas.openxmlformats.org/drawingml/2006/main">
            <a:r>
              <a:t>- https://developers.openai.com/codex/cli/</a:t>
            </a:r>
          </a:p>
          <a:p xmlns:a="http://schemas.openxmlformats.org/drawingml/2006/main">
            <a:r>
              <a:t>- https://docs.anthropic.com/en/docs/claude-code/terminal-guide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Jupyter 설치 · notebook 실행기의 공식 경로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https://jupyter.org/install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VS Code Python · editor와 interpreter 연결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https://code.visualstudio.com/docs/languages/python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Codex CLI · 작은 spec으로 수정 가속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https://developers.openai.com/codex/cli/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Claude Code · 동일 repo에서 검토 루프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https://docs.anthropic.com/en/docs/claude-code/terminal-guide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규칙 기반 planner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SafeToolExecutor의 경계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파일 확장자 allowlist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중복 호출 cache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Agent event 한 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실습 1 · Notebook Run All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12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실습 2 · 정상 도구 호출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실습 3 · 실패 4종 재현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실습 4 · pytest 10개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실패 1 · Notebook과 module이 다른 Python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실패 2 · 첫 실패 뒤 계속 실행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실패 3 · 테스트를 통과시키려고 정책 완화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재직자 · Safe loop를 현업 tool에 매핑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Gate 5 · 14:00 점심 전 실행 증거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14:00에 정확히 점심을 시작하고 14:55 복귀를 공지한다. 점심 변경 사유와 사과는 오프닝 운영 장표에서 이미 전달했으므로 여기서는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기준·함께 챙길 내용을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모델을 교체하기 위한 네 가지 층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필수 목표는 “모델 설치 성공”이 아니다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Ollama는 CLI와 localhost API 경로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LM Studio는 GUI와 OpenAI-compatible server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Jan은 desktop local API 대안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Provider adapter가 차이를 감춘다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OpenAI-compatible은 완전 동일을 뜻하지 않는다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작은 모델은 출력 계약을 더 엄격히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로컬 provider 선택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Ollama 최소 실행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Adapter 네 단계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Structured output 처리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모델 오류 분류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무료 실습의 핵심은 교체 가능한 구조 도구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툴 이름을 나열하지 않고 역할·선택 이유·대안과의 차이를 먼저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https://ollama.com/download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- https://lmstudio.ai/docs/developer/core/server</a:t>
            </a:r>
          </a:p>
          <a:p xmlns:a="http://schemas.openxmlformats.org/drawingml/2006/main">
            <a:r>
              <a:t>- https://www.jan.ai/docs/desktop/api-server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Ollama 다운로드 · OS별 설치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https://ollama.com/download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Qwen3 model library · tag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LM Studio · Local LLM API server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https://lmstudio.ai/docs/developer/core/server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Jan · Local API Server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https://www.jan.ai/docs/desktop/api-server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Ollama generate payload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https://docs.ollama.com/api/generate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연결 실패도 result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공통 Provider protocol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JSON parse와 schema validate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bounded repair · 한 번만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실습 1 · Ollama health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실습 2 · 선택 provider 호출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12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실습 3 · 공통 contract 비교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실습 4 · 깨진 JSON 복구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실패 1 · 큰 모델 다운로드를 기다림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실패 2 · 연결 실패를 traceback으로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실패 3 · JSON처럼 보이면 통과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재직자 · 로컬 LLM 도입 질문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Gate 6 · Local LLM이 꺼져도 계속하기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기준·함께 챙길 내용을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중단과 재개를 설명하는 네 단어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https://docs.langchain.com/oss/python/langgraph/persistence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State는 다음 행동의 근거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Node는 한 가지 책임의 함수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Edge는 다음 node를 정하는 정책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Checkpointer가 중단과 재개를 가능하게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Interrupt는 “잠깐 멈춤”이 아니라 업무 상태다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공식 튜토리얼의 workflow를 보며 어디에서 중단하고 사람이 개입하는지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https://www.ibm.com/think/tutorials/human-in-the-loop-ai-agent-langraph-watsonx-ai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Approve·Edit·Reject는 다른 event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Retry는 일시 오류에만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Graph 설계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오류 routing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Human review node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Interrupt payload 설계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Idempotent publish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LangGraph는 중단과 재시작을 설계한다 도구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툴 이름을 나열하지 않고 역할·선택 이유·대안과의 차이를 먼저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https://docs.langchain.com/oss/python/langchain/overview</a:t>
            </a:r>
          </a:p>
          <a:p xmlns:a="http://schemas.openxmlformats.org/drawingml/2006/main">
            <a:r>
              <a:t>- https://docs.langchain.com/oss/python/langgraph/overview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https://docs.langchain.com/oss/python/langgraph/persistence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LangChain overview · 조합 계층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https://docs.langchain.com/oss/python/langchain/overview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LangGraph overview · stateful orchestration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https://docs.langchain.com/oss/python/langgraph/overview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LangGraph interrupts · 사람 입력에서 중단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LangGraph persistence · checkpoint와 thread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https://docs.langchain.com/oss/python/langgraph/persistence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State schema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오류 route 함수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Interrupt로 검토 요청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Command로 같은 thread 재개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승인 event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실습 1 · State 필드 설계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실습 2 · Node와 edge 카드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실습 3 · Retry 정책표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실습 4 · Reviewer 역할극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12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실패 1 · State에 모든 것을 저장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실패 2 · interrupt를 try/except로 감쌈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실패 3 · 승인 전에 외부 쓰기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재직자 · Human Approval 운영표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Gate 7 · 승인 뒤 같은 요청이 다시 왔습니다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기준·함께 챙길 내용을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관측과 배포 판단을 잇는 네 단어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https://docs.langchain.com/langsmith/evaluation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Managed 회의 기능은 현업의 현재 출발점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수업의 local STT는 원리를 이해하는 최소 실습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STT 품질은 WER 하나로 끝나지 않는다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LangSmith trace는 실행의 계보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민감 데이터는 trace 전에 줄인다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Dataset이 평가 입력을 고정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전체 pipeline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STT 실행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Trace 설계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Dataset 구축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평가 루프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LangSmith는 배포 결정을 위한 증거다 도구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툴 이름을 나열하지 않고 역할·선택 이유·대안과의 차이를 먼저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https://github.com/SYSTRAN/faster-whisper</a:t>
            </a:r>
          </a:p>
          <a:p xmlns:a="http://schemas.openxmlformats.org/drawingml/2006/main">
            <a:r>
              <a:t>- https://github.com/ggml-org/whisper.cpp</a:t>
            </a:r>
          </a:p>
          <a:p xmlns:a="http://schemas.openxmlformats.org/drawingml/2006/main">
            <a:r>
              <a:t>- https://support.google.com/meet/answer/14754931</a:t>
            </a:r>
          </a:p>
          <a:p xmlns:a="http://schemas.openxmlformats.org/drawingml/2006/main">
            <a:r>
              <a:t>- https://docs.langchain.com/langsmith/observability</a:t>
            </a:r>
          </a:p>
          <a:p xmlns:a="http://schemas.openxmlformats.org/drawingml/2006/main">
            <a:r>
              <a:t>- https://docs.langchain.com/langsmith/evaluation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faster-whisper · Python 기반 local STT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https://github.com/SYSTRAN/faster-whisper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whisper.cpp · 경량 local 대안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https://github.com/ggml-org/whisper.cpp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Google Meet 자동 노트 · 만들기보다 통합하기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https://support.google.com/meet/answer/14754931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LangSmith observability · trace tree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https://docs.langchain.com/langsmith/observability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LangSmith evaluation · dataset과 experiment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https://docs.langchain.com/langsmith/evaluation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faster-whisper 최소 호출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https://github.com/SYSTRAN/faster-whisper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STT 품질 flag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LangSmith 환경 변수 경계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Trace metadata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결정론적 evaluator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실습 1 · Managed vs Local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07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실습 2 · STT quality policy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실습 3 · Trace에서 답할 질문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실습 4 · Evaluation dataset 설계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실패 1 · STT 결과를 정답으로 간주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실패 2 · 모든 trace에 원문 전송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실패 3 · trace만 보고 평가 완료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재직자 · 운영 dashboard 질문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17:30–18:00 · Q&amp;A와 Exit Ticket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17:30부터 30분을 Q&amp;A·실습 복구·Exit Ticket에 사용한다. 여기서만 Day 1 전체 구조를 짧게 회수한다. Day2–5는 일반 점심 12:00–13:00으로 운영한다고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fd59f659ad4e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ac031b0167414d" /><Relationship Type="http://schemas.openxmlformats.org/officeDocument/2006/relationships/slideLayout" Target="/ppt/slideLayouts/slideLayout1.xml" Id="R969b25fae39d431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9b25fae39d431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63d981ddee4328" /><Relationship Type="http://schemas.openxmlformats.org/officeDocument/2006/relationships/notesSlide" Target="/ppt/notesSlides/notesSlide1.xml" Id="Rda443f4571634f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dfb706fc8849bc" /><Relationship Type="http://schemas.openxmlformats.org/officeDocument/2006/relationships/image" Target="/ppt/media/image.png" Id="Rcd846f4e74df44f1" /><Relationship Type="http://schemas.openxmlformats.org/officeDocument/2006/relationships/image" Target="/ppt/media/image.svg" Id="Ra514041cfd6944d7" /><Relationship Type="http://schemas.openxmlformats.org/officeDocument/2006/relationships/notesSlide" Target="/ppt/notesSlides/notesSlide2.xml" Id="R20079422941341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7fdc38c3e3473a" /><Relationship Type="http://schemas.openxmlformats.org/officeDocument/2006/relationships/notesSlide" Target="/ppt/notesSlides/notesSlide3.xml" Id="Rb3a4c6c331f24e0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7dc316723f473e" /><Relationship Type="http://schemas.openxmlformats.org/officeDocument/2006/relationships/notesSlide" Target="/ppt/notesSlides/notesSlide4.xml" Id="R6812a055b0664e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5e143c160d4d42" /><Relationship Type="http://schemas.openxmlformats.org/officeDocument/2006/relationships/notesSlide" Target="/ppt/notesSlides/notesSlide5.xml" Id="Rfe15843951b645d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912b4144284423" /><Relationship Type="http://schemas.openxmlformats.org/officeDocument/2006/relationships/image" Target="/ppt/media/image2.png" Id="R5483c0cf7886461f" /><Relationship Type="http://schemas.openxmlformats.org/officeDocument/2006/relationships/image" Target="/ppt/media/image2.svg" Id="R806709f6b06844c1" /><Relationship Type="http://schemas.openxmlformats.org/officeDocument/2006/relationships/notesSlide" Target="/ppt/notesSlides/notesSlide6.xml" Id="Rb19c8a64726a4c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7c109c8514e24" /><Relationship Type="http://schemas.openxmlformats.org/officeDocument/2006/relationships/notesSlide" Target="/ppt/notesSlides/notesSlide7.xml" Id="Ra0617e9c9d364bd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e4f348c4ed4b2d" /><Relationship Type="http://schemas.openxmlformats.org/officeDocument/2006/relationships/image" Target="/ppt/media/image3.png" Id="R3bd051849f0d4096" /><Relationship Type="http://schemas.openxmlformats.org/officeDocument/2006/relationships/image" Target="/ppt/media/image3.svg" Id="R03c29ff9cce44935" /><Relationship Type="http://schemas.openxmlformats.org/officeDocument/2006/relationships/notesSlide" Target="/ppt/notesSlides/notesSlide8.xml" Id="R3196e77baa05413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f9a879644644ab" /><Relationship Type="http://schemas.openxmlformats.org/officeDocument/2006/relationships/notesSlide" Target="/ppt/notesSlides/notesSlide9.xml" Id="R897b105d54dc4a2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6a817d3754565" /><Relationship Type="http://schemas.openxmlformats.org/officeDocument/2006/relationships/notesSlide" Target="/ppt/notesSlides/notesSlide10.xml" Id="Rf9ad41af3e6947e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137caacd648da" /><Relationship Type="http://schemas.openxmlformats.org/officeDocument/2006/relationships/notesSlide" Target="/ppt/notesSlides/notesSlide11.xml" Id="Ra40ee9b952024c6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d665e405c43f7" /><Relationship Type="http://schemas.openxmlformats.org/officeDocument/2006/relationships/image" Target="/ppt/media/image.jpeg" Id="Rbb0d201fc7824837" /><Relationship Type="http://schemas.openxmlformats.org/officeDocument/2006/relationships/notesSlide" Target="/ppt/notesSlides/notesSlide12.xml" Id="R62769146a43e42c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57e21997324002" /><Relationship Type="http://schemas.openxmlformats.org/officeDocument/2006/relationships/image" Target="/ppt/media/image2.jpeg" Id="Rf119591b7de648d7" /><Relationship Type="http://schemas.openxmlformats.org/officeDocument/2006/relationships/notesSlide" Target="/ppt/notesSlides/notesSlide13.xml" Id="R93f3f084e5274ee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a0dcf6f184e27" /><Relationship Type="http://schemas.openxmlformats.org/officeDocument/2006/relationships/image" Target="/ppt/media/image3.jpeg" Id="Ra84f6a95744b4303" /><Relationship Type="http://schemas.openxmlformats.org/officeDocument/2006/relationships/notesSlide" Target="/ppt/notesSlides/notesSlide14.xml" Id="Rea4596c275e144a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ef4b25b593427f" /><Relationship Type="http://schemas.openxmlformats.org/officeDocument/2006/relationships/image" Target="/ppt/media/image4.jpeg" Id="R1ea69ec780d44e2e" /><Relationship Type="http://schemas.openxmlformats.org/officeDocument/2006/relationships/notesSlide" Target="/ppt/notesSlides/notesSlide15.xml" Id="R751ab6aed81e4dd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c16ef3daa744e2" /><Relationship Type="http://schemas.openxmlformats.org/officeDocument/2006/relationships/notesSlide" Target="/ppt/notesSlides/notesSlide16.xml" Id="Rb3ee6607ff1c42a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d7c02663944e44" /><Relationship Type="http://schemas.openxmlformats.org/officeDocument/2006/relationships/notesSlide" Target="/ppt/notesSlides/notesSlide17.xml" Id="Ra61043b02dc64e9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a704749323478e" /><Relationship Type="http://schemas.openxmlformats.org/officeDocument/2006/relationships/notesSlide" Target="/ppt/notesSlides/notesSlide18.xml" Id="R9429ea4f409243c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35f6533ce24cec" /><Relationship Type="http://schemas.openxmlformats.org/officeDocument/2006/relationships/notesSlide" Target="/ppt/notesSlides/notesSlide19.xml" Id="R81e792a73bcb411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ab94c1ec04b1d" /><Relationship Type="http://schemas.openxmlformats.org/officeDocument/2006/relationships/notesSlide" Target="/ppt/notesSlides/notesSlide20.xml" Id="R85e7ac626646469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f8195f671d4436" /><Relationship Type="http://schemas.openxmlformats.org/officeDocument/2006/relationships/notesSlide" Target="/ppt/notesSlides/notesSlide21.xml" Id="R4e17f67c178c459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88f8e9ab5b44e7" /><Relationship Type="http://schemas.openxmlformats.org/officeDocument/2006/relationships/notesSlide" Target="/ppt/notesSlides/notesSlide22.xml" Id="Re9e591d069d54a0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2317652f804a7d" /><Relationship Type="http://schemas.openxmlformats.org/officeDocument/2006/relationships/notesSlide" Target="/ppt/notesSlides/notesSlide23.xml" Id="Rca9529b21f6548c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4867b45807412c" /><Relationship Type="http://schemas.openxmlformats.org/officeDocument/2006/relationships/notesSlide" Target="/ppt/notesSlides/notesSlide24.xml" Id="Reb292fdd745149b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11726b15943f4" /><Relationship Type="http://schemas.openxmlformats.org/officeDocument/2006/relationships/notesSlide" Target="/ppt/notesSlides/notesSlide25.xml" Id="R6cf0670a0a874f0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22f953fd5c4b26" /><Relationship Type="http://schemas.openxmlformats.org/officeDocument/2006/relationships/notesSlide" Target="/ppt/notesSlides/notesSlide26.xml" Id="R90676faa2a4c4db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f7fbcba1944f81" /><Relationship Type="http://schemas.openxmlformats.org/officeDocument/2006/relationships/notesSlide" Target="/ppt/notesSlides/notesSlide27.xml" Id="R42aa6ba18a794e4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8a1c5eba9a44b3" /><Relationship Type="http://schemas.openxmlformats.org/officeDocument/2006/relationships/notesSlide" Target="/ppt/notesSlides/notesSlide28.xml" Id="Ra50b53431ee045d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45417c832448e" /><Relationship Type="http://schemas.openxmlformats.org/officeDocument/2006/relationships/notesSlide" Target="/ppt/notesSlides/notesSlide29.xml" Id="Rd98184fc1e084a9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6b2a347b2e4cdd" /><Relationship Type="http://schemas.openxmlformats.org/officeDocument/2006/relationships/notesSlide" Target="/ppt/notesSlides/notesSlide30.xml" Id="Rf1238e618a30405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dbab3372124850" /><Relationship Type="http://schemas.openxmlformats.org/officeDocument/2006/relationships/notesSlide" Target="/ppt/notesSlides/notesSlide31.xml" Id="Rc35c4e1d1e17433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4f23d13a4c4ea3" /><Relationship Type="http://schemas.openxmlformats.org/officeDocument/2006/relationships/notesSlide" Target="/ppt/notesSlides/notesSlide32.xml" Id="R81e7418dc7da423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d545da3dc4146" /><Relationship Type="http://schemas.openxmlformats.org/officeDocument/2006/relationships/image" Target="/ppt/media/image4.png" Id="R95682586e1b046ce" /><Relationship Type="http://schemas.openxmlformats.org/officeDocument/2006/relationships/image" Target="/ppt/media/image4.svg" Id="R0d9f15dd27ff4803" /><Relationship Type="http://schemas.openxmlformats.org/officeDocument/2006/relationships/notesSlide" Target="/ppt/notesSlides/notesSlide33.xml" Id="Rd5b3ed216bcd411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63ed13daa4868" /><Relationship Type="http://schemas.openxmlformats.org/officeDocument/2006/relationships/notesSlide" Target="/ppt/notesSlides/notesSlide34.xml" Id="R5b242e8f89b942b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a073ba3e86453a" /><Relationship Type="http://schemas.openxmlformats.org/officeDocument/2006/relationships/notesSlide" Target="/ppt/notesSlides/notesSlide35.xml" Id="Rb9614cdf290d49c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24567cbed64580" /><Relationship Type="http://schemas.openxmlformats.org/officeDocument/2006/relationships/notesSlide" Target="/ppt/notesSlides/notesSlide36.xml" Id="R73042350ad9a4360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c1806f63ea4303" /><Relationship Type="http://schemas.openxmlformats.org/officeDocument/2006/relationships/notesSlide" Target="/ppt/notesSlides/notesSlide37.xml" Id="R73f45764c7f54fe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a02292903e42a6" /><Relationship Type="http://schemas.openxmlformats.org/officeDocument/2006/relationships/notesSlide" Target="/ppt/notesSlides/notesSlide38.xml" Id="Rf995d1442e67498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7bb595b46d469e" /><Relationship Type="http://schemas.openxmlformats.org/officeDocument/2006/relationships/notesSlide" Target="/ppt/notesSlides/notesSlide39.xml" Id="R6c5c601fcc3f41dd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801de6a3874cc3" /><Relationship Type="http://schemas.openxmlformats.org/officeDocument/2006/relationships/notesSlide" Target="/ppt/notesSlides/notesSlide40.xml" Id="R7ff0ffb1393d4a22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5e0cc38f4f4498" /><Relationship Type="http://schemas.openxmlformats.org/officeDocument/2006/relationships/notesSlide" Target="/ppt/notesSlides/notesSlide41.xml" Id="R3cd430ff54e34459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fcd96294ce42e5" /><Relationship Type="http://schemas.openxmlformats.org/officeDocument/2006/relationships/notesSlide" Target="/ppt/notesSlides/notesSlide42.xml" Id="R66a8d549be69429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6bc459ffb6417a" /><Relationship Type="http://schemas.openxmlformats.org/officeDocument/2006/relationships/notesSlide" Target="/ppt/notesSlides/notesSlide43.xml" Id="R77eb6a12fa344151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dba0ce189432f" /><Relationship Type="http://schemas.openxmlformats.org/officeDocument/2006/relationships/notesSlide" Target="/ppt/notesSlides/notesSlide44.xml" Id="R2ce705cc749b44b2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3c5b1e6084fa0" /><Relationship Type="http://schemas.openxmlformats.org/officeDocument/2006/relationships/notesSlide" Target="/ppt/notesSlides/notesSlide45.xml" Id="R5af6511eb18b407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f7823593434832" /><Relationship Type="http://schemas.openxmlformats.org/officeDocument/2006/relationships/notesSlide" Target="/ppt/notesSlides/notesSlide46.xml" Id="R1e46a4ceb5e94735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e4349246fc4371" /><Relationship Type="http://schemas.openxmlformats.org/officeDocument/2006/relationships/image" Target="/ppt/media/image5.jpeg" Id="R00e65c810ff74568" /><Relationship Type="http://schemas.openxmlformats.org/officeDocument/2006/relationships/notesSlide" Target="/ppt/notesSlides/notesSlide47.xml" Id="R3f6dd1f4e646409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74d752ac00449a" /><Relationship Type="http://schemas.openxmlformats.org/officeDocument/2006/relationships/image" Target="/ppt/media/image6.jpeg" Id="R37bb143a33554fde" /><Relationship Type="http://schemas.openxmlformats.org/officeDocument/2006/relationships/notesSlide" Target="/ppt/notesSlides/notesSlide48.xml" Id="Re8e8611bb58144e3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f356be069743d4" /><Relationship Type="http://schemas.openxmlformats.org/officeDocument/2006/relationships/image" Target="/ppt/media/image7.jpeg" Id="Rbbcce455acd445d0" /><Relationship Type="http://schemas.openxmlformats.org/officeDocument/2006/relationships/notesSlide" Target="/ppt/notesSlides/notesSlide49.xml" Id="Rb50348a5f5814192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40abc299a049d7" /><Relationship Type="http://schemas.openxmlformats.org/officeDocument/2006/relationships/image" Target="/ppt/media/image8.jpeg" Id="R1b146f1925454ec6" /><Relationship Type="http://schemas.openxmlformats.org/officeDocument/2006/relationships/notesSlide" Target="/ppt/notesSlides/notesSlide50.xml" Id="Rce264ed315d148cc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e1524e404b4a18" /><Relationship Type="http://schemas.openxmlformats.org/officeDocument/2006/relationships/notesSlide" Target="/ppt/notesSlides/notesSlide51.xml" Id="Rebb61c4af3ab4018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a8e4b938194859" /><Relationship Type="http://schemas.openxmlformats.org/officeDocument/2006/relationships/notesSlide" Target="/ppt/notesSlides/notesSlide52.xml" Id="R09fac745dad940ac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3f56e2d4f443cf" /><Relationship Type="http://schemas.openxmlformats.org/officeDocument/2006/relationships/notesSlide" Target="/ppt/notesSlides/notesSlide53.xml" Id="R00a259c4610c498e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0c9509176e4a69" /><Relationship Type="http://schemas.openxmlformats.org/officeDocument/2006/relationships/notesSlide" Target="/ppt/notesSlides/notesSlide54.xml" Id="Refb798cd673b4f1f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7c5df0b57e4758" /><Relationship Type="http://schemas.openxmlformats.org/officeDocument/2006/relationships/notesSlide" Target="/ppt/notesSlides/notesSlide55.xml" Id="Rd606b0944ad7447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766aa6308f4334" /><Relationship Type="http://schemas.openxmlformats.org/officeDocument/2006/relationships/notesSlide" Target="/ppt/notesSlides/notesSlide56.xml" Id="R08782d94f32d40ae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c8f07660b546dc" /><Relationship Type="http://schemas.openxmlformats.org/officeDocument/2006/relationships/notesSlide" Target="/ppt/notesSlides/notesSlide57.xml" Id="R806a5bdec6b94e6d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18e6023ac54363" /><Relationship Type="http://schemas.openxmlformats.org/officeDocument/2006/relationships/notesSlide" Target="/ppt/notesSlides/notesSlide58.xml" Id="Rffaa3ab2da7343f5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e9be291b194e48" /><Relationship Type="http://schemas.openxmlformats.org/officeDocument/2006/relationships/notesSlide" Target="/ppt/notesSlides/notesSlide59.xml" Id="R11e43ec032d84b03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31440c52254f9c" /><Relationship Type="http://schemas.openxmlformats.org/officeDocument/2006/relationships/notesSlide" Target="/ppt/notesSlides/notesSlide60.xml" Id="Ra066e51c01be4ba5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41e98a330340cf" /><Relationship Type="http://schemas.openxmlformats.org/officeDocument/2006/relationships/notesSlide" Target="/ppt/notesSlides/notesSlide61.xml" Id="Ree6a8cbc242f4701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d35b3cb1094ea3" /><Relationship Type="http://schemas.openxmlformats.org/officeDocument/2006/relationships/notesSlide" Target="/ppt/notesSlides/notesSlide62.xml" Id="R7d0a542fe60a4e6b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eb6ec05f424b8b" /><Relationship Type="http://schemas.openxmlformats.org/officeDocument/2006/relationships/notesSlide" Target="/ppt/notesSlides/notesSlide63.xml" Id="Rd4becef3813b4a35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d09ae2a124e14" /><Relationship Type="http://schemas.openxmlformats.org/officeDocument/2006/relationships/notesSlide" Target="/ppt/notesSlides/notesSlide64.xml" Id="Rd0bfb3d8fb6d4a3f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1e22e87bb34ee7" /><Relationship Type="http://schemas.openxmlformats.org/officeDocument/2006/relationships/notesSlide" Target="/ppt/notesSlides/notesSlide65.xml" Id="Rc2abb1d7da064ab1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12167948ee4e77" /><Relationship Type="http://schemas.openxmlformats.org/officeDocument/2006/relationships/notesSlide" Target="/ppt/notesSlides/notesSlide66.xml" Id="Rea6eb3bcb8e043cd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ffba8a5c54e1b" /><Relationship Type="http://schemas.openxmlformats.org/officeDocument/2006/relationships/notesSlide" Target="/ppt/notesSlides/notesSlide67.xml" Id="Rbead66ce1e764f5f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ac7eb3a93e422d" /><Relationship Type="http://schemas.openxmlformats.org/officeDocument/2006/relationships/image" Target="/ppt/media/image5.png" Id="R61a4ce4b52614648" /><Relationship Type="http://schemas.openxmlformats.org/officeDocument/2006/relationships/image" Target="/ppt/media/image5.svg" Id="R20b1a872414c494a" /><Relationship Type="http://schemas.openxmlformats.org/officeDocument/2006/relationships/notesSlide" Target="/ppt/notesSlides/notesSlide68.xml" Id="Rb02c71d995464864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d745a6307a49be" /><Relationship Type="http://schemas.openxmlformats.org/officeDocument/2006/relationships/notesSlide" Target="/ppt/notesSlides/notesSlide69.xml" Id="Rf8932c558c0e435d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38498199648fb" /><Relationship Type="http://schemas.openxmlformats.org/officeDocument/2006/relationships/notesSlide" Target="/ppt/notesSlides/notesSlide70.xml" Id="R26998fce8a644bfa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89ca00128d4f92" /><Relationship Type="http://schemas.openxmlformats.org/officeDocument/2006/relationships/notesSlide" Target="/ppt/notesSlides/notesSlide71.xml" Id="R0bab824a3d404679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cf6cb01504c6e" /><Relationship Type="http://schemas.openxmlformats.org/officeDocument/2006/relationships/notesSlide" Target="/ppt/notesSlides/notesSlide72.xml" Id="R3bad7d6755dd491b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50803d51a2419f" /><Relationship Type="http://schemas.openxmlformats.org/officeDocument/2006/relationships/notesSlide" Target="/ppt/notesSlides/notesSlide73.xml" Id="R053666c34aec4057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51bdf85c534fba" /><Relationship Type="http://schemas.openxmlformats.org/officeDocument/2006/relationships/notesSlide" Target="/ppt/notesSlides/notesSlide74.xml" Id="R22af9aa2fe7c4128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8050486f86496d" /><Relationship Type="http://schemas.openxmlformats.org/officeDocument/2006/relationships/notesSlide" Target="/ppt/notesSlides/notesSlide75.xml" Id="R6fccbe144f0b4a46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1a4f496b6d4e80" /><Relationship Type="http://schemas.openxmlformats.org/officeDocument/2006/relationships/notesSlide" Target="/ppt/notesSlides/notesSlide76.xml" Id="R0fd216a29c6c4ab6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41b89b0d6494a" /><Relationship Type="http://schemas.openxmlformats.org/officeDocument/2006/relationships/notesSlide" Target="/ppt/notesSlides/notesSlide77.xml" Id="Ra2c0ab4419c743c4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29be28aa0b412f" /><Relationship Type="http://schemas.openxmlformats.org/officeDocument/2006/relationships/notesSlide" Target="/ppt/notesSlides/notesSlide78.xml" Id="R58e66d79e4f9408f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1a347239af4604" /><Relationship Type="http://schemas.openxmlformats.org/officeDocument/2006/relationships/notesSlide" Target="/ppt/notesSlides/notesSlide79.xml" Id="R7dfae80d1a474eed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c2a4d953414afe" /><Relationship Type="http://schemas.openxmlformats.org/officeDocument/2006/relationships/notesSlide" Target="/ppt/notesSlides/notesSlide80.xml" Id="Rbfab502124a84747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980692955449fa" /><Relationship Type="http://schemas.openxmlformats.org/officeDocument/2006/relationships/notesSlide" Target="/ppt/notesSlides/notesSlide81.xml" Id="Ra3957291d2994a06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f60c6a9814103" /><Relationship Type="http://schemas.openxmlformats.org/officeDocument/2006/relationships/image" Target="/ppt/media/image9.jpeg" Id="Rb72ca820542c4f77" /><Relationship Type="http://schemas.openxmlformats.org/officeDocument/2006/relationships/notesSlide" Target="/ppt/notesSlides/notesSlide82.xml" Id="Re01b5dd2edc44d33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8ad4429a60467f" /><Relationship Type="http://schemas.openxmlformats.org/officeDocument/2006/relationships/image" Target="/ppt/media/image10.jpeg" Id="Rfaa6eaeb72c5414c" /><Relationship Type="http://schemas.openxmlformats.org/officeDocument/2006/relationships/notesSlide" Target="/ppt/notesSlides/notesSlide83.xml" Id="Ref8f7da4a52c4d1b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92e565eaa4a21" /><Relationship Type="http://schemas.openxmlformats.org/officeDocument/2006/relationships/image" Target="/ppt/media/image11.jpeg" Id="R5b5df6736fa4412c" /><Relationship Type="http://schemas.openxmlformats.org/officeDocument/2006/relationships/notesSlide" Target="/ppt/notesSlides/notesSlide84.xml" Id="Rfe50edd36c82491d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c88b11c4244e5" /><Relationship Type="http://schemas.openxmlformats.org/officeDocument/2006/relationships/image" Target="/ppt/media/image12.jpeg" Id="R0ebb8cfce104460f" /><Relationship Type="http://schemas.openxmlformats.org/officeDocument/2006/relationships/notesSlide" Target="/ppt/notesSlides/notesSlide85.xml" Id="R0231c5b42393490b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e17bb327f4b55" /><Relationship Type="http://schemas.openxmlformats.org/officeDocument/2006/relationships/notesSlide" Target="/ppt/notesSlides/notesSlide86.xml" Id="R05014aadeefd4483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736878b76c496f" /><Relationship Type="http://schemas.openxmlformats.org/officeDocument/2006/relationships/notesSlide" Target="/ppt/notesSlides/notesSlide87.xml" Id="R4f787e9e06f44561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be77bfc3c34c03" /><Relationship Type="http://schemas.openxmlformats.org/officeDocument/2006/relationships/notesSlide" Target="/ppt/notesSlides/notesSlide88.xml" Id="Ref4a1bdf607645ab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0ddb274ccc4b30" /><Relationship Type="http://schemas.openxmlformats.org/officeDocument/2006/relationships/notesSlide" Target="/ppt/notesSlides/notesSlide89.xml" Id="R15f0c58d392e4d9d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a4e20f3b2e4d5f" /><Relationship Type="http://schemas.openxmlformats.org/officeDocument/2006/relationships/notesSlide" Target="/ppt/notesSlides/notesSlide90.xml" Id="Radac97d565474666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1a5ebfd38a4550" /><Relationship Type="http://schemas.openxmlformats.org/officeDocument/2006/relationships/notesSlide" Target="/ppt/notesSlides/notesSlide91.xml" Id="R0f2adc9cd6b54a0b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2d0a4ad2e24e74" /><Relationship Type="http://schemas.openxmlformats.org/officeDocument/2006/relationships/notesSlide" Target="/ppt/notesSlides/notesSlide92.xml" Id="R879f1abafff54500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e481d8fef461a" /><Relationship Type="http://schemas.openxmlformats.org/officeDocument/2006/relationships/notesSlide" Target="/ppt/notesSlides/notesSlide93.xml" Id="R79a8d222b3974877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6a3bc9f67f4514" /><Relationship Type="http://schemas.openxmlformats.org/officeDocument/2006/relationships/notesSlide" Target="/ppt/notesSlides/notesSlide94.xml" Id="Ref7172a48b914695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92b85ce694c38" /><Relationship Type="http://schemas.openxmlformats.org/officeDocument/2006/relationships/notesSlide" Target="/ppt/notesSlides/notesSlide95.xml" Id="R31e7ca1dd32f4f0b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68a3169afe49e1" /><Relationship Type="http://schemas.openxmlformats.org/officeDocument/2006/relationships/notesSlide" Target="/ppt/notesSlides/notesSlide96.xml" Id="R667d1673f8084063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404ca08b343bc" /><Relationship Type="http://schemas.openxmlformats.org/officeDocument/2006/relationships/notesSlide" Target="/ppt/notesSlides/notesSlide97.xml" Id="R9d7303a5ba424569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05a2795bf84f68" /><Relationship Type="http://schemas.openxmlformats.org/officeDocument/2006/relationships/notesSlide" Target="/ppt/notesSlides/notesSlide98.xml" Id="Rbed1ef62125040a9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c69a982f4a46de" /><Relationship Type="http://schemas.openxmlformats.org/officeDocument/2006/relationships/notesSlide" Target="/ppt/notesSlides/notesSlide99.xml" Id="R5c105330e68e4d25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f08ef69d24f0d" /><Relationship Type="http://schemas.openxmlformats.org/officeDocument/2006/relationships/notesSlide" Target="/ppt/notesSlides/notesSlide100.xml" Id="R6426b1341c6e4c2f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839f88a3c4555" /><Relationship Type="http://schemas.openxmlformats.org/officeDocument/2006/relationships/notesSlide" Target="/ppt/notesSlides/notesSlide101.xml" Id="R15fc58fda2494526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53e14625a241ec" /><Relationship Type="http://schemas.openxmlformats.org/officeDocument/2006/relationships/notesSlide" Target="/ppt/notesSlides/notesSlide102.xml" Id="R305283c657c34f9b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663ec059134f41" /><Relationship Type="http://schemas.openxmlformats.org/officeDocument/2006/relationships/image" Target="/ppt/media/image6.png" Id="R79fcb36f0d3d4553" /><Relationship Type="http://schemas.openxmlformats.org/officeDocument/2006/relationships/image" Target="/ppt/media/image6.svg" Id="Rb9d60916c9fe4d4b" /><Relationship Type="http://schemas.openxmlformats.org/officeDocument/2006/relationships/notesSlide" Target="/ppt/notesSlides/notesSlide103.xml" Id="R4f30c5193cdd49b3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c41be4bfc744cf" /><Relationship Type="http://schemas.openxmlformats.org/officeDocument/2006/relationships/notesSlide" Target="/ppt/notesSlides/notesSlide104.xml" Id="R78616d02e7ac4fb9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a9dc82f07145e3" /><Relationship Type="http://schemas.openxmlformats.org/officeDocument/2006/relationships/notesSlide" Target="/ppt/notesSlides/notesSlide105.xml" Id="R70e57c6223614a75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e4a13690254d8d" /><Relationship Type="http://schemas.openxmlformats.org/officeDocument/2006/relationships/notesSlide" Target="/ppt/notesSlides/notesSlide106.xml" Id="R9c94a54bdb8449d2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3ad043affa48d8" /><Relationship Type="http://schemas.openxmlformats.org/officeDocument/2006/relationships/notesSlide" Target="/ppt/notesSlides/notesSlide107.xml" Id="Re778c92f2e114552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99cf88813f4225" /><Relationship Type="http://schemas.openxmlformats.org/officeDocument/2006/relationships/notesSlide" Target="/ppt/notesSlides/notesSlide108.xml" Id="R623bbf6d97b4477d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70f615d5e14676" /><Relationship Type="http://schemas.openxmlformats.org/officeDocument/2006/relationships/notesSlide" Target="/ppt/notesSlides/notesSlide109.xml" Id="R6b011ec660404764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ab66dbbdbd4d7c" /><Relationship Type="http://schemas.openxmlformats.org/officeDocument/2006/relationships/notesSlide" Target="/ppt/notesSlides/notesSlide110.xml" Id="R1cd61bb18e1b4df7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6b36d97b84435" /><Relationship Type="http://schemas.openxmlformats.org/officeDocument/2006/relationships/notesSlide" Target="/ppt/notesSlides/notesSlide111.xml" Id="Ree285c61a6e04e95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79f76a5984de6" /><Relationship Type="http://schemas.openxmlformats.org/officeDocument/2006/relationships/notesSlide" Target="/ppt/notesSlides/notesSlide112.xml" Id="R83a199c8db3347af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f135d9ed94bb8" /><Relationship Type="http://schemas.openxmlformats.org/officeDocument/2006/relationships/notesSlide" Target="/ppt/notesSlides/notesSlide113.xml" Id="Rdffee8f67f634c5c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4afbf4ee64b63" /><Relationship Type="http://schemas.openxmlformats.org/officeDocument/2006/relationships/notesSlide" Target="/ppt/notesSlides/notesSlide114.xml" Id="Rf9e7b18feb424040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9c2245e47548c3" /><Relationship Type="http://schemas.openxmlformats.org/officeDocument/2006/relationships/notesSlide" Target="/ppt/notesSlides/notesSlide115.xml" Id="Re941ae78abfa493e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202aad5af34d89" /><Relationship Type="http://schemas.openxmlformats.org/officeDocument/2006/relationships/notesSlide" Target="/ppt/notesSlides/notesSlide116.xml" Id="R89708cea19c74433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8ff8562de4d54" /><Relationship Type="http://schemas.openxmlformats.org/officeDocument/2006/relationships/image" Target="/ppt/media/image13.jpeg" Id="R212a6c32608b4563" /><Relationship Type="http://schemas.openxmlformats.org/officeDocument/2006/relationships/notesSlide" Target="/ppt/notesSlides/notesSlide117.xml" Id="R09d0901a2a3048b0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fb997bf1b9435f" /><Relationship Type="http://schemas.openxmlformats.org/officeDocument/2006/relationships/image" Target="/ppt/media/image14.jpeg" Id="R2af8e0710a964f0e" /><Relationship Type="http://schemas.openxmlformats.org/officeDocument/2006/relationships/notesSlide" Target="/ppt/notesSlides/notesSlide118.xml" Id="Rd1c6b4d5e4a64b9a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effb85703b4d1c" /><Relationship Type="http://schemas.openxmlformats.org/officeDocument/2006/relationships/image" Target="/ppt/media/image15.jpeg" Id="R9a669215ca594407" /><Relationship Type="http://schemas.openxmlformats.org/officeDocument/2006/relationships/notesSlide" Target="/ppt/notesSlides/notesSlide119.xml" Id="Rb80f4f5245424dbb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540db6feb8484b" /><Relationship Type="http://schemas.openxmlformats.org/officeDocument/2006/relationships/image" Target="/ppt/media/image16.jpeg" Id="R0f1f5ee076bf427d" /><Relationship Type="http://schemas.openxmlformats.org/officeDocument/2006/relationships/notesSlide" Target="/ppt/notesSlides/notesSlide120.xml" Id="Rf3e2c37d974343bc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0e4478a54472e" /><Relationship Type="http://schemas.openxmlformats.org/officeDocument/2006/relationships/notesSlide" Target="/ppt/notesSlides/notesSlide121.xml" Id="R15c5c2b67dfd422c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9d347504c54ec2" /><Relationship Type="http://schemas.openxmlformats.org/officeDocument/2006/relationships/notesSlide" Target="/ppt/notesSlides/notesSlide122.xml" Id="R9e4738eb2c154aa4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eb14249b3f47ea" /><Relationship Type="http://schemas.openxmlformats.org/officeDocument/2006/relationships/notesSlide" Target="/ppt/notesSlides/notesSlide123.xml" Id="Rac192d9d1c0a4bc7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d9416121b47f9" /><Relationship Type="http://schemas.openxmlformats.org/officeDocument/2006/relationships/notesSlide" Target="/ppt/notesSlides/notesSlide124.xml" Id="R55c4dcaa82984318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b49eac3d714659" /><Relationship Type="http://schemas.openxmlformats.org/officeDocument/2006/relationships/notesSlide" Target="/ppt/notesSlides/notesSlide125.xml" Id="Rd68a8a8a186a401a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70d2b549224b4f" /><Relationship Type="http://schemas.openxmlformats.org/officeDocument/2006/relationships/notesSlide" Target="/ppt/notesSlides/notesSlide126.xml" Id="Rf166a473883a4348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ed8f2c30244b93" /><Relationship Type="http://schemas.openxmlformats.org/officeDocument/2006/relationships/notesSlide" Target="/ppt/notesSlides/notesSlide127.xml" Id="R4be3ede0f2dc497e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d330ca18d94a20" /><Relationship Type="http://schemas.openxmlformats.org/officeDocument/2006/relationships/notesSlide" Target="/ppt/notesSlides/notesSlide128.xml" Id="R5fa6839c666047eb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7cd99eec7c49f1" /><Relationship Type="http://schemas.openxmlformats.org/officeDocument/2006/relationships/notesSlide" Target="/ppt/notesSlides/notesSlide129.xml" Id="R95ee7fa6e9c94dc7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11915000f548aa" /><Relationship Type="http://schemas.openxmlformats.org/officeDocument/2006/relationships/notesSlide" Target="/ppt/notesSlides/notesSlide130.xml" Id="Rc584c6ba4a2f4f13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110d4043f4eca" /><Relationship Type="http://schemas.openxmlformats.org/officeDocument/2006/relationships/notesSlide" Target="/ppt/notesSlides/notesSlide131.xml" Id="R63ce470f10b1444b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8a6b862b764e57" /><Relationship Type="http://schemas.openxmlformats.org/officeDocument/2006/relationships/notesSlide" Target="/ppt/notesSlides/notesSlide132.xml" Id="Rb266c97932994697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1d9bf3f47845f6" /><Relationship Type="http://schemas.openxmlformats.org/officeDocument/2006/relationships/notesSlide" Target="/ppt/notesSlides/notesSlide133.xml" Id="R7f5f77c855694738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d80a5879c6486b" /><Relationship Type="http://schemas.openxmlformats.org/officeDocument/2006/relationships/notesSlide" Target="/ppt/notesSlides/notesSlide134.xml" Id="Ra59a3b692ce14d2d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3894be9d4d47ad" /><Relationship Type="http://schemas.openxmlformats.org/officeDocument/2006/relationships/notesSlide" Target="/ppt/notesSlides/notesSlide135.xml" Id="R493c298700214f68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7e296a6f747cd" /><Relationship Type="http://schemas.openxmlformats.org/officeDocument/2006/relationships/notesSlide" Target="/ppt/notesSlides/notesSlide136.xml" Id="Rbdbc7062335c48d1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ae090f9bb14aea" /><Relationship Type="http://schemas.openxmlformats.org/officeDocument/2006/relationships/notesSlide" Target="/ppt/notesSlides/notesSlide137.xml" Id="Rdff0841b080f4363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525b6af19945d7" /><Relationship Type="http://schemas.openxmlformats.org/officeDocument/2006/relationships/image" Target="/ppt/media/image7.png" Id="R14c684c94821449a" /><Relationship Type="http://schemas.openxmlformats.org/officeDocument/2006/relationships/image" Target="/ppt/media/image7.svg" Id="R58d547058ff74e1a" /><Relationship Type="http://schemas.openxmlformats.org/officeDocument/2006/relationships/notesSlide" Target="/ppt/notesSlides/notesSlide138.xml" Id="R5fc3db784ed94fce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f2694fa234ba9" /><Relationship Type="http://schemas.openxmlformats.org/officeDocument/2006/relationships/notesSlide" Target="/ppt/notesSlides/notesSlide139.xml" Id="R3949054870c84e0c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c45a8a8074d23" /><Relationship Type="http://schemas.openxmlformats.org/officeDocument/2006/relationships/notesSlide" Target="/ppt/notesSlides/notesSlide140.xml" Id="Rde51ba3da6854562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b6d313a2464f14" /><Relationship Type="http://schemas.openxmlformats.org/officeDocument/2006/relationships/notesSlide" Target="/ppt/notesSlides/notesSlide141.xml" Id="Rdfc70f49d6cd428c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d63c60ccc34483" /><Relationship Type="http://schemas.openxmlformats.org/officeDocument/2006/relationships/notesSlide" Target="/ppt/notesSlides/notesSlide142.xml" Id="Rcdf69191ba1b439e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9dcd34b4843af" /><Relationship Type="http://schemas.openxmlformats.org/officeDocument/2006/relationships/notesSlide" Target="/ppt/notesSlides/notesSlide143.xml" Id="R52a387ed899a4b32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698c47fc8345cd" /><Relationship Type="http://schemas.openxmlformats.org/officeDocument/2006/relationships/notesSlide" Target="/ppt/notesSlides/notesSlide144.xml" Id="Rd43a5385cb104991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9b77d18eff4114" /><Relationship Type="http://schemas.openxmlformats.org/officeDocument/2006/relationships/notesSlide" Target="/ppt/notesSlides/notesSlide145.xml" Id="Rde81b20065c042cc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55a40a652c42de" /><Relationship Type="http://schemas.openxmlformats.org/officeDocument/2006/relationships/notesSlide" Target="/ppt/notesSlides/notesSlide146.xml" Id="Rc6090c84163a4d3a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17d1ca4efc4aff" /><Relationship Type="http://schemas.openxmlformats.org/officeDocument/2006/relationships/notesSlide" Target="/ppt/notesSlides/notesSlide147.xml" Id="R83c67d0ec0c944b2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dd591c1ecc4a23" /><Relationship Type="http://schemas.openxmlformats.org/officeDocument/2006/relationships/notesSlide" Target="/ppt/notesSlides/notesSlide148.xml" Id="R1567d9123bb4410a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d7697c4ccb477c" /><Relationship Type="http://schemas.openxmlformats.org/officeDocument/2006/relationships/notesSlide" Target="/ppt/notesSlides/notesSlide149.xml" Id="Rac720f218baa41a1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62249a9cc84884" /><Relationship Type="http://schemas.openxmlformats.org/officeDocument/2006/relationships/notesSlide" Target="/ppt/notesSlides/notesSlide150.xml" Id="Rab1964de7f8c4def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abc2ab51084c0b" /><Relationship Type="http://schemas.openxmlformats.org/officeDocument/2006/relationships/image" Target="/ppt/media/image17.jpeg" Id="R12841279af79460b" /><Relationship Type="http://schemas.openxmlformats.org/officeDocument/2006/relationships/notesSlide" Target="/ppt/notesSlides/notesSlide151.xml" Id="Rdac2604d612348d1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96c04bcc44479" /><Relationship Type="http://schemas.openxmlformats.org/officeDocument/2006/relationships/image" Target="/ppt/media/image18.jpeg" Id="R54de9d1073314e36" /><Relationship Type="http://schemas.openxmlformats.org/officeDocument/2006/relationships/notesSlide" Target="/ppt/notesSlides/notesSlide152.xml" Id="R31ce89f24ef64c3c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6a069760e34ed8" /><Relationship Type="http://schemas.openxmlformats.org/officeDocument/2006/relationships/image" Target="/ppt/media/image19.jpeg" Id="Ra45ea6b563cd4610" /><Relationship Type="http://schemas.openxmlformats.org/officeDocument/2006/relationships/notesSlide" Target="/ppt/notesSlides/notesSlide153.xml" Id="Rbb4398b0ec2f4112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dc201e4ff4fa5" /><Relationship Type="http://schemas.openxmlformats.org/officeDocument/2006/relationships/image" Target="/ppt/media/image20.jpeg" Id="Re4470c6039774519" /><Relationship Type="http://schemas.openxmlformats.org/officeDocument/2006/relationships/notesSlide" Target="/ppt/notesSlides/notesSlide154.xml" Id="Rd88e996438cb49b9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bd7260dee14a11" /><Relationship Type="http://schemas.openxmlformats.org/officeDocument/2006/relationships/notesSlide" Target="/ppt/notesSlides/notesSlide155.xml" Id="R189715e69e604e4b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0b72cb9f9449c7" /><Relationship Type="http://schemas.openxmlformats.org/officeDocument/2006/relationships/notesSlide" Target="/ppt/notesSlides/notesSlide156.xml" Id="Rcf235845ac02452b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69042487a34dc5" /><Relationship Type="http://schemas.openxmlformats.org/officeDocument/2006/relationships/notesSlide" Target="/ppt/notesSlides/notesSlide157.xml" Id="Rbb5d7486e09b4bcb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2f75ef2704b4c" /><Relationship Type="http://schemas.openxmlformats.org/officeDocument/2006/relationships/notesSlide" Target="/ppt/notesSlides/notesSlide158.xml" Id="R396553ea61ed4dad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086ae85f4f4470" /><Relationship Type="http://schemas.openxmlformats.org/officeDocument/2006/relationships/notesSlide" Target="/ppt/notesSlides/notesSlide159.xml" Id="R27956629885948b4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be671fed1f4815" /><Relationship Type="http://schemas.openxmlformats.org/officeDocument/2006/relationships/notesSlide" Target="/ppt/notesSlides/notesSlide160.xml" Id="Ra58a1344a4074537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44ccccad644557" /><Relationship Type="http://schemas.openxmlformats.org/officeDocument/2006/relationships/notesSlide" Target="/ppt/notesSlides/notesSlide161.xml" Id="Rcad9023f0f584b53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f53ba964b14127" /><Relationship Type="http://schemas.openxmlformats.org/officeDocument/2006/relationships/notesSlide" Target="/ppt/notesSlides/notesSlide162.xml" Id="R18be34969c424b88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4dc4b636f4b34" /><Relationship Type="http://schemas.openxmlformats.org/officeDocument/2006/relationships/notesSlide" Target="/ppt/notesSlides/notesSlide163.xml" Id="Rd27b98d566e041c4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0c8c164aac4c09" /><Relationship Type="http://schemas.openxmlformats.org/officeDocument/2006/relationships/notesSlide" Target="/ppt/notesSlides/notesSlide164.xml" Id="R7a55259af00e4c87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b09bda11e74d56" /><Relationship Type="http://schemas.openxmlformats.org/officeDocument/2006/relationships/notesSlide" Target="/ppt/notesSlides/notesSlide165.xml" Id="R2cdf40e6aa34468e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7c5db2a8af479e" /><Relationship Type="http://schemas.openxmlformats.org/officeDocument/2006/relationships/notesSlide" Target="/ppt/notesSlides/notesSlide166.xml" Id="Raad7523c1335435c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512f1ef53f4c0b" /><Relationship Type="http://schemas.openxmlformats.org/officeDocument/2006/relationships/notesSlide" Target="/ppt/notesSlides/notesSlide167.xml" Id="R6d06c4080e934fba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ac69b1bd444e6" /><Relationship Type="http://schemas.openxmlformats.org/officeDocument/2006/relationships/notesSlide" Target="/ppt/notesSlides/notesSlide168.xml" Id="R4c5708ccc250433d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fb910652c9417b" /><Relationship Type="http://schemas.openxmlformats.org/officeDocument/2006/relationships/notesSlide" Target="/ppt/notesSlides/notesSlide169.xml" Id="R107b2f3f972d4655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364f7139f54f57" /><Relationship Type="http://schemas.openxmlformats.org/officeDocument/2006/relationships/notesSlide" Target="/ppt/notesSlides/notesSlide170.xml" Id="Ra8ca2b80d5be4ec7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8a9b5c5c4c4931" /><Relationship Type="http://schemas.openxmlformats.org/officeDocument/2006/relationships/notesSlide" Target="/ppt/notesSlides/notesSlide171.xml" Id="R715cdb6c393b4b27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e007998f84157" /><Relationship Type="http://schemas.openxmlformats.org/officeDocument/2006/relationships/image" Target="/ppt/media/image8.png" Id="R0004f99d1a0543e5" /><Relationship Type="http://schemas.openxmlformats.org/officeDocument/2006/relationships/image" Target="/ppt/media/image8.svg" Id="Redf522731b1945a7" /><Relationship Type="http://schemas.openxmlformats.org/officeDocument/2006/relationships/notesSlide" Target="/ppt/notesSlides/notesSlide172.xml" Id="R9ddbb4665ad043d1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e40152c3a74e2f" /><Relationship Type="http://schemas.openxmlformats.org/officeDocument/2006/relationships/notesSlide" Target="/ppt/notesSlides/notesSlide173.xml" Id="Ra605bb265add429f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34299f8784b70" /><Relationship Type="http://schemas.openxmlformats.org/officeDocument/2006/relationships/notesSlide" Target="/ppt/notesSlides/notesSlide174.xml" Id="R5d0de2515bbf45fb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7ecf2a9744f86" /><Relationship Type="http://schemas.openxmlformats.org/officeDocument/2006/relationships/notesSlide" Target="/ppt/notesSlides/notesSlide175.xml" Id="R864ff79e46024480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4f12ed3e9a4db2" /><Relationship Type="http://schemas.openxmlformats.org/officeDocument/2006/relationships/notesSlide" Target="/ppt/notesSlides/notesSlide176.xml" Id="R0c10a85a38f34be8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34af25b8d4c67" /><Relationship Type="http://schemas.openxmlformats.org/officeDocument/2006/relationships/notesSlide" Target="/ppt/notesSlides/notesSlide177.xml" Id="Rab5b257a066e47e1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ffa037fc44f43" /><Relationship Type="http://schemas.openxmlformats.org/officeDocument/2006/relationships/notesSlide" Target="/ppt/notesSlides/notesSlide178.xml" Id="R1c010746c42942b8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9c9b073ed24e06" /><Relationship Type="http://schemas.openxmlformats.org/officeDocument/2006/relationships/notesSlide" Target="/ppt/notesSlides/notesSlide179.xml" Id="Rff3c2b4fd28d4ca6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3a0e4d5a8d43fa" /><Relationship Type="http://schemas.openxmlformats.org/officeDocument/2006/relationships/notesSlide" Target="/ppt/notesSlides/notesSlide180.xml" Id="Rd481e129498245af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b55032102749bb" /><Relationship Type="http://schemas.openxmlformats.org/officeDocument/2006/relationships/notesSlide" Target="/ppt/notesSlides/notesSlide181.xml" Id="Ra2d9e7221e674d76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c703052738482f" /><Relationship Type="http://schemas.openxmlformats.org/officeDocument/2006/relationships/notesSlide" Target="/ppt/notesSlides/notesSlide182.xml" Id="R3ddf42da7bf1485f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16b607fef4d80" /><Relationship Type="http://schemas.openxmlformats.org/officeDocument/2006/relationships/notesSlide" Target="/ppt/notesSlides/notesSlide183.xml" Id="R5caad5f2718a40a9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0d456410de4fc2" /><Relationship Type="http://schemas.openxmlformats.org/officeDocument/2006/relationships/notesSlide" Target="/ppt/notesSlides/notesSlide184.xml" Id="R1692a56c1ba4480c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9219302c4946a9" /><Relationship Type="http://schemas.openxmlformats.org/officeDocument/2006/relationships/image" Target="/ppt/media/image21.jpeg" Id="Rd1b4c8555f9b4706" /><Relationship Type="http://schemas.openxmlformats.org/officeDocument/2006/relationships/notesSlide" Target="/ppt/notesSlides/notesSlide185.xml" Id="R2a6a7cb9096d46c5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ee26edf1240cb" /><Relationship Type="http://schemas.openxmlformats.org/officeDocument/2006/relationships/image" Target="/ppt/media/image22.jpeg" Id="Ra7009721bafa4a80" /><Relationship Type="http://schemas.openxmlformats.org/officeDocument/2006/relationships/notesSlide" Target="/ppt/notesSlides/notesSlide186.xml" Id="Rcb34db0ab1964a36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8f842fa31a442f" /><Relationship Type="http://schemas.openxmlformats.org/officeDocument/2006/relationships/image" Target="/ppt/media/image23.jpeg" Id="R213db1ecabec4796" /><Relationship Type="http://schemas.openxmlformats.org/officeDocument/2006/relationships/notesSlide" Target="/ppt/notesSlides/notesSlide187.xml" Id="Rc2f3ece781ce4e6c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b02d7d00c94f96" /><Relationship Type="http://schemas.openxmlformats.org/officeDocument/2006/relationships/image" Target="/ppt/media/image24.jpeg" Id="R576a46cc0c2f4517" /><Relationship Type="http://schemas.openxmlformats.org/officeDocument/2006/relationships/notesSlide" Target="/ppt/notesSlides/notesSlide188.xml" Id="Ra3d89dcca21f47c6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7f3a99ce4546c1" /><Relationship Type="http://schemas.openxmlformats.org/officeDocument/2006/relationships/notesSlide" Target="/ppt/notesSlides/notesSlide189.xml" Id="R3daec65b98cf4900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ed0ca1d1f047a1" /><Relationship Type="http://schemas.openxmlformats.org/officeDocument/2006/relationships/notesSlide" Target="/ppt/notesSlides/notesSlide190.xml" Id="R99877bd8aaba4a0b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7cabbdc9204b12" /><Relationship Type="http://schemas.openxmlformats.org/officeDocument/2006/relationships/notesSlide" Target="/ppt/notesSlides/notesSlide191.xml" Id="Rd9fecff91af741b0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34985bc3a84df3" /><Relationship Type="http://schemas.openxmlformats.org/officeDocument/2006/relationships/notesSlide" Target="/ppt/notesSlides/notesSlide192.xml" Id="Rdb5fd9f3cf764452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8b67ef34ee414d" /><Relationship Type="http://schemas.openxmlformats.org/officeDocument/2006/relationships/notesSlide" Target="/ppt/notesSlides/notesSlide193.xml" Id="R25b24a1585d54980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a8eb1e8ec143ff" /><Relationship Type="http://schemas.openxmlformats.org/officeDocument/2006/relationships/notesSlide" Target="/ppt/notesSlides/notesSlide194.xml" Id="R6c40b9cfb3fa4682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16385d9fdd41f4" /><Relationship Type="http://schemas.openxmlformats.org/officeDocument/2006/relationships/notesSlide" Target="/ppt/notesSlides/notesSlide195.xml" Id="R1ef0726998b247af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ab79bda14246f5" /><Relationship Type="http://schemas.openxmlformats.org/officeDocument/2006/relationships/notesSlide" Target="/ppt/notesSlides/notesSlide196.xml" Id="R4d223301bd594f12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6213d71b2a4376" /><Relationship Type="http://schemas.openxmlformats.org/officeDocument/2006/relationships/notesSlide" Target="/ppt/notesSlides/notesSlide197.xml" Id="Re47828f0e28840b4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d4d4fbfa224720" /><Relationship Type="http://schemas.openxmlformats.org/officeDocument/2006/relationships/notesSlide" Target="/ppt/notesSlides/notesSlide198.xml" Id="R65b3e50f69914af0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fb903a1f284dab" /><Relationship Type="http://schemas.openxmlformats.org/officeDocument/2006/relationships/notesSlide" Target="/ppt/notesSlides/notesSlide199.xml" Id="R47e11531e17a4724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5b69594b7c45f8" /><Relationship Type="http://schemas.openxmlformats.org/officeDocument/2006/relationships/notesSlide" Target="/ppt/notesSlides/notesSlide200.xml" Id="R33cdeb655c4e4618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51bdc6cde34544" /><Relationship Type="http://schemas.openxmlformats.org/officeDocument/2006/relationships/notesSlide" Target="/ppt/notesSlides/notesSlide201.xml" Id="Rb96b84bb840d44c8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2a37703c3947d0" /><Relationship Type="http://schemas.openxmlformats.org/officeDocument/2006/relationships/notesSlide" Target="/ppt/notesSlides/notesSlide202.xml" Id="R39dd16f2c4494632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a9ad60c14b4a10" /><Relationship Type="http://schemas.openxmlformats.org/officeDocument/2006/relationships/notesSlide" Target="/ppt/notesSlides/notesSlide203.xml" Id="R543f1ea5f90342e5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e193e7844b42ee" /><Relationship Type="http://schemas.openxmlformats.org/officeDocument/2006/relationships/notesSlide" Target="/ppt/notesSlides/notesSlide204.xml" Id="R2b3ee86eb94d4326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ba0cae32ad458a" /><Relationship Type="http://schemas.openxmlformats.org/officeDocument/2006/relationships/notesSlide" Target="/ppt/notesSlides/notesSlide205.xml" Id="R039dfc24cff44e8b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fd63d3a764613" /><Relationship Type="http://schemas.openxmlformats.org/officeDocument/2006/relationships/image" Target="/ppt/media/image9.png" Id="Raddbc63bbf394ead" /><Relationship Type="http://schemas.openxmlformats.org/officeDocument/2006/relationships/image" Target="/ppt/media/image9.svg" Id="Ref3cfaf9e357495d" /><Relationship Type="http://schemas.openxmlformats.org/officeDocument/2006/relationships/notesSlide" Target="/ppt/notesSlides/notesSlide206.xml" Id="R2a2c645ad6aa4524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35c7504914b0d" /><Relationship Type="http://schemas.openxmlformats.org/officeDocument/2006/relationships/notesSlide" Target="/ppt/notesSlides/notesSlide207.xml" Id="R6853f481e4be485b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cc97cd38ba45c2" /><Relationship Type="http://schemas.openxmlformats.org/officeDocument/2006/relationships/notesSlide" Target="/ppt/notesSlides/notesSlide208.xml" Id="R15b0aac5173d415c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95933a11844bab" /><Relationship Type="http://schemas.openxmlformats.org/officeDocument/2006/relationships/notesSlide" Target="/ppt/notesSlides/notesSlide209.xml" Id="R13cd9a5508da4d56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e8994deedc44ac" /><Relationship Type="http://schemas.openxmlformats.org/officeDocument/2006/relationships/image" Target="/ppt/media/image10.png" Id="R09b26d42963c4c58" /><Relationship Type="http://schemas.openxmlformats.org/officeDocument/2006/relationships/notesSlide" Target="/ppt/notesSlides/notesSlide210.xml" Id="Ra44da26b821d421c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e48996bcf4d5f" /><Relationship Type="http://schemas.openxmlformats.org/officeDocument/2006/relationships/notesSlide" Target="/ppt/notesSlides/notesSlide211.xml" Id="Rabbb05ac8b7c4031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e85c40ec042f6" /><Relationship Type="http://schemas.openxmlformats.org/officeDocument/2006/relationships/notesSlide" Target="/ppt/notesSlides/notesSlide212.xml" Id="Re59b5332c1c74439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9cb64c0bc84990" /><Relationship Type="http://schemas.openxmlformats.org/officeDocument/2006/relationships/notesSlide" Target="/ppt/notesSlides/notesSlide213.xml" Id="R700ea4e0b4594e81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a6fdad09b9407a" /><Relationship Type="http://schemas.openxmlformats.org/officeDocument/2006/relationships/notesSlide" Target="/ppt/notesSlides/notesSlide214.xml" Id="R86bda209d53042e4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15527923b4d7e" /><Relationship Type="http://schemas.openxmlformats.org/officeDocument/2006/relationships/notesSlide" Target="/ppt/notesSlides/notesSlide215.xml" Id="Rda83ee75ac6d44a6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c5d7a71334b91" /><Relationship Type="http://schemas.openxmlformats.org/officeDocument/2006/relationships/notesSlide" Target="/ppt/notesSlides/notesSlide216.xml" Id="Ra7ab9aa56f944741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1a5aa78faa43fa" /><Relationship Type="http://schemas.openxmlformats.org/officeDocument/2006/relationships/notesSlide" Target="/ppt/notesSlides/notesSlide217.xml" Id="Rc500ba288a1f416b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4eab97c1e049a0" /><Relationship Type="http://schemas.openxmlformats.org/officeDocument/2006/relationships/notesSlide" Target="/ppt/notesSlides/notesSlide218.xml" Id="R5a57d280ff5145f5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fc89e938394d07" /><Relationship Type="http://schemas.openxmlformats.org/officeDocument/2006/relationships/image" Target="/ppt/media/image25.jpeg" Id="R0c7aa47c6a674fbf" /><Relationship Type="http://schemas.openxmlformats.org/officeDocument/2006/relationships/notesSlide" Target="/ppt/notesSlides/notesSlide219.xml" Id="Re49aec07c2164261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00c0c52ba5463a" /><Relationship Type="http://schemas.openxmlformats.org/officeDocument/2006/relationships/image" Target="/ppt/media/image26.jpeg" Id="R9461f86506dc4e16" /><Relationship Type="http://schemas.openxmlformats.org/officeDocument/2006/relationships/notesSlide" Target="/ppt/notesSlides/notesSlide220.xml" Id="R245581465fd64696" /></Relationships>
</file>

<file path=ppt/slides/_rels/slide2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f7a7560e8e44bf" /><Relationship Type="http://schemas.openxmlformats.org/officeDocument/2006/relationships/image" Target="/ppt/media/image27.jpeg" Id="Re1e6ea51d26c458d" /><Relationship Type="http://schemas.openxmlformats.org/officeDocument/2006/relationships/notesSlide" Target="/ppt/notesSlides/notesSlide221.xml" Id="Re8d7ea3362264fb9" /></Relationships>
</file>

<file path=ppt/slides/_rels/slide2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ff678d737945a5" /><Relationship Type="http://schemas.openxmlformats.org/officeDocument/2006/relationships/image" Target="/ppt/media/image28.jpeg" Id="R90cc1b6fb3764cc6" /><Relationship Type="http://schemas.openxmlformats.org/officeDocument/2006/relationships/notesSlide" Target="/ppt/notesSlides/notesSlide222.xml" Id="R3a982a8aa8aa4eeb" /></Relationships>
</file>

<file path=ppt/slides/_rels/slide2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78df5044f46e8" /><Relationship Type="http://schemas.openxmlformats.org/officeDocument/2006/relationships/notesSlide" Target="/ppt/notesSlides/notesSlide223.xml" Id="R49740fb08fbb43a1" /></Relationships>
</file>

<file path=ppt/slides/_rels/slide2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8cc43cb9134ab6" /><Relationship Type="http://schemas.openxmlformats.org/officeDocument/2006/relationships/notesSlide" Target="/ppt/notesSlides/notesSlide224.xml" Id="R2f80916e63ac47d1" /></Relationships>
</file>

<file path=ppt/slides/_rels/slide2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d882c3ab8f4ff7" /><Relationship Type="http://schemas.openxmlformats.org/officeDocument/2006/relationships/notesSlide" Target="/ppt/notesSlides/notesSlide225.xml" Id="Rdbff8b72229548de" /></Relationships>
</file>

<file path=ppt/slides/_rels/slide2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ac8d56ea534f29" /><Relationship Type="http://schemas.openxmlformats.org/officeDocument/2006/relationships/notesSlide" Target="/ppt/notesSlides/notesSlide226.xml" Id="Redcb9a80ab5a44b2" /></Relationships>
</file>

<file path=ppt/slides/_rels/slide2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ee1672a0ee4969" /><Relationship Type="http://schemas.openxmlformats.org/officeDocument/2006/relationships/notesSlide" Target="/ppt/notesSlides/notesSlide227.xml" Id="Re8b8942812b7443c" /></Relationships>
</file>

<file path=ppt/slides/_rels/slide2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2c38d37bea4838" /><Relationship Type="http://schemas.openxmlformats.org/officeDocument/2006/relationships/notesSlide" Target="/ppt/notesSlides/notesSlide228.xml" Id="Rf845b16e774548ad" /></Relationships>
</file>

<file path=ppt/slides/_rels/slide2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217353222341bc" /><Relationship Type="http://schemas.openxmlformats.org/officeDocument/2006/relationships/notesSlide" Target="/ppt/notesSlides/notesSlide229.xml" Id="R12c72d5299a94555" /></Relationships>
</file>

<file path=ppt/slides/_rels/slide2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c1cbf14482447f" /><Relationship Type="http://schemas.openxmlformats.org/officeDocument/2006/relationships/notesSlide" Target="/ppt/notesSlides/notesSlide230.xml" Id="Rd95d7c1306ba4e1b" /></Relationships>
</file>

<file path=ppt/slides/_rels/slide2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7d4d527a144cad" /><Relationship Type="http://schemas.openxmlformats.org/officeDocument/2006/relationships/notesSlide" Target="/ppt/notesSlides/notesSlide231.xml" Id="R3cb6204916de4602" /></Relationships>
</file>

<file path=ppt/slides/_rels/slide2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3f59fab4a4c6f" /><Relationship Type="http://schemas.openxmlformats.org/officeDocument/2006/relationships/notesSlide" Target="/ppt/notesSlides/notesSlide232.xml" Id="R4580bcc81eca4cae" /></Relationships>
</file>

<file path=ppt/slides/_rels/slide2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ca0e693294efb" /><Relationship Type="http://schemas.openxmlformats.org/officeDocument/2006/relationships/notesSlide" Target="/ppt/notesSlides/notesSlide233.xml" Id="R1828445ac2d54c72" /></Relationships>
</file>

<file path=ppt/slides/_rels/slide2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dc9c22cf124bc0" /><Relationship Type="http://schemas.openxmlformats.org/officeDocument/2006/relationships/notesSlide" Target="/ppt/notesSlides/notesSlide234.xml" Id="R79d45faee4c3474c" /></Relationships>
</file>

<file path=ppt/slides/_rels/slide2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500977db3b4a32" /><Relationship Type="http://schemas.openxmlformats.org/officeDocument/2006/relationships/notesSlide" Target="/ppt/notesSlides/notesSlide235.xml" Id="Rb8dc57bd34cd49ef" /></Relationships>
</file>

<file path=ppt/slides/_rels/slide2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8c12de78c943ac" /><Relationship Type="http://schemas.openxmlformats.org/officeDocument/2006/relationships/notesSlide" Target="/ppt/notesSlides/notesSlide236.xml" Id="R4720e73aeb6542d6" /></Relationships>
</file>

<file path=ppt/slides/_rels/slide2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9abed59ed4a3d" /><Relationship Type="http://schemas.openxmlformats.org/officeDocument/2006/relationships/notesSlide" Target="/ppt/notesSlides/notesSlide237.xml" Id="R57a5487605a14231" /></Relationships>
</file>

<file path=ppt/slides/_rels/slide2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b9ef4e5e924ad8" /><Relationship Type="http://schemas.openxmlformats.org/officeDocument/2006/relationships/notesSlide" Target="/ppt/notesSlides/notesSlide238.xml" Id="R4cd34f73df5b405e" /></Relationships>
</file>

<file path=ppt/slides/_rels/slide2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be4f1699a847bf" /><Relationship Type="http://schemas.openxmlformats.org/officeDocument/2006/relationships/notesSlide" Target="/ppt/notesSlides/notesSlide239.xml" Id="R6a12705899464310" /></Relationships>
</file>

<file path=ppt/slides/_rels/slide2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09dc4f55d74a9b" /><Relationship Type="http://schemas.openxmlformats.org/officeDocument/2006/relationships/image" Target="/ppt/media/image11.png" Id="R442f6cd235cd46a3" /><Relationship Type="http://schemas.openxmlformats.org/officeDocument/2006/relationships/image" Target="/ppt/media/image10.svg" Id="R29fc8ab436844a09" /><Relationship Type="http://schemas.openxmlformats.org/officeDocument/2006/relationships/notesSlide" Target="/ppt/notesSlides/notesSlide240.xml" Id="Rf8f374c1480c4687" /></Relationships>
</file>

<file path=ppt/slides/_rels/slide2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b2c151371a48db" /><Relationship Type="http://schemas.openxmlformats.org/officeDocument/2006/relationships/notesSlide" Target="/ppt/notesSlides/notesSlide241.xml" Id="Re0d9643c24454113" /></Relationships>
</file>

<file path=ppt/slides/_rels/slide2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0e182337848db" /><Relationship Type="http://schemas.openxmlformats.org/officeDocument/2006/relationships/notesSlide" Target="/ppt/notesSlides/notesSlide242.xml" Id="R372fcb5717864303" /></Relationships>
</file>

<file path=ppt/slides/_rels/slide2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4067fa2e24b32" /><Relationship Type="http://schemas.openxmlformats.org/officeDocument/2006/relationships/notesSlide" Target="/ppt/notesSlides/notesSlide243.xml" Id="Rcbee5bd9b9d74eb6" /></Relationships>
</file>

<file path=ppt/slides/_rels/slide2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40b19d16344bc4" /><Relationship Type="http://schemas.openxmlformats.org/officeDocument/2006/relationships/notesSlide" Target="/ppt/notesSlides/notesSlide244.xml" Id="R19846958939f4e08" /></Relationships>
</file>

<file path=ppt/slides/_rels/slide2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b73126bc54265" /><Relationship Type="http://schemas.openxmlformats.org/officeDocument/2006/relationships/notesSlide" Target="/ppt/notesSlides/notesSlide245.xml" Id="R21c5271cc001459e" /></Relationships>
</file>

<file path=ppt/slides/_rels/slide2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d4f2ab682a41c2" /><Relationship Type="http://schemas.openxmlformats.org/officeDocument/2006/relationships/notesSlide" Target="/ppt/notesSlides/notesSlide246.xml" Id="R176b8470c89a482e" /></Relationships>
</file>

<file path=ppt/slides/_rels/slide2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2ec4d3cc3442cd" /><Relationship Type="http://schemas.openxmlformats.org/officeDocument/2006/relationships/notesSlide" Target="/ppt/notesSlides/notesSlide247.xml" Id="Ree662a83f5004180" /></Relationships>
</file>

<file path=ppt/slides/_rels/slide2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9da90f58a846a3" /><Relationship Type="http://schemas.openxmlformats.org/officeDocument/2006/relationships/notesSlide" Target="/ppt/notesSlides/notesSlide248.xml" Id="R32d47e1e8ef9476b" /></Relationships>
</file>

<file path=ppt/slides/_rels/slide2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62b6343d654413" /><Relationship Type="http://schemas.openxmlformats.org/officeDocument/2006/relationships/notesSlide" Target="/ppt/notesSlides/notesSlide249.xml" Id="R5b568138c0c94ab6" /></Relationships>
</file>

<file path=ppt/slides/_rels/slide2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f4f1c6e2d242aa" /><Relationship Type="http://schemas.openxmlformats.org/officeDocument/2006/relationships/notesSlide" Target="/ppt/notesSlides/notesSlide250.xml" Id="Rdefadca26dc04e3a" /></Relationships>
</file>

<file path=ppt/slides/_rels/slide2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7e46ca21f4565" /><Relationship Type="http://schemas.openxmlformats.org/officeDocument/2006/relationships/notesSlide" Target="/ppt/notesSlides/notesSlide251.xml" Id="R01f0d658f24c4171" /></Relationships>
</file>

<file path=ppt/slides/_rels/slide2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3312a2fed4d42" /><Relationship Type="http://schemas.openxmlformats.org/officeDocument/2006/relationships/image" Target="/ppt/media/image29.jpeg" Id="R8d85941055294572" /><Relationship Type="http://schemas.openxmlformats.org/officeDocument/2006/relationships/notesSlide" Target="/ppt/notesSlides/notesSlide252.xml" Id="R52d3d4e49d0b44d8" /></Relationships>
</file>

<file path=ppt/slides/_rels/slide2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cf21b8df934f7e" /><Relationship Type="http://schemas.openxmlformats.org/officeDocument/2006/relationships/image" Target="/ppt/media/image30.jpeg" Id="Rb3744de5abc74de2" /><Relationship Type="http://schemas.openxmlformats.org/officeDocument/2006/relationships/notesSlide" Target="/ppt/notesSlides/notesSlide253.xml" Id="Re7047ff542b84ac3" /></Relationships>
</file>

<file path=ppt/slides/_rels/slide2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1e54439c349f8" /><Relationship Type="http://schemas.openxmlformats.org/officeDocument/2006/relationships/image" Target="/ppt/media/image31.jpeg" Id="R630185ca3a1a45c4" /><Relationship Type="http://schemas.openxmlformats.org/officeDocument/2006/relationships/notesSlide" Target="/ppt/notesSlides/notesSlide254.xml" Id="R88d0eb2cfc3e4238" /></Relationships>
</file>

<file path=ppt/slides/_rels/slide2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3af2bbc7341b4" /><Relationship Type="http://schemas.openxmlformats.org/officeDocument/2006/relationships/image" Target="/ppt/media/image32.jpeg" Id="R894382cf97a042a0" /><Relationship Type="http://schemas.openxmlformats.org/officeDocument/2006/relationships/notesSlide" Target="/ppt/notesSlides/notesSlide255.xml" Id="R0d1634a7f3a24557" /></Relationships>
</file>

<file path=ppt/slides/_rels/slide2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455ae8315e476f" /><Relationship Type="http://schemas.openxmlformats.org/officeDocument/2006/relationships/image" Target="/ppt/media/image33.jpeg" Id="R45343036908445ea" /><Relationship Type="http://schemas.openxmlformats.org/officeDocument/2006/relationships/notesSlide" Target="/ppt/notesSlides/notesSlide256.xml" Id="R85016bfca08a4908" /></Relationships>
</file>

<file path=ppt/slides/_rels/slide2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c6c35220e34e27" /><Relationship Type="http://schemas.openxmlformats.org/officeDocument/2006/relationships/notesSlide" Target="/ppt/notesSlides/notesSlide257.xml" Id="Rf54feb873953427d" /></Relationships>
</file>

<file path=ppt/slides/_rels/slide2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da525305e74ee6" /><Relationship Type="http://schemas.openxmlformats.org/officeDocument/2006/relationships/notesSlide" Target="/ppt/notesSlides/notesSlide258.xml" Id="R85ab224f51c540ec" /></Relationships>
</file>

<file path=ppt/slides/_rels/slide2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b00b1a72f844b2" /><Relationship Type="http://schemas.openxmlformats.org/officeDocument/2006/relationships/notesSlide" Target="/ppt/notesSlides/notesSlide259.xml" Id="Rafc6cc3eead447a8" /></Relationships>
</file>

<file path=ppt/slides/_rels/slide2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c7f0cecc384b94" /><Relationship Type="http://schemas.openxmlformats.org/officeDocument/2006/relationships/notesSlide" Target="/ppt/notesSlides/notesSlide260.xml" Id="Rf34b6b2426f84309" /></Relationships>
</file>

<file path=ppt/slides/_rels/slide2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440d21fd149b4" /><Relationship Type="http://schemas.openxmlformats.org/officeDocument/2006/relationships/notesSlide" Target="/ppt/notesSlides/notesSlide261.xml" Id="R5c1041157129432b" /></Relationships>
</file>

<file path=ppt/slides/_rels/slide2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1226f8993c4b42" /><Relationship Type="http://schemas.openxmlformats.org/officeDocument/2006/relationships/notesSlide" Target="/ppt/notesSlides/notesSlide262.xml" Id="R37c3898c9c494591" /></Relationships>
</file>

<file path=ppt/slides/_rels/slide2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62414180584dc3" /><Relationship Type="http://schemas.openxmlformats.org/officeDocument/2006/relationships/notesSlide" Target="/ppt/notesSlides/notesSlide263.xml" Id="Rc5abda0b073344d3" /></Relationships>
</file>

<file path=ppt/slides/_rels/slide2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b0e0f02694820" /><Relationship Type="http://schemas.openxmlformats.org/officeDocument/2006/relationships/notesSlide" Target="/ppt/notesSlides/notesSlide264.xml" Id="R7b0614ff1c984579" /></Relationships>
</file>

<file path=ppt/slides/_rels/slide2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8b632a3efc4c01" /><Relationship Type="http://schemas.openxmlformats.org/officeDocument/2006/relationships/notesSlide" Target="/ppt/notesSlides/notesSlide265.xml" Id="R377f23eabc544d9e" /></Relationships>
</file>

<file path=ppt/slides/_rels/slide2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fab0b254b4fb0" /><Relationship Type="http://schemas.openxmlformats.org/officeDocument/2006/relationships/notesSlide" Target="/ppt/notesSlides/notesSlide266.xml" Id="Rc65c59d6f7d94849" /></Relationships>
</file>

<file path=ppt/slides/_rels/slide2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75b5f31e264eba" /><Relationship Type="http://schemas.openxmlformats.org/officeDocument/2006/relationships/notesSlide" Target="/ppt/notesSlides/notesSlide267.xml" Id="R87dbcd565bb94ac3" /></Relationships>
</file>

<file path=ppt/slides/_rels/slide2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550502ddef48a9" /><Relationship Type="http://schemas.openxmlformats.org/officeDocument/2006/relationships/notesSlide" Target="/ppt/notesSlides/notesSlide268.xml" Id="R54a285b3ca514b4c" /></Relationships>
</file>

<file path=ppt/slides/_rels/slide2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3e3ff5071c46a5" /><Relationship Type="http://schemas.openxmlformats.org/officeDocument/2006/relationships/notesSlide" Target="/ppt/notesSlides/notesSlide269.xml" Id="R2156b967e85849e9" /></Relationships>
</file>

<file path=ppt/slides/_rels/slide2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bddfe4c0be402d" /><Relationship Type="http://schemas.openxmlformats.org/officeDocument/2006/relationships/image" Target="/ppt/media/image12.png" Id="R7d2b3ddb38c64f4e" /><Relationship Type="http://schemas.openxmlformats.org/officeDocument/2006/relationships/image" Target="/ppt/media/image11.svg" Id="Ra048f2fb31194208" /><Relationship Type="http://schemas.openxmlformats.org/officeDocument/2006/relationships/notesSlide" Target="/ppt/notesSlides/notesSlide270.xml" Id="R9a54013c60bb40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6C9E24-0670-4B7D-B457-AE204BF6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F3BE0A-A70F-444F-83FF-B30E22CB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477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IPA · 40H PROJECT BASED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E3A308-AACA-4B1D-815C-C3BBAC51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668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1일차 1차시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1F2763-F6B6-490C-81C8-F2EF8B8A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1009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4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Agent &amp;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4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4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863A2B-B882-4480-B0CE-9CC754C0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E0E0E0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E0E0E0"/>
                </a:solidFill>
                <a:latin typeface="NanumGothic"/>
                <a:ea typeface="NanumGothic"/>
                <a:cs typeface="NanumGothic"/>
              </a:rPr>
              <a:t>답을 잘하는 AI에서, 일을 끝내는 Workflow로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16506-4542-4CF5-B85C-BAFF9F61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971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Agent와 문제 정의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71814E-7FA2-4861-B964-16459F43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1038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C7C7C7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C7C7C7"/>
                </a:solidFill>
                <a:latin typeface="NanumGothic"/>
                <a:ea typeface="NanumGothic"/>
                <a:cs typeface="NanumGothic"/>
              </a:rPr>
              <a:t>09:00-09:12 강의 · 09:12-09:20 강사 시연 · 09:20-09:42 개인 실습 · 09:42-09:50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ED41FD-EBC7-44CF-8EB6-6C3C2D40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3467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28A184-2CDA-4051-8448-C3D53A98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24350"/>
            <a:ext cx="320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지금 배우는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2EF3D4-8160-442F-83C3-FD5F4B40D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52950"/>
            <a:ext cx="3467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4B8B0B-9204-4F45-ABF4-A1AA3303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29150"/>
            <a:ext cx="320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Chatbot과 Agent의 차이 · 자동화 범위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DB0800-1C23-473D-9E65-A27A9233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26720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B33856-7D91-4D86-B41D-09A03ABA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324350"/>
            <a:ext cx="3829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 차시에서 이해할 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9D2978-F8B7-4B6F-A23B-C03715B9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529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FDA363-F957-4E47-8397-E7C67804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29150"/>
            <a:ext cx="382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모델보다 먼저 입력·결과·금지 행동을 정한다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55E7E3-5A49-4B6D-83D2-55F1D43D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67200"/>
            <a:ext cx="2838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073531-95C6-4A75-B25C-D77C3830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2435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함께 챙길 내용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7419C4-4630-4AA9-B133-A2D823A0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52950"/>
            <a:ext cx="2838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A8A476-74D5-426E-8ADE-AA85875D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291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자동화할 일 한 문장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EE978C-E387-498B-A169-719ED3AD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723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차성재 · 무신사 Agentic AI Side PM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서울시립대·아주대 AI 겸임교수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2CF5B9-EB91-4A20-9AFE-128D0A0C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505450"/>
            <a:ext cx="3162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050" b="1">
                <a:solidFill>
                  <a:srgbClr val="C7C7C7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C7C7C7"/>
                </a:solidFill>
                <a:latin typeface="NanumGothic"/>
                <a:ea typeface="NanumGothic"/>
                <a:cs typeface="NanumGothic"/>
              </a:rPr>
              <a:t>2026.08.23 SUN</a:t>
            </a:r>
          </a:p>
          <a:p xmlns:a="http://schemas.openxmlformats.org/drawingml/2006/main">
            <a:pPr algn="r">
              <a:lnSpc>
                <a:spcPct val="124000"/>
              </a:lnSpc>
              <a:buNone/>
              <a:defRPr sz="1050" b="1">
                <a:solidFill>
                  <a:srgbClr val="C7C7C7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C7C7C7"/>
                </a:solidFill>
                <a:latin typeface="NanumGothic"/>
                <a:ea typeface="NanumGothic"/>
                <a:cs typeface="NanumGothic"/>
              </a:rPr>
              <a:t>09:00-18:00 · LUNCH 14:00-15:00</a:t>
            </a:r>
          </a:p>
        </p:txBody>
      </p:sp>
    </p:spTree>
    <p:extLst>
      <p:ext uri="{BB962C8B-B14F-4D97-AF65-F5344CB8AC3E}">
        <p14:creationId xmlns:p14="http://schemas.microsoft.com/office/powerpoint/2010/main" val="2491321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ED4E2C9-55EC-42E0-89C5-D504C840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DAY 1 · 운영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1ACB5F-333C-4072-B4B9-2BDFAB6B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첫날은 점심시간이 14시입니다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C3A051-19D3-458F-B8F7-41717B2E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491FDA-5C3E-492B-B7A8-0E5D6FE9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982F6-53C8-4884-ABBC-25694FFF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C924F-37B4-40D5-874F-1BD79C806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002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46f4e74df44f1">
            <a:extLst>
              <a:ext uri="{96DAC541-7B7A-43D3-8B79-37D633B846F1}">
                <asvg:svgBlip xmlns:asvg="http://schemas.microsoft.com/office/drawing/2016/SVG/main" r:embed="Ra514041cfd6944d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420350" y="685800"/>
            <a:ext cx="819150" cy="819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BA546F-BC93-4491-A8DA-A1422A5C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28750"/>
            <a:ext cx="923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강사의 오후 주요 일정으로 이번 주만 1시간 점심시간을 14:00-15:00에 운영합니다.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20B1A0-7EA3-48D6-85F8-9181BAF2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10553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40BD0-C44C-4020-8D36-E491CCBA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95500"/>
            <a:ext cx="1017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11:30-12:00 쉬는 시간에는 빠른 점심 또는 간식을 미리 드시길 권합니다.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FBAC69-8BF3-43E1-8DAE-54D23401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12-13시에 점심시간을 드리지 못하게 되었습니다. 불편을 드려 죄송합니다. ㅠ.ㅠ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09964D-5714-4E66-99B5-E3D4A99B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28950"/>
            <a:ext cx="154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96CBDF-280C-4DEE-A7B3-4A220580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7657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09:00-12:00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0FB349-22B4-4208-A961-F0AB4283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5752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1-3차시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489483-C827-47DF-B54A-012212A1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5752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09:00-11:30 수업 (11:30-12:00 쉬는 시간)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AC54B9-492C-495E-B316-5A878F1D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5752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빠른 점심·간식 권장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F66504-DE9A-497F-B5F4-6299A647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57575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0E0A73-AF1C-4C5B-B25D-1BFAF30B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54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D236FB-4D9D-480D-8AF7-16C6C5F7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2902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12:00-14:00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E1E2EA-1607-457A-96D9-A35B9634A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0997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4-5차시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D03113-6FDB-4AC6-A829-C3D8FE27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099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12:00-13:40 수업 (13:40-14:00 쉬는 시간)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78107E-E7BE-4CC4-A06F-FEDB652B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0997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총 2시간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55B2C4-793D-401A-9B88-4588FDE0F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10025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76403D-8608-4036-BC78-C09C4136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33850"/>
            <a:ext cx="154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7D9E4F-B823-4491-B6D7-981DD783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8147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14:00-15:00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12C875-2BE5-4CD7-9AA1-BDC4B92F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16242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DD5583-2494-4474-88F1-37652CC9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16242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점심시간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544BBE-0D37-409E-8CD7-527A367A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6242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이번 주만 14시 시작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D71E5F-3D91-4355-B979-6BB3F825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562475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BD9962-5CA2-4970-B29E-C6483484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154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1E6D1E-3412-471E-9EFD-23938A04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3392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15:00-17:30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371244-0820-455E-9BCB-B6B327A7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1487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6-8차시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C5987D8-277F-4CC9-845B-37C29507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148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15:00-17:00 수업 (17:00-17:30 쉬는 시간)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FC5486E-BC8D-4B90-929F-AA9227AD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1487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총 2시간 30분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1A8319-3EAB-449C-9899-847B09AB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14925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96AE68A-55F4-4A73-A253-4EFD6ED6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38750"/>
            <a:ext cx="154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DA2F1C4-F2D7-496A-A329-2F76ABC9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8637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17:30-18:00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29B0A0-596E-4AB1-BC24-84797153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6732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Q&amp;A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6BF492-36D6-495C-A24E-C33ABD65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6732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질문·실습 복구·Exit Ticket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283C3A1-4AD0-4B60-A53F-D38D5841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6732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쉬는 시간 뒤 시작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D8F957A-5BBF-44FE-B18E-73F46E71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667375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999392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4C990854-B1D2-47FF-9880-B545F0BE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첫날 전체 시간표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6A48C-AE10-4158-8641-A3685DF6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1일차는 여덟 개 차시로 진행합니다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B1E9EE-555E-483D-894A-5AC4F722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67333D-315B-4BAD-9712-CFF0ECCA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D2D53B-B2B2-4C6B-99C2-60B69049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E95240-C4D8-4C81-BF56-1D6C0B4B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26AC1F-52C2-4681-A596-D1658A6D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76350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현재 차시의 시간·내용·결과를 확인하고, 쉬는 시간에는 실습 상태를 저장합니다.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A8AE50-138B-402C-A868-DBCF4388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3830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D4F6F2-F83D-48BA-9571-D52755C8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04975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시간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B9523E-38B8-4624-AAD7-87A4B27D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704975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슬라이드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E84C24-C524-4A22-9823-1CC1F782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04975"/>
            <a:ext cx="2743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진행 내용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DDDF36-3126-42E4-B409-E6E8A27F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704975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강의·시연·실습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1E8C5E-4DE7-4456-AE73-58A4E102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0497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수강생이 남길 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E9AD74-6BAC-478B-89D3-0E9F8616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621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38E695-D5CA-4A7B-8EE7-9047A85C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621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F7928A-B9AE-436E-B363-3D23851C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EA6DC5-DCEB-41A1-8F03-223C9E1A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0193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1-29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1E8E48-BF0A-4562-9015-239ADB625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193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1일차 1차시 · Agent와 문제 정의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AB17A1-9255-4D75-9BF6-EC3454E1A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193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강의 12 · 시연 8 · 실습 22 · 확인 8분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06BDB7-2E29-48BE-9780-2D6500A7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193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자동화할 일 한 문장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4C4C36-353B-423D-A4C4-B1BEF0EC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D2C1FA-5C25-485E-8DCF-9633C7D0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02378E-EA05-4D95-98F5-A32ECFA3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000535-A016-4B0E-9BB1-2F59D78FA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C21F10-654C-4D1E-A68C-51D7F6B6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431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30-64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1F933F-EA6A-481F-AA57-FED159D5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431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1일차 2차시 · Tool Calling과 실행 권한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8AE454-54FA-4A41-B4E7-340F2E55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431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강의 15 · 시연 10 · 실습 20 · 확인 5분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ABA935-1299-4F56-8480-A4D4E582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3431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허용할 도구와 막을 행동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5B1832-06DE-48D2-803F-ABA85335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3EDF16-08D4-465D-9010-74B6FDDFB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456643-25B3-41E3-A140-B12A0D12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C6098C-903B-481B-B620-969DE443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10:40-11:30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5B1E92-89F5-4DBA-AF42-D7E98AF2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670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65-99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58CBA3B-79E2-4773-B791-A812611D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670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1일차 3차시 · 한국어 데이터와 PBL 사례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08ED4E-824D-46AC-9BF1-C25D9FAB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670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강의 14 · 시연 10 · 실습 21 · 확인 5분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99ED97-0706-404D-9DB8-09D1EB60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670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입력·결과·근거 예시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322373-193F-4356-AED5-0D695CA0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997A143-D5F2-4C05-A28E-ED22AB7F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A3839AA-9D27-43A7-AE93-ACBE67C7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908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11:30-12:00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C62E3BA-B310-4BCB-BD32-55603F0A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90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-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B572AE-A42A-43AB-BAB4-C56E61AF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쉬는 시간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A4EC3B1-3822-432F-A84A-1ADE862B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908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1-3차시 종료 후 휴식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703D931-8ECF-448A-B755-1A0B24E3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908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빠른 점심 또는 간식 권장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A00A5D5-F86A-4E82-9F63-050C2266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284ADB-1712-4C04-84E3-1E02D9C2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6082038-E538-4E62-98A3-9BEAEA64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E4733F0-9546-4E96-BB13-925271DA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943ABF3-429E-42F0-985A-CC5973D2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3147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100-134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D0155AF-09C6-4C6F-9428-9F4E0440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3147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1일차 4차시 · Python·VS Code·Git 환경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BE67BBC-9AEE-45DF-BFAA-6B985F2E2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3147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강의 10 · 시연 15 · 실습 20 · 확인 5분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A43ABDA-504C-49E5-BEC2-3AA920EF5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3147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버전·경로·PR 준비 상태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B014903-C2D0-4579-99A6-D7BB1A03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CF0F49C-5431-4C2C-A7E4-67368679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F1E2C7E-C1D4-4E0D-8F52-9554A524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3D60D3D-30F7-4633-B03E-186C28FA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12:50-13:40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74131CF-D2B8-48D3-8622-17A11FF8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385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135-168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678DB82-3754-4530-BC55-5F99E456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6385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1일차 5차시 · 안전한 Agent 실행 루프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63D5C18-351B-41CD-8B85-299B0C47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385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강의 10 · 시연 10 · 실습 25 · 확인 5분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0796327-02E5-45EB-BA76-2B88127D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6385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정상·실패 test 결과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CA05399-07C3-439F-B0A8-29DB5727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C438A39-F5D1-48B3-9622-7535B6AE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AB023AE-CC9F-44A3-97D6-8560A90E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13:40-14:00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95DD19C-9AE2-4948-87DA-A9C28C44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9624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-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26DA0E0-4200-430E-8E9A-C748DBD5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9624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쉬는 시간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EF3FCD0-4332-44D9-BA85-5DF3D53A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624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4-5차시 종료 후 휴식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8B734D1-F286-4D52-89C2-DD398924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점심 전 실습 상태 저장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E22FAC5-E175-462E-983A-0C810004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291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693E7D6-8F27-4E98-8179-62EA02F8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2910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C9CAECF-70A7-4CA2-91EE-CC2C02A2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14:00-15:00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CB51690-BC3E-4CB2-BCD1-6166357B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862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-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E62526D-9E65-4D91-8E54-1DA71B80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862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63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점심시간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C08950A-EBD5-470B-9F7B-E6200D69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2862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63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1시간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E24B036-FB5C-4093-B2CC-68EFB1AB6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2862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63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14:55까지 복귀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B310B65-8FB3-496F-B35F-9CCB1493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61BF344-1BE4-4565-AC94-8717006E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2B807B7-22A7-4688-85A3-C66860E1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7FDDFC1-BF18-4EBC-B0C7-8787F9B4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601F48B-78BA-4E82-AE83-563389C5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6101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169-202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2DAB561-DD44-4F0F-BF95-7B4693566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6101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1일차 6차시 · 무료·로컬 LLM과 Adapter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70F0A10-14F6-4F30-90DC-6151E0A8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101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강의 8 · 시연 10 · 실습 17 · 확인 5분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F8A58F0-B431-41D4-AD1D-9D10A796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101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성공 또는 예상된 실패 결과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91C62F8-6C0A-4082-9F86-3C4CD479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768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0981FE4-BD52-4A80-A9A9-9F32CCAC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768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C4BC2A4-B745-44A1-BA10-49B47EC4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768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2E1F15E-06A1-4A34-954F-AB4A958C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DD6162E-7E78-4078-A12C-9595EDA2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9339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203-236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EB7161F-5693-4311-BC33-D13D83C8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9339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1일차 7차시 · LangGraph와 사람 승인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5DC8614-3157-4230-9DAE-7FDA66D3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9339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강의 8 · 시연 12 · 실습 15 · 확인 5분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E3CB65D-930E-4202-95D4-7C308FF3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339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승인·수정·거절 상태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C3CE94E-C05C-453A-BBA5-6F2C8D4A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356DB5C-A402-4E24-8478-5ABEAB5D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FA13F6E-B61E-4D74-BCB2-4EB732E5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A87694B-7823-42B3-8BCE-9AE50A2DD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479CC13-89FC-41DA-AF83-A6314545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578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237-269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37BDB9A-9B7B-4A1F-9083-53104CC0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2578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1일차 8차시 · STT와 LangSmith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302A399-167C-4C13-921C-2D8BF01E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2578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강의 8 · 시연 10 · 실습 15 · 확인 7분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90BFB47-2678-4C04-8919-465E903B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2578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품질 기준과 READY/HOLD 판단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077B411-7518-43D5-BD0D-A4B6E11B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29FAEFA-A8AB-4413-9672-C59213E0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7D066C2-13F9-45AE-89E7-00C6CC23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816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17:00-17:30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9535853-B117-4762-908E-740A4EE2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5816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-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E11A264-D756-422D-A921-7337B4AD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5816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쉬는 시간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9F97191-0333-4169-ABF9-80F72E71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5816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6-8차시 종료 후 휴식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3094A0B-0746-42C7-A15D-0204788C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5816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질문 정리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28C539D-29BC-4674-8392-057C96EE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E711C717-AB0A-4173-B90A-AA703158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0ED8F926-F4CC-4A6B-9322-E474A954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6C6F113C-CA5B-4416-A604-37E57B7E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17:30-18:00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24EF72D-FF56-4E7F-A922-180FC37F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905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270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3A40A4FB-CB16-44F3-B19F-7EA197F1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9055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Q&amp;A · 실습 복구 · Exit Ticket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C9F81DC-674F-41B1-A4EB-388B06B5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9055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질문 15 · 복구 10 · Exit 5분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0302035-A7FD-4C7E-B7B1-AAFAA41F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9055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863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오늘의 핵심 세 문장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F2EF2F0-A1A7-4B2B-BFDD-545A2478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722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834853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7589CF-ECB0-4A8F-A258-AA75A83B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강사 소개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BA662E-DA98-4F51-86EC-05401E4E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머신러닝·딥러닝·LLM을 거쳐, 지금은 Agent 제품을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6492F-44CE-4D66-9057-06CC51EE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DAF809-2446-4F4B-AB35-5AEFF0A7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E73485-973E-4FB3-9825-E3C59A85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BCCB84-B3C5-476F-8441-85CC07D5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BCCA6F-E5A4-4FC4-85DC-716D2DE3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차성재 · 무신사 Agentic AI Side PM · 서울시립대/아주대학교 AI 부문 겸임교수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D95ED7-8584-4F3D-9406-1DACB7EF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81200"/>
            <a:ext cx="10553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F7C95D-32B7-43EF-A834-4A3FBE38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산업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A840AF-4083-4FAE-949C-08EC6F73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574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데이터·AI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169E17-7B34-445D-8C35-03D54A01F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57400"/>
            <a:ext cx="542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풀었던 문제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6FCD0C-92B1-45D9-A5AF-AC1807C7F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5740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역할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56420B-78B5-4C5B-8447-4D8D870A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876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금융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2D8785-817B-403F-BFA6-9E124954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384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정형 데이터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AutoML·MLOps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75127B-D043-4F57-ABD3-8A032079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38400"/>
            <a:ext cx="542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은행·카드·보험사의 예측과 의사결정을 자체 AutoML 솔루션으로 자동화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AC90DA-6152-4778-B654-8879F622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384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에이젠글로벌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ML Team Leader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BD0F3D-3C49-485C-9763-FCC0586D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F2654D-9CEA-4224-8CFC-E1073424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105537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E72577-8B5C-4F14-BD79-A5A2BEC1B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876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의료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73C95A-1E00-4C7B-8EBD-9AC211C8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1813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대장내시경 영상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DL·CVOps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9EE326-F7D6-4E7F-ACF9-D1B76515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81350"/>
            <a:ext cx="542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실시간 영상에서 용종 탐지·진단을 보조하는 의료 AI 서비스를 제작·운영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1F2C36-BD2E-485F-8EE6-4506670D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8135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아이넥스코퍼레이션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AI Engineer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D8E3F8-2C56-4C64-8905-5775C0E0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290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C1FCD4-B186-4284-B904-6512A78CB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24300"/>
            <a:ext cx="876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교육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DA6F29-6D6D-4181-9C06-D2F8B61A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9243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말하기·글쓰기·상담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LLMOps·AICC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9D414B-C8AB-4658-B6CF-8ACFBA15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24300"/>
            <a:ext cx="542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7만 명 영어 평가를 3-5일에서 약 10초로 단축하고 상담 전·중·후 AI를 총괄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EFA11D-F3C6-401B-BC86-ABF04953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9243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크레버스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AI Engineer·AI PM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32B352-0B51-449F-A3BD-B50CF32A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6A27D9-DA7A-45AB-85AF-0580D199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0"/>
            <a:ext cx="105537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D37144-5EF6-4D06-8198-6C4754B99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876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이커머스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5B1494-D124-422E-B83E-ADED945F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672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고객·상품 맥락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Agentic AI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0DB55E-4200-4F3F-BFC1-0C5DA2A6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67250"/>
            <a:ext cx="542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AID Chat·쇼핑 탐색·Voice·AI 해설·SEO/GEO 등 고객 접점 Agent 제품을 담당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695D7A-35F0-4AF6-9B60-CDE50B58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66725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무신사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Agentic AI Side PM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358807-F7A7-4DC3-AD72-A9FB59D4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2D8E5D-6FBE-47DA-8A89-AB3920B41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67350"/>
            <a:ext cx="105537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5C62228-C74D-4544-BAAD-EED3401E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81650"/>
            <a:ext cx="10172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강의·멘토 · 2개 대학원 AI 겸임교수 / KT·Kakao AX / 연구 AX / 재직자·취준생 AI Native / 출제·심사</a:t>
            </a:r>
          </a:p>
        </p:txBody>
      </p:sp>
    </p:spTree>
    <p:extLst>
      <p:ext uri="{BB962C8B-B14F-4D97-AF65-F5344CB8AC3E}">
        <p14:creationId xmlns:p14="http://schemas.microsoft.com/office/powerpoint/2010/main" val="19892613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14F73C-A743-46DE-8E8E-68F21CB8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5D8E71-453A-4F42-83A3-ADECDF52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먼저 네 단어의 역할만 잡고 갑니다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D710D0-1BC4-4912-9DC4-BC799EC71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7DA709-43F3-4495-BFFF-14DF03D6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D7E9E9-F395-436D-B428-5716E54B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71733C-2E61-424D-B12A-E882FF7F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8E5B02-C109-49FA-9DB2-4E902C30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9BF7A9-3883-44C0-B33F-B6266CCB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F67509-C378-47B7-A568-AC42097D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F0D971-E511-472D-8EE7-B0658431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F26726-E376-4BDD-A557-11318800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생성형 AI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Generative AI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8AA981-6D54-4C84-A093-B42C8F17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학습한 패턴을 바탕으로 새로운 텍스트·이미지·코드를 만들어내는 AI이다.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D75D59-AD92-43FF-A763-542DBDAA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회의 원문을 읽고 요약 초안을 만든 뒤 사람이 검토한다.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C4949B-F223-4D86-9E3F-3EBFC0B6A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6B1FFF-5AE2-4BF4-8408-7ADD2AEF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A07EB0-E903-4BA0-A508-C4CB54DA6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LLM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CA6054-4A41-4054-9445-D473BB427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아주 많은 텍스트로 학습해 다음에 올 말의 가능성을 계산하는 언어 모델이다.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FA6609-D9CF-4097-A9DE-6279C954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회의에서 결정·담당자·기한 후보를 구조화한다.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6D32A6-A2D5-4984-A868-B9EDD3D8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1A0C47-865E-44F3-AEE4-72474251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Agent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Goal + State + Tools + Loop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5B1436-6F2D-4887-B0BC-1137C00CA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목표를 받아 현재 상태를 보고, 도구를 선택하고, 결과를 확인하며 다음 행동을 정하는 실행 구조이다.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C83ED3-6C05-4225-B095-FD6E2073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파일 읽기 → 요약 → 검증 → 승인 → 기록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FDD74E-07B8-483A-A207-2F528468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01BE4E-3528-468A-99F2-CEDA8947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6054D3-E8E8-4677-9FB0-A034EF7D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Harness Engineering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Instructions + Tools + Tests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C140B3-18F1-4080-AA56-A40E4FDC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 주변에 지시문·도구·권한·테스트·관측 장치를 설계하는 방식이다.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9FF718-9417-48AF-8CE7-E5250DCB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Codex·Claude에 작은 작업을 주고 테스트와 diff로 결과를 확인한다.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234EE1-2B71-47FD-BC00-E087C52A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941277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02C544-8807-4BAE-B583-B0D53201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재직자와 구직자는 같은 기술을 다르게 증명한다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C15B26-6E10-4171-AA41-9AA7E2F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FEE1F7-CCB4-472C-943A-20790EF6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EA1447-7E44-41E4-BF99-4E6A93F5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DEBAB4-6C75-4CE0-ADC1-8C5B56DE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1E2A5A-E587-436B-9A67-EC082557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57E860-2E0F-470C-816E-1EAD9D50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재직자는 도입 통제, 구직자는 재현 가능한 포트폴리오를 강조한다.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83c0cf7886461f">
            <a:extLst>
              <a:ext uri="{96DAC541-7B7A-43D3-8B79-37D633B846F1}">
                <asvg:svgBlip xmlns:asvg="http://schemas.microsoft.com/office/drawing/2016/SVG/main" r:embed="R806709f6b06844c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6FB35F-3911-48C9-ACF4-B668ABD8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E0FCE8-2DC7-4118-BCE7-AB334A8E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재직자: 보안·업무시간·승인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B862D2-7A55-469E-8C20-B679A527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3A2E5E-85E6-44EF-848F-51A22DCA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구직자: README·테스트·Git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72473E-0122-42C4-AEE6-05EC6B75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D5FC17-B6C0-449E-9937-ADFD6D76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공통: 실제 demo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AEE8F7-1CE5-41B1-9E96-AA7C5062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0DA45B-73F9-45AF-B14A-80E9BC5FF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제품과 데모가 갈리는 지점  |  데모는 ‘된다’를 보여주고, 제품은 ‘안 될 때’를 설명한다.</a:t>
            </a:r>
          </a:p>
        </p:txBody>
      </p:sp>
    </p:spTree>
    <p:extLst>
      <p:ext uri="{BB962C8B-B14F-4D97-AF65-F5344CB8AC3E}">
        <p14:creationId xmlns:p14="http://schemas.microsoft.com/office/powerpoint/2010/main" val="16657950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F18254-585D-4672-BF21-D851BD44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오늘 실습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789EC4-4C52-4D20-89DC-0C85A334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수업은 네 번의 움직임을 반복합니다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FA0487-B10B-49F9-B60C-85362266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375A11-EB99-45EA-91F7-49B04DA7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37E46-B242-4898-937B-1513E373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9E270F-07AE-4EE1-9810-86E98405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F5B14E-7B4E-416C-ABFF-B5181FC2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5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먼저 보고, 그대로 따라하고, 일부러 틀려본 뒤, 성공 증거를 남깁니다.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F5577E-EE9A-4FEB-B98A-DFB7570C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58FC9A-A7AF-45D9-BBF3-43C8682DE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8337E4-01B1-4B2F-A047-8EEF479F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1050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먼저 봅니다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E79DF-C4D2-491E-8697-8D9390D3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05025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완성 결과와 클릭·명령 순서를 먼저 확인합니다.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00F3E2-3ECD-4F1F-9B1D-8DCAA6E4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62250"/>
            <a:ext cx="937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FB1CE7-2B2D-4058-A0B5-0F4F1EB0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146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5A1B55-5577-4168-9C5E-B4B3D45E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1465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205426-CFA5-4E28-865C-FBFA0AC1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432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화면을 따라 만듭니다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FC9F36-A8D5-4438-821F-43F46B75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43225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한 단계씩 멈추며 내 화면과 비교합니다.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B9CE75-06A2-458C-8639-47806843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00450"/>
            <a:ext cx="937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AF4BFA-3AB1-4DED-9BB3-DB5ED2C6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9AE74D-EE88-40DB-AC9B-9F06B604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0AD902-1D9A-4FB6-866F-27B53F11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814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일부러 한 번 틀려봅니다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BDA072-A844-4E78-B216-0710569A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81425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입력값 하나를 바꿔 실패 메시지를 직접 확인합니다.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7469A2-DABB-45AE-A75A-45DD71D3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438650"/>
            <a:ext cx="937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F78E3E-6309-4DDB-9466-21D7C0B8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39974A-E3E8-4D75-99A7-F3DA81ED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0802FF-02FB-4009-B537-917A90FA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6196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다시 실행해 확인합니다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9D2D11-3A14-481F-A293-218ACDB5C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619625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원상 복구한 뒤 test와 결과 파일을 남깁니다.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CF1DDC-E50B-4685-8AF2-9C8820F9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276850"/>
            <a:ext cx="937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083343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8B44DC-397F-4833-92C2-6ACBF659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오늘 실습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DD8409-28E6-4102-85DC-8EC2CC1C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막히면 “안 돼요”보다 네 가지를 알려주세요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EC15C3-467C-43CD-B768-2F0930C1B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FDF1B8-F805-4746-8B77-8388068D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FBED10-486B-42F2-9A72-83A25073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03A383-5C00-4E6E-8536-0D2E447C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CAE6FA-4AC4-419D-8DE5-5602F007F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37338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d051849f0d4096">
            <a:extLst>
              <a:ext uri="{96DAC541-7B7A-43D3-8B79-37D633B846F1}">
                <asvg:svgBlip xmlns:asvg="http://schemas.microsoft.com/office/drawing/2016/SVG/main" r:embed="R03c29ff9cce4493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52500" y="1981200"/>
            <a:ext cx="666750" cy="6667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96D4F5-F7BD-41D7-B4AF-F0429210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31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“안 돼요”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6082D0-06F7-4020-8CDD-92B494A0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0000"/>
            <a:ext cx="285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E0E0E0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E0E0E0"/>
                </a:solidFill>
                <a:latin typeface="NanumGothic"/>
                <a:ea typeface="NanumGothic"/>
                <a:cs typeface="NanumGothic"/>
              </a:rPr>
              <a:t>어디서부터 확인해야 할지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E0E0E0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E0E0E0"/>
                </a:solidFill>
                <a:latin typeface="NanumGothic"/>
                <a:ea typeface="NanumGothic"/>
                <a:cs typeface="NanumGothic"/>
              </a:rPr>
              <a:t>알기 어렵습니다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563C41-3020-4C0C-B1B1-C96BDC51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581150"/>
            <a:ext cx="609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대신 아래 네 가지를 알려주세요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DA57A2-84A6-49BE-9BBF-0D9BCB4D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1717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F3DBFA-5B4F-4AEC-83B1-26F2AB9C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1717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첫 오류 문장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F2580D-550F-4BA7-BF81-F561C60D5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71700"/>
            <a:ext cx="316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화면에 보이는 그대로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0C4344-DF4B-400D-94B9-D539B38C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2890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194E7F-E651-4A6D-B9CB-5C5DBACE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956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87937B-04E6-4AD9-9B2A-C6FEBAF3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8956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직전 행동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CEFB17-31C7-49EF-9B71-6E7F1DD7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95600"/>
            <a:ext cx="316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누른 버튼 또는 입력한 명령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C7123B-D6D0-4F9A-B17F-DFD6A9C7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A3DD0F-79FB-44D2-8492-0A563C9D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195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0CDA36-FEB2-4C76-8947-4EFC2DDD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195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내 실행 환경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32548F-2C61-4ECB-BFC6-E41ED9B1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19500"/>
            <a:ext cx="316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운영체제와 Python 버전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52CC3A-F07A-4337-AA96-1E27F093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07670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D6A788-C327-43C8-A9F6-5F2D89C7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3434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EC0195-9C2C-48E7-B7DE-84A3E829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3434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기대한 결과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CF2B33-841D-4DEF-A9B3-D0A2C51A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43400"/>
            <a:ext cx="316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원래 나와야 했던 화면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CAAA11-7C88-4506-80BE-88A8F5F6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80060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60734D-524D-48AA-BBB2-F063E3B8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67350"/>
            <a:ext cx="105537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C15E34-2B11-4FBC-A56D-F995B83A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91175"/>
            <a:ext cx="10172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예시  |  macOS · Python 3.11 · pip install 뒤 ModuleNotFoundError · notebook가 열릴 것으로 기대</a:t>
            </a:r>
          </a:p>
        </p:txBody>
      </p:sp>
    </p:spTree>
    <p:extLst>
      <p:ext uri="{BB962C8B-B14F-4D97-AF65-F5344CB8AC3E}">
        <p14:creationId xmlns:p14="http://schemas.microsoft.com/office/powerpoint/2010/main" val="19475056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E30BD5-CD35-4D5A-BDC5-7A13BC0E9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오늘 실습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55DFE6-2481-44BD-A523-F0ABE41E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속도가 달라도, 다음 행동은 분명합니다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67452E-6FB6-4913-9E49-B0CF7970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7B51C-DB36-4CAF-89F3-EC486227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73279-DCD7-49E4-A2E6-B70233E3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D4EC8F-ECAF-40C3-8FC3-92AB6989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B06BD-F1E4-4238-AE3E-F0C146C0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5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빠르거나 느린 것이 아니라, 지금 내 상태에 맞는 행동 하나를 고르면 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C3A67C-541F-424C-82AF-B448E5C6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EF4758-B7F0-4310-B909-8F2B9A0D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33600"/>
            <a:ext cx="2114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지금 내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C2B873-DA61-4310-BEA1-E2D688F3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33600"/>
            <a:ext cx="449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지금 할 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2A3750-C4BA-4499-997D-3EA77FD6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336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다음에 남길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6621F4-13CB-4366-82AA-6DC2E5AF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114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바로 다시 실행할 수 있어요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0B5D8D-CA07-477F-B92C-E8462A88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33650"/>
            <a:ext cx="449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혼자 한 번 더 실행하고 결과를 비교합니다.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A0C0E8-1F37-45F1-A40B-DB89836B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336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성공 화면 1장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224F7B-BBC6-4C72-BF55-B11F54B84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623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C2CEBA-A83C-4139-BD22-9EFAB24F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62300"/>
            <a:ext cx="10553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3C988F-20A0-453E-827B-F2F41AFD6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2114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장표를 따라가는 중이에요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94E475-45C8-4314-B09F-44426BF4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57550"/>
            <a:ext cx="449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현재 표시된 단계까지만 끝내고 강사 화면과 비교합니다.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5F885A-8628-47B9-83C3-9DB25BCA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57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현재 단계 체크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8C022C-77DC-4B02-8121-B4F379E4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862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22425A-9B20-43CD-BF1F-B00C7268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2114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오류에서 멈췄어요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6C1E82-53F2-4620-AB0E-2270AE8C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981450"/>
            <a:ext cx="449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채팅창에 첫 오류 한 줄을 남긴 뒤 복구 파일에서 다시 시작합니다.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6012DB-26BF-4AA0-ABC4-F0DFD19C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9814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오류 문장 1줄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7C3C72-294E-46EC-9102-5411539B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B26895-5F31-465E-84EC-4CD93C6D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10553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453798-E112-4344-9547-E7A1558FD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2114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먼저 끝냈어요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8A4272-735D-4F8E-9AC1-2CCFED1A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705350"/>
            <a:ext cx="449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입력을 하나 더 넣고 왜 막혔는지 기록합니다.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71D9B1-953A-4759-B6FB-5EF16F65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7053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반례와 이유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5AF19B-2B6C-4C72-AEA3-99E3B52B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0EBEB2-AF6D-4B17-B593-7D460378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43550"/>
            <a:ext cx="10401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막혔을 때 조용히 기다리지 않아도 됩니다. 첫 오류 한 줄이 가장 좋은 질문입니다.</a:t>
            </a:r>
          </a:p>
        </p:txBody>
      </p:sp>
    </p:spTree>
    <p:extLst>
      <p:ext uri="{BB962C8B-B14F-4D97-AF65-F5344CB8AC3E}">
        <p14:creationId xmlns:p14="http://schemas.microsoft.com/office/powerpoint/2010/main" val="9851316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223A67-CA08-4A13-AFF9-1376C7DC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오늘 실습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9FE6E7-00B0-4940-AB3E-9FF1D3A9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완료는 “작동했다”가 아니라 “다시 확인할 수 있다”입니다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220BDA-3E47-4BF5-A090-D8643751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6BA85-DFFA-4D28-BEE3-74882A66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1C23FE-8AC3-4CD5-A2EF-6544B1CF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2EEFAB-3599-4274-9B16-291B999D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9CB1B7-4B9B-4BB7-A8C4-2141CE1F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5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다음 네 가지 중 하나라도 없으면, 아직 실습이 끝난 것이 아닙니다.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92073C-77CD-424D-B6E4-CC55F351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완료 체크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E0C89A-E961-442D-AA81-6A3A7E1F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955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0832E-2023-4DC1-BC3A-FB7D7121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B8EFF8-D5ED-4683-84DD-BE81A2CA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결과 파일이 저장되어 있습니다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F545AF-6A22-427E-AA1E-A2FE05B6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432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2DF65B-A2DE-4956-AC28-2212AC8C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EC054A-5FA2-4A90-88D8-B120C299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956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명령을 다시 실행해도 성공합니다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3D230E-218B-4019-9169-360D8406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AED6E0-889E-4066-9661-FF4FC6B8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F313CD-DC4D-441B-BE1A-A07290F7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433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test 또는 schema 검사가 통과합니다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5878B1-055D-4F37-B391-646F773B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386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6805E7-023E-499F-82CA-CFED4BE0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BBC201-2A5C-4B34-948D-D49F7EF0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910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왜 안전한지 한 문장으로 설명할 수 있습니다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3A8F0A-1FEE-436B-AD7B-FDBE2F75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38350"/>
            <a:ext cx="55816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188C09-EE65-46F6-B73C-A185E85F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38350"/>
            <a:ext cx="571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AE46FE-31BF-48C6-8D25-996C5EF6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669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E0E0E0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E0E0E0"/>
                </a:solidFill>
                <a:latin typeface="NanumGothic"/>
                <a:ea typeface="NanumGothic"/>
                <a:cs typeface="NanumGothic"/>
              </a:rPr>
              <a:t>다시 확인할 수 있는 화면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8C16D8-F58C-4117-A693-B17E313D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4953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$ python3 -m src.day1_agent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status: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$ python3 -m pytest -q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10 passed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$ git status --short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M src/day1_agent.py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9BAC27-34F6-485A-9525-3B60769C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62600"/>
            <a:ext cx="105537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8FE036-D6F6-46FC-9FCC-16DB061A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17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오늘 남길 것  |  실행 화면 1장 + test 결과 1줄 + 내가 설명한 안전 기준 1문장</a:t>
            </a:r>
          </a:p>
        </p:txBody>
      </p:sp>
    </p:spTree>
    <p:extLst>
      <p:ext uri="{BB962C8B-B14F-4D97-AF65-F5344CB8AC3E}">
        <p14:creationId xmlns:p14="http://schemas.microsoft.com/office/powerpoint/2010/main" val="17223755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439B9CA-CE3C-4BBC-A00F-B3AE0ACB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도구 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2D72B4-E47C-415F-B06D-E6C1C15D0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강사의 완성 흐름은 이 네 화면에서 시작합니다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2503A0-F6D1-4341-8FBA-32B44146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A258AA-0995-46C5-B06B-8F1ADDCA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7BC32B-FDC7-4DEE-B52C-39BC06D4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F1658B-798C-47AA-BF1C-C7F27C1A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EEF618-40E8-4EBB-95AC-6FE69E5B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Agent 도구 → 저장소 → 실제 코드 → test 증거로 이어지는 출발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8E09F5-4B40-429A-A7B5-1629CCC0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4E2B5E-44B1-4FEC-BCAE-DC1BFA65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도구·서비스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85C801-53DA-46C5-AC84-4A08BD1A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336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도메인·역할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F0FCB8-1366-4FDC-8A84-C116CE27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이번 강의에서 쓰는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12A935-C882-4D8E-BBC9-A2858C53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336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유사 도구와의 차이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B7AAD0-1D71-4610-BA57-E7D06BA0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VS 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4B0F5F-717B-4C8B-AE9E-AB30A7E6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241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IDE·주 실습 공간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748AFF-421A-4336-96C0-645630D3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241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코드·터미널·Notebook·Git을 한 화면에서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44936D-14B9-42FC-BD0E-3BF2A595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PyCharm보다 가볍고 확장 기반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916247-3D65-464C-9403-64D4DC0A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466518-5532-46CD-9E41-B10BFF02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9E6761-2D77-4FE3-B4C2-1C935E63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242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Jupyter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8FE589-0236-441A-A7DF-32F172134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242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설명과 셀 실행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78D995-B995-45C7-B1EA-6EA6133B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242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처음 배우는 사람이 단계별 결과를 바로 확인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54A4CA-7A26-4AED-8D46-87597A61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242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Colab은 설치가 없지만 세션·자원 제약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09C6A1-F2B4-478C-9300-A2EF48EF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673B35-44A7-475C-A8F6-FC5E2B95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Git·GitHub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F4CD6A-C3E7-447D-9337-469B4363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243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버전·포트폴리오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68588A-40DF-4F3B-8C82-CABF3DA4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243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diff·commit·README로 완료 증거를 남김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7088A5-B00F-4055-813F-01C9386F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243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Drive 공유보다 변경 이력이 선명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0E5DD6-5ADC-4818-B4B1-A3101442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C3A068-BB60-4167-86DB-D4F5C181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31CD2F-2D24-4FC0-9D1D-A49C645C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44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Codex·Claude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12202A-3394-43CD-AC56-94BDE112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244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Coding Agent·가속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5FF73D-7472-4153-A6A1-5493C38A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244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spec→diff→test 데모와 코드 검토를 빠르게 반복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D30FE7-4D03-4230-B333-3B552225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필수 도구가 아닌 선택적 Harness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B6D9C6C-E5F2-4F2F-A61C-EA842141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8423537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A6B84B-5201-462A-8512-9A710191E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A41DCE-DC26-4719-B18F-5D3C159E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Codex CLI · 저장소를 읽고 실행하는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239120-10B2-4EC3-B09A-1769F028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08D6EE-4223-4E41-90E7-90A68539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DCF5F6-56F1-44FA-AF64-EE8A7765F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FACFC7-13CD-4FF7-8860-3B7C3876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DD3B74-C333-4818-898A-8319FE61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503A33-E5C8-4177-A4F1-F421CD22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019896-40B6-4292-A91E-3FE3CCD81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작업 디렉터리에서 시작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49CADC-6F35-4EA4-BB02-F95ABE92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2C279B-491C-4439-BE72-7AE1EB982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요구사항을 파일·테스트로 구체화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0189BA-FEFB-4345-96A1-69B0EEA9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04D84F-6E28-4A90-A70D-1C62A6AE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diff와 명령 결과를 사람이 검토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61AB27-C81D-49FA-A49D-43D2EC90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0C8417-E767-405F-967F-272449AC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학생 필수 경로는 로컬 코드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5FAACC-65F8-4CB1-8D5B-6CAE07D3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0d201fc7824837"/>
          <a:stretch xmlns:a="http://schemas.openxmlformats.org/drawingml/2006/main"/>
        </p:blipFill>
        <p:spPr>
          <a:xfrm xmlns:a="http://schemas.openxmlformats.org/drawingml/2006/main">
            <a:off x="4876800" y="1727597"/>
            <a:ext cx="6591300" cy="370760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CC0502-8924-4B3A-959E-3A43915E0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OpenAI Codex CLI 공식 문서 화면</a:t>
            </a:r>
          </a:p>
        </p:txBody>
      </p:sp>
    </p:spTree>
    <p:extLst>
      <p:ext uri="{BB962C8B-B14F-4D97-AF65-F5344CB8AC3E}">
        <p14:creationId xmlns:p14="http://schemas.microsoft.com/office/powerpoint/2010/main" val="129397517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221DDD-C539-4641-AF68-8F8D54A2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152EC3-FC11-4844-B375-4FEE9354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Claude Code · 터미널 중심 Harness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174856-B558-4474-A82F-8359D62F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21CF06-466C-4146-AE91-B4DD794F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E7344-639F-4DE5-B28E-843E6862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56CA0E-63B2-4E0A-B7A0-F4DE77CD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E3925F-C36D-4A2C-9A10-CA98CC0E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D05372-19DC-444F-B42A-EC231A32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F0A280-A593-4EE8-818A-21EC0181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코드베이스 맥락 읽기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9D5AD-F5F1-4A3A-8AA7-688B1529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F23C9A-1FCA-4FCC-B83C-B619391B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작업을 작은 단계로 지시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B8AD81-C45A-429A-8321-C3E4C8C6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B1B3FA-0AA9-4912-A911-3F6402E2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변경·테스트·설명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C50C51-2308-45E0-B996-A0EF86BC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16B00F-8B91-4604-B7E5-4719C20D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구독·정책은 별도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8FEDBA-661E-46CA-B2C6-840E59C4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19591b7de648d7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120DB7-97DC-4B81-87CE-4C904E35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Anthropic Claude Code 공식 Overview</a:t>
            </a:r>
          </a:p>
        </p:txBody>
      </p:sp>
    </p:spTree>
    <p:extLst>
      <p:ext uri="{BB962C8B-B14F-4D97-AF65-F5344CB8AC3E}">
        <p14:creationId xmlns:p14="http://schemas.microsoft.com/office/powerpoint/2010/main" val="9681088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376E10-BA8E-4C0F-AB9C-94F4B678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A7C75F-8B1B-4C07-8972-B3513A6F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실제 VS Code 저장소 · 수업의 출발 화면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C23E8A-46CA-4752-AF85-05E2B569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C4560C-BD4F-4523-AEA8-D06C70C6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3F215B-5301-434D-908E-86EF479F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82DD6-28F4-4EE8-AB52-D7CFA179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DDF80A-3B52-4555-B69A-DF8A4BAD7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6EF6E1-26B1-4B80-9EAE-0B6B2926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296195-E0BD-42C5-BE45-B78D9B9B4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src·tests·materials를 먼저 찾기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B4C929-F48A-4496-A1FF-4FCDF927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9E3C67-8B06-431C-B555-51FE51B7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.env는 열지 않기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97A3B3-5C2E-42FD-B603-CD717DFF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4B837-8DA4-4F0D-A787-F9965C7D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강사와 같은 폴더 구조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4AE1E1-AF81-40F0-9C5C-2358BD30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700481-FBE5-455E-8313-D463C007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시작 화면으로 사용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8F826E-0E32-44E2-B15E-F955719B9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4f6a95744b4303"/>
          <a:stretch xmlns:a="http://schemas.openxmlformats.org/drawingml/2006/main"/>
        </p:blipFill>
        <p:spPr>
          <a:xfrm xmlns:a="http://schemas.openxmlformats.org/drawingml/2006/main">
            <a:off x="5166626" y="1695450"/>
            <a:ext cx="6011648" cy="37719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DF3623-6768-42D6-B2CA-532A79D3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로컬에서 연 강의용 저장소</a:t>
            </a:r>
          </a:p>
        </p:txBody>
      </p:sp>
    </p:spTree>
    <p:extLst>
      <p:ext uri="{BB962C8B-B14F-4D97-AF65-F5344CB8AC3E}">
        <p14:creationId xmlns:p14="http://schemas.microsoft.com/office/powerpoint/2010/main" val="63953091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3BE2E7-1A86-48F3-9334-A2D83259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3DA9C3-C4A1-427A-A6E3-EB03BDBA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실제 Agent 코드 · 표준 라이브러리부터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BB0F9B-7BFC-4907-9CD1-987B4A89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04BB5-49F5-4C80-A891-53FC1FC6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112CB1-2F44-49E4-98D4-1C10CAE5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C9DF5C-7CC1-42A0-ACAE-A474955B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04B6D3-AF62-49DF-A6B3-2625544CF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86704A-142F-4015-AC51-D2A2F781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41A776-A336-4D24-B365-A7B6FC03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처음에는 framework 없이 제어 루프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01C709-BA1A-46A9-804A-39BF0C1E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3A4B66-B556-452A-BE35-DD045037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읽기 도구만 허용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4F47F7-1270-4A3A-BF34-DE588929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760438-7FA6-4B40-BE04-FDDE5148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오류를 결과 객체로 정규화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84C357-019A-4215-8390-3E7309F0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1F859D-C3AD-472D-B25D-60E31AE1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Ollama는 선택 adapter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965D16-5633-4537-9917-B383E6CB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a69ec780d44e2e"/>
          <a:stretch xmlns:a="http://schemas.openxmlformats.org/drawingml/2006/main"/>
        </p:blipFill>
        <p:spPr>
          <a:xfrm xmlns:a="http://schemas.openxmlformats.org/drawingml/2006/main">
            <a:off x="5166626" y="1695450"/>
            <a:ext cx="6011648" cy="37719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210BF8-4030-4B7F-9929-BD16F254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VS Code에서 연 src/day1_agent.py</a:t>
            </a:r>
          </a:p>
        </p:txBody>
      </p:sp>
    </p:spTree>
    <p:extLst>
      <p:ext uri="{BB962C8B-B14F-4D97-AF65-F5344CB8AC3E}">
        <p14:creationId xmlns:p14="http://schemas.microsoft.com/office/powerpoint/2010/main" val="139071272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101824-FB11-42AD-8E0D-E0247CC63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DAE202-0CBC-4980-8FBA-9C411CC8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작업 요청을 먼저 spec으로 고정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300B15-BD7C-4AE3-BCB3-09DEB524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833F54-C32A-4856-AA9E-33563D954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B35124-664E-4729-AD48-066A470C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A5CBE-3B97-4176-9088-ACD94CE2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FAD521-32BD-4E30-9ABB-514B00F7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871CE3-D75B-46FF-927C-3FEA564B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230C23-9272-4927-BCAC-0E598558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목표를 한 문장으로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E99FEC-15EE-4DEC-A435-0905A8E2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0369A4-ADF1-4D0D-B86C-8A574C6D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입력·출력 형식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F1A21E-16C8-4102-9D75-3920AD61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33D52F-8C61-4031-9966-59AEB2D4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허용 행동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55309E-8F69-4474-A883-8E6D3C34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E508FE-84FE-4A10-AC81-5EDE7E9C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중단과 완료 증거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6887AE-B92A-4AA0-ADDD-3567C941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F1A827-76F3-4C01-994F-2B84BD7E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F41C8B-C221-4098-8586-5DBCA799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goal: 안전한 파일 읽기 Agent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input: 공개 txt/md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allowed_tools: [read_public_text]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stop: validation_error | success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evidence: pytest + output json</a:t>
            </a:r>
          </a:p>
        </p:txBody>
      </p:sp>
    </p:spTree>
    <p:extLst>
      <p:ext uri="{BB962C8B-B14F-4D97-AF65-F5344CB8AC3E}">
        <p14:creationId xmlns:p14="http://schemas.microsoft.com/office/powerpoint/2010/main" val="157891293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857CD7-53EE-4F5B-967B-A6B29D98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674793-3EB3-4DA9-AA51-605C9A42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Agent의 최소 반복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C57FBB-3101-4DEC-9ABA-A626312C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6F1008-590D-4185-B145-9C9740F3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55C01D-0797-42AE-BA24-3BA565D6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E877A7-90FB-4E85-9138-B5551345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DEF824-5F40-4293-9F3C-9E9116FA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2D4B4B-651A-4BE3-82B5-9DDBEC27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E04EFA-7891-46EA-92FC-4771D752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판단과 실행을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576FAF-C2D5-41CE-8F1B-27E66A54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6334E9-48FD-4714-8481-4838D0A6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매 step 결과 관찰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30D7D3-1257-43E4-9EBD-00828728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0E66A1-6F9D-49DE-AE54-EC06B240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무한 반복 금지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454096-0874-449B-AE44-5F2EC948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FF4043-5E73-4D46-9129-24D1E7FD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state로 감사 가능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CDA404-5623-41DB-98D5-6B404825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DD01CF-F385-4D61-80ED-C5877365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E14A35-D834-48B3-AB08-DBAD8668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while state.status == "RUNNING":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call = planner(state)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checked = validate(call)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result = execute(checked)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state = observe(state, result)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return state</a:t>
            </a:r>
          </a:p>
        </p:txBody>
      </p:sp>
    </p:spTree>
    <p:extLst>
      <p:ext uri="{BB962C8B-B14F-4D97-AF65-F5344CB8AC3E}">
        <p14:creationId xmlns:p14="http://schemas.microsoft.com/office/powerpoint/2010/main" val="53696827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262C5B-8DF3-4DDF-B2F1-14F08967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B4886A-2130-41AF-B586-9E03C3BA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Day 1 완료조건을 명령으로 표현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762672-6824-4695-A974-1859B227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6391F7-B605-4615-83A0-3B193801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2845AD-E1D5-48DA-8AFC-15171C97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B7E616-4BC8-4A42-8E00-B1EC96DC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79992D-3E84-46A8-BFBE-566A46A3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3F397F-A610-4612-A4FF-7CECA417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636259-5B4E-4F30-BF54-D974356F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실행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063252-C5B5-4CD8-BEF3-1B9DECA0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B7C1FC-AC8F-4427-9235-DFE61FD4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FF6C53-2908-4C18-8D6B-AF4A2FAF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2FC387-E392-415E-8BAA-010906C04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변경 범위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A96729-98F1-4B6E-AAED-C5EB9A121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CBCF9D-B743-48D2-B3ED-BC6210899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설명 가능한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1E05D-4EFD-41B8-86D0-D12BBB25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D76AF3-A148-4781-B046-DFEC676D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523A49-2754-4305-A17D-9590C5C1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python3 -m src.day1_agent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python3 -m pytest -q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git status --short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git diff -- src tests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# success: 10 passed</a:t>
            </a:r>
          </a:p>
        </p:txBody>
      </p:sp>
    </p:spTree>
    <p:extLst>
      <p:ext uri="{BB962C8B-B14F-4D97-AF65-F5344CB8AC3E}">
        <p14:creationId xmlns:p14="http://schemas.microsoft.com/office/powerpoint/2010/main" val="189851062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905CC0-97F5-4DB7-BC91-90D9D5155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5BDEEC-E234-4ED2-9B27-5212E1CB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저장소가 말해주는 역할 분리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05B87C-826B-4100-B098-B7DD7C1C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061938-6F75-472E-8024-0C906858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504773-610E-4DCE-B06A-240E96B7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2FAC0B-EFB5-406A-BF3D-2638387A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9E445A-00E4-4EB6-8956-3D75C8B0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5E509F-CD10-4D7E-80F3-BA60EFBBF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82DACE-1FB2-4D39-8175-1648F77A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코드와 데이터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3F4CA3-EE6B-47C9-9585-152C46D0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B4A918-06B8-46EE-A612-BC4CA2EF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노트북과 모듈 분리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15CE3B-8787-47E7-B10B-BC333828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1E01A5-9F96-4F43-B481-7EF032E1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테스트를 1급 산출물로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C38140-354E-4AD0-90B5-6A92A877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92E489-E5AC-4798-BF7B-99E6732C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장표와 파일명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E093D9-C8D3-4A95-84E9-37CB8E6A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6F8612-AD3A-42E0-810C-2F72A7906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CAA3CD-8381-4E00-83F2-AD203607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src/        # 실행 코드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tests/      # 실패·정상 증거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materials/  # 따라하기 notebook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data/       # 공개·합성 입력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slides/     # 수업 화면</a:t>
            </a:r>
          </a:p>
        </p:txBody>
      </p:sp>
    </p:spTree>
    <p:extLst>
      <p:ext uri="{BB962C8B-B14F-4D97-AF65-F5344CB8AC3E}">
        <p14:creationId xmlns:p14="http://schemas.microsoft.com/office/powerpoint/2010/main" val="184912524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856524-6F84-4FE3-A139-1B3ADB75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38D03C-49B9-44F3-8402-88A310C0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회의음성 Demo · 실패해도 수업은 계속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FB2B50-3365-4F09-9DDB-37AD26EE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246161-4E55-4ED3-858B-6E72FE57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91BEB6-EE54-4C69-9FE7-931036F1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981367-BF23-4972-8A01-07900C5F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9BBED1-025C-49A8-883B-004A4003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4C3DF8-1074-4B22-B1F9-2CC147652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04031F-2DD8-4A85-BC23-711A32E2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오디오가 있으면 Local STT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4E4CFA-8E31-4BE2-870C-F35D5B42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A547FE-F7CB-4987-8B52-02582A27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실패하면 같은 60초 transcript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F6AABC-D328-455D-ADC7-BD401698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A0FD9B-010F-4A01-AE0E-AD846838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사전 생성 JSON 즉시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71CB0A-DF4F-4C11-818B-48248506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AA446F-5CFB-42FD-9EF5-E0DFA69A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자동 메일 false·사람 승인 true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D83C59-A359-440B-9A06-34391589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306869-2143-4FB1-9989-65ED6533F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55B1AB-1288-4398-B9B1-8607451D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python3 -m src.meeting_demo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--audio data/demo_meeting.wav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--transcript data/demo_meeting_transcript.txt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--out output/day1-demo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# outputs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# transcript.json + meeting_result.json</a:t>
            </a:r>
          </a:p>
        </p:txBody>
      </p:sp>
    </p:spTree>
    <p:extLst>
      <p:ext uri="{BB962C8B-B14F-4D97-AF65-F5344CB8AC3E}">
        <p14:creationId xmlns:p14="http://schemas.microsoft.com/office/powerpoint/2010/main" val="155312883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2D8756-93B4-4EFF-9386-0CC31194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1431F4-B4BC-4AD4-94A5-72683965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1 · 강사 Demo를 보고 내 업무를 고릅니다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3D93D-280E-41D8-8085-CFB755C6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23FD3D-3747-44A4-8860-956F9CBB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1CC016-5B80-42BB-AD0A-97CF6722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009654-6F00-4FB4-B623-71548340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8A912B-995F-4586-844F-A3721A5F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06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84D26E-0420-4CD2-B636-69C3598E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8937C4-1330-4C53-9ADB-EDB810DF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B21635-CBE3-43A7-8CCE-C5ED926E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2AD23-C487-4E27-9787-9CAE1360F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43ABC6-D18E-49A1-911D-4087D746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강사가 준비한 짧은 회의 음성을 코드에 넣습니다.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3B7EC2-E4BD-4DEB-B035-E8DDEC83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D83DB0-8A2D-4846-8E25-996D6416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C7FCEE-BDAD-466E-8307-7251FF0C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전사문·회의 요약·할 일 JSON이 만들어지는 화면을 봅니다.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14966F-63F8-45E6-8EC2-958D73E9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3DCFD8-9587-4A10-BD9B-ECEA0246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3C33F9-00A0-4927-936F-E61FF8BD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자동 메일 발송이 차단되는 결과를 확인합니다.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95BFA4-9077-41B5-9AD8-2EC9A177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755A08-B6CB-427B-A06C-21B17A70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2BB306-84E6-4CDC-A7AF-C6EEE3BB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형식으로 내가 자동화할 일을 한 문장으로 적습니다.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094BB7-8BC8-47FC-8852-8834D350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D3A365-A194-4212-BC27-484C45A0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33900"/>
            <a:ext cx="813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예시  |  강사 시연  |  demo_meeting.wav → transcript.json → meeting_result.json / 자동 메일 발송은 하지 않음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3948D8-C4A7-4709-8536-05EBC1E1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11FA84-5A23-4557-AA15-237DC38D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입력 1개 + 결과 1개 + 금지 행동 1개</a:t>
            </a:r>
          </a:p>
        </p:txBody>
      </p:sp>
    </p:spTree>
    <p:extLst>
      <p:ext uri="{BB962C8B-B14F-4D97-AF65-F5344CB8AC3E}">
        <p14:creationId xmlns:p14="http://schemas.microsoft.com/office/powerpoint/2010/main" val="114649495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F72125-B68B-4B47-9044-21F842C9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E41C92-2002-49CF-BA54-E1121653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2 · 오늘 사용할 예시를 혼자 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69DF2B-8ADB-4EC5-B52D-DC634990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6CCEB7-12F0-4809-B459-28A87998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FA56CD-E93A-4A8A-BD3B-B58B08D9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FD80C5-E789-4967-84E7-FECE11F2D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C57E5B-E7FB-4B03-9D56-AC9AC735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05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DB444D-70DF-4058-8137-53F2B636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470982-EFE7-4670-9220-CC12E497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23A2AC-3781-451D-B3E4-091C228E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D091D-6475-4D58-8634-1FE6C939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3F95B8-371F-48F4-A045-A3F0F178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재직자는 회사명·고객 정보를 뺀 반복 업무를 고릅니다.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6F19B9-EA45-4C79-99D0-DA10F7C7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7A534B-79D7-46BB-829F-43C7588A7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2318A0-8D4C-488B-93FC-FDB18A1E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구직자는 제공된 공개·합성 예시 중 하나를 고릅니다.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69C1ED-F688-4B9D-ADCE-ED795910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57CA7D-0ADE-4C98-8641-9E90FA572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EFF52C-6C81-4D14-9BD5-5E12B52F0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입력 자료와 원하는 결과를 한 줄씩 적습니다.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5A42CE-1A23-43D0-997D-4FE0DBAD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2CAE90-8512-4F60-BD6C-52C8CB00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AA773B-1D1B-4B17-934E-B17C645D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이후 실습에서 같은 예시를 계속 사용합니다.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F60BDB-8EF2-438C-BB7B-1C3367C6A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5B1B0D-52A1-4960-A58E-E66BDF54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33900"/>
            <a:ext cx="813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예시  |  회의 음성 → 결정·담당자·기한이 있는 회의 기록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42D477-C60C-4256-AC64-F554D7AC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6F7238-4BE1-41BA-8834-B5E6B49C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내가 사용할 예시 한 문장</a:t>
            </a:r>
          </a:p>
        </p:txBody>
      </p:sp>
    </p:spTree>
    <p:extLst>
      <p:ext uri="{BB962C8B-B14F-4D97-AF65-F5344CB8AC3E}">
        <p14:creationId xmlns:p14="http://schemas.microsoft.com/office/powerpoint/2010/main" val="124453571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F451FF-2993-4E6C-AD0D-3D560D3A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AA7E88-A314-4731-84ED-3F9DFD53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3 · 최종 데모 역산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C060AF-983B-40E1-BC3D-C503BD8A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E87C05-DBC6-44D3-8B16-AF0968D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8389F5-0C98-44CC-A5FE-26B0F296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CBE53-2CD4-49E1-89C2-2B5D674E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FD146-6631-4E3D-89D7-6E77F58C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CB25CA-23FE-4E17-971C-5FF6BB10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8E6584-8E6A-47AF-B36D-B771D134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E6AE8-F8DC-454E-BF45-23BE567B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CB7608-C03B-45F9-A416-1A909EE6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FA0C23-074C-4734-9E7A-24006140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최종 입력 한 건을 정한다.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6912B3-D6EB-474D-8BAD-0114A2B9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1553BE-485E-4E80-9A94-32A77FA9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035D-064F-4893-8B3A-BBD6A6276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보여줄 출력 JSON을 그린다.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549D65-3E48-4244-AF9F-15DFC719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86A1B5-0831-43B4-B9C5-1A98AB92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D0F7E0-9079-4187-BE08-B8467A5D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사람이 승인할 지점을 표시한다.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186D50-FB1E-4677-A551-8BE49FC4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61CF68-4BF1-411F-866F-39BAA5602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999548-63CE-4765-BC8D-6C66ABE9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LangSmith에서 보고 싶은 실패를 적는다.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BDC21D-E4D1-4B38-8F16-99591238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D8D5E5-5793-4ECC-9BF5-B6A48048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380B40-6DE6-4FD7-9A27-DFF6AC74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입력→출력→승인 sketch</a:t>
            </a:r>
          </a:p>
        </p:txBody>
      </p:sp>
    </p:spTree>
    <p:extLst>
      <p:ext uri="{BB962C8B-B14F-4D97-AF65-F5344CB8AC3E}">
        <p14:creationId xmlns:p14="http://schemas.microsoft.com/office/powerpoint/2010/main" val="65130452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769AA0-F838-48F8-BB56-8DE02457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066B03-CAEC-4B04-BB96-4E9646DB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4 · 환경 신호등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D98E17-00D4-4A23-A9A8-D9B1547D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08E338-686E-49A7-ACD0-04B7D284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CA3AED-A8BF-461F-A313-A0E88070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63743C-D1F7-432F-A16F-41938E1A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4878A7-9F0A-4390-9E4F-0B397396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06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4955E6-A74B-415F-B0D4-B2E0C0F82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5CFFDC-B3C1-437E-AE47-D6E22CB8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986353-ACD9-4C3E-A55E-09BE77F6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C92029-D3A6-4275-AD28-A876AE69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1C105D-F911-4510-A885-2427B0A7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Python·VS Code·Git 설치 여부를 표시한다.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1FA29D-55C4-4274-A499-DECC32FB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05FE45-B07E-42A7-90BD-1F23B97A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29F510-3497-46A1-B11E-0DC23016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관리자 권한 여부를 표시한다.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48286F-DFAB-4B8B-80EC-ED349340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D99E84-B47D-4FCA-91A2-7E68769F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518A38-7FF9-44C6-9CE9-101293F73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RAM·디스크 제약을 적는다.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C2FD0D-F059-472B-9280-AC5CBC9E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630970-6D42-41B5-8304-D0D2F0B6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96F868-2370-48AA-8955-7BD3A0B3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GREEN/YELLOW/RED lane을 선택한다.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28B060-E750-44D1-AECF-9EB9FFE4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A93883-BD28-4A41-8DB4-DB3CBB84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217252-8C30-4CB1-95D1-43D8AD4A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개인 환경 진단표</a:t>
            </a:r>
          </a:p>
        </p:txBody>
      </p:sp>
    </p:spTree>
    <p:extLst>
      <p:ext uri="{BB962C8B-B14F-4D97-AF65-F5344CB8AC3E}">
        <p14:creationId xmlns:p14="http://schemas.microsoft.com/office/powerpoint/2010/main" val="174895719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9F9428-7181-47D9-BF55-587475885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2AC631-087C-4AF8-A3E6-3A8051D3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1 · 문제 범위가 너무 크다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CD723-A6D7-4431-BAB2-24E74D62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0A0F23-8116-498E-A727-DCD97298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5A64DD-AEE4-42F1-8D1E-FBF0B935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3D81F8-0A1C-444E-BFA8-A2586F53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55ECE4-5A7F-49B2-8CAF-D4D49199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0F6DA6-7D82-4044-B10C-45C6DC2D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4D5CFD-FF63-4940-B72A-AE0FB02B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5BADC7-8B15-4C41-AA99-DC1E85FD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920BC9-9C3C-4E30-BC93-61AFBF58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전사·요약·메일·ERP를 한 번에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748205-5EBE-46D1-94CC-F84B2392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4D00FE-8D7B-437C-92C4-21F37436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사용자가 여러 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83C789-51CA-44D8-B109-01DFF6C5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47F51-FF36-4B24-9437-84477441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정답 기준 없음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B88D99-E9EB-44BC-89D8-4164FF96A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B1AA1C-B6E0-4B68-9B3F-F357A0C2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데모 입력도 미정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929E3C-9A7E-439F-9C04-30805F372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5D2063-6F10-4529-81DA-81CDC276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 사용자·한 입력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5818EB-BC16-42CA-A0B8-36015983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649DB2-0DBF-493A-B775-F781D8D6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 구조화 출력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4D029B-B238-4AD4-BDB0-530FB620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6888C4-227D-494D-A73A-41053391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 승인 행동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37E7AF-0D2D-4A1C-97A4-97CEF540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B8AA3A-4B4A-46E9-AF1D-C3F86DFE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 개의 golden example</a:t>
            </a:r>
          </a:p>
        </p:txBody>
      </p:sp>
    </p:spTree>
    <p:extLst>
      <p:ext uri="{BB962C8B-B14F-4D97-AF65-F5344CB8AC3E}">
        <p14:creationId xmlns:p14="http://schemas.microsoft.com/office/powerpoint/2010/main" val="49231607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1C770B-0D8D-460E-B813-12426FCB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14F40A-AC46-4005-A8A7-C49F0790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2 · 실제 회사 데이터를 가져온다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F98D5B-78CF-4CC8-9AB4-9D73AC1B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CE3457-2588-4051-82D2-5D79759E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95322A-B00B-455C-AFD1-573618D1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C2468D-63AF-4BC4-82BE-5E82DD99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ABC1D4-99DF-4807-AA9D-6E240376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31F085-B25E-4184-8AEB-4C1143C9E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D92E75-3331-4972-BB39-11EB7CE3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A0534F-9B8A-4E27-930B-05B5E820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615087-3C20-43C2-A792-FACCFA4C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고객명·이메일 포함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31F4C5-FD19-4641-958D-040F48DD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4616AE-A650-4A1C-928C-8200A25D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비공개 회의 업로드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85F71D-C478-44F9-9413-C4AB3021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C0CD6F-7484-4B72-A607-C766B5B4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회사 repo token 사용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B4EA1D-C147-4C22-A3AD-D65E89DB1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AC7508-3555-4114-A37F-DB325071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교육 계정에 trace 전송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3327F5-9388-40E3-8FB6-99BD5C83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7F717C-EBDE-42B9-9FA6-8CA6FFD6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공개·합성 데이터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0B0F8D-2FBD-473E-9D98-C0057E12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45DDAD-641C-4CAE-8729-690D0255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이름·금액 범주화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295B59-91DC-4593-9301-FBF541B0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E6B88C-2CF0-4BB6-90B6-B97214DA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sandbox repo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8AB484-4E6F-481C-9DEA-D513E3ED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BDD77C-8B91-4092-9B03-1D016FF8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민감 필드 masking</a:t>
            </a:r>
          </a:p>
        </p:txBody>
      </p:sp>
    </p:spTree>
    <p:extLst>
      <p:ext uri="{BB962C8B-B14F-4D97-AF65-F5344CB8AC3E}">
        <p14:creationId xmlns:p14="http://schemas.microsoft.com/office/powerpoint/2010/main" val="201226906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0E545-6C11-49AC-9A8A-DDDDDCE5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294C4C-8135-4D27-BB99-86B5682B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3 · 모델 선택부터 시작한다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B5FAB2-E6D9-4F60-AA90-DA47C790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437F81-EC97-4AFE-A7D2-0AA1EA1E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370F62-1D13-4350-84B0-2B507270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D373AD-705F-418A-9141-05EE6916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D8B43-AD9A-4BF1-BA51-9D0ABBBD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58A02-483A-4968-8524-9F16E11E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65C009-9D41-470A-B5CB-849979AD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91AA0A-BD18-4079-95A0-A0F85394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39FB4B-E667-4A1F-97F8-39724AD1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벤치마크 순위만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2960F9-18F2-4FBC-A5C7-02B80B37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0B0307-2ECC-479A-9884-C27364FB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큰 모델 다운로드 대기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3514DC-ABB9-473F-BA8E-3D533A72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33CCE4-EC10-455B-9EA5-01A28D5C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문제 정의 지연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BB7EAE-F68A-4855-A067-303C525D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0143BF-07C2-4EB5-B259-A759C0D3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조건 미정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B98675-D85C-49DD-9365-F74EB8E30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079226-4551-4003-826F-266215F0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fixture로 흐름 먼저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B07E0C-8110-4699-B547-27A24BF7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F3EAEF-F515-4C60-A807-291A62E3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작은 모델은 선택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B2264D-5FA8-48FE-83D9-26ABDAE3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65CDC9-9A86-4198-A231-115674A4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계약과 test 우선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EE11E8-B304-4A4F-80B1-FF1C191D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277B98-DCD2-4BA3-889A-772E993AE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provider 교체 가능</a:t>
            </a:r>
          </a:p>
        </p:txBody>
      </p:sp>
    </p:spTree>
    <p:extLst>
      <p:ext uri="{BB962C8B-B14F-4D97-AF65-F5344CB8AC3E}">
        <p14:creationId xmlns:p14="http://schemas.microsoft.com/office/powerpoint/2010/main" val="600025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C739C1-4F24-4173-A9C3-760D8E07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7D0C0C-B985-4479-91E3-F930B616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재직자 · 현업 PoC 승인 관점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1A553-6538-4DC2-A326-4D42DDE4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54F7F9-DEA1-41B4-BC78-16FE9A29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4A110D-9124-4F0F-AC79-B8750EB88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BFE963-21F6-4B52-93C9-E6B2E399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5FEFC5-5AC0-4305-8B74-38BD168C5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 질문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0642C-F5FC-464B-8623-D3F1AA10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남길 증거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A3E420-BB78-4DA6-B4B4-AE07B3B8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112B47-41EE-41A4-81F7-207F6667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1378C9-F567-46FF-8074-B1F04912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어떤 시간을 줄이나?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7C1E30-AE26-4BBB-AC33-F7360716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1CD75-E941-4FEA-8548-ACCFAE12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어디서 사람이 승인하나?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77203A-6467-40E6-9BEB-BA801FC3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0C0855-FB00-4A1F-B35F-EE291704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어떤 데이터가 나가나?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2ECDBB-FC17-4EEE-934A-579CE7C4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A7A31B-FF2F-4805-A09C-6C72F32E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장애 시 누가 복구하나?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B2B788-7B0A-4A44-A1D0-837508F8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30A692-F994-4C33-B27B-93B089A0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before/after 시간 가설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0B4692-200D-4605-B5EC-5CD63B2D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4CA095-00C2-4023-817A-49A22512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approval policy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E304EF-8CE9-4115-B5B0-EF64EF50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0A6B54-16F9-4C1D-850B-AE020FF7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data boundary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204B63-9F14-40AD-9515-7DE7ADD1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6E0861-6263-4021-993F-EA969813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운영 runbook</a:t>
            </a:r>
          </a:p>
        </p:txBody>
      </p:sp>
    </p:spTree>
    <p:extLst>
      <p:ext uri="{BB962C8B-B14F-4D97-AF65-F5344CB8AC3E}">
        <p14:creationId xmlns:p14="http://schemas.microsoft.com/office/powerpoint/2010/main" val="148766216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B66D85-5537-4983-9849-669493CF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98661C-54D0-4D76-97BE-E19FEE4A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Gate 1 · 범위를 줄일 수 있습니까?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B3CC86-A367-49F4-9DD0-41D671EE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F30458-4AC3-498F-9B92-1E6B5BDD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3FC66-E113-4A2A-823D-51DD092C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3321D7-38C5-4ADF-B755-D4009A22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B818EE-F8FA-4473-9BE9-D9C5BF08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상황: “회의 업무를 전부 자동화하자”는 요청을 받았습니다. 오늘 만들 수 있는 한 조각으로 잘라봅니다.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D3A69B-5966-47E0-8999-D26C0503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774834-5658-45D8-A231-E3676D31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B3558F-6EB1-48DE-BA18-52E6C792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사용자 한 명과 입력 한 건을 무엇으로 정할까?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723579-F2F8-46B8-A861-88B361CC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87A766-A31E-4BC9-A3A6-1923A8B3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958DA6-B4D1-438C-AAA0-C694E66B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AI가 하면 안 되는 행동을 어디까지 막을까?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386C0E-6DCD-46F9-80B3-70CBE1BB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4E3755-61D4-403F-AAE6-7CEBEEA9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D72896-FAFE-455C-B69E-0976001E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완료를 증명할 파일·test·demo는 무엇일까?</a:t>
            </a:r>
          </a:p>
        </p:txBody>
      </p:sp>
    </p:spTree>
    <p:extLst>
      <p:ext uri="{BB962C8B-B14F-4D97-AF65-F5344CB8AC3E}">
        <p14:creationId xmlns:p14="http://schemas.microsoft.com/office/powerpoint/2010/main" val="164337522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421E3D-4DFF-43B0-A77E-F1FC0E95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716A7D-3D69-4CBF-B4AC-AE759DAA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3FC26B-DA3A-4F8C-A74A-7DE2E691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1일차 2차시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3F2E3-5B94-4008-BA48-4888CF36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Tool Calling과 실행 권한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2D9EFB-62C0-49A1-A83B-818AC4F4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E0E0E0"/>
                </a:solidFill>
                <a:latin typeface="NanumGothic"/>
                <a:ea typeface="NanumGothic"/>
                <a:cs typeface="NanumGothic"/>
              </a:rPr>
              <a:t>09:50-10:05 강의 · 10:05-10:15 코드 시연 · 10:15-10:35 개인 실습 · 10:35-10:40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6346D5-E36D-44FE-848C-07EB1240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DA056D-8C4D-40FE-A852-762A6AF67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F8BCD2-6EE0-4125-84FB-BBDDCEB0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7AF7D0-1C1E-43FF-B79F-6004C2F2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Tool schema · 허용 목록 · 실행 전 검사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494802-FC23-4FCF-AD3B-11E8DB55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622251-32E3-42A9-8869-C4219902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EFAEAF-C880-41B9-830E-E54F8137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DD4624-9D1F-4190-9937-BEB41564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모델의 제안과 실제 실행 권한은 다르다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84AC96-A15D-4AC6-8069-C9DA4EF7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0A190-6CFD-462D-8740-5D17858C6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함께 챙길 내용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57950F-DFB8-4FA9-BCDF-1CA93BAA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315280-642A-4BAF-96D6-27968574A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허용할 도구와 막을 행동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0F7DF8-F59D-4529-99F4-DDB8B2E20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CD60FD-8E3C-425E-97EB-1CF6FCCD1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C7C7C7"/>
                </a:solidFill>
                <a:latin typeface="NanumGothic"/>
                <a:ea typeface="NanumGothic"/>
                <a:cs typeface="NanumGothic"/>
              </a:rPr>
              <a:t>슬라이드 30-64</a:t>
            </a:r>
          </a:p>
        </p:txBody>
      </p:sp>
    </p:spTree>
    <p:extLst>
      <p:ext uri="{BB962C8B-B14F-4D97-AF65-F5344CB8AC3E}">
        <p14:creationId xmlns:p14="http://schemas.microsoft.com/office/powerpoint/2010/main" val="95992780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0103FA-69CD-488E-902C-E0FB68BC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A1836A-D6CF-4BEB-972A-08D7AD93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모델의 JSON은 아직 실행이 아닙니다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2CB420-A5E2-4FC2-8E74-99EA4AD2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240A59-B7E8-406D-8D80-6C8A8B82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3C34B1-68E6-463B-B9FF-D3FF3E10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673A56-F5D6-407E-AA4A-4FB0187C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20BEF2-9E95-41CE-B32D-337A743F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모델의 제안을 실제 행동으로 바꾸기 전에 누가 마지막으로 검사하는가?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5AF553-DFCC-4BD5-888D-C3FF0705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67A89E-CF19-41F5-9542-FF83922B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요청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4381CB-52BE-41AF-BF4D-A51E779D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tool name과 arguments를 분리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3A7269-76B1-4AEF-8BDF-8BEB6782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972171-E7B5-4703-8FCB-83888EDE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계약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3C1BE4-1AC6-48F3-A8DE-24AFACDA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required·type·추가 필드를 검사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480490-89BB-4217-8DA9-D6226E12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3DE189-F42C-4540-A659-2A4F7408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권한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AE737B-675A-4097-A44F-31047B50E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allowlist와 workspace 경계를 확인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5263B2-1C77-4B19-9165-EC3161BA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446782-2FD2-4221-9450-79D1813E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4A8602-8955-4A96-A7C7-4230AA12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registry에 등록된 함수만 호출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0048D4-6CF0-41C3-B8F6-23A0A215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A0A407-3D49-4BC9-A0CF-6B612081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E98471-0868-4167-95AF-717B1621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result와 audit event를 함께 남김</a:t>
            </a:r>
          </a:p>
        </p:txBody>
      </p:sp>
    </p:spTree>
    <p:extLst>
      <p:ext uri="{BB962C8B-B14F-4D97-AF65-F5344CB8AC3E}">
        <p14:creationId xmlns:p14="http://schemas.microsoft.com/office/powerpoint/2010/main" val="180383216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A36338-8E71-49E4-BC64-C9B1DE59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E70FEE-C389-4506-84F9-16742070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실행 전에 알아야 할 네 가지 계약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F24ADF-2AA0-499A-90FB-764E71C9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E1B3C3-295C-44AE-9226-BEE43DE82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5F9855-258A-4797-9006-6A001DF3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42D2AA-51FA-446E-AAEE-8AE979CA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F20329-7742-47DA-B552-BAA24587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5776FB-0BA2-4BB3-8EBA-73C0C9F7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C6A897-4131-418D-AF57-8957D9633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E7C37F-1FF4-4B3F-8054-C7310E2E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2FE0E8-000B-4FA7-B1B1-29D98B7B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Tool Calling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Structured Tool Request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300CF1-10AC-4205-8176-A3F94E881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모델이 자유문장 대신 도구 이름과 인자를 구조화해 요청하는 방식이다.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9BB820-7E76-4377-9F9B-3AF7E65D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read_public_text(path=...) 요청을 만들고 실행기는 따로 검증한다.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C5F892-BF76-4213-B793-744ACA4E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3F1476-A120-492B-83BF-589B26AC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A146F3-2E6B-4989-9B17-1E0B7490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Schema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Data Contract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5BC427-2630-4C07-8091-B9F9683A9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입력과 출력에 어떤 필드가 필요하고 어떤 타입인지 정한 계약이다.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5BA732-7A99-42E0-9375-5DE797A2A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path는 문자열, action_items는 배열, due는 날짜 또는 null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CF0388-E2EB-4C6F-9557-C6B01EE3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F71D1A-9E25-4D91-A01A-4C25330F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Validation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Contract Check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074A5F-730E-46FF-9187-6F41CC47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실행 전에 입력이 Schema와 정책을 지키는지 검사하는 단계이다.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2CB60E-2279-407E-BA74-89FDD6289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허용 확장자가 txt/md가 아니면 validation_error로 중단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184703-0007-4818-984A-22DF2D03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901295-7D4F-4DE3-B71C-2888E37B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ED8D72-FF82-4710-B8EF-FD854695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Side Effect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External Change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B55ACC-C27D-4CEB-8AAA-BAEE462D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파일 쓰기·메일 발송·DB 변경처럼 외부 상태를 바꾸는 행동이다.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705BE8-BCE5-47DB-A51C-CD86A1DD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회의 요약을 Slack에 게시하는 행동은 승인 뒤 한 번만 실행한다.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D993AA-1969-4338-98E8-FA39D1AE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6194762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0C760-C413-452C-9D9C-48E7E7952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Tool Calling은 실행 권한의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C985D4-DFE2-4B34-985E-2112C5A7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5C0497-E726-4118-AE24-351ED719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69E229-E8A7-4623-863A-6391703F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2E1BAB-840E-4B81-B014-1F1341CD7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7CC43E-D021-453D-A393-6F5A86331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EBECBF-65F3-48D2-B10C-AE648B8A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모델의 JSON은 제안일 뿐, 실행 허가는 애플리케이션이 결정한다.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82586e1b046ce">
            <a:extLst>
              <a:ext uri="{96DAC541-7B7A-43D3-8B79-37D633B846F1}">
                <asvg:svgBlip xmlns:asvg="http://schemas.microsoft.com/office/drawing/2016/SVG/main" r:embed="R0d9f15dd27ff480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9FAD6A-0729-47CD-85FB-F4A57F01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00C923-64F3-446C-B4A2-963CB042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name·description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E72DD2-85DC-4CBE-8CB6-E6032216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ED96FD-9836-4FD5-9690-DAED9E2C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arguments schema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911328-0BB7-4B0F-98C6-D5859F2A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83B0F6-D61D-4260-970F-2A828F4C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allowlist·policy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3C04C4-076D-4F34-9E55-45A6F1E5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0FD1C1-A6F6-43CF-907C-253FAB214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권한 설계의 핵심  |  Tool schema가 친절할수록 모델은 똑똑해 보이고, allowlist가 단단할수록 제품은 안전해진다.</a:t>
            </a:r>
          </a:p>
        </p:txBody>
      </p:sp>
    </p:spTree>
    <p:extLst>
      <p:ext uri="{BB962C8B-B14F-4D97-AF65-F5344CB8AC3E}">
        <p14:creationId xmlns:p14="http://schemas.microsoft.com/office/powerpoint/2010/main" val="141470316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C46C7C-5826-4339-A379-00AB848D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Schema는 문서이자 방화벽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2875E9-0EA0-42A1-A9A6-D3D31083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47F9D5-A610-415B-A533-4B6C31F6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108436-A6F4-44EC-AA66-5578E1E7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059ADF-9E20-4506-A6F1-353A2994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657750-3963-462D-A4ED-4F9C4F86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필수 필드·타입·열거값·추가 필드 금지를 코드로 고정한다.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8F9969-8C57-452B-92D0-DDB79391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8DC3B8-FDF4-40FE-A83E-E7CD4306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required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48E045-1CCE-46A4-B6F5-98F1BEFD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10BAB9-D22F-4461-A0FF-FB89511CE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type·enum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1D1F76-CC0A-4A9F-9293-C6D063A5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107DC0-D1D0-4FB0-B09E-3FC566DB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additional properties</a:t>
            </a:r>
          </a:p>
        </p:txBody>
      </p:sp>
    </p:spTree>
    <p:extLst>
      <p:ext uri="{BB962C8B-B14F-4D97-AF65-F5344CB8AC3E}">
        <p14:creationId xmlns:p14="http://schemas.microsoft.com/office/powerpoint/2010/main" val="172808605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B20383-7339-48A3-B3F9-D92A7961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Registry가 실행 가능한 세계를 제한한다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D985A9-17FF-4CE0-88B3-8A5F46119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E88B0B-831F-479C-8B33-BF186977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1A73F8-8A5D-44D5-BB65-59F40C05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BB541-07D9-483F-B7D2-5EA7859F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38D63E-8A36-4EAB-BC46-52FFB3BE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7F8ED-56D7-4E05-B81A-B57F5DD8F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모델이 아는 도구와 실제로 등록된 도구를 분리한다.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E9F15A-E7B5-4858-897B-F480CD07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8750F7-7BD7-4FAB-9EFC-5ED81770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TOOL_SCHEMAS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DCE231-792C-4E2B-8E9B-ED9DB543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E49BDC-14A2-43E3-A4A4-A03515A2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TOOL_REGISTRY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1CBF2E-9D8B-4E21-8AA0-5757B4AC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26AF0A-400E-41F1-BBFB-0E04EC8F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unknown tool 차단</a:t>
            </a:r>
          </a:p>
        </p:txBody>
      </p:sp>
    </p:spTree>
    <p:extLst>
      <p:ext uri="{BB962C8B-B14F-4D97-AF65-F5344CB8AC3E}">
        <p14:creationId xmlns:p14="http://schemas.microsoft.com/office/powerpoint/2010/main" val="9453553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C22DCC-91D2-422E-9319-8A2F8297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최소 권한은 기능을 줄이는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1925EF-81D6-40A3-A3A4-90F81C39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12603A-62F5-4465-A566-01FFF1FA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F72E24-9BDE-4DF7-B0A0-33179A6B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DBD3CF-3B53-4460-8BEC-F5924502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3D1789-27E8-494F-8DD9-F2035608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범용 shell보다 목적별 좁은 도구가 더 안전하고 평가하기 쉽다.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E4FDC1-2996-4F2C-969B-5D4E7150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6B2136-3EA1-4E88-B3D0-72C8153B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read_public_text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557E9D-DDD9-4C4C-AC08-7E35D9BB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A96687-D41B-412B-9760-11BEFE3F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확장자 제한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69A900-AB31-4E5D-BB40-382E30F9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08DF00-0BE1-40BE-B1AB-FFA43995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workspace 경계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E75D25-777B-483F-9DD9-2C4DBB2E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4979D4-F615-45D2-A4A6-2D05D624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권한 설계의 핵심  |  오류 메시지도 제품 계약이다. 복구할 수 없는 오류는 관측되지 않은 오류다.</a:t>
            </a:r>
          </a:p>
        </p:txBody>
      </p:sp>
    </p:spTree>
    <p:extLst>
      <p:ext uri="{BB962C8B-B14F-4D97-AF65-F5344CB8AC3E}">
        <p14:creationId xmlns:p14="http://schemas.microsoft.com/office/powerpoint/2010/main" val="192504425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BD952F-F5C5-4158-8C46-B55F1319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Validation은 실행 전에 끝낸다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CD6E1-1D8B-4D6D-A9CF-6E7C4579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68797C-1FA8-42E0-BC2E-6B7F25F9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2D04FE-2DBC-4F84-9258-A08DBAA7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7978BC-538A-4C53-924B-C8B6D3F4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ABC015-8372-46E5-9883-D5C84B19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44E6BE-02D6-42BD-890F-019880A3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누락·타입·예상 밖 인자는 side effect 전에 거부한다.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9C96BE-B683-4E6C-9102-8DA36A10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175D70-562F-44FD-8B8B-95B8AA60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missing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B8FFCF-10AF-4D4C-8EA0-F999893C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517D48-1548-4D52-B1BC-D18737DC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unexpected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171A85-91F9-44C2-914F-2BC05460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9A3528-4B85-44F2-9119-9A0A545B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wrong type</a:t>
            </a:r>
          </a:p>
        </p:txBody>
      </p:sp>
    </p:spTree>
    <p:extLst>
      <p:ext uri="{BB962C8B-B14F-4D97-AF65-F5344CB8AC3E}">
        <p14:creationId xmlns:p14="http://schemas.microsoft.com/office/powerpoint/2010/main" val="86261159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2D41DB-DDC0-4310-AF54-60323696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오류도 정상적인 결과 형식이다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DA8C07-4FA6-4B42-B6F8-7FB475E9D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8529CF-E4D2-4D44-907C-BAE4F5FA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E81EAA-B05D-46ED-A2A8-7DCCE24A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8F0EC9-F5AF-434E-BB4D-F2225AEFE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02A821-2C04-4C58-870B-FA225302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traceback 대신 ok·error_code·message를 downstream에 전달한다.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72972-A613-473C-91B0-E406966C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A57B4B-14E6-40D5-96D6-ED84C334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VALIDATION_ERROR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264E43-EFFA-4AF6-A032-211B97B5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E941C5-0222-4B44-B86D-06E9610C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NOT_FOUND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658DAA-6BAE-4C5D-AF52-F0CE26A3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A3F8DE-6A48-4D1B-A19B-67702E12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POLICY_BLOCKED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23A4D6-FBBC-42E3-9603-D61447C4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AB016B-A13E-402F-A6C9-A052D183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TOOL_RUNTIME_ERROR</a:t>
            </a:r>
          </a:p>
        </p:txBody>
      </p:sp>
    </p:spTree>
    <p:extLst>
      <p:ext uri="{BB962C8B-B14F-4D97-AF65-F5344CB8AC3E}">
        <p14:creationId xmlns:p14="http://schemas.microsoft.com/office/powerpoint/2010/main" val="56594758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C4D899-88E0-45DD-84C5-7A17E493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Read와 Write는 위험도가 다르다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810D31-0271-41BB-A47F-D9190A24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90FFDD-10D8-4B88-A0E8-1CBD678E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CB296C-431C-416F-BC7F-6AC9052F8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F72FB-98DA-4396-9AD5-3BB54E5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E90045-8F40-4201-B1D0-57E08949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A52B3B-821B-4C28-9E4B-8F5DDD4A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외부 쓰기는 승인·중복 방지·감사 로그가 추가로 필요하다.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0190BA-7515-46C6-AE3A-F98178D0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CF4D1-8FBD-4AFE-BD6D-6E44C241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read: 자동 가능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7E9746-F58B-47AA-8F6E-1FD81CE9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DD9EA-1118-4F87-ACE6-90ECA65A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draft: 검토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6ACAF5-AB09-420E-93D2-DB81994A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AC9DA9-2315-484D-95F8-14077367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publish: 승인 필수</a:t>
            </a:r>
          </a:p>
        </p:txBody>
      </p:sp>
    </p:spTree>
    <p:extLst>
      <p:ext uri="{BB962C8B-B14F-4D97-AF65-F5344CB8AC3E}">
        <p14:creationId xmlns:p14="http://schemas.microsoft.com/office/powerpoint/2010/main" val="82797216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6C461A-1F26-438E-B1F6-8C13C503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Audit event가 설명 가능성을 만든다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1BF088-F9E5-465B-BEC0-48E627E1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08515B-1A79-451A-827E-9C5D4A1A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AD5DB7-5B48-4D03-8CBE-FCCD65D4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A3A0C4-16D0-43BF-AD9E-EB20FCD1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66EFEA-132D-4BB6-9F2B-27EF469C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누가 무엇을 요청했고 무엇이 차단됐는지 구조화해 남긴다.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74140-A7BD-4B1D-A948-064EE86F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ADBB8F-65F3-42B6-B881-20C3B7E5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input hash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B451BE-32F4-4606-BAAA-BBEEA9D2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AFC50E-8C89-4437-918F-98CA7A55F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tool·args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046A0D-EA9D-4EE6-8524-2FCF0F06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2F3C66-421F-4E2D-9FA8-68185956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decision·result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F2483B-ED93-4B07-BC61-4DF0B464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5DD7FD-F79F-48A7-AD30-7560A172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timestamp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FDA027-13A9-468D-A744-DCF3BCAB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AB18D8-4758-4985-9EBB-FA2A250A8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권한 설계의 핵심  |  외부 쓰기 권한은 기능이 아니라 책임의 이전이다.</a:t>
            </a:r>
          </a:p>
        </p:txBody>
      </p:sp>
    </p:spTree>
    <p:extLst>
      <p:ext uri="{BB962C8B-B14F-4D97-AF65-F5344CB8AC3E}">
        <p14:creationId xmlns:p14="http://schemas.microsoft.com/office/powerpoint/2010/main" val="184039448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DE9A63-AD37-4A33-A087-56786AFE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EAD279-4A1B-45CC-A655-2428AE45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Tool 호출의 4단계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E2EDDF-D884-43A6-AE59-26546CF7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8E0A41-271C-4E92-8BB8-9E8B109F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F32487-573F-4C91-B80F-217C0C4B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C2AE21-0CBE-4891-B4E3-A36C9FB17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B2E428-50FE-4281-9670-6AEA4982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1B5C0C-7269-423C-BFDC-0E775A91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49B8BC-F768-4266-AFFE-EE55EA6F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BBE591-E6D7-4D76-BE34-50006F96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도구·인자 제안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82ECEA-31DC-4760-A95D-E1C24D3B2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BD254A-6AC7-40D6-987C-B18F3F1B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B16F98-4DE6-477E-9680-5BD6DE48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VALIDATE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1B3783-7DEA-4706-A273-FE04AF0C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schema·policy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039C6B-16DE-45B9-8E8A-FCE2CAC3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F3A26B-8210-45E9-AD32-255E7C5F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3C00E5-AABE-4411-AEC6-71935046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EXECUTE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E618AF-2871-4785-923E-79475022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등록 함수만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0CADB7-1327-4833-999B-9322EACB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E3ADF9-6682-43CD-AE41-4F0087E8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744DFA-8376-4EA7-9223-D7D71EEF1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OBSERVE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75588D-FDB8-46D9-9D54-FCDC9574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결과·오류 기록</a:t>
            </a:r>
          </a:p>
        </p:txBody>
      </p:sp>
    </p:spTree>
    <p:extLst>
      <p:ext uri="{BB962C8B-B14F-4D97-AF65-F5344CB8AC3E}">
        <p14:creationId xmlns:p14="http://schemas.microsoft.com/office/powerpoint/2010/main" val="179103729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2D2BE0-806D-4188-B56B-156C2ED2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7DC52A-D2AF-4BE2-9CA1-39468A89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Tool Prompt와 Schema를 만드는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FD136-E93C-45C6-B9EA-BAAB38D1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C56614-4BC7-47A2-91EE-D5A6C2F85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1F0EEF-E874-4116-98C1-142A81D4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6C3B2E-FD4E-47B0-BB8F-D032F5AB5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33831D-9078-463A-87FA-E2E221A5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B61E1-9BF4-43B9-B984-1724562A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FD6980-ADAB-4C51-8361-4A952551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SYSTEM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C62BBA-D780-4AC3-9F55-50FD60EF2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역할·허용·금지 행동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9DCEBC-EFF6-4E8E-A59E-6CEE18CE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DBDAF6-1193-41B8-8249-F860A294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2EC97E-1B3E-40A4-BA9C-3269F12C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TASK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6EDA4A-CA19-4F78-B6CC-82A106A9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입력과 원하는 결과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66C298-230D-4A5E-8E11-780DA955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AB6E34-3547-48FF-9AC3-A318154AA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1BC0DD-113A-4586-A164-75A8B4CA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TOOLS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DD450A-5DE1-4F44-9CB5-FA00B6D3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name·설명·인자 schema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27D138-7CCF-4E6D-B1D1-260B482EB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91EC7A-FC53-4977-9800-4AF119B7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67977C-5005-41E1-84FB-E5F966A6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EXAMPLE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595BEF-9679-4478-BB2F-348F241B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정상 호출·차단 호출</a:t>
            </a:r>
          </a:p>
        </p:txBody>
      </p:sp>
    </p:spTree>
    <p:extLst>
      <p:ext uri="{BB962C8B-B14F-4D97-AF65-F5344CB8AC3E}">
        <p14:creationId xmlns:p14="http://schemas.microsoft.com/office/powerpoint/2010/main" val="26034715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14FAF1-75B3-4782-8DF6-51E4B1AB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E8070-1B3D-405A-91BB-EA8F574B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파일 도구의 경로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31ADD-E24A-4A5D-A91A-67F9C734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047E6-FB4E-4E81-9C6F-58EEE5A0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D20558-550A-4E15-9A56-6EDDEBE8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E61417-8C60-4CDB-BCEB-F2CAC031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ECAA11-D295-4F26-9823-B38208AC8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EA0D9F-E938-4FEB-9B86-3873E6AC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1B2548-B435-4605-B374-52AF9A52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JOIN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420985-F4CF-473F-867F-FB0F3289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workspace+path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A39665-9060-49F9-A01F-39C988C32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937AA8-78AD-4B31-AB08-2FEB0B53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AAC903-8731-4D81-A781-AAAF7677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RESOLVE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A4B113-02DC-428C-9D0F-0FBC3A2A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절대경로 정규화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90E4F9-A3D8-4374-85DD-948111E6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79877C-9425-41BE-AF0F-9116E8D0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30F271-A2B0-40DC-80C0-3C5DAE82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CHECK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DCCCB2-5C41-4C4F-8E3C-3F364052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root 하위인지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FA4E83-FEDD-4DDA-87BC-FA9AA093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1F9DA2-1F5A-46C3-8FCA-101B31D2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3901C2-480D-43F7-A01A-04F0EA6C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ALLOW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6A436A-8427-48B9-91AC-863FCA13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확장자·존재</a:t>
            </a:r>
          </a:p>
        </p:txBody>
      </p:sp>
    </p:spTree>
    <p:extLst>
      <p:ext uri="{BB962C8B-B14F-4D97-AF65-F5344CB8AC3E}">
        <p14:creationId xmlns:p14="http://schemas.microsoft.com/office/powerpoint/2010/main" val="10503367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B169A7-4C9A-4593-A03E-0BD19F7F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DEC56F-FAAB-4363-B49C-960EC752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 분류 결정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0F380A-EDA9-4124-A2F6-B451FAB5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C5CA79-AB12-4051-8842-690B7F31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3BE6C0-DF29-4CB1-A920-D117E530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C91847-9864-4F60-8C4B-8BAB99B3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6E4AE3-2BA5-4236-A8AD-EC4A3CB4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EF59C3-D508-42F0-BBF1-AE9F2CEE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0D08F-7BCC-479E-AFCD-BDC81711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4382F8-7170-40FD-A146-7F8EC20B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재시도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463EDE-46B5-4030-A49E-153251FE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F284BA-9D16-4A68-81AA-8306691D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1581AE-DCA3-4F58-8CC8-FF3219F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사용자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3DB9DE-B4A3-47CA-B80D-FA6FE0F6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입력 수정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66664B-B6C8-4B02-8AF3-67DA4148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F3019E-75C1-4E80-8C29-94028617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A4E51C-C161-46C2-9A91-34F72E21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일시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F8B091-9DE4-4E29-9365-08FEA301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제한 retry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862C30-F2A5-45CD-9673-FAE4417F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B09E4B-CAAE-4ABE-B7AC-9B2A2990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E0C979-9A15-411C-A5A7-2792AA1C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미지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461DBA-BA7D-433D-8F30-AFDEBA74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중단·trace</a:t>
            </a:r>
          </a:p>
        </p:txBody>
      </p:sp>
    </p:spTree>
    <p:extLst>
      <p:ext uri="{BB962C8B-B14F-4D97-AF65-F5344CB8AC3E}">
        <p14:creationId xmlns:p14="http://schemas.microsoft.com/office/powerpoint/2010/main" val="1570162855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C23BDD-0235-4410-8B12-3AECE9DC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7AB064-1D87-4B5C-A269-E8405857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테스트 설계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99275E-1970-4BF4-8286-D3C2CF67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A960E5-4BCA-4F85-9F45-0F16B083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17B423-19DB-4480-B5CF-4AEE0221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F6FF3A-0E6A-4F36-A5D7-F95629C74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D8AC93-E4BF-422D-9D87-1F6A77E9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8B88D9-F564-4FF2-8E13-B1284EE5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EB1849-FEB9-406E-9DDC-B5F10669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A0FF6-6816-484A-A35C-6E14873E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happy path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E1952C-C9E5-47F2-AE55-FBBEB57B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EB1338-EDBE-431C-8CCA-D49DE477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67E4A1-B124-436A-93BB-4A001A78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경계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FBF00-EFE5-4922-B07B-C8BC709E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최소·최대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877630-B293-482D-B6EF-BB2193A2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28064F-6DA3-41F4-B84B-36102F3C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5BF29E-D733-4CF5-BA5A-81655017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2044FA-E68D-4B85-BCCC-CE506214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path traversal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C71C27-1C6A-45BB-A3C4-730AAA39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86566E-8CB8-45B0-8AFF-17F729C7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8AB65E-91A1-4284-82E0-2382342E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중복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A6225E-F290-4D5E-9164-C533B15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cached result</a:t>
            </a:r>
          </a:p>
        </p:txBody>
      </p:sp>
    </p:spTree>
    <p:extLst>
      <p:ext uri="{BB962C8B-B14F-4D97-AF65-F5344CB8AC3E}">
        <p14:creationId xmlns:p14="http://schemas.microsoft.com/office/powerpoint/2010/main" val="653100794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067265-64A4-4C07-AFAB-50DBD53B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38FD0A-40A2-48A0-9059-C1439F13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‘실행 허가’가 생기는 화면을 순서대로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A32565-1D52-4022-82B8-D2947ED2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014F31-1B99-4CFE-AE22-1ED5EAF32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23173-DE75-488E-B834-F2009D03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71A7E8-6E3C-4591-B23F-D4455E14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FBB345-4FF0-41B6-B436-4CD1A2AA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API 형식 → 인증 경계 → test 규칙 → 실제 통과 화면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CFD6A0-B1F2-4D6C-BF0B-71813BDA8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589BC7-1872-4800-91FE-490DB62F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03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B25D95-A209-4493-83AF-B15D1662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907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요청·응답 형식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921800-2E97-433B-A7EC-61C795CE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907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base URL·payload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F33BD3-A9F8-4756-A0EF-09128F64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7241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F30605-C75F-44BE-8211-9BF0F4E7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B6B40B-1895-4EF7-9A62-0911F44E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051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BC534E-1459-4097-A7F9-E4EF4DC5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956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인증을 코드 밖으로 분리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3DA9E4-5380-47C8-93C7-DEC1CA9D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956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환경 변수·최소 권한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1CE34B-7383-4AA5-8525-33645718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290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870E94-046E-49CF-B13F-290FB2AA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41D91D-A397-4050-AA5E-C1900E3A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100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EAD406-4A9A-48B2-B586-56069C47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004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실패를 test 함수로 고정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609185-D99B-4721-805D-3F73DB2D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assert·error 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A2D37F-06C0-4CE7-87C0-EE646969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338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710CAA-89E9-4B28-95E4-092999C0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4C91E3-CA71-4D39-B944-187A051C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84CA6F-22E5-42BA-A25B-3F9787A1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정상·예외를 한 번에 실행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2E850A-329A-4062-B6E8-74E569B3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053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10 passed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12C952-F664-4E79-838B-8D808AC4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387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9963660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76B7C4-51D5-4E0F-98CD-C97A926F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59AF92-0173-4433-A66D-2E51FF79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Ollama API · 호출 형식을 공식 문서로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0320E7-AFC7-4AE8-B407-E78C13CF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38773F-301A-4E13-AB6A-A74355A2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AF9B83-054B-4420-AD1E-CB1AC5E8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94FC82-43D2-4C3F-A7AD-963B6C58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EEAF85-EFDD-40D0-BB1F-481F8A5A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8BE079-A863-42D1-A227-5B82266E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A19F82-B72D-4A2F-BE3B-224BF60D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base URL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4C2FB1-BD68-44F7-AD73-A45D5E61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BC38EB-0116-41E1-AAEE-4D4DDB64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request/response 형식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D69120-3441-4EED-96EB-5852D269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8BEDD4-FE9B-4BB9-B0CF-89567B01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timeout·stream 선택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C93153-0E8E-407C-A55C-33DA4C7F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5E9BB4-9798-4826-84D7-615439F63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adapter 뒤에 감추기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6A1CC2-6A6F-4377-98A2-4F37011F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e65c810ff74568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F92CC3-9EAA-410D-A6E0-7E6E77A6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Ollama API Introduction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3762581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0942E2-3600-4681-9E3D-17A3D0B8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F74174-E349-44A1-B773-E0E6987E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GitHub REST · 인증은 코드와 분리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7422B0-0353-40C9-BDDD-4EBC2E80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26B39F-F81D-42D4-B951-266474C0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EE174-7E62-4310-A282-13AEEA70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210620-0527-418D-90C9-5C026F13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F9A2E3-0A11-4D88-A3BE-6B51CFD6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C8C15-1747-4584-9AAD-57BDF423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6E43F4-ADAD-471F-868A-10EB0D68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token은 환경 변수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B60FAB-D5FB-4040-8BF5-B23926CF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577A8-A8B6-4A86-B1C5-1C32B1A45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학생 필수 실습은 dry-run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FC6DB4-6463-4355-8907-CC4CAE142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99799-0A0E-443E-940B-441366DB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최소 권한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C1C8B9-BAC7-40A5-A0D5-F9D464E2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6647CC-05F0-4459-BB88-FBB3080B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화면에 secret 노출 금지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34D81E-41BF-4C1E-AA5D-E677D4A8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b143a33554fde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F83A5E-7076-4FF1-B981-5703D9137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GitHub REST authentication 공식 문서</a:t>
            </a:r>
          </a:p>
        </p:txBody>
      </p:sp>
    </p:spTree>
    <p:extLst>
      <p:ext uri="{BB962C8B-B14F-4D97-AF65-F5344CB8AC3E}">
        <p14:creationId xmlns:p14="http://schemas.microsoft.com/office/powerpoint/2010/main" val="885096182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9ED925-63A0-447E-8D5C-0A062A7E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1E8323-914C-4D2F-A930-91038BF4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pytest · 실패를 재현하는 가장 작은 도구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536465-30B6-4748-BA2E-CE2F189FE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5B4908-7FA2-46B0-884B-DE5B7CDE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242A1-F123-4028-B97E-6EA635A9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21CB39-CD97-417A-8C5A-12B735A1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502775-66EA-4F95-A48F-D3C56A5A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1F112C-FC27-4985-9878-3D950545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0840A2-0FDE-48DA-B2DB-CF950747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test_ 함수 규칙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A1263-C7D1-41D2-BF51-95F9AA2B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4FE5B6-6063-441D-AA70-7727344A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assert로 계약 고정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C9A376-3A0B-4748-A742-0E7399A5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AE74E4-0DE5-4970-8B48-24EAA374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정상·예외 함께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2390F0-C3BE-43FA-B769-C90E4F10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B8F6A3-F340-423F-A976-29138D8D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짧은 명령으로 반복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51BB48-E90F-4220-90F9-F4707F1A7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ce455acd445d0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956DD1-4927-4892-8341-40BA2721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pytest Get Started 공식 문서</a:t>
            </a:r>
          </a:p>
        </p:txBody>
      </p:sp>
    </p:spTree>
    <p:extLst>
      <p:ext uri="{BB962C8B-B14F-4D97-AF65-F5344CB8AC3E}">
        <p14:creationId xmlns:p14="http://schemas.microsoft.com/office/powerpoint/2010/main" val="94983476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56481B-FB4E-4C68-8C62-991EE7CC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76B104-4E64-4696-84AB-473E1770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실제 실행 · 10 tests 통과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F038D0-2A38-4BAD-B470-8F7FEA42B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E23BEE-7F85-477B-95C6-DB43B7D5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F281A7-5BDE-4AF7-A70A-B976DE61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75E3AB-B688-425D-8A61-ED260431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B9155F-A8FA-444C-B0F7-D4060BAC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25D387-DA3A-4E12-84A2-A2D8AC49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B5F110-24D4-4275-A4B7-E4546D6C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.......... 10개 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249BE3-1B82-41E1-9769-DE3154D2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1F7325-D145-449B-879D-62126167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[100%] 완료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F4D99-BC4A-4E5C-B9B5-1E3A277B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C3EDB7-D490-4B40-902F-BF1B21B0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실행 시간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591964-EC06-4142-8FE1-D63C7036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446AC6-73CB-44A8-B9DA-667C89AA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완료 증거로 캡처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BFE2CA-69E8-4028-B08E-5BE05BDA4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146f1925454ec6"/>
          <a:stretch xmlns:a="http://schemas.openxmlformats.org/drawingml/2006/main"/>
        </p:blipFill>
        <p:spPr>
          <a:xfrm xmlns:a="http://schemas.openxmlformats.org/drawingml/2006/main">
            <a:off x="5166626" y="1695450"/>
            <a:ext cx="6011648" cy="37719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FFCB3F-FB08-4B3C-9FB6-104883F7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VS Code 통합 터미널의 실제 pytest 결과</a:t>
            </a:r>
          </a:p>
        </p:txBody>
      </p:sp>
    </p:spTree>
    <p:extLst>
      <p:ext uri="{BB962C8B-B14F-4D97-AF65-F5344CB8AC3E}">
        <p14:creationId xmlns:p14="http://schemas.microsoft.com/office/powerpoint/2010/main" val="234150915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6C61D5-D61E-4588-89DD-C6857342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13EDCD-68B6-4B75-BEC6-44F61B06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도구 schema · 허용 입력만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1BDD4B-626E-4846-8753-C9B61358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E4606A-55D7-4340-9A0C-35F33F16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FBC0F8-7C12-49CC-9530-5AFC027B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A1BC83-0F6F-499F-90BB-4F1CA74A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92C4CA-530C-46FE-9F77-0CD94CC2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6DD2DD-C9C2-455C-88E0-04C5285C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B27B5-9771-4121-84F8-258E2B83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 도구 한 책임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B176B7-6873-4FE4-8856-B96AF2FC0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C6E82B-9DDA-42B7-AE24-E34FBF408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필수 인자 명시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BEBE88-65F2-4C25-B1F8-FC55EC6C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A8E97C-9225-49A5-AACE-005022A1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설명은 모델용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0D9665-7E4A-4991-939C-E729B172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5AA7AA-B2CE-4E35-8931-E4795F90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실행 함수와 분리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0B6452-57F4-41DB-BAB2-63D90CFD7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F2233B-4A7F-49B8-B590-299D8079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53562D-3EF8-449B-B495-5C433B49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TOOL_SCHEMAS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"read_public_text":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"required": {"path": str},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"description": "공개 txt/md 읽기"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59289782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1B000D-A4BC-480F-9CE9-DCE84C4B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3A6890-A450-4649-ABDF-54150729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예상 밖 인자를 차단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2294DC-803F-4876-997B-C1C8554F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1146AE-DB61-4A4A-BBAE-740BA01E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54D60-FFFE-4A0A-883B-0F0D8B95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B41890-DA9E-44E2-B6E4-C91322C2E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1263C0-102B-4C9F-A9CF-42C7EFCE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DFC2B1-6904-438A-BF7F-FA01F4E1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00C299-C8D5-4777-966A-A94CF9D6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누락 검사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5A6945-74AD-4ADF-AA03-9354428E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D2B780-84DB-4588-B83C-7A3A832F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추가 필드 금지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9E7B20-E888-4152-86FA-ED87C644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7379C1-D604-4950-9A6B-2462C227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실행 전 차단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98AA45-F361-4E66-AD84-246282C5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718250-34F6-434D-B2CE-467448D5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 코드로 변환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B5ECE0-9526-412E-A311-23680AE6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CFFC67-D37C-49A6-9024-CC728AE7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B33C42-BCB4-4665-A358-F6DF71FC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required = schema["required"]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missing = [k for k in required if k not in args]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unexpected = set(args) - set(required)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if missing or unexpected: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raise ToolValidationError()</a:t>
            </a:r>
          </a:p>
        </p:txBody>
      </p:sp>
    </p:spTree>
    <p:extLst>
      <p:ext uri="{BB962C8B-B14F-4D97-AF65-F5344CB8AC3E}">
        <p14:creationId xmlns:p14="http://schemas.microsoft.com/office/powerpoint/2010/main" val="697397397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B4E3A0-BE36-4DC7-91ED-361BA762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E10974-23EB-459D-AEF5-A131C894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경로 이탈을 막는 guard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EF1D61-76C7-4CA5-8F1E-0B58193D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722410-970A-4F87-BC1A-44B76043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A09E06-EDC8-4A1E-987C-A4CCCEB6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3A845B-CDA0-4691-B163-CD054E9F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45ECFE-3533-4728-8330-A91AEDEC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5FD55B-E35D-41BA-97D3-77D25A16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6B2AE-9568-4431-B4E0-F0DAE27D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../ 정규화 후 검사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D5F89D-5C27-40BB-82D1-DC560F54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5D8F54-7A9A-451F-8774-5B20CFA9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절대경로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7259CE-7867-486D-8488-890AD76D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1E5521-FF39-430C-B062-E5C44C2FA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symlink 고려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C4C7FA-0012-4C26-9D16-FCE25A90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0172F3-D452-4C6E-8A8E-B2348752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테스트로 공격 재현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B9C68F-4149-433B-A742-DEDB770F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6C934C-189E-4D62-B04D-60266C48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4540C3-D092-4B93-AA27-92443FC8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root = workspace.resolve()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candidate = (root / path).resolve()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if root != candidate and root not in candidate.parents: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raise ToolValidationError("outside workspace")</a:t>
            </a:r>
          </a:p>
        </p:txBody>
      </p:sp>
    </p:spTree>
    <p:extLst>
      <p:ext uri="{BB962C8B-B14F-4D97-AF65-F5344CB8AC3E}">
        <p14:creationId xmlns:p14="http://schemas.microsoft.com/office/powerpoint/2010/main" val="1762333275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317BA-1C7E-4B13-829F-7567E1189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EBC74A-B63B-4762-8F4B-7DBD5C48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오류를 공통 result로 정규화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F33C30-BF72-4195-9968-B90D3EFC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BC9A7A-ED86-4504-B350-DDE44051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1DE18A-F623-4724-9C23-6CACD8E4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11C14-5230-4E67-A447-54F96DC4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DB8E4A-B093-475C-9962-F579BFDD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E51BB4-20D4-4209-80CC-221A03D9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B2C1DA-F491-4059-B76B-8839CD4C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exception 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91CA6B-2ADB-426C-9BB3-8E77D95F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765954-DFBA-47A2-95C5-FD2C4A403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안정된 error_code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E851A9-A75D-4823-B088-B0C48FCC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769F3F-0982-46E6-BFF1-0D579142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사용자 메시지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9F60F0-2839-4888-B61A-BF899695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C46C1D-DF2B-460D-89A8-4747C34E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trace에는 상세 stack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312A3E-D7FF-4FD0-A985-B091B764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13ACB6-F196-46CB-A4EC-C439539E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8EBBFE-40F6-404B-B781-FCA8C06A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return ToolResult(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ok=False,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tool=tool_name,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error_code="POLICY_BLOCKED",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message=str(exc)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07753486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C9673A-4BC2-4B20-9329-5F1F8003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A79D2B-57AC-4D05-B96D-B7B682CDA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Tool Calling Prompt의 최소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D8D867-DDC7-42EE-92A1-9DB81B21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6D6C16-3C96-4848-A2BD-7812FD54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CE296-04E0-47B8-8FB4-CF9A505B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75D4FC-380B-467C-83E7-282AF2F1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81FE3B-8EE9-4466-9452-97E7BB4C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FB069E-3FA4-4036-AC9B-833494CD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3E999-96EC-4218-B9A1-A53438FC7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역할과 금지 행동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968FB3-E796-4175-ABE2-7C8C11A72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8A8F05-B2C4-44A7-9DBD-107416F17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입력·목표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514301-C1C5-4835-B232-915EFB2F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BEAD96-A6C8-4EAB-B80A-2E42D2E7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도구 설명·schema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91633-8DBE-46D5-8F95-F6D54485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7514D-C675-4CF3-A21E-BF91B35A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정상 예시 한 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835EF0-A8BB-4654-BB0C-4E5E8520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6F6082-E250-427B-80C5-3D716674F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7F6DF5-E4FE-47FB-97A1-72379B01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SYSTEM: 허용된 도구만 사용한다. 메일은 보내지 않는다.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TASK: 회의 문서를 읽고 할 일을 찾는다.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TOOLS: read_public_text(path: str)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OUTPUT: 필요한 경우 tool call JSON만 반환한다.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EXAMPLE: {"name":"read_public_text","arguments":{"path":"data/meeting.txt"}}</a:t>
            </a:r>
          </a:p>
        </p:txBody>
      </p:sp>
    </p:spTree>
    <p:extLst>
      <p:ext uri="{BB962C8B-B14F-4D97-AF65-F5344CB8AC3E}">
        <p14:creationId xmlns:p14="http://schemas.microsoft.com/office/powerpoint/2010/main" val="688165135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A53FC9-DD48-4830-82B1-5A9B4A31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CBF785-0401-497A-A868-CF76811A0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1 · 도구 한 개를 schema로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24FB0B-C35D-45BC-BF1E-22154682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9B6C92-403D-4546-8CD9-76AE3545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6322B9-6470-45D0-A0D7-CEFE6A18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106517-77D3-4924-B37D-0A97F805B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32FBBA-EE8A-4091-B600-9108F1D9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3C3F3F-FDBD-4C19-98D5-E4881597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41CFD7-2CA9-4599-B251-75928E07A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2A9361-AB21-4041-B01F-3E09BF03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66BA6B-3533-4CA7-A1B7-109DF8BE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C4F21-A666-48FE-8994-8A2A2EEB6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업무 동사를 한 개 고른다.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3E1DCC-2EB3-43EB-96B5-F9850957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C835B2-B93B-4602-86F6-15DBF8D1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D6BD12-1793-4C30-A1D9-96DAC878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필수 인자를 1-2개로 제한한다.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CECC48-FF0C-421F-A437-66E051940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E9AAC5-A482-4C49-ADFA-D2EF6341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5D99A3-4048-4679-97A1-C054D6D3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타입과 허용값을 적는다.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59A476-EF0A-4042-B6C9-B5761621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DD7798-36F5-4628-BC65-AD37A52E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F7F8BE-0E5D-4267-A0B3-E7CA1528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정상 호출 예시를 JSON으로 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08AC8C-219B-4E59-929A-537B4B2F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C4A805-ED26-460A-BFBB-058C330B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83D5B3-2331-46EB-AF9E-70CED35D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tool schema 1개</a:t>
            </a:r>
          </a:p>
        </p:txBody>
      </p:sp>
    </p:spTree>
    <p:extLst>
      <p:ext uri="{BB962C8B-B14F-4D97-AF65-F5344CB8AC3E}">
        <p14:creationId xmlns:p14="http://schemas.microsoft.com/office/powerpoint/2010/main" val="2094515235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56F374-E791-4303-83E9-2DE5803B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DE95F-DC54-4769-ACDF-391690802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2 · 잘못된 호출 3개 만들기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FF1601-E037-4816-96A8-BF2C3970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78C536-B49D-4994-A9C1-457DAD28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A62B8E-9FC1-49EA-B44A-4A5DA551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B7B99E-CB05-4759-AF26-47D599933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ABB941-3A4F-47C4-B818-297C500A2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476B05-805E-4812-B14A-F1ABAAEE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2DE4C3-02BB-42DD-B48F-E8F46EEA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748B6B-248C-4357-9711-99A35ED9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17448D-0C08-4351-8C08-DCC2667B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D56A2A-7598-4E03-A795-CA143FEF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unknown tool 호출을 만든다.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975FC2-DF12-4C64-9873-72BF59F1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FDD9B3-3148-420C-BA78-F326012B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E9D2E7-916D-4F02-A447-8E56F9BEA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필수 인자를 하나 지운다.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B16D32-25F6-418A-B417-5A0C36EA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58D77C-CD77-4F90-A75F-F2B4E2D9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017348-9B25-4B7A-839C-3DC70890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예상 밖 인자를 하나 넣는다.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72F80D-8BA1-47B6-99F0-4BED14B3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281E87-D723-4FAA-966D-EED111B6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8713BD-F7AE-41BD-A209-263D4ABAC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 error_code를 예상한다.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D14F23-8ED8-4C22-B2D0-6BF9508FB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E4C00A-7DBA-48A4-9396-8D0E90BA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04EF54-DB00-4E1A-BEA6-3454E094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실패 fixture 3개</a:t>
            </a:r>
          </a:p>
        </p:txBody>
      </p:sp>
    </p:spTree>
    <p:extLst>
      <p:ext uri="{BB962C8B-B14F-4D97-AF65-F5344CB8AC3E}">
        <p14:creationId xmlns:p14="http://schemas.microsoft.com/office/powerpoint/2010/main" val="1830921841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35C263-3DDD-4019-9DA3-5AA09B78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89A499-3A88-4E5E-9D6E-700BF3C9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3 · workspace guard 읽기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04DD98-8212-48DF-B566-CD9D5FEE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E53BCE-2188-4148-B2FC-7ED8A7FC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3F778-31CD-4FDD-B171-927E9D3D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FF959-3691-467F-B469-9E5B1778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7B437C-7863-4775-B99E-0B50C1AA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09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045264-38A1-4207-8EDE-62947B63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292A8A-531D-45C9-B4FD-D500DCE3F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E1A88C-C730-43A7-97AD-BB50499E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DEBFF1-9801-4514-A7C3-249306C2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0F04B6-8312-42E1-AB28-9DFE08AB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정상 상대경로를 넣는다.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052166-6602-44A4-AB9F-DD6951B0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D9DE99-B48F-41EB-9CF9-DCFA82BC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FE1759-B53F-427B-BC84-9BFA9244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../를 포함한 경로를 넣는다.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475DFF-DB0E-4D8F-B1CA-6CF915B7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377BB9-54AC-4D26-9F04-F2219A47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63AD40-6FF6-46A5-A7FF-B84CF9E7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.py 확장자를 넣는다.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9027C7-189A-4D7D-A035-0C558333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FE1647-29AE-4D4B-87A2-4EB6B9DA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06BF03-B09E-47AB-BE90-5E99A53A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어느 단계에서 차단되는지 표시한다.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ECE0F9-1619-4D83-B7C5-7CA23C89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009752-083A-4577-9393-5F0F7284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B113B0-A3BB-416B-974B-80D92634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정상 1 + 차단 2</a:t>
            </a:r>
          </a:p>
        </p:txBody>
      </p:sp>
    </p:spTree>
    <p:extLst>
      <p:ext uri="{BB962C8B-B14F-4D97-AF65-F5344CB8AC3E}">
        <p14:creationId xmlns:p14="http://schemas.microsoft.com/office/powerpoint/2010/main" val="1796936693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205F5C-8DC9-4D96-8911-84E4F35A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650229-D89C-4883-B8ED-1D713C31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4 · ToolResult 계약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6B1D7B-9F20-43D9-8BA9-8A168C20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2DADE1-2502-44D4-9A25-102E7BB4C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245DB-7E53-414A-96FA-FC89DAF5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CECF93-36B8-4680-A155-26AFCD49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C23F7-F0EF-407E-AA18-DC19FD1B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8D89B8-E548-45C0-A6AE-40E3EFCA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25FBBD-8A81-4B15-8FEC-A0A86BD4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0F602-DEA7-4504-BA49-157C0F92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D46975-0EFF-4AB1-AE91-DD2842E3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292E39-D557-43E5-8C28-C30671ED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성공 result 필드를 적는다.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18CAB9-BFBC-4BE4-9808-FA5F9F6E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EC59D0-6FCE-496E-82F1-D552C49A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CDACDA-86C1-4014-87CD-02158C61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result 필드를 적는다.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3708EC-596C-474F-A2E2-EB9F754B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B964AB-ACD3-408B-8838-336253C4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589FBB-6A9F-4B46-A7BF-A81319EA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downstream이 exception을 몰라도 되는 이유를 쓴다.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C1C3AB-E20F-4112-B9D8-98D5698A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4C7447-A649-45A8-AA34-8EF8497A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2FAF9F-95DD-4345-8EB5-E7EEB5F8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needs_human_review 조건을 정한다.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D457F1-9F26-4DD7-AC95-66E879A0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D2443D-6EB8-4D76-AD0A-E23DB33ED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E236F0-1218-45CD-A1C0-6AE3EE8F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공통 result 표</a:t>
            </a:r>
          </a:p>
        </p:txBody>
      </p:sp>
    </p:spTree>
    <p:extLst>
      <p:ext uri="{BB962C8B-B14F-4D97-AF65-F5344CB8AC3E}">
        <p14:creationId xmlns:p14="http://schemas.microsoft.com/office/powerpoint/2010/main" val="2055951608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DCDEE9-FCB1-4CAC-AF1D-DA68028C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B8DC2F-0B20-4D11-B9C2-4FCD8CA6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1 · 모델 JSON을 바로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E756BA-073D-4C7F-918B-A8C5F56F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22D848-5CCD-427C-997C-87927559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B2623-2DDC-43B2-907F-08EA95F4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8B2F1A-EA92-47DF-8E3E-642AFC6B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279FA3-98F8-4A5E-BA6C-FAE1C120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3E6E0B-9964-4928-A2B1-A210D3E2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186577-58E6-490B-AB6C-B53F7425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54CF14-6734-4789-A402-75AA88C1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74BA7B-39DC-4821-9C8C-0535A94A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schema 검증 생략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EDE415-734C-4E5A-8F74-FBB310D7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408B4-1414-45C9-93B5-9BC07979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임의 도구 이름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98BE18-0762-4E55-8630-18A2DEFD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6CC1D7-B2B1-4E47-80FC-BA5B91C2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추가 인자 허용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CF41DA-AFB7-4DE6-B57A-B662F18F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2C6369-7463-41FE-8929-AEA1DDD9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side effect 직행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6BF7FC-1D09-490E-8334-D5EEACEF4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83F55F-3C75-4F81-B8D3-25AA0021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plan은 제안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CD224A-E4A2-4BF0-B376-9B5F887C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02B814-9B99-4259-B2A1-9F9D009F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validator가 허가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64DC2B-21EC-43B9-B54A-3531FE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9D7FC8-747A-4803-B64B-090F9B7B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registry 함수만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D495CA-A25D-4169-A708-D62FF6C4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61B577-BDE4-4876-9544-34A5ADC6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쓰기 전 preview</a:t>
            </a:r>
          </a:p>
        </p:txBody>
      </p:sp>
    </p:spTree>
    <p:extLst>
      <p:ext uri="{BB962C8B-B14F-4D97-AF65-F5344CB8AC3E}">
        <p14:creationId xmlns:p14="http://schemas.microsoft.com/office/powerpoint/2010/main" val="177783831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3B748B-77E6-450F-9232-65A3833D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80060F-E3C9-47B6-B58F-2DD04C6C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2 · 범용 shell 도구 제공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9B258F-6F6E-452C-96F4-D1635882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D380D-BCB1-40D9-8337-14E44364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6F2C7A-FD2D-4D6F-9DA0-7F929DFE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771AC1-EAAB-43ED-B681-3E745884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04C0A3-AEB4-4F17-8A4E-EAB89E821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A1520B-7D1F-4C9E-B21E-D628F836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913E0-9CD2-4617-84A9-2B223E18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221D4E-F515-4DEE-A3E4-BD6AF66A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DFE77-253D-4170-8579-3FF3E760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rm·curl까지 가능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6FC347-EF96-41CF-AD44-5D83A675C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7C2605-B9E3-4FF3-AED8-A55AC792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명령 문자열 해석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4085FC-0597-4E77-8B20-66FAB2F9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2B8AE0-1196-4B4E-89F3-129537E3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권한 범위 불명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6C0466-EEF9-4A6C-A9C6-1D64E96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7FC760-662E-4B94-862A-5FEC885C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평가 불가능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40CF7F-4D2C-48CA-A412-EB78061A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66D5CF-BA43-4ADC-93D7-3E7B1B1B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목적별 함수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5A01EB-4290-4EC6-906A-133D1550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3D1D1C-E6F9-4AFB-9D46-C579C267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typed arguments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6F97C1-8C3D-4727-95A9-7257EE48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6355DC-21D2-4B16-8E7E-CD4CE5C3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최소 파일 범위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C89C82-42F1-4EF9-9246-4CFF5ADA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AAF368-9DBF-4A75-8D7F-BF4F5850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정상·실패 test</a:t>
            </a:r>
          </a:p>
        </p:txBody>
      </p:sp>
    </p:spTree>
    <p:extLst>
      <p:ext uri="{BB962C8B-B14F-4D97-AF65-F5344CB8AC3E}">
        <p14:creationId xmlns:p14="http://schemas.microsoft.com/office/powerpoint/2010/main" val="1473916552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021436-F92E-47F1-9DAA-022F8344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96C20-4C5A-4B4F-8924-97442A00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3 · 모든 오류를 retry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73B931-E0DB-49E7-82FA-9DAB0A75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B07DC0-6B5B-48F3-9BEA-D84AE7E95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41CED9-7209-4BC0-8EA5-4A974FD3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240FA2-0A61-4C8F-85DE-2625645E7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53E0D9-4CA7-49CD-B3C8-327D3266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61303A-249B-46A7-A990-F98158FE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B09B18-1BB1-4FBD-BDFE-F5FEC4AD3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4FAA9C-A1C5-440F-B720-3A2CCE6B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BE5D71-304B-47D7-B906-07BB87A2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정책 오류 반복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7A628B-D8A5-4AE5-A2A6-A0AA2901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7EC6FD-2D2A-4F9F-8618-600D4B86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비용·시간 증가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C7BB2A-AC77-4039-A384-41B8AE08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AD370F-ED76-4012-B8AD-198A44311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중복 쓰기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746201-4518-494A-B004-022E9F21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B3E03E-942D-4BF4-B72B-06E95AE4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원인 은폐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F9E351-B856-4357-8E9B-2F2007F6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6684F4-A534-454B-9155-BE1714FA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 class 분류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B92A14-C8C0-4A20-B2AE-38BC9AF0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573B55-DBB2-4F50-B0A2-AC725858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일시 오류만 retry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4BF74E-EC0C-4AE5-BFCF-55765D8AF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23802A-8F5C-42F5-B48C-ABDB04DF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max attempts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10D651-CA5B-474B-83D4-4379F494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D13818-E730-4CB3-826C-11FE6A1A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중단 후 사람 검토</a:t>
            </a:r>
          </a:p>
        </p:txBody>
      </p:sp>
    </p:spTree>
    <p:extLst>
      <p:ext uri="{BB962C8B-B14F-4D97-AF65-F5344CB8AC3E}">
        <p14:creationId xmlns:p14="http://schemas.microsoft.com/office/powerpoint/2010/main" val="1004936715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4C7276-7A88-436E-B92E-0841EA73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A1080F-2A0D-4210-8FDB-97845A33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재직자 · Tool 권한 승인표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64EA64-E7F7-47B2-A9EC-4AC28C7E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49697F-27CA-4817-BFFB-BF0AA8C8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3003B6-25F2-438D-9864-31FEF21A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1ACFF3-5E40-48E1-9383-FD470315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063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7AC588-9AD2-428D-8F74-55E40AB7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자동 허용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A7E1C5-F8D4-4900-BCB0-C5BD9831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사람 승인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6D2ED0-B1FC-4177-BA40-E6FEA19F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C7109E-7F6A-4544-A882-CDEAB9C3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5387EB-1127-4767-A1BF-0F48F53E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공개 문서 읽기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86EC8C-81D7-4929-AACA-999C569D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FE8316-1155-4DBD-A81A-30F09413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로컬 parsing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CF7A1B-A9DB-45E1-A620-942D71B4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FDA1A5-5EB2-4583-B0CE-FFEF349E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schema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76A958-50F6-4F94-AFDC-6926A4E3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3ECD1B-649B-4613-AC7A-C5B02FB7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draft 저장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222E2F-04A3-4984-8432-5DEE7CD3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65E2B1-1890-4E6E-8F97-0E105BAB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메일·Issue 게시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AADE31-E6B0-45A3-8613-FEEE5146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6362CD-CFB5-44B8-A4B3-066A37E8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고객정보 접근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52BA09-386C-401B-AE26-02A881F8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D28010-7996-4D7C-B561-EDB2FB03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결제·삭제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7DE540-5E3B-42D6-A4D1-69544499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9B7CCB-2A46-492F-8535-DF733BFF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비공개 repo 쓰기</a:t>
            </a:r>
          </a:p>
        </p:txBody>
      </p:sp>
    </p:spTree>
    <p:extLst>
      <p:ext uri="{BB962C8B-B14F-4D97-AF65-F5344CB8AC3E}">
        <p14:creationId xmlns:p14="http://schemas.microsoft.com/office/powerpoint/2010/main" val="729775502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B6023E-FBB2-461D-9B13-A697D872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1A7E36-C842-490D-A9BD-FBF3F6C7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Gate 2 · 이 Tool Call을 실행할까요?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9C8E42-A5EC-4EDA-90E4-2411D04E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F3DF0C-FB8D-45EE-9F3E-FB10DE9A4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3575C9-5393-4BF3-BFD1-883048EE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6880C4-7E4D-4591-AA62-0EFA2D1D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30193B-1047-439B-A81E-E557A57F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상황: 등록되지 않은 send_email 도구에 예상 밖의 admin=true 인자가 들어왔습니다.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4269F1-D4F3-4281-BC9B-D79FD62C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38ACB7-005E-4102-BB4B-5BA41A47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BF7D13-8F62-41BA-B060-8C2399D9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실행·차단·사람 검토 중 무엇을 선택할까?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83A19-F457-4109-96AF-AEF32F4B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0462CF-0926-48C4-9A8F-059CB36F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58E816-9DA5-4166-8C9E-680E7445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downstream에 돌려줄 error_code는 무엇일까?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3F6B04-3A7E-44FF-ADD2-51EC91D8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98BAD1-D793-497A-A643-920DC0E4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19DD44-A9E1-4528-BB69-890E058F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감사 event에 어떤 요청·판단·결과를 남길까?</a:t>
            </a:r>
          </a:p>
        </p:txBody>
      </p:sp>
    </p:spTree>
    <p:extLst>
      <p:ext uri="{BB962C8B-B14F-4D97-AF65-F5344CB8AC3E}">
        <p14:creationId xmlns:p14="http://schemas.microsoft.com/office/powerpoint/2010/main" val="1886439616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37C54B-4C26-4557-B143-68436CAF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5B2EB7-FB0B-4774-9CAD-7354C452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10:40-11:30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391F16-81FE-4616-8CEB-570A38B1B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1일차 3차시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A88723-449E-418C-AED4-55218A2A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한국어 데이터와 PBL 사례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4F5A41-A281-4F66-A6DB-00DE8EFD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E0E0E0"/>
                </a:solidFill>
                <a:latin typeface="NanumGothic"/>
                <a:ea typeface="NanumGothic"/>
                <a:cs typeface="NanumGothic"/>
              </a:rPr>
              <a:t>10:40-10:54 강의 · 10:54-11:04 Prompt·데이터 시연 · 11:04-11:25 개인 실습 · 11:25-11:30 저장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12061E-6238-44E9-8A42-695E6A6A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0CD73C-96C7-49F0-B1EA-69E5324F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1E65A2-8113-4832-B444-ED0384FF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553AFB-26A4-42B5-8EE3-E65009B9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회의 데이터 · 담당자·기한·원문 근거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5A5B45-2CA0-415E-B6E2-013F700F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71A37B-BF1F-4F4B-839B-6193E7E4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175780-7BF9-4F14-91B1-9B9AA6EA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A662EA-F0FC-4876-A9B7-9DA2C56E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자연스러운 요약보다 근거가 남아야 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F878F4-3D43-4CEB-96BA-94BA5A9E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6E9D83-9D37-44CF-B797-6BA24BA2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함께 챙길 내용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EAA62B-F285-48D9-A7D6-43CC6DDC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FBA3D7-C570-4105-9D04-FEBE3779B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입력·결과·근거 예시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1505FA-04C6-4927-B5A5-B174A1B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622FF3-C166-4BD9-A7F8-16835C58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C7C7C7"/>
                </a:solidFill>
                <a:latin typeface="NanumGothic"/>
                <a:ea typeface="NanumGothic"/>
                <a:cs typeface="NanumGothic"/>
              </a:rPr>
              <a:t>슬라이드 65-99</a:t>
            </a:r>
          </a:p>
        </p:txBody>
      </p:sp>
    </p:spTree>
    <p:extLst>
      <p:ext uri="{BB962C8B-B14F-4D97-AF65-F5344CB8AC3E}">
        <p14:creationId xmlns:p14="http://schemas.microsoft.com/office/powerpoint/2010/main" val="585780467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DDBB77-AE43-41C5-A5D7-40E627C7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23841A-3FA0-45C0-9416-CBAE7A21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한국어 요약보다 먼저 근거 단위를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54B63-6BF1-4341-9016-65E28B8C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E21C1A-6B34-4C87-A0C6-99BF489E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1F14B4-FAAF-4CA2-9C2D-5AA5748C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EE81D4-4033-4B36-A9A8-85213277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DA0C74-5A1E-4226-AE6E-C1106ED7A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요약이 그럴듯해도 원문 근거를 찾지 못하면 업무 결과라고 부를 수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16BF8-E692-4222-BC09-4A94E2CC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DD7396-A42A-4EB9-83AB-883599B96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출처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F3E52B-35D3-4400-BC82-E9CFEE60D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공식 원문과 이용 조건을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19E033-B177-4D18-88F3-DADF2D9EB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7C13EB-1975-4723-AB29-5350BB2F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단위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D746F9-6122-47F7-B199-A1D4D20C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발화를 segment와 timestamp로 분리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8BD43B-16B2-4C52-8174-F948FAA9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95FB5A-D285-4460-A035-F2FFF8F0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민감성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9870D5-8013-40AA-A606-08E9ECB6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개인정보와 회사 정보를 비식별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BD3ECC-B2DD-4D36-86E3-A06A9844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62ED09-08AF-42C6-954D-A8341119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정답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B956D0-5426-4872-B68C-E977FE7A5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결정·담당자·기한·근거를 연결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EE9DD7-9746-442C-8069-5FBDC76A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5BC8F8-F3A6-4A7E-8230-D8A5EF1A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고정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B0F990-BA94-4FCF-9371-7B21C596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대표 실패를 Golden Dataset에 추가</a:t>
            </a:r>
          </a:p>
        </p:txBody>
      </p:sp>
    </p:spTree>
    <p:extLst>
      <p:ext uri="{BB962C8B-B14F-4D97-AF65-F5344CB8AC3E}">
        <p14:creationId xmlns:p14="http://schemas.microsoft.com/office/powerpoint/2010/main" val="1245171248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F9554C-6BC2-4C34-9B48-DB96290A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E3598F-BC84-4FF4-86F8-D57D425D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한국어 데이터를 읽는 네 가지 단위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67BC30-B0A1-440B-9C96-504709A5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7957A-E6BB-4842-832E-33C2183E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520AA9-57CF-4765-9623-927A7FF6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EE379E-7AEE-4D81-82AD-683FAA3B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DC581B-3EDA-4A81-8403-8E753633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E90264-8D03-4C23-B6A2-AA7BFF2E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CDB194-B1F5-4B6F-AE7E-50F97D65A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11EFF4-2608-4D27-BBBB-A9824724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340769-AE96-4B93-9EA5-B6B2CBEB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Transcript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Speech as 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51F372-8971-4977-BD42-9AE99AF3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음성 내용을 시간 순서대로 문자로 옮긴 기록이다.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3D8DAD-757A-4B6E-AD31-10D8B859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회의 발언과 타임스탬프를 함께 저장한다.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761E33-787B-4F36-BF8C-D36A982D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AB7863-D7A8-4A3C-986F-D118D562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1464DE-D72C-4B9E-8A01-E25002B3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Segment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Timed Utterance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10F35B-507B-487F-8D0E-BFD165DE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Transcript를 시작·종료 시각이 있는 짧은 발화 단위로 나눈 것이다.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2AC4C9-52A1-4B77-816E-6B228C11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41.2-48.7초의 ‘금요일까지 초안’ 발화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2BA073-9DA9-4EFA-8739-A9FD2458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5225D1-E757-4631-AF88-6987AAD1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Golden Dataset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Reference Examples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EEE23C-2424-4E04-A3AD-96186BF5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정답 또는 검토 기준이 붙은 소량의 대표 예시 모음이다.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CE5F72-1832-4CE8-B05C-C4F218F8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정상 회의·무음·모호한 기한·근거 누락 5건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36E99B-ED05-426B-839B-7DD6F803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B624BB-CEA5-485F-8ABE-C126147A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B9A972-4878-4D72-A647-EB859A48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Evidence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Source Grounding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DFB6BF-D84E-451B-A4FB-80614355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결론이나 Action Item이 어디에서 나왔는지 가리키는 원문 근거이다.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BE784D-6589-427C-BE3A-48BE65F7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Action Item마다 segment_id를 연결한다.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28AE28-D435-42E6-9233-732A157A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17354152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129457-A9CC-48E1-AA93-12C63DFF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PBL은 기술 목록이 아니라 사용자 문제에서 시작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35D5C-59B2-4392-85F7-AC695FD7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650BC7-D71E-41C3-AD0F-D523E8A5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5D684E-5BA7-43F5-8CCA-72DA22C41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1E345-9B11-41F4-A620-1DB100C9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50187A-A41D-424E-AC31-18583101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351876-CA06-4A3E-8825-A122829D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STT·LLM·LangGraph를 모두 쓰되, 한 사용자의 한 업무 흐름에 묶는다.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a4ce4b52614648">
            <a:extLst>
              <a:ext uri="{96DAC541-7B7A-43D3-8B79-37D633B846F1}">
                <asvg:svgBlip xmlns:asvg="http://schemas.microsoft.com/office/drawing/2016/SVG/main" r:embed="R20b1a872414c494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E25A15-1D55-4CEF-B64F-7D11C1EA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7BB8E8-F06E-4F92-8861-844F5C063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사용자·상황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245C48-6C78-42B7-9E08-005459DE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9FA58A-08E8-4AE5-A383-0724E98D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반복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607CA1-47F7-4737-A410-450CBACB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8087D2-21A9-4A66-91F2-B2433A74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원하는 결정·행동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B91FBF-A098-46D4-A672-202BC35C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B72E9B-951A-440E-99CD-F2789F2A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한국어 업무 데이터의 함정  |  한국어 회의록에서 가장 비싼 오류는 문법이 아니라 사람·숫자·날짜 오류다.</a:t>
            </a:r>
          </a:p>
        </p:txBody>
      </p:sp>
    </p:spTree>
    <p:extLst>
      <p:ext uri="{BB962C8B-B14F-4D97-AF65-F5344CB8AC3E}">
        <p14:creationId xmlns:p14="http://schemas.microsoft.com/office/powerpoint/2010/main" val="1575945558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7F3320-774F-4DA7-A8EA-7748F139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K-Work Copilot의 공통 입력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6EE083-55FA-4BE4-A18B-D02D5542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E694C-15D9-444B-845A-6B238F88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BFC443-A38D-4B00-B931-759C1BD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5B1AC4-0221-4238-B03A-85FAC3869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069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69FBAC-0BFF-4A43-862B-9C9AAC96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강사는 17분 합성 회의 전체를 보여주고, 수강생은 같은 파일의 2-3분 구간부터 검증한다.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4FE8F5-E3CC-4979-A497-B81BF0BC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3DFAF8-73DB-42AE-8522-DD5CE02B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meeting_sample_ko_12min.wav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D22356-960F-4474-AEEF-9DF9AFF8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46EE0A-552A-403C-B7AD-910AC344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timestamp transcript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37E274-EC46-4297-A88F-F8934074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56290B-BC48-4E4C-BFE9-856F95BE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expected JSON·Dataset Card</a:t>
            </a:r>
          </a:p>
        </p:txBody>
      </p:sp>
    </p:spTree>
    <p:extLst>
      <p:ext uri="{BB962C8B-B14F-4D97-AF65-F5344CB8AC3E}">
        <p14:creationId xmlns:p14="http://schemas.microsoft.com/office/powerpoint/2010/main" val="965195697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9DA90-DF6C-4379-B7CD-BC0DB1C2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한국어는 띄어쓰기보다 업무 맥락이 어렵다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8FF3A8-3DC9-428F-B3C7-45C2DB7D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8B5E07-F2CB-4D6E-BDBC-32F7F9C71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01DDD8-AE61-4806-8F19-A5F5269F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579E9C-7163-4B7D-98EA-8F54F9BA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070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8F4F1-86D4-4F32-A478-D8A7E631C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BB2F7F-3B29-4D4C-BC70-10D95EAC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존칭·생략·동음어·숫자·날짜·담당자 모호성을 별도 오류로 본다.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C84C27-674A-49A0-A4FB-BB7BC5AF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C151C6-90F4-4530-9D26-693C110F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화자 생략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312705-4CC9-4C8F-9EBD-E14B5F0A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6DADE6-7D11-4265-88BF-A27BEDF6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“다음 주” 기준일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AA7D92-6D50-4379-B705-B089EE52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4D4C69-BFC2-4131-AB5F-FE1A5C09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제품명·약어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E357F1-C4CD-4A2A-9034-0C4BE121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39B8F6-59A4-4407-922C-84CAB0B4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책임자 추론 금지</a:t>
            </a:r>
          </a:p>
        </p:txBody>
      </p:sp>
    </p:spTree>
    <p:extLst>
      <p:ext uri="{BB962C8B-B14F-4D97-AF65-F5344CB8AC3E}">
        <p14:creationId xmlns:p14="http://schemas.microsoft.com/office/powerpoint/2010/main" val="1669493519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B169EF-765B-4BF8-A9DE-F9638CA4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실제 데이터처럼 보이는 최소 조건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F3FFC4-5995-42FA-99AF-DAF29F26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C5103D-BCC4-49B4-A1BB-1DEA9586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3DA3C7-6EF1-40A8-A028-1AF6B240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367A1C-F81F-448D-A2C4-C560236E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071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349999-0960-4E21-867E-7C9CDEBD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자연스러운 맥락·역할·결정·마감이 있으면서 개인 식별정보는 없어야 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58CD6B-F3C3-40AC-91A0-146B19C0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33BBAA-24EC-426D-B371-D6E0B158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가상 조직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4F498D-3B8F-491F-BC76-F750A5C3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706B56-0379-4906-B24D-68D0CB56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역할명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D2D266-99A2-4843-BD21-3A4290AA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E8A255-4EB3-4A9E-A7F9-E329EED5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합성 금액 범주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00FC27-45AF-4F21-8727-1836B3D2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3646C4-5413-4697-8EC0-7B748239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공개 가능한 업무 관계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9B5499-A918-4608-A57B-16445D83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878E20-9ABB-4595-8AD4-815AAC6B3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한국어 업무 데이터의 함정  |  공개 데이터는 무료이지만, 사용할 수 있는 맥락까지 무료로 주지는 않는다.</a:t>
            </a:r>
          </a:p>
        </p:txBody>
      </p:sp>
    </p:spTree>
    <p:extLst>
      <p:ext uri="{BB962C8B-B14F-4D97-AF65-F5344CB8AC3E}">
        <p14:creationId xmlns:p14="http://schemas.microsoft.com/office/powerpoint/2010/main" val="607275260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DFF726-8B9B-44F2-BE46-FA67A8E3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데이터 공개와 사용 허가는 다르다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67EEA-448D-4E2A-9BB6-3951DBFA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34EB60-EAF9-4303-8957-3041EA1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A4781-9476-4CBB-8665-654BCB0E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37E75E-4A48-4E1C-BEAF-DE8CF3A5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072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B73C6B-A3CD-4F0E-A61E-2CCC47F2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06C178-C3D3-4015-AD8A-25CAA525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웹에서 보인다는 사실만으로 재배포·수업 배포가 허용되지는 않는다.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502604-6523-47F9-8545-7EDBEE13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C2F0B6-C5F1-4A05-8CFF-477219B0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이용 조건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7F503A-63BF-4242-9E73-B3F1FF30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770EBA-2B6A-4D60-BD41-5A85A06C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다운로드·신청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A6A8D5-BA66-4DC0-A8C9-485D5E41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6199B7-D26C-434A-960D-E6CD66AB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재배포 범위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27A914-36A8-43B5-A295-B7743D87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E68E80-45C8-4B00-BC6E-C2F02765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출처 기록</a:t>
            </a:r>
          </a:p>
        </p:txBody>
      </p:sp>
    </p:spTree>
    <p:extLst>
      <p:ext uri="{BB962C8B-B14F-4D97-AF65-F5344CB8AC3E}">
        <p14:creationId xmlns:p14="http://schemas.microsoft.com/office/powerpoint/2010/main" val="1262029592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2D1C42-9DF4-4274-B4B0-7A70281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Dataset Card가 실습을 재현하게 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B66C1-B4D3-4E8A-95F2-EF81828E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30CCEC-6461-4082-9DA5-5FB4DA12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E39CA0-CC27-44B0-BC0D-298D3932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0545A-BF8F-400E-9F4B-1DF129F5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073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40AEF9-6FCF-4AA8-B72D-637739FB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출처·버전·샘플링·민감성·변환을 한 페이지에 남긴다.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404B88-9359-4103-BFF6-5E9E53DE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7450D2-C770-41AD-8041-98A8D7FC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source URL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A5C4E-8AF4-4C62-924D-E4229C2D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585C7E-4F1B-43CD-88D6-C7222191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collected_at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6D74C5-7A0B-4BD8-8357-95A71F3D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8E3705-4499-40A2-A6A1-D81EDC20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license·terms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68EDC3-F548-44AB-8E45-E1D0364E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DE9DD6-5167-4061-88AF-E2700436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preprocessing·limitations</a:t>
            </a:r>
          </a:p>
        </p:txBody>
      </p:sp>
    </p:spTree>
    <p:extLst>
      <p:ext uri="{BB962C8B-B14F-4D97-AF65-F5344CB8AC3E}">
        <p14:creationId xmlns:p14="http://schemas.microsoft.com/office/powerpoint/2010/main" val="393567216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73933E-7102-4FBD-8F2B-DED6B7BB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Transcript schema가 STT와 LLM을 연결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285A0E-B2E0-4DD2-AFC6-E6151A06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C660C2-D4D0-4489-B4D3-3D7D31E8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6177AA-285F-425D-8FA8-8CBB09C3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E866E6-1478-4247-B22F-101DE6F9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074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C4CAA1-12A6-418C-A4E4-D613DD58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435F6-6B7B-4DB0-A2F1-B982DF7C0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텍스트만 넘기지 말고 segment·time·speaker·quality flag를 유지한다.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73C103-25A7-4201-8F9C-3DED23DC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C45CA0-B0B0-4E58-AAFF-5557B7B10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start·end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AF98AD-9E63-478D-938F-2D7D0E1D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2E8F69-8318-4F9A-AF6B-D951BC32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speaker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4FCE36-121C-4873-B555-EF30AFC3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B2AC9C-86E4-4B5B-BEC0-959A2F46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B43D24-766F-476A-9AD4-24A3FC6C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3F1302-D31C-4D85-B723-EF9C1F24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no_speech·language</a:t>
            </a:r>
          </a:p>
        </p:txBody>
      </p:sp>
    </p:spTree>
    <p:extLst>
      <p:ext uri="{BB962C8B-B14F-4D97-AF65-F5344CB8AC3E}">
        <p14:creationId xmlns:p14="http://schemas.microsoft.com/office/powerpoint/2010/main" val="459438990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5F49BE-E788-4620-93C9-481666C7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Evidence가 요약의 근거를 고정한다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EE6C61-E74E-4C01-B8DF-C10D2379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D556B9-81A6-4616-9BC3-3A51F8C7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8B9BC-36E0-4C95-BF66-7C08F6C8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C66D9-E3DC-4208-80BA-D93D2C98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BE894B-F285-471F-A14A-A69F4B93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결정과 Action Item마다 원문 segment ID를 연결한다.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24A8A6-BF3F-472F-9872-4278A660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AC77ED-CB4B-4565-89B1-1356CEDB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claim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D11BDA-472B-4F0D-AB0E-AA4C6E75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E2A28D-0FD8-4828-BBA8-58D9A89F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evidence_ids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28263E-B91B-47F5-8A79-19E9965B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427D2B-B064-4C6C-A77B-58584C68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confidence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D76BC2-5145-4E38-8107-4127D79D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67DD53-70E0-4E05-8AA2-A949D5FB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needs_review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8DC65A-86FF-4C27-943F-CCF58BAF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352897-BE2C-4E64-B89E-F6D9381F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한국어 업무 데이터의 함정  |  Golden Dataset은 정답 모음이 아니라 팀이 합의한 품질의 경계다.</a:t>
            </a:r>
          </a:p>
        </p:txBody>
      </p:sp>
    </p:spTree>
    <p:extLst>
      <p:ext uri="{BB962C8B-B14F-4D97-AF65-F5344CB8AC3E}">
        <p14:creationId xmlns:p14="http://schemas.microsoft.com/office/powerpoint/2010/main" val="321642302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1BCC0E-432D-4208-A59F-097685DC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F39575-2332-4B95-9551-C8C38928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공개 데이터 선택 4단계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4F9CF2-F731-495F-A0D3-412CF5DA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78786B-D89E-4CBF-8A2D-60AD749C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0C0115-7570-4788-8F5A-80A915E0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B2DCC3-4955-479F-947E-D91E0E8D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076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183B18-C6AE-498C-BA58-3DF0C655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94B40-BB52-44C3-AA87-11D38DD4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4BDEB4-6C72-49C3-964B-AFF1D6F5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DISCOVER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AC84F0-81A8-45DD-A7CE-13D366A1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공식 원자료 찾기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F9713D-3582-463A-8071-C8ECA95E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D191F6-2025-4A2E-B449-C781E61D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A9B924-568C-42B3-A526-03426AF9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VERIFY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8134E4-267E-4B58-9A84-B569B2A2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이용 조건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93D71C-2D95-4BBF-9BD3-B9B0A82F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C4D334-FDEE-4B4B-B762-7C39464B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0D811C-52E6-4067-9740-75F6EF8D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SAMPLE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1A223B-CDE0-4A06-ABF9-EF3C5E87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소량·목적 적합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799A7E-0B95-498E-B4E0-6CC5229B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023128-1DC1-47BD-82E2-68C704E8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315D36-243F-43CC-8316-17BC8C71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DOCUMENT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08D611-6122-4B0A-8CC2-0538EFB82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출처·변환 기록</a:t>
            </a:r>
          </a:p>
        </p:txBody>
      </p:sp>
    </p:spTree>
    <p:extLst>
      <p:ext uri="{BB962C8B-B14F-4D97-AF65-F5344CB8AC3E}">
        <p14:creationId xmlns:p14="http://schemas.microsoft.com/office/powerpoint/2010/main" val="817382257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58CA8C-2871-4E88-850F-23D55EBC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5DC438-12C3-4104-89A6-62111D65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한국어 업무 Prompt의 기본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E634CB-64AB-448D-A911-35F5F06E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549293-DC6E-4787-B0B8-168AD317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82A0B-913A-4625-BFDC-B24DA2BAB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6DA063-706D-42A8-BF9A-FC07421F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077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A20815-850A-4EBA-835E-DACE2F2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354BE6-434D-4A54-9A01-563D0079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B9DFC6-59AE-4706-BA21-37861BE1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ROLE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9F991B-F821-42DC-9C69-1FE199FE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회의 기록 보조자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9C9742-E230-4297-80E5-34487FFA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566B4C-CF8F-42DE-8702-FC88C84A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6AE0E5-6701-4AAC-91E6-3B181C2C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45B4A7-4A05-44D9-B8D5-9DD5A90B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segment·기준일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65F830-7188-4DA5-9FC4-E924E3F4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B96C1E-EF84-43FB-B551-43EEEB2C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BE03CC-FAD1-4D22-901D-138F7BB53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83646E-A105-4CEF-8555-0ABD3ABE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summary·decision·action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3598AC-7EBE-42C5-892A-452046AB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F351A8-94C6-41C4-9280-7E05A5B6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D2B7C3-5C0C-4CB4-BE7D-5E8259F8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RULE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F427DB-1C82-46D2-9BA7-52E6C8E4D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추론 금지·근거 필수</a:t>
            </a:r>
          </a:p>
        </p:txBody>
      </p:sp>
    </p:spTree>
    <p:extLst>
      <p:ext uri="{BB962C8B-B14F-4D97-AF65-F5344CB8AC3E}">
        <p14:creationId xmlns:p14="http://schemas.microsoft.com/office/powerpoint/2010/main" val="1238343124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A7A17C-3010-4804-9EC5-0B792C0B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1035DC-4D91-45A6-BF5C-04D5FDC1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비식별 처리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6ED024-94D8-4873-B3EA-9CDDEF9F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033EA-BA96-476C-80AC-A08523A9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CEB699-2B05-4196-8442-CA8A24D9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019DC0-3142-47DC-A4B0-EC26D34B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078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6A1685-5BDD-4460-A687-041D1535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B577E4-7B5E-4130-AB4A-E09A94CE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577EC6-811F-4D71-A13A-680D6D2FA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DETECT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2CE395-D14C-4A3B-AF16-88350989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이름·연락처·ID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76DD0E-0B1D-4BE8-B234-7CF26041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14EE39-F67E-458F-B65B-D40E275E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FA096B-9124-46AB-ADB9-1A5F7F0A7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REPLACE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FA74FA-72AC-4ACF-BECB-5020DF12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역할·범주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2297F1-3A09-419C-B8FE-03AECDCD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E3E865-19B3-43CB-B4DB-061875A3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0C95E1-8ECF-4E8B-9E4F-8CF4C965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AC97D5-D6EE-4A0F-8C27-B6016FB8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문맥 재식별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3908DA-D613-4BDC-BEF8-9AB1B124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CB0063-FB1F-48A7-ABF5-55C6A8B2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8029D7-2797-457E-85A7-61541B09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LOG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83583F-1CE5-42C1-8C37-8FCD5976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변환 규칙</a:t>
            </a:r>
          </a:p>
        </p:txBody>
      </p:sp>
    </p:spTree>
    <p:extLst>
      <p:ext uri="{BB962C8B-B14F-4D97-AF65-F5344CB8AC3E}">
        <p14:creationId xmlns:p14="http://schemas.microsoft.com/office/powerpoint/2010/main" val="1727725886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92AE80-5DD3-49CE-A757-A20D733F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7BE636-30AC-4B3D-BC0D-6287C689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Golden set 만드는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52E2B2-F8C9-42FA-B306-FC4C534F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248CDA-4C21-4B4B-AFC9-492172C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387C08-03B5-48D2-B29E-3BA52354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5732D9-23C7-4AD7-AE0D-B4ACA3D0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3E733A-A2CC-4C14-B91F-C520B447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D22A3A-8C55-4B34-8021-14FA1DBE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01F72F-D8B7-4B4F-9EE8-CAFE089B3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TRANSCRIBE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C58713-CFE7-47C1-8BF3-12FC7DCA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사람 정답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C2324F-5DE8-477D-86E7-DE7F1621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0C93A2-D55A-4E99-AC07-D2B1CF0F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647FF3-00BA-4879-9897-D9592E90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ANNOTATE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0D01ED-9F60-46F5-9666-72E2B657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결정·행동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6EAE76-9BDF-412E-AE97-5B6FAF5B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4CF302-BE71-4616-987D-70258BE0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412409-86BD-42D1-A4D7-551FB94A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LINK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30DD6C-D2EB-427D-9A20-F784EAE7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evidence segment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7D9AA9-6E53-41DB-8502-3B176908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89B3F0-454F-4836-87AA-71666E58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40DF91-00E5-443B-B4EC-B311C4529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AGREE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896AC4-AE7B-4FB7-B4B3-B8456147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2인 합의</a:t>
            </a:r>
          </a:p>
        </p:txBody>
      </p:sp>
    </p:spTree>
    <p:extLst>
      <p:ext uri="{BB962C8B-B14F-4D97-AF65-F5344CB8AC3E}">
        <p14:creationId xmlns:p14="http://schemas.microsoft.com/office/powerpoint/2010/main" val="893321779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BB3609-A6D1-470D-8F0A-71C6A738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0C0F15-A458-46EE-AB45-AD91B086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PBL canvas 네 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334B6A-6B06-4AC0-AA52-4E0780327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69FA3C-CDF2-437C-B40C-AE10C23E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61B87F-C260-4EC1-981F-FCDEC0FC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5BAB5A-0887-40BA-A44B-8487F0DB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45C573-BD94-42B8-9905-6BD1E2EF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B5AA6F-F04B-41BF-99E8-EA3167223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0C6172-4234-473D-A578-1737F49C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USER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3CFFDC-0D21-42EB-89C1-77E209DDF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누가 쓰나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13DD6F-17A3-4533-80D6-987DCEDB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85A269-6454-47D2-AF87-99E6AB4C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666F74-8DE8-4D1E-B5B0-3FA66AB7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E0C0D9-D857-40F3-997C-3C4336AD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무엇이 누락되나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7B5A75-173F-4706-B3EE-D52918FF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23592C-BC69-4568-A2CA-2F987E05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E946B2-2220-41BB-972D-27B66C59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69A84F-98EE-4ADE-91C5-A25C5F23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AI와 사람 역할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BA2CB1-0A4B-4DBB-9530-C4C73D3D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34956A-732F-4C5A-BCD0-FA90DB74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C9458B-A012-491D-9466-CA1C74162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PROOF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01C86F-344D-43EA-B129-2268A4FC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무엇으로 좋아졌나</a:t>
            </a:r>
          </a:p>
        </p:txBody>
      </p:sp>
    </p:spTree>
    <p:extLst>
      <p:ext uri="{BB962C8B-B14F-4D97-AF65-F5344CB8AC3E}">
        <p14:creationId xmlns:p14="http://schemas.microsoft.com/office/powerpoint/2010/main" val="1836303319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1C4D56-6186-4EB7-9BFA-9FCD1E88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도구 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FAD9E7-2D25-4475-88E4-CFA90E48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데이터보다 먼저 출처와 발화 구조를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FD5B5-2A44-4C8C-968A-CB7F22A6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954D49-C7C9-420A-9B60-314CC0CF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03EFBC-0A15-435C-BBCF-874EC87D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E3DC8A-02BB-4088-B014-B20635B8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081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3271A1-0230-44ED-BE15-91B1EE16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공공 데이터 → 말뭉치 → 회의록 → Managed 전사 화면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11558A-226B-4530-A1A7-FEA3083E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F44F02-4E3F-4972-9A82-47180312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도구·서비스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494EFF-A892-4628-8673-C3C3AD53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336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도메인·역할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40EA5D-EB69-4E13-95AD-0B34E073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이번 강의에서 쓰는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92915-0987-4909-8BF4-C8CD4E4F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336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유사 도구와의 차이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17FE9-E234-48F3-B895-23A8F560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서울 열린데이터광장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A22FB5-B88F-4F54-8012-9AD8A5425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241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공공·행정 데이터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6A8805-4359-44B0-BDC9-3B1CA58D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241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한국어 공개 데이터의 출처와 갱신 주기를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AF1789-3FAF-4023-AE56-F00837CD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회의 발화 데이터는 별도 가공 필요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23C8C3-928B-4815-91C3-25352909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014EB2-383B-4774-ADDF-83CC6546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C32FE6-1962-440C-86B6-6120A9DB8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242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모두의 말뭉치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43B3D1-FA40-4F57-A726-32B5CDD6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242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한국어 원자료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5975BB-96CB-4FCE-9E1D-2A27D4179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242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문장·대화 자료의 언어 특성을 이해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EDF301-0126-4045-B323-04338B1D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242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이용 신청과 재배포 조건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844B13-E741-477F-A16D-D82D75CF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1F0A22-E673-4EB8-BF55-6609AE2F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국회 회의록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A937D2-2EC5-4BC1-898D-7D09A14F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243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공식 회의 발화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BD975A-B66B-45EB-A494-E37489C7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243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화자·안건·발언 구조가 실제 업무와 가까움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1B84A0-7F0A-414A-9DC8-A98B2F57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243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목표 업무에 맞는 정답 라벨은 없음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5C08D3-1EC9-41A5-96D9-5C423CBA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426950-9DD3-4DCD-A3FA-19850668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87035D-1252-46C5-A12E-FB2B72AD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44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Google Meet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542168-24F5-4B6B-842C-EAA54CE6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244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Managed STT·노트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7CBBA7-7196-4555-96A5-484A3294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244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현업에 이미 있는 전사·요약 기능을 활용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100641-3172-4321-9E6D-6836E26A4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구독·edition·관리자 정책 의존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E7E46E-B978-4B46-9A96-58D776FD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86347012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573D4A-1071-488E-ADA2-59BE49765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실습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237EE7-E689-4448-AB75-16CC23593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서울 열린데이터광장 · 한국어 공공 데이터 탐색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74F744-3FB4-4E39-95E4-0C739A18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3F16CB-F964-48B0-89EF-B2B8A659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C3BBE-4CE5-4ED7-B3D3-5A4D684A5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6C6BCF-877D-40E5-B3C2-F36265D9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082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B0F12-8028-4C41-97C9-FD774088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446B11-5B07-44F2-830D-F988C32F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9A8FA-7133-4003-B3D2-166B3DAC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공식 제공처를 먼저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D18702-CD38-40D0-8DFC-B9079AAC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C774D5-84E5-4F81-8A55-20D15233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검색어·제공기관 기록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1F68DB-C171-41DD-AA93-2E317101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811745-C4F1-42FD-8860-2FC9A52A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다운로드 형식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A9C7A3-A804-4EC4-9A13-DA85D72D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5424EA-20CC-4FC7-A2F6-8EBA4EBC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소량 샘플부터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F98DD7-00BD-4094-94A8-A750F16D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2ca820542c4f77"/>
          <a:stretch xmlns:a="http://schemas.openxmlformats.org/drawingml/2006/main"/>
        </p:blipFill>
        <p:spPr>
          <a:xfrm xmlns:a="http://schemas.openxmlformats.org/drawingml/2006/main">
            <a:off x="4876800" y="1727104"/>
            <a:ext cx="6591300" cy="3708593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F65229-3D52-40EA-9B72-96DB884A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서울 열린데이터광장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104083996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4F0AC7-0E3E-4E38-82F0-E3F23F75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실습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15674D-6EF7-4F28-8424-27EE0F31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국립국어원 모두의 말뭉치 · 한국어 원자료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CAEC08-547B-4603-98EF-BB276D09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D0D80A-2BB7-4697-B221-3164F225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AE339C-D0A1-4C54-B84E-F65E1109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3AE775-5DA8-4D44-858D-C26C89CF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083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7E321-01C0-40E3-B9A9-770FDF54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C41F57-239C-4160-A0E4-E420671ED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09F54E-95E9-46B5-A44F-F8A8EF32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신청·이용 조건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3B1DF2-ECA0-4E99-BB51-A43F57ED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F677B1-6E9C-4C37-A9B5-91D74FF5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말뭉치 종류와 목적 구분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615AAC-0214-4827-9DC5-9560E795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86B3B9-6E7B-49F3-8EF5-A9243B2A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원문 재배포 주의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56B454-45AA-4CC2-AE14-5856C1F6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975428-77CA-4287-B9A5-C86DEB9F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dataset card에 출처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49E1DC-E8BE-4984-B90A-FBDB60E8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a6eaeb72c5414c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17AAC1-5BE1-415A-8A22-F4C863E8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국립국어원 모두의 말뭉치 화면</a:t>
            </a:r>
          </a:p>
        </p:txBody>
      </p:sp>
    </p:spTree>
    <p:extLst>
      <p:ext uri="{BB962C8B-B14F-4D97-AF65-F5344CB8AC3E}">
        <p14:creationId xmlns:p14="http://schemas.microsoft.com/office/powerpoint/2010/main" val="1256380499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8496FE-3594-4BEA-A97C-54776AF3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실습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B8D61E-AA11-4A48-B8F5-B747072C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국회 회의록 빅데이터 · 실제 발화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0B8A36-BA31-4933-A298-5F4BEC91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61835D-8E21-4FC0-B28B-7AD73264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DF8BF8-CAB3-4060-B120-F281F08A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6EFF76-52D3-4E51-9D0D-8B6B1F42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084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A2BEFD-4E33-45A7-B07E-350FD85C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EE0B85-8106-40E0-B61F-872D310C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D16056-3550-4F73-8C0D-D7E68DB4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발언자·회의 맥락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33778E-C5B3-4EC9-8A75-8AAFFD66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224F2D-4E2D-43FD-90F5-9E8AA288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공개 회의 기록 사례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5910CE-AED8-4005-86BB-6FB35BF2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0D83DD-6C1E-430B-AD0D-610961B3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페이지·첨부 공개 범위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54B448-EF3D-4A51-A247-8E842434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98735A-7CD1-4709-839F-854EC837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학습용 소량 사례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59BEC7-7CFA-4BB3-904A-32B9D384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df6736fa4412c"/>
          <a:stretch xmlns:a="http://schemas.openxmlformats.org/drawingml/2006/main"/>
        </p:blipFill>
        <p:spPr>
          <a:xfrm xmlns:a="http://schemas.openxmlformats.org/drawingml/2006/main">
            <a:off x="4876800" y="1727597"/>
            <a:ext cx="6591300" cy="370760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94E5BC-AD71-4B4F-AAD7-55E4EBE4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국회 회의록 빅데이터 공식 화면</a:t>
            </a:r>
          </a:p>
        </p:txBody>
      </p:sp>
    </p:spTree>
    <p:extLst>
      <p:ext uri="{BB962C8B-B14F-4D97-AF65-F5344CB8AC3E}">
        <p14:creationId xmlns:p14="http://schemas.microsoft.com/office/powerpoint/2010/main" val="2086364653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1E2F9F-6E59-42DC-B04A-40489233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실습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CB1F05-9DF5-4119-A121-1C65B975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Google Meet 전사 · Managed STT의 현재 위치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E2BC1B-5BB9-4A58-9763-A8F60E36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7BAB3A-C034-4296-A944-366A775C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04658A-5ACF-4D25-AB29-8D12E5B0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EAA2A3-2121-470A-9697-A1D3BD47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4C597E-B36B-4770-89C5-709A1606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A600F9-EC68-4F05-ACEB-0B8C5C52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445B7E-9F92-476E-8A50-E77D404D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계정·edition 의존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727AB-EAF3-4953-90E6-CF874DBB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D75489-3617-4AA8-AD20-539BE3DC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한국어 지원 여부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268A02-6173-42A0-86CA-9F8FB38D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FAD939-3778-4EB2-BBD4-2035ECA2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원문 보존·권한 정책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98D9EA-596D-4744-8CCD-7D60A742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496A90-6F9B-4FA9-8F41-49836CC9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수업은 local 원리 중심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5B8372-83DD-4BC1-969B-FD68C512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bb8cfce104460f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752DF1-5EC2-409E-8712-2E04D89FC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Google Meet transcript 도움말</a:t>
            </a:r>
          </a:p>
        </p:txBody>
      </p:sp>
    </p:spTree>
    <p:extLst>
      <p:ext uri="{BB962C8B-B14F-4D97-AF65-F5344CB8AC3E}">
        <p14:creationId xmlns:p14="http://schemas.microsoft.com/office/powerpoint/2010/main" val="904254982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7D03F8-67D3-4721-8F72-833EFDB7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D3A576-DCEE-40ED-BCAA-86C23F2F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회의 segment schema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AB0C36-2286-4E7E-9B0E-600522149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736F03-32A0-4433-BCFC-C086E9CB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70DA6D-03EF-480E-8EAD-00128027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7097E-CA46-48A3-8088-8D19A518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086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D36774-740F-4F7C-8A1D-CD853925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5508C6-9693-4939-AFBD-6C5891A1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93FF16-0DE3-4C2F-8D4F-17BA08B5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timestamp 유지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4013FB-709A-412B-BDC8-FEE1B1A4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F5FA34-B706-4ABB-8A8E-9DDA0D2E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speaker는 모르면 null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A95260-6F60-407D-B6A1-480364898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49D3A5-D8A0-439A-8755-D8E4BA57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원문 text 보존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9242B5-DE92-4A37-8E05-F5AE4257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B0FC18-B698-4905-A5E5-0C86E900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품질 flag 별도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C31EF5-60B9-4024-9631-4FAAAAB68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59DBF9-4ABB-4ED4-BADE-0A8DC5E2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5DD533-D6F0-49FB-A9D1-22A3608D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segment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"id": "s12",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"start": 41.2,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"end": 48.7,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"speaker": "역할1",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"text": "금요일까지 초안을...",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"quality_flags": []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2867390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5ECE3B-B909-4498-A5A0-1A576685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158E2C-5A69-4A7F-8142-339A535B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Action Item에 evidence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38A34F-037E-4C54-BF90-ED5091FE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B3B2F5-A4F2-42B8-B6ED-AD4BEAE0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89FE61-5264-4A3C-80E9-7004C150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73308A-6485-4D69-8627-BC193CE2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0AC7E0-6DC3-4FB5-B257-748E09C2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EEFCC6-C372-44E9-9792-68C4BE168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4DBE1A-DC8C-4E2B-9DB5-1C7A93C0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task·owner·date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A6C98B-BE88-4679-BCD8-F38DF1AF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0B3B7C-ABF4-4A66-AE18-E12842D4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근거 segment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5ED843-1F2A-408E-B6E0-6BEDCD10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C526DC-A2E1-4C93-BD24-A832A151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confidence 정책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7D0429-CCEA-45C0-A779-4242B575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68B42D-9C28-441F-B130-43541CF2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누락 시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6D76E9-AE61-48DA-9C77-005A5C10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90461C-8527-45C1-9A36-52A1DE67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744511-E973-4B18-AD55-4292EB8D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action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"task": "FAQ 30건 정리",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"owner": "역할1",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"due_date": "2026-08-27",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"evidence_ids": ["s12"],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"confidence": 0.92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41214753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810869-DB5D-495A-A628-DDE12324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FCC77E-F678-46B2-B4E5-B8E5782C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모호한 날짜는 추론하지 않는다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0AA3F7-3244-414A-BE69-224D1250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82D02A-319B-4636-AC4B-9A8099620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08FADE-D009-42CE-97F0-DE3F7735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A117B-9AF6-4308-BCC0-F0126805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088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E4B029-B190-482E-B27C-5484F4FE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B4B7C3-1AD2-4F24-AB15-01C4E920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15C729-B058-4E17-8D5E-124B0C02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기준일 필요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C38233-3793-467E-9192-B0839EC8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753A22-DF2B-47F5-8944-604FB0112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null 허용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AC3909-5855-4F95-A9DF-83310543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E79FA3-41C6-4251-925F-A995E9FD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모호성 코드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DD2F96-1B33-4747-9836-E83D50F9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C6956C-E7E8-4561-A024-24FDE401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사람에게 질문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6FE233-5172-4B54-98CF-83D46AB3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147B21-E85B-43D2-B33F-6B645AE4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F4E693-0103-4347-B926-3933F60A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if due_text in ["다음 주", "조만간"]: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return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"due_date": None,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"needs_review": True,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"reason": "RELATIVE_DATE"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857698863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F11642-E535-4637-9FB8-AA26E2B0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F005CA-49E2-415C-9BEC-653AF573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한국어 회의 Prompt · 모호하면 추론하지 않기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09ABF6-A4DE-4ABD-A954-D245B6AB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A976B1-684A-421E-8819-416603AF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A34A4-7C97-44AD-8592-29BACBB2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17AF60-D480-41A5-A3A3-B5603C48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089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E595A2-DCB3-4A68-B37E-DB5C0911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61FC0E-8145-4484-8755-617FFFD6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BAC292-77D3-43F9-BA21-FB3D9EEC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역할을 한 문장으로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71B3A0-6960-4868-B7BC-E65B579F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69E0F4-67E7-44F9-A28A-2B721024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금지 행동을 먼저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862BF-055B-4527-AD78-5A642C3D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B0AF1-EBA2-4E7E-A73B-9C3C2444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출력 schema 고정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9BDDD9-5691-4848-B3A2-FD3BD094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4C6BB0-458F-406F-A6BB-71701441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원문 근거 요구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916B8D-B372-4435-8E95-1D3AA68D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1D4426-6547-4FF9-8AF7-475B431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7019AD-2777-4CB5-8BBE-0E347551D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SYSTEM: 한국어 회의 기록 보조자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RULES: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- 원문에 없는 담당자·기한을 추론하지 않는다.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- 모호하면 null과 needs_review를 반환한다.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INPUT: segments[] + meeting_date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OUTPUT: MeetingResult JSON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EVIDENCE: 모든 결정·할 일에 evidence_ids를 연결한다.</a:t>
            </a:r>
          </a:p>
        </p:txBody>
      </p:sp>
    </p:spTree>
    <p:extLst>
      <p:ext uri="{BB962C8B-B14F-4D97-AF65-F5344CB8AC3E}">
        <p14:creationId xmlns:p14="http://schemas.microsoft.com/office/powerpoint/2010/main" val="1645647813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E4866E-BEC9-41DB-9148-01C48942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F6FBC9-BC91-418B-AC30-2B988DF7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Dataset card 최소 필드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5A79BD-D555-4A71-9BE4-2D43A150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B68B57-D541-4D45-8B21-EF16FC0E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A0E3FA-7130-4F22-8858-6010B57E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343158-9C41-4282-827A-32A11FA1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090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7B5B41-126B-4833-A425-9A689051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A5B7F1-15BD-4CEF-9EFA-AEDF4BEA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8689D3-9CC9-436B-9067-3D6527AA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출처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BE81BB-EF18-46BA-88A2-F48827FF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8C3E57-46F4-4C45-9A5E-8896DDE05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수집 시점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611BE0-7B95-4848-B42A-3F172596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A9F47E-32B4-4ED9-9133-608D1E75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민감성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F29B20-6094-493D-B057-73438FA2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914761-9EF7-4A14-A614-E8406915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변환·제한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010B55-908D-41FE-AF57-820CA294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45A75E-0371-4C4A-8354-0281930D6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C9121A-5F6F-4812-9985-BA5A8131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dataset: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source: official_url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collected_at: 2026-08-22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purpose: classroom_demo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contains_pii: false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transformations: [sampling, anonymize]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limitations: [synthetic_speakers]</a:t>
            </a:r>
          </a:p>
        </p:txBody>
      </p:sp>
    </p:spTree>
    <p:extLst>
      <p:ext uri="{BB962C8B-B14F-4D97-AF65-F5344CB8AC3E}">
        <p14:creationId xmlns:p14="http://schemas.microsoft.com/office/powerpoint/2010/main" val="1709314153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B4A4D0-B8C6-4A58-945A-4DD494D6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68DFFF-FA45-4460-8A5E-230728AA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1 · 한국어 사례 후보 3개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0AAE5B-0454-4135-AD47-9E70425B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489E9E-6103-462E-A7B4-91E42E75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5C8BC0-D804-4B72-91DA-6A9B6E4E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92C83-5DC9-4349-893B-AB315B1D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091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471FF0-1C1B-4E65-BF8F-2D0BC08E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769FDF-66BF-4F16-816C-01ED4228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875FF-8677-46A6-B632-C9829B60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F7F1FF-A9CD-46ED-9345-BF36B4095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37CFD4-8C28-487C-80AC-1FE0C7DE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3A8A61-0959-4A49-AE20-63A92E7C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공식 데이터 사이트에서 검색어를 정한다.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4A7FCC-7560-46CD-A929-66C8BAC22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650F6D-4A3E-4A13-8E32-AD6500F2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960822-AB9F-489B-ABF5-9C75F849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사례 후보를 세 개 적는다.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80B3E0-218C-4BAC-84AF-51D1E98E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9B04E2-17AB-4206-9590-06A338CB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717BCC-CC66-4502-B6FB-66EEC86A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업무 흐름과 가장 가까운 한 개를 고른다.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285CC4-E570-424B-83B1-23CCAED7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1A43EE-DC31-49C0-BF1B-DD8B260A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0298BD-3DB1-4DC2-9ABE-EB76A93F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선택 이유를 한 문장으로 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D7A12B-A9FC-4020-BD5B-8C82BB1D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B9B0BF-60CD-4500-96FE-319705B3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D6CAFC-333A-42C8-9BC5-4678D9C23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후보 3개 + 선택 1개</a:t>
            </a:r>
          </a:p>
        </p:txBody>
      </p:sp>
    </p:spTree>
    <p:extLst>
      <p:ext uri="{BB962C8B-B14F-4D97-AF65-F5344CB8AC3E}">
        <p14:creationId xmlns:p14="http://schemas.microsoft.com/office/powerpoint/2010/main" val="312346154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1329A9-E280-4089-80A0-0D772DC5F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94343F-62F8-4A4E-B59E-A727A903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2 · 이용 조건 확인표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F64F48-88A2-4263-9B34-E162B6BD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42341-F55D-4092-8FE7-658C9892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FF5BB6-2B42-4876-9A30-5B2327A0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A3C56-A45C-412D-AC83-C9F8B975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9531C8-19C8-43F3-8077-83490D7F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F4F47B-8084-4577-B382-A7EC9AEF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5D0C97-AD35-4034-88E6-901A965E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B73C18-0BDC-48B4-B649-1DB90503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D6BB92-FD3E-4D6E-8858-167D3BA5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3CC09C-300B-44F9-B425-BA4CEEB6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제공 기관과 URL을 기록한다.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F466B2-A18B-4B6C-A47E-4242D7B4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9F223F-B557-4C9B-8F55-1060A84F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42908B-F69C-4140-AE03-1822B3B3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다운로드·신청 필요 여부를 적는다.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F9442F-6ADD-436F-ADE8-40A9EB19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AC627E-5EE7-48E9-A2FE-AA253834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1420FE-5873-4CF9-AD6C-E6122CD1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재배포 가능 여부를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192164-7352-43DA-9831-26931E06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262636-21B5-4C10-8851-0D0067CE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F4C750-47AF-4AB6-B181-06E9A086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불확실하면 강사 fixture를 선택한다.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549B43-289A-4547-836F-5FE39ABC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C3E3F3-3433-4771-BA9F-BCBA2851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60EB70-400C-4D05-9185-462884E5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source checklist</a:t>
            </a:r>
          </a:p>
        </p:txBody>
      </p:sp>
    </p:spTree>
    <p:extLst>
      <p:ext uri="{BB962C8B-B14F-4D97-AF65-F5344CB8AC3E}">
        <p14:creationId xmlns:p14="http://schemas.microsoft.com/office/powerpoint/2010/main" val="1649945641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689917-6415-41A9-A5CF-BF6CA75A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78EB53-8D74-4C2A-A8C3-58B7BE97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3 · 상세 회의에서 근거 구간 찾기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F1C083-009A-4A27-9AD3-2A3D40779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F499C3-B76E-47E2-8DAD-C7ED298D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9FC078-6F43-4D42-A066-EA5409A7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C31236-1EE6-4276-8E84-14830458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093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B65EC5-FEF4-4C3E-96DE-D10E15EB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15313F-6936-4FD1-A290-C592F843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F2DAF0-F16C-4C86-B5D1-EFA2BB02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5CC159-3729-47C2-93BB-55C97A2F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F3632E-B9DD-4488-991E-8C7CB246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55A420-3F69-4EB3-A096-CDA5A4719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meeting_sample_ko_12min.txt를 엽니다.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56962C-4673-497A-B0B2-A14FD51E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845FF7-AE3F-4A7C-8412-86E0EE9C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2E574B-8F91-4117-A2E0-CE636410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결정 1개와 정정 발언 1개를 찾습니다.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D2FD3E-7AE2-41BF-912F-2AC62025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FC629C-68CB-49B2-BE7C-D2CDC6D7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EC8306-98CD-430A-BC08-2F4EE854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담당·기한 Action Item 2개를 찾습니다.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0932C8-8FCA-4A3E-96D6-61A1F2C9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4A3FFB-B6F2-41AC-BE7D-488CDD70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CD0B63-0FC2-4091-BF54-4CA5CDFB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“다음 주 중”을 needs_review로 표시합니다.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6371F9-8AD6-4AC0-9F93-9B2A97BE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A3F789-A2E7-4EBD-8CD2-D6E0BC530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F203A2-C632-495E-BC3B-20DD48AB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evidence segment 4개</a:t>
            </a:r>
          </a:p>
        </p:txBody>
      </p:sp>
    </p:spTree>
    <p:extLst>
      <p:ext uri="{BB962C8B-B14F-4D97-AF65-F5344CB8AC3E}">
        <p14:creationId xmlns:p14="http://schemas.microsoft.com/office/powerpoint/2010/main" val="896420490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440068-71FB-4AB3-AC84-D42D3176C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B126CD-F3A6-4A75-AFD3-65714D8E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4 · Golden JSON과 비교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9903EF-B114-4656-B104-ED6722DF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8A706B-4E40-4DB7-85A3-0F37ED6C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9B509-E689-4F64-B435-F6BEE8D9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E437DA-4717-4228-9370-ECB2EF45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094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4A0462-2E57-40B8-9F53-313473D4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821566-592D-4C96-AAF0-68FFD87B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DC5C50-F7C1-4F65-98C4-00D06569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7E1BC2-F2A4-4679-8A8E-171DD65F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4D8A50-0DCC-459C-8779-468B2D995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B0626B-A844-4098-993A-1D2CDEA1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내가 찾은 title·decision을 구조화합니다.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68E384-F5FA-4769-ABD1-15948100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122A3-D035-4975-8289-B10F357C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D1A9D1-DFD3-45FD-879E-F21DE495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Action Item 두 개에 evidence ID를 연결합니다.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57C786-2C00-4EC8-BC50-EF803417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B696D8-83D1-4B26-A13E-E82BC6F7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13A54B-F8A2-47DB-A3EF-1BAEF479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meeting_sample_ko_12min_expected.json과 비교합니다.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CD3882-3796-45B0-A047-41201D68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2BB03D-2B60-46E1-8D7F-BDEDC6B8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BA63E4-5A4F-4FF0-8333-C442C9E3B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다른 부분을 오류·허용 표현 차이로 나눕니다.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4E11BB-A97B-4C3D-890A-75F8F362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9CE7EC-8046-4BAB-8542-D3936B5B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F7250C-DED9-4E36-8104-572FDAE3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내 JSON + 기준 JSON diff</a:t>
            </a:r>
          </a:p>
        </p:txBody>
      </p:sp>
    </p:spTree>
    <p:extLst>
      <p:ext uri="{BB962C8B-B14F-4D97-AF65-F5344CB8AC3E}">
        <p14:creationId xmlns:p14="http://schemas.microsoft.com/office/powerpoint/2010/main" val="424824988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A3B03A-4E34-4D7E-BC32-838981C1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760B43-5C4D-4C7F-B8C7-1A867389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1 · 데이터가 너무 크다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1C42BD-8430-49D4-97C6-F12A24FE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3AA382-5E8B-4492-855E-D25CBE2C7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A37C81-42C9-4B40-8AD8-7FA6D3D6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4CAE64-2F0F-4C87-8B94-150194CD9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095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6ADB31-A126-4D83-B76D-D27403965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474947-20BB-4181-A156-7F57E261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B2BDFA-F85C-4E6C-96AF-02BCD985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EB5135-919F-4B0B-8611-6A1584D99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57FFC5-0B4F-4FCD-9365-6D2B288A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수십 시간 audio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42F73C-DFE5-4C22-A0CD-EB4EFEBA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31EBD6-FD34-44B9-9882-D0066EC3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수백 MB 전체 말뭉치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95CFBD-0239-478F-A251-483D7591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AD7BFD-786E-450E-AEC4-ADE544DA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전처리만 수업 소진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4AC118-75CA-4C14-9ECE-A016D6A2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14964C-6AF7-4BDA-BDA0-AC5CED7F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정답 만들기 불가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295436-02C0-4614-9BF9-D44863B8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993A99-38C1-4E78-A1D0-0F99E7B2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2-3분 audio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AA13E4-EA4A-479F-8953-222F0A09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E5F0DD-4187-40A1-8D01-8C18D0B0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10-30건 text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9487EE-0124-4C50-B468-7B252749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3DE718-9077-4C2D-B1F2-C2D314C8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golden 3-5건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45BA04-9CC8-4D63-B490-1D1DCBEB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09E5F8-F2E8-4FC8-BBA1-9B1F60A3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확장 과제는 별도</a:t>
            </a:r>
          </a:p>
        </p:txBody>
      </p:sp>
    </p:spTree>
    <p:extLst>
      <p:ext uri="{BB962C8B-B14F-4D97-AF65-F5344CB8AC3E}">
        <p14:creationId xmlns:p14="http://schemas.microsoft.com/office/powerpoint/2010/main" val="1990795444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0CF583-4C5E-4596-B78D-0F8F4930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69BE1C-987C-4FE1-96B4-65E85A0A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2 · 공개 페이지를 그대로 재배포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052B4-07D4-4042-A3B2-0C0F166B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881B9-B909-44CB-88CB-6C4806AF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BF8E0E-3A45-4B9A-878C-D648CA4F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B0757-75F1-4B4A-8F0A-43A4088D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096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FA9FBF-DFD6-44CF-B313-7AAF9F6F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067FE-3545-4CA2-A520-FB80908E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1A8D32-BFFA-407B-9B3F-CD996315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C727AE-757A-480A-9AD3-23277159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FCB6B9-4575-4EFF-9A66-10404DBC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이용 조건 미확인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DC0B20-03F6-4A23-BDAC-97597E41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CFDFAE-42F0-4143-9BC1-28A7B2D2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첨부 전체 공유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A87F38-DB8C-4A87-96C3-E7C009E32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AAB994-5E31-4BF8-868E-7717620B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출처 누락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0CA2C7-7A54-4E93-A6C3-55F353A1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AEF98C-ECEE-4A66-A5C6-1322D40F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신청 계정 공유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B4304D-2BE9-4BC4-81FA-983B18CD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638D8E-98C1-4473-8B02-4AC670D8C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공식 링크 제공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56419A-602E-47C2-ABC2-79134032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B3F94E-4562-4B28-8459-9C57DD49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허용된 소량 샘플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9C3DAE-69EE-493A-918D-95E18FD2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3C220F-EA9F-4FE3-8A57-75F0D95D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출처·날짜 기록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B9A2DB-1694-4BFD-ABAB-EECF9232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EBE930-8A8A-4CFA-AF6E-56183A17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fixture 대체</a:t>
            </a:r>
          </a:p>
        </p:txBody>
      </p:sp>
    </p:spTree>
    <p:extLst>
      <p:ext uri="{BB962C8B-B14F-4D97-AF65-F5344CB8AC3E}">
        <p14:creationId xmlns:p14="http://schemas.microsoft.com/office/powerpoint/2010/main" val="897786036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A26ECC-FE1E-4C9F-94E0-AF34F368F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270398-08A2-4B01-B672-3184A56B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3 · 정답 없이 prompt를 튜닝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99B752-70EE-4CF9-8857-EDDF6BA8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4CE709-B0A4-4C96-B12D-9709F264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B1C31-3324-44EC-9997-6DD3CD08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C49CA6-1219-47DA-86CF-DA51BB2C3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76512E-9BCB-4019-9B23-55C87CA4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FB6A-8F9C-441B-8997-8B98AEFFB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C888AA-96A3-459A-8595-2D618DAD9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5CABDC-7A8F-4926-AABD-7158B6EB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D60B9C-E999-4B7F-A5B8-A4BA528E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좋아 보이는 출력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A3FA25-2F07-4A59-BFB3-1AB9E6D5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53E1D4-D9F5-4EBE-B6D1-908B395A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기준 매번 변경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8F56F6-2DAD-4A8C-B2E7-BC951400A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93C80E-639D-42BB-A2DF-A6D888C97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 비교 불가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A3CCDA-1B11-4455-A7EC-1EE9627F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809C0F-EBB5-44D2-806F-9088ADFD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 회귀 모름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6D5391-C2ED-4424-8108-EC7BD91A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A7ED54-2B9E-49A7-BC47-72DC9615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golden example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BDEDCD-29F8-4137-989D-2AA703E8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9583ED-0143-4F90-AF09-FE41E63A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rubric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D0141D-5E9F-41B5-B5B2-21C4CDA0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4AEDCE-3D35-4845-B8FB-0193E567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고정 dataset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01D8FB-05CF-4637-B075-8F692E48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3ACC88-5DAA-4EEF-934B-4F9ACE6C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experiment 비교</a:t>
            </a:r>
          </a:p>
        </p:txBody>
      </p:sp>
    </p:spTree>
    <p:extLst>
      <p:ext uri="{BB962C8B-B14F-4D97-AF65-F5344CB8AC3E}">
        <p14:creationId xmlns:p14="http://schemas.microsoft.com/office/powerpoint/2010/main" val="1377806369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55C75C-EC0D-4350-978C-22057BAC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2B6DAF-8F2C-404E-8594-A0690E43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재직자 · 실제 업무를 안전하게 추상화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C20969-3907-4F27-B361-4581ACEF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DD9320-D755-4082-88F2-74FC3E33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11D1A2-41EE-4769-ABD6-01E14724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7C3693-4D82-4CBB-8F9B-B576108C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098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86BEC8-D49E-4D93-A435-9A83510C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가져오지 않을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7AE2F4-399E-4707-83B4-5AB42418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남길 관계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227B99-8168-4917-874C-398665CE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66D3BA-68B2-4545-A61D-A19A72B4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8518C-0703-4BE4-BA00-87686D69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실명·고객번호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26B77F-91DD-41A0-A0FF-05224572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EC9F3D-A32D-45F8-B025-4BED2E1E1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계약 금액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F17998-7B41-4AFD-A1EE-5D96D69E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B889A8-F9ED-4FB6-A3E0-B546C5F3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회사 URL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F9FC8F-B412-4F89-8A2C-5466524FE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645CFF-2993-47C5-AFEA-C855CF25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내부 전략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A14A4A-970E-4668-9E0D-A3FB7C22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12D984-FF1B-4BAB-BEE4-DDE6A346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역할 간 의사결정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2986FB-E163-4377-8EA6-FE0BE72D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7C13D3-6285-4362-85A7-FE61E9C0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업무 단계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73021C-654D-43E8-A4CE-FBF2DC16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4C7422-9B8B-4D3B-A4AA-BF3D20AC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승인 조건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823D31-2829-4C69-9DA9-488E48A9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C23E44-D010-4574-8B81-64FC0593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비용</a:t>
            </a:r>
          </a:p>
        </p:txBody>
      </p:sp>
    </p:spTree>
    <p:extLst>
      <p:ext uri="{BB962C8B-B14F-4D97-AF65-F5344CB8AC3E}">
        <p14:creationId xmlns:p14="http://schemas.microsoft.com/office/powerpoint/2010/main" val="684045214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5DD1E8-31F9-4E36-BBAB-B749CD28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7FFAC-A0B5-4B2F-B175-066D1E3E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Gate 3 · 이 Action Item을 믿어도 될까요?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7CD267-1271-4539-850A-77B638D8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3026F5-371F-46D6-9D47-3A3ACD28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B40EA0-A127-485B-871A-68C2E80AE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44194F-4770-45C5-B65D-1D83B5C7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099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1FF99C-D389-4149-901B-667E2D95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상황: 요약에는 “다음 주에 민지가 배포”라고 적혔지만 원문에는 담당자와 날짜가 명확하지 않습니다.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71F812-5C87-4A81-A248-D6B3BEDE5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AA8D77-DFA9-439F-9026-F1DADB54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F0F18B-F7FB-439D-83E2-A711B4A25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어떤 segment를 evidence로 다시 확인할까?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F60C61-6B51-4C0C-A2D8-216C7EBA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3C4719-8AE2-42A4-AF89-AE82F059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05F225-D673-4B7F-A583-47D351B3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담당자·기한을 null로 둘지 사람에게 물을지 결정하자.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66D7AA-8729-42C9-ACF9-FC61B8AC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A7C0E8-01E3-44EE-A06A-8F8FAB4E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C4F635-5239-4466-A2E0-E7683D3B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이 사례를 Golden Dataset에 어떤 실패 유형으로 남길까?</a:t>
            </a:r>
          </a:p>
        </p:txBody>
      </p:sp>
    </p:spTree>
    <p:extLst>
      <p:ext uri="{BB962C8B-B14F-4D97-AF65-F5344CB8AC3E}">
        <p14:creationId xmlns:p14="http://schemas.microsoft.com/office/powerpoint/2010/main" val="1698031423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230049-DB7A-43F3-8B86-7D884D95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168559-B203-499A-8275-817293D46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B05F2E-A38E-448E-892B-A8DEDE4D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1일차 4차시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FF0F1-B350-453B-A8DD-459E7CC0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Python·VS Code·Git 환경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753D78-1BB1-4412-9620-ECB85877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E0E0E0"/>
                </a:solidFill>
                <a:latin typeface="NanumGothic"/>
                <a:ea typeface="NanumGothic"/>
                <a:cs typeface="NanumGothic"/>
              </a:rPr>
              <a:t>12:00-12:10 강의 · 12:10-12:25 강사 세팅 시연 · 12:25-12:45 개인 실습 · 12:45-12:50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09034F-838D-4FBD-8AB1-5C669EF9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7FEFC9-9734-4BD8-81CB-B05DE498E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39B393-8457-4EC2-8D48-86DA8CBE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5F1193-6EF2-485A-BE81-F3F670BE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 경로 · Interpreter · Git branch·PR · Codex 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CDE0A0-F040-4373-BBAE-6E4800B2F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2C1D2B-6EC4-4FE4-9689-0971D4FB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F1AEC1-A7C8-4954-B1B9-8737F4AEC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973874-3B8D-4FBB-A8B3-5E972546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설치보다 같은 명령으로 다시 실행되는 것이 중요하다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DCABC9-30D8-4317-B7AF-C008D912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92A8C8-2F60-4A71-8685-8BE6497F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함께 챙길 내용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9B559-B8C5-4DAE-9356-F774757D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7CA105-4D1A-420D-B994-9B386EF2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버전·경로·Draft PR 또는 local diff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061BAC-0193-4A67-8CB7-BDC27C63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EEEC56-BD2E-44AF-924E-BBE82D95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C7C7C7"/>
                </a:solidFill>
                <a:latin typeface="NanumGothic"/>
                <a:ea typeface="NanumGothic"/>
                <a:cs typeface="NanumGothic"/>
              </a:rPr>
              <a:t>슬라이드 100-134</a:t>
            </a:r>
          </a:p>
        </p:txBody>
      </p:sp>
    </p:spTree>
    <p:extLst>
      <p:ext uri="{BB962C8B-B14F-4D97-AF65-F5344CB8AC3E}">
        <p14:creationId xmlns:p14="http://schemas.microsoft.com/office/powerpoint/2010/main" val="106141591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D89A68-C342-4787-BB0B-FDBA1C81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DEF146-72B2-4F7F-9268-730DCBB4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명령이 같은 Python을 가리켜야 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D5A5B3-2E38-4AA3-B9F5-803595F6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8CBD44-75F1-4A0D-AEDD-D279D22F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44AEFF-B1A9-450F-B156-A7A4CF46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B4A6DB-AC3B-46E8-9E02-E04CE6DE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0A8436-984F-4F1B-9F4B-F9763E36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설치가 실패해도 수업과 프로젝트를 계속할 수 있는 두 번째 경로가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0564D8-8451-4A1D-AC12-99776B0D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FB5D03-2D57-436F-BBDA-B2AE565B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F274C-24C2-4E23-8DF6-21DE21C0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OS·Python·Git 버전을 먼저 캡처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8AD8D0-8A51-42F0-9931-3F856D89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458EBD-0949-4B65-8D86-35EB3CEC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격리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4166C0-7B8F-41BE-BCD4-C5DEBE89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프로젝트 .venv를 생성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5D6435-B30A-4E7A-BC52-072AA0C4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60A863-57C9-439C-9949-D5262F32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선택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B427B8-0DDC-48E4-95EF-D0D3A7A2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VS Code와 Notebook interpreter를 맞춤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FC8E79-0D78-458E-9D9B-5420031A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B4E6C2-0017-46C9-97FE-B821D594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보호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412FB-E115-4E1A-9749-0CB77BC5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secret·대용량 파일을 Git 밖에 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39C1F7-34A8-4789-AAA0-DE0FE355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E05923-55B2-4D43-9A65-9E6899BD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복구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B2B443-F6F4-41CD-B842-86E28A58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첫 commit과 fixture 경로를 남김</a:t>
            </a:r>
          </a:p>
        </p:txBody>
      </p:sp>
    </p:spTree>
    <p:extLst>
      <p:ext uri="{BB962C8B-B14F-4D97-AF65-F5344CB8AC3E}">
        <p14:creationId xmlns:p14="http://schemas.microsoft.com/office/powerpoint/2010/main" val="1262317904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FBE22C-C6D4-4196-A90C-ADAA0B0E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2BBCE7-0E3B-49CD-BCB4-3942CD04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설치보다 먼저 구분할 네 가지 환경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42B6B9-3865-4F83-8A9B-9078B2B0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5EB54F-6624-4854-85CC-59302C131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0ADBD-AC16-49A5-B1B7-C05FB4B8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4E2E5-8FA8-420B-9922-AD7A9421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06D17A-F458-4CC7-A10A-B61CA5D7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ABEA4F-733D-4504-A8D1-BE5A972B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27AD7C-07AD-4B41-A198-A76EF0459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1FEBAD-DF46-4B25-A419-7420D900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B74966-FC5C-4FD3-8CB0-2C058900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Runtime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Execution Environment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D5F654-A1C9-42B9-AB57-0A5852BD8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코드가 실제로 실행되는 Python·운영체제·패키지 환경이다.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59B9F-47C4-4221-8963-E72B6650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python3 --version과 실행 경로를 먼저 확인한다.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9CD875-BD5D-4647-B4B0-D56BF14F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EE2011-45AA-45E7-BD3A-40ACA6E1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791DCE-599B-4B12-99F6-C548A76A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Interpreter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Selected Python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6AD1C7-DA57-4973-9149-6A2615EF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VS Code나 Notebook이 사용할 특정 Python 실행 파일이다.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AAFFCA-2B36-4C25-82BA-A51417A6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.venv/bin/python을 VS Code Interpreter로 선택한다.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1AB047-351F-4657-98AA-BD92F52F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F2A4C6-F4F7-4D8E-A350-8F1B9DD5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Virtual Environment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Isolated Packages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5991D4-CFC0-4981-A274-581FE1FC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프로젝트별 Python 패키지를 격리하는 폴더이다.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2EEAF6-7A98-45F0-8964-FC669C29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python3 -m venv .venv 후 같은 환경에서 설치·실행한다.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B0BD11-0757-4AD7-89CF-7411BDE2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ABC679-3B0F-47DE-BC79-9D90020F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E546FA-16C4-4EF1-A5BB-1F4DF380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Repository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Versioned Project Folder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1923A6-A282-42AF-ADB4-5C304F02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코드·문서·데이터와 변경 이력을 함께 관리하는 프로젝트 폴더이다.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B55998-7E67-4923-AE63-4B609FDC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src·tests·data·materials 폴더를 하나의 저장소로 관리한다.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578C10-90B1-4F2A-B4D3-C1B1609D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19288385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24E89A-CE18-4613-AA82-E3150863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무료의 정의를 먼저 합의한다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00AAC3-372F-4533-8777-A6114F73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746721-CE56-4D9A-A816-160D3518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6092E2-5491-4F8D-A8CD-9D7225A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2A3350-0AFC-4AD1-BC88-91381A25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11A86A-0398-4D23-9B89-5EDF3087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9D7D5B-CE81-4282-ABB3-508FFB7E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학생은 외부 LLM API 비용 없이 필수 실습을 완주할 수 있어야 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fcb36f0d3d4553">
            <a:extLst>
              <a:ext uri="{96DAC541-7B7A-43D3-8B79-37D633B846F1}">
                <asvg:svgBlip xmlns:asvg="http://schemas.microsoft.com/office/drawing/2016/SVG/main" r:embed="Rb9d60916c9fe4d4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A393D1-75EE-424D-9418-6D86638D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E5DB73-4197-4D3F-B78A-F865D203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Python·Git·VS 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061821-C59C-4F09-B136-D61CB2B2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715F85-817B-4F01-8B2C-E1CF1A6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fixture·local LLM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ECDE11-883D-4CD4-9748-66556676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1850CC-7E9D-4196-AFC4-A557E419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선택 서비스 초과 과금 주의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9967A7-7360-403D-8853-1BDC39CC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F80913-1215-45DD-AC88-73851794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수업을 살리는 기준  |  환경 문제의 절반은 패키지가 아니라 ‘지금 어떤 Python을 쓰는가’에서 시작한다.</a:t>
            </a:r>
          </a:p>
        </p:txBody>
      </p:sp>
    </p:spTree>
    <p:extLst>
      <p:ext uri="{BB962C8B-B14F-4D97-AF65-F5344CB8AC3E}">
        <p14:creationId xmlns:p14="http://schemas.microsoft.com/office/powerpoint/2010/main" val="392609120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C94353-3C5A-4BB1-8C7F-E954E4B9D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필수 경로와 강사 가속 경로를 분리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61E43-B6AA-4659-9C43-0547CE01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CD30CC-671E-4572-876B-AB728C9D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A9B03D-F29E-4841-A40B-D839D6F7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801089-03D2-4367-90EC-C4558E5F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60B158-BAE1-4AE3-A2FA-2C02799C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학생은 로컬·결정론적 코드, 강사는 Codex·Claude live demo를 사용한다.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78BA6D-4914-45A4-889C-6C6C9E46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0A42AE-33BC-4CFF-AF59-A2041B9BF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필수: 직접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1A8DBC-9C15-4BCF-BE2B-1FFFBCFD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BCBBAF-EB34-4848-B213-DDEB91FD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강사: 생성·수정 가속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9F4785-C8B7-48E6-B020-48A3FC95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037D2B-9BBB-4814-BE5E-8D3396CDF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공통: diff·test 검토</a:t>
            </a:r>
          </a:p>
        </p:txBody>
      </p:sp>
    </p:spTree>
    <p:extLst>
      <p:ext uri="{BB962C8B-B14F-4D97-AF65-F5344CB8AC3E}">
        <p14:creationId xmlns:p14="http://schemas.microsoft.com/office/powerpoint/2010/main" val="279699671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B54BB4-90BB-4829-BEBC-DF830C25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Python은 실행기, VS Code는 작업 공간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21697F-0C43-4DEB-810E-95C20C3EA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6A51F-45EC-4B69-8EE8-46D10859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32C226-4EFA-4B7A-990A-A8EEA5EE6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30A68-450A-467B-B920-720E7F36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EED985-EC46-4C5A-A7E4-68984C1F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CA485A-D00C-4158-9A79-2CD08FE1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extension이 Python 자체를 설치해 주는 것은 아니다.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DB8319-120E-41CC-8118-8B72C024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DF5C8-05DC-437A-8AB5-CA3F70FA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 interpreter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24F82B-B6C8-4FCD-B1C2-A5C3CFAF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DF05B4-C9A7-4FEC-822C-9127CE5C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VS Code editor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72E085-BD3A-4A75-9E7F-08D6A7DC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A2C9FC-7AF7-47F7-96FA-55220AE4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Python·Jupyter extension</a:t>
            </a:r>
          </a:p>
        </p:txBody>
      </p:sp>
    </p:spTree>
    <p:extLst>
      <p:ext uri="{BB962C8B-B14F-4D97-AF65-F5344CB8AC3E}">
        <p14:creationId xmlns:p14="http://schemas.microsoft.com/office/powerpoint/2010/main" val="1325869200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E16108-B63A-4FAB-8691-96DEBB35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가상환경은 프로젝트의 재현 경계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67C4B3-E64E-4277-928D-3D559389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366E5B-CC6A-41FF-805D-955B9929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4D6173-8D9A-42F9-9B8F-1C2E98D4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3BC20-21AD-44B2-AC5A-63C994CA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073272-0183-4052-9A09-733D40C9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전역 환경 대신 프로젝트별 dependency를 격리한다.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A4A3DD-B5CB-485A-9FDC-64551502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2044AF-9CDE-49E2-8875-2B9D1CDC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 -m venv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9348B4-894D-4884-9DDE-397E6E177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6BD44A-20F4-4015-8234-2AB5CDD5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interpreter 선택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A1FE6F-C978-4C00-8F63-EA42E790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766D46-E4C6-433B-9D8F-38B83C80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requirements·pyproject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62E7C4-D82E-4C0D-8137-C33A2080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826287-9988-441B-938D-EA6117B4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수업을 살리는 기준  |  첫 commit은 저장이 아니라 복구 지점을 만드는 일이다.</a:t>
            </a:r>
          </a:p>
        </p:txBody>
      </p:sp>
    </p:spTree>
    <p:extLst>
      <p:ext uri="{BB962C8B-B14F-4D97-AF65-F5344CB8AC3E}">
        <p14:creationId xmlns:p14="http://schemas.microsoft.com/office/powerpoint/2010/main" val="591779833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BDB563-BEBC-4144-8DAD-C8C79F8D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Git과 GitHub는 변경의 증거와 검토 장소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507D0A-5471-4CD2-A203-A206287C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0A82F-E702-4F09-A0B7-4F133857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AB8E9F-068D-49A1-A77B-53315CE8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E9084D-7AA7-44EA-9144-BCF9CAB8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1EAF84-C59C-4164-B4D7-E6790CB1D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6E71ED-EA12-40D5-90CD-E8DBE2C5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작은 commit을 branch와 PR로 연결하면 무엇을 바꿨고 누가 확인했는지가 남는다.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5EC05B-34C2-4DE0-A7C5-9F60DAE1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AEE394-9844-4EAB-99A7-49E99343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status·diff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8325C0-A75B-4DC8-9ACF-B85AB561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1D62C7-1A89-4C94-A094-22C5FD06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branch·commit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FE6D55-78DA-4A26-9292-B03D72FCB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E637BC-82BE-4B10-BE85-CB566BF3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push·draft PR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FCB3A4-C97E-4327-B37C-FAC54C0A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E0E57D-41DF-430C-834A-CDA76A8A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review·merge</a:t>
            </a:r>
          </a:p>
        </p:txBody>
      </p:sp>
    </p:spTree>
    <p:extLst>
      <p:ext uri="{BB962C8B-B14F-4D97-AF65-F5344CB8AC3E}">
        <p14:creationId xmlns:p14="http://schemas.microsoft.com/office/powerpoint/2010/main" val="1377068412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9EE6F-C1A1-4FF3-97F8-99D7B982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Jupyter는 설명과 실행의 다리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2D2BB-6C94-4DC6-9BEE-C7A6E068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D600FC-FA5A-4045-9D54-1A284A9A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0C13FD-E468-46C1-95D3-5AFDC7D5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35186C-8173-4CBC-A894-9547E130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DB62E0-1B84-4F92-A725-A617FB9D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한 셀 한 개념으로 결과를 보고, 모듈 코드는 src에 둔다.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3272BD-3B96-4BF1-A1B2-B1FBE705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2972D1-CE0A-4B69-85C2-598C7C9C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Markdown 설명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F30B7E-039B-42CA-89D8-851F87C0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A1DEB8-FA5E-486C-8D59-65FF1A46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Code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352567-FF97-4839-9921-0683975A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1A0D0B-D71E-4BC7-B623-9AA59506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output 증거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CA6C2E-C858-4ED0-84A2-E5A87A05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0A9EAB-3B2F-4D69-A3AD-120D6FE8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Restart &amp; Run All</a:t>
            </a:r>
          </a:p>
        </p:txBody>
      </p:sp>
    </p:spTree>
    <p:extLst>
      <p:ext uri="{BB962C8B-B14F-4D97-AF65-F5344CB8AC3E}">
        <p14:creationId xmlns:p14="http://schemas.microsoft.com/office/powerpoint/2010/main" val="1040938142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0FCC09-AF24-4AC0-B885-6EF28D71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Secret은 코드·노트북·캡처 밖에 둔다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2F40FB-8A93-473E-8A75-176E8B95A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955953-5DDD-4E04-B9B2-BA5B7119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F485C5-32F2-4819-8A6B-5AFA06DF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543A1-5ACD-4362-BDAA-9AEA5780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FC0AA4-CF99-4E17-9E2B-CF17EC22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394212-F4DA-4051-AD2C-40B1A88D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실제 값은 환경 변수, 저장소에는 이름만 있는 example을 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0E8F08-DDD0-4174-B9ED-A735F4A92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B977FF-0382-475D-8815-AB09E67C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.env.example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0832E6-DE5A-472A-927C-A9479BD1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ACF40D-93D5-4F7E-8031-1592C8B0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.gitignore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039D13-7A8E-439A-BFD2-F9036F7E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ECFD21-36E5-48EE-9DC9-75E4429C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화면 비식별</a:t>
            </a:r>
          </a:p>
        </p:txBody>
      </p:sp>
    </p:spTree>
    <p:extLst>
      <p:ext uri="{BB962C8B-B14F-4D97-AF65-F5344CB8AC3E}">
        <p14:creationId xmlns:p14="http://schemas.microsoft.com/office/powerpoint/2010/main" val="1487659880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55A45D-768E-42A2-82DD-293480B8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Harness Engineering은 PR에서 완료된다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AF8B7A-E421-4EF7-9A02-5FC726BC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1F40DC-1327-4FCF-865E-62F69C7D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D31620-4708-45E3-98B3-8E01D9EC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6A9B84-F285-4276-8F68-1941F2E9B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F008DB-9CA7-4F58-9A59-5DDAECCD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Spec·허용 파일·test·review rule을 저장소에 두고 Codex 결과를 사람이 merge 전에 확인한다.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64D969-F67B-4487-BD01-59260DDD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ACFDC4-8E02-4A7C-835E-EE954A19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AGENTS.md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F761CB-0C3F-458B-9666-9F1CCCF8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50C6DA-BB28-438C-A98D-FCFCE02C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small diff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68EE06-D498-425E-9A15-D68FD82E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A7630D-DCA5-4231-9246-E7173C7F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CI·unit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3F33A9-DFB4-4FB6-9F59-51CCE357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E83EAD-8597-470F-9860-99C015A9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Codex review 초안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DE5CA5-8A8A-4631-BA84-4F0C12F6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1BB986-AB3F-4541-8285-A7978338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수업을 살리는 기준  |  Harness Engineering의 출발은 좋은 프롬프트보다 깨끗한 작업공간이다.</a:t>
            </a:r>
          </a:p>
        </p:txBody>
      </p:sp>
    </p:spTree>
    <p:extLst>
      <p:ext uri="{BB962C8B-B14F-4D97-AF65-F5344CB8AC3E}">
        <p14:creationId xmlns:p14="http://schemas.microsoft.com/office/powerpoint/2010/main" val="705408665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EAD824-C9D8-4091-AD6D-EE815CC3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6644CE-2AF9-4AA6-8A84-C65C771B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환경 설치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9E352F-3405-4CAC-B7CC-03A7E0C2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864733-2FCF-4262-B775-5A1B1077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1396F9-CD8F-4AA8-80B9-06136655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65D19D-41C5-4927-9E89-6D471F4E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4D1B63-66B1-4108-82E7-ADF93033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73ADC8-F13F-49ED-95A7-DC23B653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367DCC-070D-4F8C-A0C6-BC26EA33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E3101A-2CEA-428E-AC2C-191250BB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버전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A34F42-1EF9-49C7-99B9-568BFF91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7BC1D8-915F-4753-AB9D-5A4BC14F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B1E858-87E8-48D1-9027-09BF702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VSCODE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4CBB60-F712-42C9-8F19-1027A65A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extension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53FCC8-3467-48E6-BA1A-D12468DA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34CB4A-1981-4E86-9A6A-FA48BCC7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07D115-FD01-4D6A-B495-E20C4E4B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351A2B-6B3B-41C2-ADB2-80AE0D60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identity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0EFEE5-41E0-4E3E-A805-242D1E55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DD2A63-85A7-4BF0-A51B-77212F29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C8AF43-C592-4A12-90E3-60F143915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F39044-5373-4F31-A6F2-7D479242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clone·open</a:t>
            </a:r>
          </a:p>
        </p:txBody>
      </p:sp>
    </p:spTree>
    <p:extLst>
      <p:ext uri="{BB962C8B-B14F-4D97-AF65-F5344CB8AC3E}">
        <p14:creationId xmlns:p14="http://schemas.microsoft.com/office/powerpoint/2010/main" val="1331398011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202F14-F8CF-4B73-BD70-072E7C5A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F92BC-D29E-4AE7-88A0-5009E7068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가상환경 준비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4FF1A-1363-49F8-B21E-8A27F7F1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EDD15C-10C9-4F83-83AB-5C2ABED35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D5D576-49E2-4F41-893C-98B0D4AE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84BF5F-AF7E-4142-9215-A5D18F0C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82AB40-2852-46B1-8D9A-27A6298B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83338E-D15F-4330-87FF-5EFF83DD4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4A9C57-F326-43A4-82D8-459F81E4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CREATE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37648B-1265-4BFC-A70A-817DF617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python -m venv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D48E1D-93C4-4DA7-AF7C-974B4934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C0A4C3-5B56-4905-B891-CF2471FC9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6580A7-A42A-4964-AC8D-0AFE56BB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ACTIVATE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514643-AC6B-401C-AC51-CC87551F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OS별 명령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8638F5-26D6-4B5D-858B-05B674424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2C7F4-37AD-486B-ACBA-5D0C45B2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D75DB6-777A-4E42-93FE-D9293DD2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INSTALL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EC771B-6815-4691-8721-C16D9A3E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requirements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E8A12C-8BE4-4D71-94B4-8D21284E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8F3200-CFC6-4568-8EE2-D2855EFC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FBCC6A-D46A-42AB-BC63-C1A80CF8C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VERIFY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6432B6-D981-4F05-8FFE-4708C923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python -m pip</a:t>
            </a:r>
          </a:p>
        </p:txBody>
      </p:sp>
    </p:spTree>
    <p:extLst>
      <p:ext uri="{BB962C8B-B14F-4D97-AF65-F5344CB8AC3E}">
        <p14:creationId xmlns:p14="http://schemas.microsoft.com/office/powerpoint/2010/main" val="1306846288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2AC734-DF67-4F9E-B27E-65313021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1FF943-9C09-4755-A216-CC281640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VS Code interpreter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30FDB8-1066-4190-8181-5E434D7A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252478-BC83-40A2-9349-75D3A231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E6F971-F9D9-4D7A-AACA-2DDE5536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0E299F-92CD-4368-8AD7-0F4D0EB4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B6C16E-4087-4BD8-9A17-4BB5E228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3CB64B-3B8D-4E5F-AF98-D61F6F81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D54B14-F7E7-45E0-ABE3-BB77587A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PALETTE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4BFC9A-E605-4F7C-94E0-36491907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Command Palette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60270C-6270-4CDC-9C89-7D02AAD7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88BFA2-4CF9-42C1-B315-F13C920F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66CCD3-FB05-4FD1-8D32-C178D8B1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SELECT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0E5B8E-A6D8-4200-89B7-0D235E88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Python interpreter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45A0B3-C6B5-4FB5-B26D-34A87004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B51047-B37C-4713-9622-2466DB00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6B8906-3E4A-4FE4-ABBE-4F82112E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KERNEL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5F0926-1177-40DE-845F-4F267714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notebook kernel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A7B5FC-F2A1-471E-A59F-609D050F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A1BEC1-0FE8-44AB-B27C-35ED4F821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E9C3DB-5D77-4D9C-AC3D-783C5A88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CHECK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7C99A3-8D71-449D-B3F6-539F5CF2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sys.executable</a:t>
            </a:r>
          </a:p>
        </p:txBody>
      </p:sp>
    </p:spTree>
    <p:extLst>
      <p:ext uri="{BB962C8B-B14F-4D97-AF65-F5344CB8AC3E}">
        <p14:creationId xmlns:p14="http://schemas.microsoft.com/office/powerpoint/2010/main" val="1389447584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600960-C23A-4F28-9F14-D196057F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24DA1A-3426-4188-A04A-ED4DE3B2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GitHub branch와 Draft PR 준비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591237-47B4-4011-B4A3-ACDD0AB4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30D59-2441-4E5B-AAB8-05B7B01A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C6874-C359-4BF5-B381-3814250E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0A97BB-F4E9-4328-9E2C-31512009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5819B7-A9EC-403C-ADE9-DFFE2E60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847A6C-51FA-4BC6-82D4-148F760A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4264A9-E8A6-4BB3-BFC4-30FF1450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BRANCH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C7D642-B7CD-4E28-A6CA-4084EBBC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작은 목적 한 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3314DA-748D-4304-AC36-E35CA272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B75B60-6CC1-4B51-87CB-1B807CC3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0363FD-F54B-4301-A990-D97658FA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FF89A7-29B5-40A4-B0E3-7A8AFA06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변경 범위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647589-D31F-4A7C-B179-1677DE6D8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96D762-BBEE-4A35-B787-7012F54B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7BFC26-B701-4D63-A2AC-D1940073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PUSH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E35286-0B40-45E3-92A9-8DB8F4DF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교육용 remote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A16809-58F3-440F-BC6C-99FB9659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C2D18C-2353-4962-B0D1-C9A3F360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A091F1-6C36-4825-9DC6-D9E9EAC0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DRAFT PR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4CDF8E-65CB-4ABF-818D-074979E9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목표·test·위험</a:t>
            </a:r>
          </a:p>
        </p:txBody>
      </p:sp>
    </p:spTree>
    <p:extLst>
      <p:ext uri="{BB962C8B-B14F-4D97-AF65-F5344CB8AC3E}">
        <p14:creationId xmlns:p14="http://schemas.microsoft.com/office/powerpoint/2010/main" val="66296228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F0C876-1DE6-44E6-AAE0-155F7297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8386C7-1BB0-4172-ABC3-A2EA9318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Codex PR 검토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3B97C3-3A25-4283-AEDC-F0A35A76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59DF3-73A8-4ECD-8AED-9611D682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2BD3E-4AA6-4EE6-85C6-E765095D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19E89E-F3B6-4149-AAB5-38A08FF1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B4B806-4AB8-46D1-A457-6E57D749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00FF8-3D67-4D28-9E3E-FCEF17E9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182F5-D94C-4F09-989E-0EB9386AE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SPEC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2E500C-82B2-47BA-9CC9-6E68C323E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허용 파일·완료조건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CD957D-07AF-4ED6-8168-A713FB48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A70F3B-7561-4F78-923C-43577567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2CA9A4-8BDF-4FA1-A630-4967609A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CODE+TEST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5B7CB1-ED89-43EF-9CA5-6BF942E6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변경·unit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2A28BF-7658-47E7-929C-AA99ECE0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16DC47-6AC1-449C-80D2-F47848D0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30CEC1-8D22-4CAC-A3B7-78F4F1DD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94D239-0367-496A-AD50-3169F2A19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@codex review·CI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CF56FC-6301-4BB6-8766-3CA8F3B7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2A7420-E901-4DF5-9645-7EB9DE63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B311BE-8559-4FE1-B36A-D33B930F7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HUMAN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4203E-EB0E-4814-8951-48428023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diff 확인 후 merge</a:t>
            </a:r>
          </a:p>
        </p:txBody>
      </p:sp>
    </p:spTree>
    <p:extLst>
      <p:ext uri="{BB962C8B-B14F-4D97-AF65-F5344CB8AC3E}">
        <p14:creationId xmlns:p14="http://schemas.microsoft.com/office/powerpoint/2010/main" val="1943610380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DA123D-22FF-4ABA-847C-25805877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535A91-14B6-45D1-8D4B-93A6CEE92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설치 화면은 ‘어디서 받는가’보다 ‘무엇을 확인하는가’가 중요합니다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F79ABB-285D-46C6-884E-0C9A792E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FDD080-EE15-4D6D-8619-449C8640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5A2693-1FDF-4284-9345-4D7C65E4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8527B8-D3BE-40FE-8C1D-657FB95F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03839D-6A35-497D-823C-4DE507F8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Python → VS Code interpreter → Git identity → sandbox repository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731DEE-694B-4BAF-B3CB-857B7EFE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005EFC-393B-4A88-BE54-F233F2C8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03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D0FDB-C9B0-462D-9C83-71996D4F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907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내 OS에 맞는 runtime 선택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A7F13E-45FA-4182-B604-C17B8C3B6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907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버전·실행 경로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F57576-7C8E-444F-81A0-BE3546A4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7241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C547B4-A7CE-4936-9706-F20BE8E4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3B5CA8-9CB8-4C42-A3D3-0DDFE395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051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3ED55E-C321-4198-9DF6-4D693539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956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editor가 쓸 Python 지정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056F2A-F8FB-4F1C-AB61-D9E46F47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956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.venv interpreter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E91AD8-4615-4759-921C-E85B5058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290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CEE3BA-AF44-4BCE-AE60-1A23A3D3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445D13-46F2-4C64-910A-7606023A9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100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102E79-C6E4-4B98-9DDB-B81B66B1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004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Git 작성자와 기본 상태 확인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B7E542-9D8B-4C17-BDF9-9733347B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identity·status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728BF6-6C29-4B3E-8CB5-0A98CDCA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338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DC9591-295E-4562-9319-BC72A54D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34144E-548F-42DC-A517-5D03D3BD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D6E82A-4321-4FD0-AD0E-4D18F312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교육용 저장소만 연결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ADA269-05BE-48E2-96CF-7E8FC527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053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sandbox remote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728801-FDC0-4EFF-9875-EB440A3C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387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49840187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475035-3D62-4635-804D-FAD2D106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A8E01F-E4B3-4A1E-BD4A-994828FD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 공식 다운로드 · interpreter 준비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19C3B2-F1C1-49CA-99E4-4C35C64F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95E1C1-2A70-4508-A4BF-0D6516B7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8501F0-E205-4EE0-AB4B-14342D5C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C0302-13B1-452A-9F9E-AADFC8F56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3A96D8-EB4B-4088-A0B7-DF694E5C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EB8E0-9618-4753-B1BE-F4713B7B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A74098-D7DD-4458-95B3-06799E9B3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OS와 버전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E98D08-9F0C-4E01-92BD-76A2CEB5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FC85F7-2654-43C3-92E8-2F67B363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설치 후 새 terminal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67828B-B81A-4B59-922A-64BFBD2D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9332DB-AA59-4997-8996-AE0EDA41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python3 --version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C917B-3A2B-4ABF-83BD-3C84A207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69AABF-A648-420F-8849-8C835336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회사 PC는 권한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A544F6-D3CD-4A55-A433-8B8E2F21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a6c32608b4563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2E350B-91C0-4E9C-8EE2-02180B9E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Python.org Downloads 공식 화면</a:t>
            </a:r>
          </a:p>
        </p:txBody>
      </p:sp>
    </p:spTree>
    <p:extLst>
      <p:ext uri="{BB962C8B-B14F-4D97-AF65-F5344CB8AC3E}">
        <p14:creationId xmlns:p14="http://schemas.microsoft.com/office/powerpoint/2010/main" val="536091724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0FCF96-85D0-45DF-A8EF-714157198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0FB680-8D53-4126-90FE-1520B2B1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VS Code Python 튜토리얼 · 세 구성요소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4EA760-EBD6-4143-B936-8EC3C435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EA36F6-9C39-4D91-8FFB-124A9912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E1147-C2F8-4F15-B82F-275F884A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42B01D-C39A-4606-A7AA-3EE10F15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73C45-FA4B-4F45-8AAE-DC53E6C41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EE2D90-28F0-4F56-A02B-01DC3325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EC99CB-398F-4DFD-8BDB-47EBAEF3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VS 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76D467-CDAB-4D3F-BF27-D206A40B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1988E2-6060-4374-8964-487AE03B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 extension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D655F7-264A-4FB2-840D-39172505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09A82B-6952-4E3F-ABA1-17A13F15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 interpreter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CCDFB8-B324-4E34-9E00-351D17ED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B7AF39-F5FB-4A4D-A9B4-73695630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virtual environment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9BE908-562C-4E95-A7D5-D18F09DB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f8e0710a964f0e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1C95AE-ABF9-4636-AC97-DD83AE4C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VS Code Python Tutorial 공식 화면</a:t>
            </a:r>
          </a:p>
        </p:txBody>
      </p:sp>
    </p:spTree>
    <p:extLst>
      <p:ext uri="{BB962C8B-B14F-4D97-AF65-F5344CB8AC3E}">
        <p14:creationId xmlns:p14="http://schemas.microsoft.com/office/powerpoint/2010/main" val="2132410196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95616A-E42F-42DA-93B7-4EED1D97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5610DD-93ED-49B8-B6A6-A3DBA0B6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Git 첫 설정 · identity와 기본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066E74-9742-4E09-B212-0E578381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E2F0CD-EE3A-4099-9FD8-BE14FEA2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6227E-F04C-4402-9E32-5D4D3FE8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F1A43A-1D82-4243-A11F-5D3CBAFB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9CD2E9-3F2C-49F2-AC5E-FDCC3691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1C76F9-AAE5-49A7-968F-5E68DA43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ED8600-B9E7-4926-B9D4-574321FE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git --version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60CCEB-909D-47E6-8549-B9662ACC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9274A4-6575-4128-9390-355C259F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user.name·user.email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80735A-AB0E-4D43-925D-2397FE52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6C8F3F-3966-4C2A-87CD-5FDE1B8D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회사 계정과 교육 계정 구분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992774-664B-4BAA-969A-3BD876FF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B69031-FABC-49DE-A122-5F2C76C4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설정 범위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251114-CBFE-438F-B4D2-0FC0AB92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669215ca594407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6CB290-42C4-4785-ABCD-95F99790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Pro Git First-Time Git Setup</a:t>
            </a:r>
          </a:p>
        </p:txBody>
      </p:sp>
    </p:spTree>
    <p:extLst>
      <p:ext uri="{BB962C8B-B14F-4D97-AF65-F5344CB8AC3E}">
        <p14:creationId xmlns:p14="http://schemas.microsoft.com/office/powerpoint/2010/main" val="365387242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B384D6-09BF-4ACA-A49C-98FA7D1B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7473C-7FCA-4D8A-8560-AF939F4F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GitHub repository quickstart · 교육용 sandbox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78E16E-44E5-4A53-9FB1-E8845304E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CA9295-824A-4D4E-BA89-11ACDBBB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E6BDA-24E4-4313-8E11-2374E7DE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B30611-EBF5-4923-B4B9-6A3635BB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73F6A3-2A56-46D1-8224-7698D5B5A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90389E-76AC-4FB2-869D-4F4ECA17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A58890-35D6-465F-8228-6092DC86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공개/비공개 선택 주의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0A946C-1DA5-442E-A746-3E27AA05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A1EB39-758D-4954-A7B8-4500B9D9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README·.gitignore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99D76B-47E5-4A9E-B8F8-7AD19AE7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F19CB1-52C2-460F-9A9B-F5CFCFB7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교육용 repo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8E5EC0-F136-4648-9CC6-EC6BAC88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83635B-97E3-49BC-98D8-3FE38291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비공개 회사 코드 금지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A07EFD-E29F-4711-BCFE-8EEE3169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1f5ee076bf427d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0A373F-1A7D-480C-A37E-5ADFE8CF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GitHub repository quickstart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227137607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33D8BF-AC75-4F9A-B016-E4F0B39E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9632CD-0169-496E-A010-C4BE67EE7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환경 확인 네 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F689D9-9A14-4024-B849-C10E56CB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85CA8-477A-45A4-8C77-9E0403DA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ABCA0D-DE62-461C-B74A-6F6B3279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CE3E51-24E6-49F4-9AB5-E58EC67F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290FB-F290-455C-AFF0-336B51FD5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BD982E-9D63-4117-AF56-0B6626E5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DA0090-616F-423B-AA6D-8A02C1EA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명령과 기대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268FF7-E44A-40D5-8700-30A9FCB3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4FD11A-08ED-40CC-B70D-CD960CB6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PATH 문제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BFC4B3-9C23-4143-99F3-2F6C4A33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17A902-81C1-42F6-A1FF-1A5A5541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새 terminal 재시작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BA6A5-CF03-4176-A740-EE6AA6CE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4EAFC-F866-4ECD-8D4E-2C9360D0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캡처에 개인정보 최소화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04D91A-018C-4AC7-A9F2-551E9FD7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73E7C1-8C23-406D-B61E-54B61943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59E493-2988-4292-932A-804CEE7E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python3 --version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git --version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code --version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python3 -m pip --version</a:t>
            </a:r>
          </a:p>
        </p:txBody>
      </p:sp>
    </p:spTree>
    <p:extLst>
      <p:ext uri="{BB962C8B-B14F-4D97-AF65-F5344CB8AC3E}">
        <p14:creationId xmlns:p14="http://schemas.microsoft.com/office/powerpoint/2010/main" val="1537805581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D5F713-6611-4BA3-B72C-200DF560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033217-7BBE-4F2E-9FB0-A2896DCB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가상환경 명령 · macOS/Linux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FE3AE-376A-4A00-A3DC-234CFCA2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148877-18F5-4558-A15C-729DD792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BBCD1-4353-4778-888F-68722975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D4116-5F9B-4C89-BA27-4F47F347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22AEE-E2B4-4649-A72D-BCD44903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CA1E73-2A47-4DC7-ADA1-90ED596D4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1BD04B-960A-495A-8F2C-D5AB2581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.venv 생성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A414D1-A55B-41C8-BCC4-0C02483B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E26332-60B4-46B0-80B7-64548BA9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활성화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A19453-56F5-4EA6-80EE-67CD08D1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BF865F-91DF-4570-BC8B-96C7BB24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dependency 설치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8E031C-5BB7-4357-BB59-239A710C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1B9C56-F0C1-4B0D-ADFF-F431886D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interpreter 경로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E1319E-8E8D-4D55-99C4-0724B5EF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4B73A6-7C41-42BE-978B-90DE2FEF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164C2F-F46A-4295-8681-A3D6D8FC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python3 -m venv .venv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source .venv/bin/activate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-m pip install -r requirements-day1.txt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-c "import sys; print(sys.executable)"</a:t>
            </a:r>
          </a:p>
        </p:txBody>
      </p:sp>
    </p:spTree>
    <p:extLst>
      <p:ext uri="{BB962C8B-B14F-4D97-AF65-F5344CB8AC3E}">
        <p14:creationId xmlns:p14="http://schemas.microsoft.com/office/powerpoint/2010/main" val="1288628411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BA85C0-9B05-48EB-8576-3D3A6529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301887-2E8F-47D2-B8BA-7FCB7AF9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가상환경 명령 · Windows PowerShell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57394-3532-4350-B99D-F3DC94A6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24144-AA9F-4941-84BA-BD0769E7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6B709-6C4F-4E97-8F8A-F97A888E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C3BBD1-7203-4B2A-B247-9B477D09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F17F8A-45B4-4B41-8822-F9D8CE40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E95048-0E65-4354-9503-9703B137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270B3D-8229-4E02-AFA4-A380D026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ExecutionPolicy 오류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E53E0C-AA9C-4440-AA5B-3C9D7F8D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056C9B-1DD5-4A96-BDDE-A476E5ED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 launcher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F9D0F7-6247-4577-8286-19302055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3D66B8-1D2B-46A6-BA45-8871F938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requirements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C375E6-BB38-485A-8972-0B7A8C0D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2A48E1-4B77-482C-90F4-721FF70F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경로 화면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F24524-1DFC-4C85-8A5A-B5041744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CFC879-1D5E-4E4A-A05C-8CE5217F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D713F8-2398-41E7-8B78-CB15B91F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 -3 -m venv .venv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.\.venv\Scripts\Activate.ps1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-m pip install -r requirements-day1.txt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-c "import sys; print(sys.executable)"</a:t>
            </a:r>
          </a:p>
        </p:txBody>
      </p:sp>
    </p:spTree>
    <p:extLst>
      <p:ext uri="{BB962C8B-B14F-4D97-AF65-F5344CB8AC3E}">
        <p14:creationId xmlns:p14="http://schemas.microsoft.com/office/powerpoint/2010/main" val="2106795476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737C89-B953-4BFC-A27F-33539AA00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91DDA9-DD97-4590-AAFC-898CEA25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작은 branch에서 Draft PR까지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CA7DAF-75C1-44E7-AA20-215BA82A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BD6186-927A-4F3A-A5F8-D51FC7BA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D65045-CC8F-40D6-9607-409D7F79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C4E51-2DAC-460A-9C96-CE593A28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49E764-7FC6-4429-93CB-4D004C60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80C43D-9858-4268-86AE-5484186C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2D9026-3E9D-42F0-A0C3-3B91D56B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교육용 repo만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F3018B-BD90-4AEB-8C97-9CA6770B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572340-2E9E-45F8-9B94-33AC3984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관련 파일만 stage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CBFC4B-4E00-42EC-9752-ED948B06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799D82-7706-462E-A35A-764B80FA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test·diff 증거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20E494-909C-485B-81A3-3D1373A9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3BE281-9EE6-4C3A-A381-FEEF2ADA0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gh가 없으면 GitHub 화면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3C1695-6A30-4038-8E41-5CD95A2A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BDE155-10DF-4DA6-9AEA-A5DF64430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A05006-8173-434F-BCD6-E8328FAD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git switch -c test/reject-python-file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python3 -m pytest -q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git diff --check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git add tests/test_day1_agent.py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git commit -m "test: reject python file reads"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git push -u origin HEAD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gh pr create --draft --fill</a:t>
            </a:r>
          </a:p>
        </p:txBody>
      </p:sp>
    </p:spTree>
    <p:extLst>
      <p:ext uri="{BB962C8B-B14F-4D97-AF65-F5344CB8AC3E}">
        <p14:creationId xmlns:p14="http://schemas.microsoft.com/office/powerpoint/2010/main" val="757473848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A7E18C-3826-4669-97AB-869CE23E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145EB-CEE8-4D08-85C4-1ECAAADE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AGENTS.md · Codex가 볼 Review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E0161F-3298-4007-994E-23A7E3B1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C519F3-839D-4BE3-ADAB-1E34F43C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77F55F-84F8-46C3-9318-DBC0E57C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4E1E4E-D092-41A1-961C-8C9B9D48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BBC11-97F3-44CE-810E-C85F302A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B14EF7-71E6-4F63-BF30-57274EA0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D3D870-8CAB-41FC-81FD-2217F3D5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저장소 특화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02D307-4967-4B35-A386-BA80E0C3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B756AD-3B02-42C2-8390-61E3FE4C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결과 중심 규칙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F202AD-10AE-4CB7-B251-59158ADB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CBB157-3F45-43AF-9F6C-229F2727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기계 검사는 CI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5F48C2-8990-49F7-B862-E134964A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502126-B049-4DCD-9583-C295BAC2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최종 판단은 사람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CF466E-8596-4C03-9EEC-0CBD1D32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1F275E-A605-437C-95EB-F816EC60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43C5DB-DE01-4351-8F58-255BFD34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## Code Review Rules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### Safety boundary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- workspace 밖 파일 접근을 허용하지 않는다.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- 외부 쓰기는 사람 승인 없이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### Tests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- 동작 변경에는 정상·실패 unit test를 함께 둔다.</a:t>
            </a:r>
          </a:p>
        </p:txBody>
      </p:sp>
    </p:spTree>
    <p:extLst>
      <p:ext uri="{BB962C8B-B14F-4D97-AF65-F5344CB8AC3E}">
        <p14:creationId xmlns:p14="http://schemas.microsoft.com/office/powerpoint/2010/main" val="650901740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597A0F-EDCE-40C7-BB2C-62CA7ED0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550854-87C3-4ACD-AFD6-555FF404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1 · 버전 확인 캡처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E0C298-97B5-4125-8018-B61E5E57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2D6042-96B3-4B67-920A-F0B177C0B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E314B8-17D9-4724-B63E-F0C80CF0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CD7C2F-A4F3-451C-9D94-6DE95113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0454FA-A374-407D-BC2B-E5AD71C47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487886-2203-4C03-A695-DB2C4C6C4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530069-E631-4BD1-AF80-5B290B6A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A083A5-FC7E-4093-8EA3-A516FA7E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76DDA0-E7BD-4E24-B76A-5B5D19CA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23AFD0-B767-4887-B961-68B1D078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새 terminal을 연다.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6AE7EC-6839-4FF2-B0D6-71A896F6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6BFBAA-E11E-4CDB-8BB0-7C33EB5F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34C82F-E0FD-4BF7-9FAC-4CC1E326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Python·Git 버전을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6721DE-8D87-4D3C-8C02-13B40FC8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923378-9E46-4B31-8C5C-739DFC1A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47EDBD-8A0C-4DFE-A6D9-12E1531D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VS Code가 같은 폴더를 열었는지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269370-E4AC-4547-8D10-717F9E13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A918C0-EE36-4176-8F50-D810D500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40FF09-EE3E-4C85-A86E-955228B1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항목을 표에 표시한다.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324351-B5DA-4165-B0AD-1DACD84F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626660-365C-45F0-AD48-CD4BF7D1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31E310-474C-4D39-A5C8-A648DEDD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버전 3개 + 상태표</a:t>
            </a:r>
          </a:p>
        </p:txBody>
      </p:sp>
    </p:spTree>
    <p:extLst>
      <p:ext uri="{BB962C8B-B14F-4D97-AF65-F5344CB8AC3E}">
        <p14:creationId xmlns:p14="http://schemas.microsoft.com/office/powerpoint/2010/main" val="578382418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781777-6042-475B-8803-95D17BF3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E1B355-E6ED-4CEA-AF9C-B0E09AA5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2 · 가상환경과 interpreter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661ADB-699F-4918-8D20-B5FBC80C6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2122FC-2CA1-464B-9C64-F5BF6021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FA3B8-2816-4F8E-BC55-CF2B4428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B3152D-CD0D-497C-9444-7395827E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C19421-8473-43E7-88A8-63645FCF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DE5343-81E0-4CD4-A4CC-BF9E8289A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7C8EBA-BC87-4A47-897A-787835DE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69A0B0-89D2-4A00-B40B-76BED50F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211F68-3EB7-4C89-8F5C-75621B03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DCD9E3-8B08-4269-BC22-2B46F8FA3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.venv를 만든다.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57B82E-A475-4397-A0F6-EB371B51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DAD88C-761B-406D-8163-C14D1A04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4F3A38-74D2-4408-B2C6-FC9A41A3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가상환경을 활성화한다.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BA5F14-CE7E-4F64-AC16-31C59D861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54AC96-C368-46FB-8ACB-6A4B1CBE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E87A44-A53C-4AEB-BFCF-1FD879CD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VS Code interpreter를 선택한다.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243B3D-0E39-4C45-975E-E2457CC4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EA64C2-1755-46ED-AEF8-607EE8A4A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D2D4B6-3AD9-4F31-B544-194A5F1D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sys.executable을 출력한다.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C58FB1-2000-4B50-A759-E7C1F120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A12C11-590E-4503-8901-1BE003C8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1B241C-0535-46E0-A632-9F0B0823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가상환경 경로 출력</a:t>
            </a:r>
          </a:p>
        </p:txBody>
      </p:sp>
    </p:spTree>
    <p:extLst>
      <p:ext uri="{BB962C8B-B14F-4D97-AF65-F5344CB8AC3E}">
        <p14:creationId xmlns:p14="http://schemas.microsoft.com/office/powerpoint/2010/main" val="50177036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9BF9FA-05B8-4872-8D47-AC37FDD2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418EC7-EABE-4912-BCA1-24979B96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3 · notebook 열기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653FA4-7D7A-4BCB-AC9A-C067898E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54B7DA-4A01-43DF-8CD7-ED8DFF82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56B6C6-D4C4-454A-BFB7-B8332BC6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3FD5F9-0319-4CC4-A6D2-E15D7BC5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FBB82E-3CB7-4A31-8613-CCCC02FB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5ED265-7D30-4819-8C96-ADF37CE1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BAE88F-BE6A-4A6B-95E0-02825467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96AE33-65CB-4760-ABCB-044B76C9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9A3485-445B-456C-A396-F5F620E1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B23E1B-9296-4459-B68F-7528934D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materials/day1 notebook을 연다.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9AE50B-40AE-4344-BE7C-373B9EB6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613330-AE26-4D40-86FD-DB12CB83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5CE11D-A7D6-4A4A-83F8-F6724549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선택한 kernel을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B22EA9-EAFB-4C27-A0AF-E9B87F8D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654ED9-CE17-477A-B123-5C3495A3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97A938-84E2-4347-8682-96DC0177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첫 Markdown·Code 셀을 실행한다.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DA10E5-510F-492B-8622-7111202E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5A452C-979F-41A9-B60B-211A90B3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32141A-C144-4F96-86AA-E9432686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output이 남는 위치를 확인한다.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E719CD-C0AA-44AB-A9D5-E28974AF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667976-BA17-483C-9352-4F617FE6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4EFF61-5B8F-4475-BB41-C2755321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첫 셀 성공 화면</a:t>
            </a:r>
          </a:p>
        </p:txBody>
      </p:sp>
    </p:spTree>
    <p:extLst>
      <p:ext uri="{BB962C8B-B14F-4D97-AF65-F5344CB8AC3E}">
        <p14:creationId xmlns:p14="http://schemas.microsoft.com/office/powerpoint/2010/main" val="258174047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3AC26C-0B44-43F5-8F47-DA1128CB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4D3B34-3A78-4042-972D-2456E018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4 · Branch→Codex→Test→PR 준비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7FB60F-5AEF-4FA6-B354-B27254C9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8D315C-6FEB-466D-A765-D702EF5C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061A44-EDF8-4239-97DC-427D825E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3456AC-B1D2-4A94-B359-1D6C2B64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986E9C-0328-4C4C-A65F-47FD1012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12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FA89CF-267E-4BDC-AD1A-F9D1C1CD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38BD9D-8058-4824-91CB-3BA616D3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82B474-EA20-4EB1-A2A3-99A965AD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CCB236-0854-4B26-8141-E634E75E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17F33-7742-4700-853E-E3E474C2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교육용 branch를 만들고 변경 목표를 네 줄로 적습니다.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434D70-ECE2-4A2F-8825-56F82C6A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16CBB9-2E50-498F-8A12-3ECDBB06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6038D9-0C4B-47CF-93B6-E50F87FC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Codex에는 tests/test_day1_agent.py 한 파일만 허용합니다.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5A7B16-1FB5-48F4-8063-4F0C51229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CF4A3B-A739-4E92-9B0E-CEB5AD51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52C764-BB88-4651-B89F-449936B2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생성된 diff를 직접 읽고 pytest를 실행합니다.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FE5348-1014-44EE-A3DC-B862EDFF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B988B2-65CE-48A5-97F9-13E0FE1A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0305A7-F49A-4E9B-826F-C144EA5E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GitHub 연결이 되면 Draft PR, 아니면 local diff를 저장합니다.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F22513-A2E8-4FFF-9503-803D6C39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CB49F3-08BE-48B5-AC4D-87D0287D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33900"/>
            <a:ext cx="813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예시  |  Objective: .py 읽기 차단 test 추가 / Scope: tests/test_day1_agent.py / Do not: src 변경 / Verify: python3 -m pytest -q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683FBD-C012-4FDB-BCAA-7DD6175D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515A3C-B649-413C-8A54-E67766BD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branch + test + Draft PR 또는 local diff</a:t>
            </a:r>
          </a:p>
        </p:txBody>
      </p:sp>
    </p:spTree>
    <p:extLst>
      <p:ext uri="{BB962C8B-B14F-4D97-AF65-F5344CB8AC3E}">
        <p14:creationId xmlns:p14="http://schemas.microsoft.com/office/powerpoint/2010/main" val="710672975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5A9581-0851-405D-9C37-F00E8C43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6BCDC-D8DC-4D73-9B88-7B90284C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1 · 설치를 끝없이 붙잡는다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E2B9B1-AD6F-462C-9C30-B40561A1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E0FEA-903E-4769-A981-B7DC83DE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47D6E9-7F60-4E82-8857-B1CB00423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1DE96A-0298-422B-AC46-65AF90B8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D94BB-08C5-4C7A-8B29-2D25766B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9BF088-B055-4E8C-8AEA-1212C308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82E8F9-6C48-4CD2-AA62-8CDB6652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9DE3B1-64F3-4EC3-8EA8-6807112B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559606-6C39-41C7-BA80-A56DB882C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 명의 PATH에 30분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6CBF8D-CAB9-498A-A8C3-020D8E01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CD92F7-D685-4BE3-B247-EEDD0926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전체 대기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35A258-DC21-479A-91B6-A790E684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D6DA5D-5B3D-45B3-A502-436CFAEC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학습 목표 상실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225024-49CD-4D26-874D-14A2B60D0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AB98E-3450-4AE3-B76E-3139C6EF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다운로드 경쟁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E1EA9A-0487-48F5-A9FA-640E65D6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DE7CE5-B22E-48F6-935B-446E6001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10분 timebox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2F9EBB-EEFE-4D74-A573-7C1B6976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BC6549-2EBD-4626-A767-B42CC8EF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checkpoint zip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79490C-3F0F-4CBD-9C45-D9C8314A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A915D2-87D7-47D6-B363-36483BE2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fixture lane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AF2AE3-9D9A-43A0-9785-E5E6E59B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C564A1-D3AB-4414-9454-E0F0013D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점심 후 재합류</a:t>
            </a:r>
          </a:p>
        </p:txBody>
      </p:sp>
    </p:spTree>
    <p:extLst>
      <p:ext uri="{BB962C8B-B14F-4D97-AF65-F5344CB8AC3E}">
        <p14:creationId xmlns:p14="http://schemas.microsoft.com/office/powerpoint/2010/main" val="643859206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E2C177-E215-4BEA-93B1-7B13BA66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277345-9D4C-41BC-BB4F-4D5CCE17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2 · 전역 Python에 모두 설치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91A498-7B44-441B-A05D-FF262831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9DF999-85D2-4A82-9253-C477BDD02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343B8B-9F48-480D-8670-01455D7A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32A255-BF99-4868-9ABB-E0F5DA1F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E64CF2-1115-48BF-8A48-F9DEA8AC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A30BB3-2415-4786-AB7B-6D6DDF42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318560-2C60-4F79-899A-56981706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CEC443-2925-45D4-9B8A-FA28B576D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BD9835-DE62-412E-AD46-94B28EBA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버전 충돌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D58200-DDA3-4A18-A9FB-4DAE57A5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FBB985-F8A7-418E-B8EA-68E4504A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권한 오류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76502D-39FB-44A9-9738-B4A27867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D101F8-8981-44AD-B1B7-DD7A209B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재현 불가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7F879D-7985-495A-95B0-F376DF32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25DE3E-FF55-4526-B234-CFA5550F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다른 프로젝트 영향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4C0B83-CE28-42A0-8428-30FF4767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3D4DBE-5F8C-4185-B050-9E68EDEF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.venv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0CF819-6CE7-4D82-B49C-A188E77DA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3D1882-0894-447E-983F-65B534B9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 -m pip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53741E-7A5B-452D-8852-CE1F4567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0056EF-65B9-4CB6-8C61-1AC10808E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requirements 고정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7AC15E-8B9B-4D30-B03F-9486273C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C13BA4-83ED-48DD-A848-50492EFB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interpreter 확인</a:t>
            </a:r>
          </a:p>
        </p:txBody>
      </p:sp>
    </p:spTree>
    <p:extLst>
      <p:ext uri="{BB962C8B-B14F-4D97-AF65-F5344CB8AC3E}">
        <p14:creationId xmlns:p14="http://schemas.microsoft.com/office/powerpoint/2010/main" val="1723929557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6A7D3E-2389-41FC-82F2-8CBF2C4C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17D601-CD23-4E32-AB4C-A8BE3F16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3 · Agent에게 저장소 전체 수정 허용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6F8F2D-E822-4786-AED8-B4E9AC35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9942B-DE07-4E90-A68C-E318DAFE7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A856DB-D486-4B8E-8D3A-BDB33105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8093B-3E55-41D5-ADAF-C085A3B5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4FA611-C556-4278-AF44-0A5A0B51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4236DC-FB55-437F-AC4A-133AB3B3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35E4F6-B856-4EB9-B731-078348EA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2AE2F-3102-4D40-B901-EEA6AF09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69637C-F809-49D9-9FE2-2040FB20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범위 모호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1E9089-3524-4D91-BD82-F06FA3CBA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6CDC6C-9384-46E0-9F31-6F3010F8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불필요 파일 변경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2DB8AB-8969-44F9-87AC-7698AB26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4F602C-DE80-43F3-A427-E5E57504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test 삭제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FFECB9-27F2-4A46-BF21-3C396161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809356-157C-4736-A4A2-19E226CF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secret 접근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1672EC-E770-44CB-98B1-DF3861BE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4A38B9-68E8-4EB4-AB58-21AB1F74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허용 파일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5D6268-1866-4307-B43A-4B754829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8FAE54-1650-448A-B7A2-3A5FC8FE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금지 조건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29C87C-3854-48C1-8E55-84598765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00EC1C-1B4B-43F3-956C-A8A15ADC5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diff 우선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964A29-9CA3-45D5-B084-5FDD26E7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5E2A8A-8DC8-4B0E-BC9E-EF8EB509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test 결과 요구</a:t>
            </a:r>
          </a:p>
        </p:txBody>
      </p:sp>
    </p:spTree>
    <p:extLst>
      <p:ext uri="{BB962C8B-B14F-4D97-AF65-F5344CB8AC3E}">
        <p14:creationId xmlns:p14="http://schemas.microsoft.com/office/powerpoint/2010/main" val="1896931170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E88248-34FC-4D96-B46E-53AD3E80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F5F4D7-E72F-48D6-B0E2-3FCFAA3CA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재직자 · 회사 PC 제약 lane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3BC9C4-B832-4D5F-AD8F-881094C8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6DA2E2-A66D-4806-BD42-3FF1F225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08726-5570-474D-A5C4-A1A4A532C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65679A-3FAC-429B-9A8F-8BEC027F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0DB511-4B6A-4E26-9AA0-D7D277988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제약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8B9149-1008-46BB-B6F5-ABC83B06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대체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7EEDC7-B1E7-4989-99DB-E773F46E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6FB66-7C22-445C-B5A6-23B18AA1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8A615C-CE15-4BAB-9E22-E1BC1516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관리자 권한 없음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E6FE4B-A83D-4C53-ADD3-EFFCC8F2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15AC8A-F34F-4218-AEAA-7FD15183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외부 다운로드 차단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D1FB61-70A6-4D5F-A121-8412694D1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CCC163-27E9-4343-86C8-3D881DE9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GitHub 접속 제한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7B1BFC-3EA6-4247-BCEB-E49445C8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D38763-DD7E-406C-9013-3C22AFA6D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GPU 없음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F3DD4C-BF79-401D-8B90-2AE01160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DB9DB8-40F0-44C8-A421-25365054D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portable/승인 절차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59786F-E6F0-4847-B792-D77B235C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FF425C-74FB-4FAD-8874-AED7B45D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사전 제공 fixture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45225F-775F-45B7-AF92-CE8A1685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61AD8F-1752-46F3-88C8-EB568ECF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로컬 Git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C5FB54-1773-43F6-A167-E655B8F0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CC0D68-DC36-4C82-9E06-7FD72F4D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작은 CPU 모델·텍스트</a:t>
            </a:r>
          </a:p>
        </p:txBody>
      </p:sp>
    </p:spTree>
    <p:extLst>
      <p:ext uri="{BB962C8B-B14F-4D97-AF65-F5344CB8AC3E}">
        <p14:creationId xmlns:p14="http://schemas.microsoft.com/office/powerpoint/2010/main" val="1042200403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4C9BAD-22C2-4435-93F7-784284C1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44C9D8-BB6E-4093-B003-C6210160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Gate 4 · 다른 PC에서도 다시 실행할 수 있을까요?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BEB9F6-2ED4-4A1D-981D-80896473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E19A64-7954-47AE-934A-D69E3A493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65ACE2-A083-4452-94D8-225B0E166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DAE2B3-C346-437C-A386-4C0A1609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7ABF41-72EF-4AF0-9EAB-47AA0921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상황: 저장소는 받았지만 .venv가 없고 Notebook이 전역 Python을 보고 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08C1D3-9340-4DCF-8B0A-73A72BE9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012CC-435D-41B1-8B37-0F108117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1D267F-D345-4B32-900F-59F011E6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첫 세 명령으로 runtime과 경로를 어떻게 확인할까?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69A2A7-DB09-42B7-B355-38565FC9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F97141-BB8C-435E-872E-6AC62DA2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5BB78D-06DD-48AA-B5BA-901BA6DB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10분 안에 설치가 안 되면 어떤 fixture로 계속할까?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31DA61-9C58-4E73-A5C5-03B49534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40E073-EF0E-4FBF-9DC1-DE26DC58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9650D3-1BF1-4EFE-8E83-2EC40031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정상 상태를 어떤 commit과 캡처로 남길까?</a:t>
            </a:r>
          </a:p>
        </p:txBody>
      </p:sp>
    </p:spTree>
    <p:extLst>
      <p:ext uri="{BB962C8B-B14F-4D97-AF65-F5344CB8AC3E}">
        <p14:creationId xmlns:p14="http://schemas.microsoft.com/office/powerpoint/2010/main" val="434571437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D4E2A4-05B0-494D-8C7E-7C8FA616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125E8-2EEC-4C0E-BCC8-7CF5B3C4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12:50-13:40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2F8D5C-DF1B-4513-85A1-002E1373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1일차 5차시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DA2DBD-F6B6-4FFA-98B9-74FA1281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안전한 Agent 실행 루프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278CD-F6AA-4ED1-9EC5-CFC3CC60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E0E0E0"/>
                </a:solidFill>
                <a:latin typeface="NanumGothic"/>
                <a:ea typeface="NanumGothic"/>
                <a:cs typeface="NanumGothic"/>
              </a:rPr>
              <a:t>12:50-13:00 강의 · 13:00-13:10 코드 시연 · 13:10-13:35 개인 실습 · 13:35-13:40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DF4228-09D1-4997-97E9-678802AC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A62C63-6151-4832-90C2-EBB244BA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37E889-B0C7-423B-84DE-73F235437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C1013A-52BD-42DC-AF0D-96B11E2F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Planner · Validator · Executor · 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F6FAA3-3B77-4C42-B400-3BDADAEF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972F30-D6B9-4140-AA63-20670CACE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25A656-FAD5-43D5-929F-5B0050DA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1464C0-09DF-4CE4-B2E8-EEB9D87F1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LLM 전에 정상과 실패를 규칙으로 검증한다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FA3FBB-BE20-4541-A998-B884F538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D44E6-B184-4139-9C34-5B5AF54E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함께 챙길 내용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846393-883B-4A50-88D1-869A27F7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D77018-E4B0-465F-B038-E0976932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정상·실패 test 결과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87E4CF-365F-46FD-8BC8-547063B3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BBACF7-8CBB-41C4-9BBF-6D521F89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C7C7C7"/>
                </a:solidFill>
                <a:latin typeface="NanumGothic"/>
                <a:ea typeface="NanumGothic"/>
                <a:cs typeface="NanumGothic"/>
              </a:rPr>
              <a:t>슬라이드 135-168</a:t>
            </a:r>
          </a:p>
        </p:txBody>
      </p:sp>
    </p:spTree>
    <p:extLst>
      <p:ext uri="{BB962C8B-B14F-4D97-AF65-F5344CB8AC3E}">
        <p14:creationId xmlns:p14="http://schemas.microsoft.com/office/powerpoint/2010/main" val="825735981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8EA67B-CA2A-450A-BDAB-C6864C44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DE73C6-7427-4C27-8CA8-9BBEA7186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LLM을 붙이기 전에 실패 상태부터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A2BEC0-A8B0-4ABA-80F3-992B4AFB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E3544-441A-4771-9AC7-1412BCC7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38929-F01B-4696-A3BF-9C0633EC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3986B6-D1B0-406B-B2F2-373FF829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15F8CD-0C48-4558-AD3E-99CD3EAC8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이 실행 루프는 언제 재시도하고, 언제 사람에게 넘기고, 언제 완전히 멈추는가?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A410E2-D3C7-42CB-9EAF-4ACCCE7D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47A207-8C68-4443-9E38-AF734210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계획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DA75D8-4E79-4F0E-9862-A50878AA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규칙 기반 planner로 next action 선택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83FE1B-9D06-4603-8FC2-2A4BC462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E03BE9-E70C-4D51-BC7C-1ECC910B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검사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A90414-1AB5-40CB-8D62-9DF295A4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validator가 schema와 policy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21C9D7-8166-4071-BC27-67FF3646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B9945E-268C-4351-9B89-A319A527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EC66F8-8116-45D6-BDED-A4FCC8077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executor가 좁은 tool만 호출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8173B7-654D-4375-890C-86E061A5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7FEB83-2862-4F51-8E4E-594B6C29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D05D85-9864-4C7D-9546-D2C0A7594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ToolResult로 성공·실패를 정규화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3AE1CB-65F4-4974-B246-74ABBCB2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8B1AD1-8A79-4A64-8E09-E2B23376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중단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3E16B3-0660-462C-A273-4895DF33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timeout·attempt·terminal status로 종료</a:t>
            </a:r>
          </a:p>
        </p:txBody>
      </p:sp>
    </p:spTree>
    <p:extLst>
      <p:ext uri="{BB962C8B-B14F-4D97-AF65-F5344CB8AC3E}">
        <p14:creationId xmlns:p14="http://schemas.microsoft.com/office/powerpoint/2010/main" val="2085493160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58E752-6D8C-4167-B8C6-61679D88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3316B3-9384-4EDB-A976-81DA08673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Agent 실행 루프를 나누는 네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F1A7B2-394A-4103-A27A-39BCFF25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A2F752-8B1E-409F-9303-2008EA59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FFDA63-B9E5-4952-B9A3-80690193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CF634F-5906-4DE0-B814-D86D9208D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B5FDDE-B841-4323-A8FF-B0EADF4A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48AA96-D51E-4DBD-92F9-F5532F23F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9F9650-CA7F-4615-B556-A59F9E4B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31FF0C-0303-4CEA-BF84-20E9A978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C07818-2830-455C-B7E6-1E2591B33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Planner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Next-action Selector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20DEDF-FD31-4791-8F43-3F690F03C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현재 요청을 보고 다음에 사용할 도구와 인자를 정하는 부분이다.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122519-F0CD-4BFA-84C0-C5AE4168A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‘txt를 읽어줘’에서 read_public_text와 path를 추출한다.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D8AB7F-23CC-42CA-BEFE-1F2443E97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F83AAB-6B56-42C0-858A-952EF5D1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44B453-7065-47EE-A876-CC050E5C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Executor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Validated Runner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C06824-C00F-4FD0-A614-64742495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Planner의 요청을 다시 검사한 뒤 실제 도구 함수를 실행하는 부분이다.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54E3F0-57F5-43FD-A015-74375902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Registry에 있는 허용 도구만 호출한다.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2BEB50-A494-4387-8873-E638756F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DB7F48-4E1A-4D8E-94FE-37153DE7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Timeout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Maximum Wait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58605E-DA9A-4023-85D1-EA861B03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도구가 응답하지 않을 때 기다릴 최대 시간이다.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ABBC94-02FE-4230-BD01-8EB0450F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10초를 넘으면 timeout_error로 기록하고 fallback을 선택한다.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315564-B6D5-42BA-9CD9-87987DE2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CCF643-E6A4-496C-9694-553165BF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56135D-0718-4C3A-9D35-D6677E0A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Idempotency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Same Request, One Effect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DA9193-BA74-4BB9-B46F-E584E753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요청을 여러 번 실행해도 외부 결과가 한 번만 생기게 하는 성질이다.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2B33BB-E31F-4416-8F7D-F2D966F8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request_id가 이미 성공했으면 저장된 결과를 반환한다.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680750-0AC6-4CE7-9253-814D4FF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7103402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C5D5CC-E9EB-4E72-950F-716010BA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처음부터 LLM을 넣지 않는 이유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7E85CB-A05A-4F5E-B76C-6B71FE3E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ED4F1-4425-4D8C-9ADD-552842BAA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7C6CBD-BFAD-4D92-B11C-AA8584DB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B9B72-1A49-45D9-992E-0CD516E4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9C9BE0-3FAF-43AB-AB58-DC30CE01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8BC7D8-45C2-4A27-BBB7-8381C5DA4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결정론적 planner로 제어 계약을 먼저 테스트하면 모델 변동과 코드 오류를 분리할 수 있다.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c684c94821449a">
            <a:extLst>
              <a:ext uri="{96DAC541-7B7A-43D3-8B79-37D633B846F1}">
                <asvg:svgBlip xmlns:asvg="http://schemas.microsoft.com/office/drawing/2016/SVG/main" r:embed="R58d547058ff74e1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2F3A53-C4A1-4CF1-8E58-7549C19C9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C2615A-7F28-4F11-BCF3-CA315BA2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규칙 기반 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AC254E-13A9-41FA-B6E9-8D708F4A5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EA8CC4-9977-4183-8FCE-E13AC976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고정 fixture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66B8C8-B78A-42DB-8A03-9CD4306C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7484B7-6269-4273-92E1-8CDDDFB9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executor contract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B97ED1-D28D-48B6-B83F-CB3DA245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221699-348F-477C-8781-24068979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운영에서 먼저 터지는 곳  |  무한 retry는 회복력이 아니라 장애를 늦게 발견하는 방식이다.</a:t>
            </a:r>
          </a:p>
        </p:txBody>
      </p:sp>
    </p:spTree>
    <p:extLst>
      <p:ext uri="{BB962C8B-B14F-4D97-AF65-F5344CB8AC3E}">
        <p14:creationId xmlns:p14="http://schemas.microsoft.com/office/powerpoint/2010/main" val="145337817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2CC322-13E3-432F-822C-181B262E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Planner는 “무엇을 할까”만 결정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64B73-884F-40A7-B5C9-5DB11A7E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8C1AA3-BC42-47DF-B235-0EC2A5E8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2D325A-3CD3-446B-8C6A-FA18F4A5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995D09-417F-42F1-9BE1-C4C0208E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66B7C0-8877-47D2-A360-9CAC6259B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도구 이름과 인자를 제안하고 실행 권한은 갖지 않는다.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8BA024-768C-4AF6-8731-49F1E2AF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2FCEB7-966E-4FC3-B76A-F94B2036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input 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52E176-2B44-446C-8488-2203A366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9E6BB5-A71A-46BA-9AFE-73CDCDFA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planned_call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6C25B3-6381-4E91-947C-36D110A4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EE9712-BED6-4948-80BA-B18F6458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 side effect</a:t>
            </a:r>
          </a:p>
        </p:txBody>
      </p:sp>
    </p:spTree>
    <p:extLst>
      <p:ext uri="{BB962C8B-B14F-4D97-AF65-F5344CB8AC3E}">
        <p14:creationId xmlns:p14="http://schemas.microsoft.com/office/powerpoint/2010/main" val="1651578084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DDA985-577F-4056-8151-D089A7E9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Validator는 안전 경계를 고정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C41892-39E6-4FA3-A3B6-CBA95C47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E1A95A-2980-45E2-8DEE-5A61837C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71E5D8-4A68-4457-BE01-057CD826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8A5709-9CD1-4E87-BEED-076821D2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76840-58D0-4B51-B1A9-C843C7A6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607C93-CC6F-4C9E-BFD3-CE86B0AE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허용 도구·필수 인자·타입·추가 필드·경로를 검사한다.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3D4953-7DB8-4A85-A538-74BEFE8E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22ADCC-6B3A-41DD-80AA-28F6B28C1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schema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919FF6-D872-4996-92CD-DCDE4FD0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92AF49-4E04-4B86-A783-32F53D3B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policy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12C0D0-C064-440E-93C4-19D8863D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EC322C-C5C4-42B4-B54C-20F7AFD43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path guard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19372E-9812-4E94-BDF4-846586F7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B6B739-FF67-4902-BF92-60C06B9A5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error code</a:t>
            </a:r>
          </a:p>
        </p:txBody>
      </p:sp>
    </p:spTree>
    <p:extLst>
      <p:ext uri="{BB962C8B-B14F-4D97-AF65-F5344CB8AC3E}">
        <p14:creationId xmlns:p14="http://schemas.microsoft.com/office/powerpoint/2010/main" val="161688518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40949-EC43-4CD7-912D-DD99883C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Executor는 등록 함수만 호출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501FF-C786-41B5-8456-9AF73619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C9ECC0-E095-41CF-B417-D7ECBF52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ADF9BF-8D38-41BF-A985-FC3A8854D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E7298-BC7F-4B3D-BA60-BB85AFBB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2BFF3B-9DC6-4D58-B64D-BFE0C371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동적 eval이나 임의 import 없이 registry에서 함수 객체를 찾는다.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1993D-2904-4934-9C53-214E09E0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A9DABB-846E-441B-A35C-CF7DE726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registry lookup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345EED-5B22-43B4-A5A6-DDEF5B16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DE8882-A7F2-4C17-88BD-8A942CAF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kwargs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E13BF4-9AB3-4346-9F05-5D29B2DF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8FF468-9DC8-4366-8AE5-93266C43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exception boundary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FBFBF-5DF0-4FF0-9EA4-13F43F64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E6CA96-6B6E-4B53-AB7F-D096E888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운영에서 먼저 터지는 곳  |  결정론적 planner로 통과하지 못한 계약은 LLM을 넣어도 안정되지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98552564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5103DB-E984-4AF0-841D-6DCCD830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ToolResult는 성공과 실패의 공통 언어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F1D6EC-E23C-4306-9BAF-2C9D15D0E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439583-186B-4605-BB00-839468D4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ACE88-6C65-442D-8FAE-77A960DE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DE268B-BBAF-4D05-91B7-C631872E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76921-F6DB-4E4C-83D7-E164A446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9D633E-1EF4-4338-8B09-34E78D8C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downstream graph가 traceback 구조를 몰라도 다음 행동을 고를 수 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E63F0E-8F9D-4120-BBA9-E1F6E8D61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13B881-E8E3-45B3-BB70-AD57EF1D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A38EED-A441-4016-9D8A-A9AC9CC0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EB3BCD-7B00-4F4E-867E-016542B3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1BD296-C6DB-4B2B-8EE2-127883888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6132B9-1358-4AAC-8586-D1D5D6D0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error_code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1EECAB-C754-4290-9293-2AA04B0D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91BF55-AA26-4211-A35B-E78E5E85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message</a:t>
            </a:r>
          </a:p>
        </p:txBody>
      </p:sp>
    </p:spTree>
    <p:extLst>
      <p:ext uri="{BB962C8B-B14F-4D97-AF65-F5344CB8AC3E}">
        <p14:creationId xmlns:p14="http://schemas.microsoft.com/office/powerpoint/2010/main" val="1398291349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E6F60E-0F58-4A0A-97E6-1B0E0B00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read_public_text는 의도적으로 좁다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917D2D-C4E8-465B-B5D1-07965E9F2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4EAE49-5C93-4BA9-99C3-58908DE0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F8ECD9-0BE6-4C4E-BF38-783CDEEB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07FA71-A295-4CD7-87EA-1C8BF52B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CF0183-268F-4D92-A5B8-066A8F6A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workspace 안의 공개 txt·md만 읽는 도구로 최소 권한을 체험한다.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59EB74-EF06-4D6E-AE68-5BF5C437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D825BF-CEF9-468B-8716-DF70CC1A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root 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7D39AE-E7B8-44E3-BB82-C067BADC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F042D-0989-476C-8B4A-D0E91C21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suffix allowlist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2AC1A5-AC48-493B-9962-1206D3BA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1CFB0D-460D-494C-A739-EA8A4324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UTF-8</a:t>
            </a:r>
          </a:p>
        </p:txBody>
      </p:sp>
    </p:spTree>
    <p:extLst>
      <p:ext uri="{BB962C8B-B14F-4D97-AF65-F5344CB8AC3E}">
        <p14:creationId xmlns:p14="http://schemas.microsoft.com/office/powerpoint/2010/main" val="1505437749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126C0C-4EB0-40EE-BFFA-32F5F751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count_action_markers는 LLM 전 fixture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977C75-FF57-474C-94E0-03EC9D2A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F7D7D2-CDD7-415E-8765-A41BC366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AC4618-B917-4B8B-8E7B-3A899F3E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63D212-A670-40B0-A657-B27239A82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0BA33-B985-4BBF-A3D9-487E2C0E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E82713-0E1F-4F2A-81C6-B705DC31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한국어 행동 표현을 규칙으로 찾아 구조화 파이프라인을 먼저 연결한다.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9AB82F-CED6-47E2-B3E6-18617C52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497B2C-12AD-4BB8-B4BF-EA2AF481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까지·작성·검토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3F3913-9B25-49A1-9D9E-E426044F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C705B9-E416-44D7-B1CE-88CC3C45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evidence 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9B2A9B-4F80-4E00-818B-7F5AB7FC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43A16A-6114-4B45-86FE-7360C862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deterministic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958B30-4185-4C10-A3E6-2B1D1A4C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547B4D-1EB5-416E-8841-FF58F585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운영에서 먼저 터지는 곳  |  Agent의 실력은 성공 횟수보다 실패 상태를 얼마나 잘 구분하는지에서 드러난다.</a:t>
            </a:r>
          </a:p>
        </p:txBody>
      </p:sp>
    </p:spTree>
    <p:extLst>
      <p:ext uri="{BB962C8B-B14F-4D97-AF65-F5344CB8AC3E}">
        <p14:creationId xmlns:p14="http://schemas.microsoft.com/office/powerpoint/2010/main" val="1616602327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CCE7D4-1208-4038-AE46-6C46E743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479187-BF6E-4654-8B58-5AD012D9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코드 읽기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56BF9C-B6BB-4DF1-A5A8-5E2DD3618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9AAE87-6975-4460-9682-CF49333F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969E02-04DE-400F-9ECC-FF38AD19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61CD10-F160-45F9-A47E-F7CCC7E1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C80227-6518-4704-827F-8131A0D5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755120-8981-4562-A4CE-631A2F6B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9874B8-F645-42BE-BA5E-AD121566B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191A6-F28A-4014-92C3-D5C3A53A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dataclass·schema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04E822-CAC9-44EB-A7F2-A7BC3F79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E3D1C0-9A61-4B23-AA28-7C3EEF6E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94743D-E7AB-41E0-9E65-EB8931CF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POLICY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49E50D-FDCC-409E-8E66-FF3F960D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validate·guard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1CE564-B044-433D-86F1-AB5643B4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EADDA6-BC7A-4C2F-917B-F5D33C8C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238543-B34C-4E41-AF15-8EDE5A7D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EXECUTE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36EEC2-45F1-4507-BA70-5C1CED77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registry·result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0D2123-A723-4B63-A0BF-E2FD28FD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D86EA5-35CF-4D03-AE60-AE5E428A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7B3375-E33C-42E1-8477-73CB2143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DEMO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B113A4-F2B0-433B-89F7-21E79DCF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__main__</a:t>
            </a:r>
          </a:p>
        </p:txBody>
      </p:sp>
    </p:spTree>
    <p:extLst>
      <p:ext uri="{BB962C8B-B14F-4D97-AF65-F5344CB8AC3E}">
        <p14:creationId xmlns:p14="http://schemas.microsoft.com/office/powerpoint/2010/main" val="1197039174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87E204-64A0-475D-B900-D44184F8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7B7FD6-311E-44F2-8F3E-FFBAEB71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Run All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7D7BC9-9562-4FC6-9DDF-616C6EF3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C171B0-3F95-4516-B988-7AD184E9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21D178-74AF-49CF-9A90-9EBCEDE3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DD7854-77F9-43DD-9AA3-F66B5D79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5D42ED-B321-42B4-920A-C7AD574E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DA2DC-E3DA-4058-97D6-FFFC01AB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9483A3-A6E6-4E66-92D8-38E35864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KERNEL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E0A8D1-453B-496C-8E9E-8B14A2F3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interpreter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C7A1D2-08F8-4371-8C26-E9A1ABEFD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FE163-3504-492A-8BCF-7C180A1D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1863B0-F5AA-462C-8E8F-4818FC5F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IMPORT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6763FC-CB94-40F8-A833-CBF7EA30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module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47A514-8211-4985-B971-42799402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667D0F-07D1-4781-832D-47D72394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CD9901-34D6-4473-8029-94A0C088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NORMAL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FAD3A7-E8C9-4F56-BA48-C8925D51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success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CF9F3A-ED02-44E5-BE1B-476765F3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D55C27-1888-4562-8E3B-75F1F090C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4C6AF8-B0F7-4463-BEEB-7ABADD55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FAIL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D2444-5EC9-4A4A-B1FE-986346B4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4 error cases</a:t>
            </a:r>
          </a:p>
        </p:txBody>
      </p:sp>
    </p:spTree>
    <p:extLst>
      <p:ext uri="{BB962C8B-B14F-4D97-AF65-F5344CB8AC3E}">
        <p14:creationId xmlns:p14="http://schemas.microsoft.com/office/powerpoint/2010/main" val="706577433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C01D33-EB89-41BA-BA78-FDFD7B4D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AAFECE-B6F0-4D31-AD8B-7838A98F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주입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72038A-30C2-442B-9457-85DD6561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0D1491-211E-4017-9A7D-23E766D2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28B53E-DE91-4EAF-AA9E-A2767503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A96432-BE82-4A07-A2EE-3705248FC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67E9F9-C8AC-4AB7-8383-49ED41D6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7FA8B7-5C75-482D-AE51-1C27D8F0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C48703-D98B-457E-9005-E2C37F47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37292E-79E1-4868-9E8F-AC0AA5FA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도구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638150-2392-4624-AC80-945A5535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57AA43-CEC2-4F7A-9424-689DD53E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9B99A8-F56B-4A59-9001-2F8C2A5F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MISSING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865F54-92B4-4DD6-90F3-4D4A7362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인자 누락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FFCC78-2DC3-4AC0-8760-CB2B9F94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53ACD3-1B63-4D09-8B01-64F6F8D7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3F13E9-C80B-474D-B7D3-E4CB598F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TRAVERSAL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8A0854-613D-4E55-8F03-E43D89B4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경로 이탈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249F94-1BC0-4A7C-B3D9-0CB0DEBD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D8DB2F-8E68-4928-9262-E9C5478D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04C04D-F72B-4B22-9B1D-187B2FE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DUPLICATE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378407-BF1D-4D77-A023-1952C1604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cache 확인</a:t>
            </a:r>
          </a:p>
        </p:txBody>
      </p:sp>
    </p:spTree>
    <p:extLst>
      <p:ext uri="{BB962C8B-B14F-4D97-AF65-F5344CB8AC3E}">
        <p14:creationId xmlns:p14="http://schemas.microsoft.com/office/powerpoint/2010/main" val="2081217313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1342E2-0551-4FB6-9C10-94EE4E62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683CF4-1090-41E6-9787-53A7EF5D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pytest 빨강→초록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9164FC-5FB8-4063-BFA5-2BBF924E2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AC9685-BFD8-41B9-B5E7-1E683F3D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5F8C4-FFCD-4DA7-A13A-BDDC57AF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CD655A-D7C5-41FB-BD25-9273162B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7C67AC-6FE2-449D-A5D2-A12886F5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2F5EF9-0788-4947-9946-CB4BB677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F8203D-F022-463B-ABBD-3ABB4A9C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E1D50E-5F81-458F-B3D4-3E2B5D3A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현재 실패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465F1-3FBD-4367-87BD-58219F33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CBB359-66A7-4683-8345-28B80601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B3EB34-F141-4681-8022-E80A1270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872E4C-4793-4C3A-8F84-B4B397B1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C0EFE8-3560-4A32-89D6-62CC24F3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843001-2EDD-4E29-B164-5D4A4E32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6D6D01-8628-44C3-82CB-8779E7E5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FIX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75ACE9-BDBB-4FA5-B766-943F7B31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최소 변경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280C3C-3933-4CB7-A2A1-08A20043E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3305EA-8D3F-49D4-881D-2EA70135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5266A7-7EC4-4D05-846B-4621E8D7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RERUN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AE7FA6-13A3-4C2E-A4CF-90F63B08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전체 10개</a:t>
            </a:r>
          </a:p>
        </p:txBody>
      </p:sp>
    </p:spTree>
    <p:extLst>
      <p:ext uri="{BB962C8B-B14F-4D97-AF65-F5344CB8AC3E}">
        <p14:creationId xmlns:p14="http://schemas.microsoft.com/office/powerpoint/2010/main" val="2010545730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BDDD1B-74A8-4F9E-BC2E-16ED8243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CB3550-B3A6-4C70-960A-6E35948D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Git checkpoint 만들기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5417C-ED90-4E35-B755-22F55606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67FF1D-AA2A-4160-A4C6-9F21D033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8DC1FE-C518-4FD6-AFB0-26FC2D89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B66F2E-2999-4312-946B-08E105F6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FEC5F1-064A-45B6-AE27-A6886D54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F45739-DDA2-4503-A37F-579F4B5F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C8122-C2FD-460A-82E6-C3C33632A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STATUS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A07341-0DF2-4D87-9298-53272398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변경 분리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B48F2A-68E8-4DE6-952E-C7CCF2EC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396D0F-E7AF-48AF-A886-A296EFE3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706283-B88F-4348-954D-0B3FFF768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9F8318-24B6-45ED-A56D-3B5FAFCE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의도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283C43-7518-4DE4-90C8-11B09293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B35A43-EAE0-4514-ACDB-EFC0BF6E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31E5F-C399-4E3D-AB17-9229B268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78AC98-FF56-4E02-A80F-0AA2487C5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src·tests만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35981D-E7EA-48E6-B01D-991DE229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EBFEB3-D793-4561-BB9C-09F789B2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AFAA2B-138A-4D0B-A7BF-326514A3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COMMIT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325FFE-5D46-4F7B-84CE-6AA2FBED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메시지·log</a:t>
            </a:r>
          </a:p>
        </p:txBody>
      </p:sp>
    </p:spTree>
    <p:extLst>
      <p:ext uri="{BB962C8B-B14F-4D97-AF65-F5344CB8AC3E}">
        <p14:creationId xmlns:p14="http://schemas.microsoft.com/office/powerpoint/2010/main" val="1296602764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1629E6-33F0-489C-8283-1D58F606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실습 화면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886BB-6E21-425F-A84D-EB7362E8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이 네 화면은 실행보다 복구 경로를 확인하기 위한 것입니다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338F61-6512-4F3E-8785-BD59F507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65FC46-8EE7-46EB-B5E4-0C0BA4F7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0CB20F-97AA-4571-A7B9-E013738D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B06215-5C55-48BD-8DDD-1E07B40D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147A27-E0FE-4D4A-B065-2FC0D9C3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Notebook 실행기 → interpreter → Agent 수정 → 같은 repo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ACA871-06E4-49CE-8EA9-2CE17166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CDAA05-514E-4455-B9A8-7805A87C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03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FE6632-F528-448D-BF27-57AFAF64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907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Notebook kernel을 준비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2675BD-5A4F-469E-8F0E-FCD491DB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907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Run All 가능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D982B4-EA5C-44B0-BB42-9F422543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7241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C4D0A1-A8DF-4C80-ADFC-130304C8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5251D2-F907-49D2-B770-BF1F4017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051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6BE693-C7FB-471A-B402-F99EAD49E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956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Terminal과 Notebook Python 맞추기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68E535-9BA3-4343-8415-B32A63018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956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같은 interpreter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520E74-A9AA-4BF8-91A2-6A1D4230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290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0743BB-DEE2-404F-8B26-15C1AF6D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465FA4-B95E-4355-B08B-5F60C642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100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8384AF-A3B9-4300-8639-263F82E9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004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작은 spec으로 한 경계만 수정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576CF9-B5B2-407C-8D8F-82D20900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제한된 diff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D08B23-2117-4F42-BEDA-36B93CB14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338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02F1A9-62FB-46AA-99E1-2EDA5CE5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D79D2F-8E1A-4A59-BAAF-A0962D9A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E64118-C87A-43CB-8413-1FD53297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다른 Agent로 실패 조건 검토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797DB3-6608-4465-91A3-4CE850EB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053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test 재실행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88C2CC-925F-40D3-8CF1-30539A5D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387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35450002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325A0F-7815-42C9-AFD7-DC69574E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실습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F1DCC-806D-4A78-BA43-6A39E539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Jupyter 설치 · notebook 실행기의 공식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FE3BB9-FA7A-44CD-8244-AB2ADC0B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DABF2B-03CD-411D-B4C3-6815E931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57806B-74EF-4259-AC59-BCAC8B12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18A41B-9725-4C2F-98E9-5FA6FFC6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CCBA24-1431-4AEB-8032-2F9114DD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5E4CA-9F96-43D4-A2A9-4F97FFCBF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F02E8E-94A9-4504-9DA0-5BA2A2D98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JupyterLab·Notebook 구분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66F2DD-AA3F-4A20-A0EB-F40C4DB8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133E4-CDFE-4132-94A6-9C89A6F0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VS Code extension과 kernel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B5BF7C-74A3-4281-97EE-7935DD57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A4414B-2CB5-4C2B-90DC-83D882DB6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프로젝트 가상환경 사용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E7ADF2-ECB9-4D84-979D-8BCDB80C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1CD23B-6DD6-4FBB-9261-3DF9DE0D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Run All이 완료 증거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9F0FA5-B376-4154-8A0D-9891E1C8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841279af79460b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09DECB-F6DC-4F2D-AD46-6380D7F7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Jupyter Install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112390648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FDD6E5-E412-409B-8892-86F34E6A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실습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9F2ECC-A4FB-4B35-95E3-FFCDB8F5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VS Code Python · editor와 interpreter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04B218-7B35-4724-AAD2-8D6137CC3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AD4646-9D06-4A2A-816D-48661BF7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BF8554-8279-44D0-BC0C-8011189F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18321-5447-4E48-A3A3-6828DF4D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6F90F6-A9DF-416A-B3C4-1F58D8F4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5E4C17-3E5B-4675-B405-CE0D53D9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60CAD0-C7FA-453B-B5BC-A5F7BE19B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 extension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F54D66-30D9-46FB-87F0-1DABFB63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2D9041-EF55-4CCE-BD91-855EB66F7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interpreter 표시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93A81B-0351-4971-983D-05FC9E8E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DDBD8D-BDCD-429C-8AE2-3202AF69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Run Python File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671950-BBCA-4F60-B1A8-FE8DA2BD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FB554E-846E-4208-B5F2-9C289701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testing·debugging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CEF177-9F98-4FD3-BC7D-4C561B59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de9d1073314e36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0E15EA-8C2F-4CEB-B012-AAA9E1BE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VS Code Python 공식 문서 화면</a:t>
            </a:r>
          </a:p>
        </p:txBody>
      </p:sp>
    </p:spTree>
    <p:extLst>
      <p:ext uri="{BB962C8B-B14F-4D97-AF65-F5344CB8AC3E}">
        <p14:creationId xmlns:p14="http://schemas.microsoft.com/office/powerpoint/2010/main" val="1756401842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52F61C-C06F-4047-8AB6-E05CD251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실습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E4C898-3E9B-4242-A1E7-07FEFB5E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Codex CLI · 작은 spec으로 수정 가속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8BAEFC-A67F-4A1C-9507-8D1269E1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DE1467-DEE6-4EC8-A9C2-E9DDCD36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F8204A-5F75-4B45-BB5C-98108E75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EA33AC-9451-466B-B82E-DA386547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428A77-C21C-4EBE-9A6B-774661B7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D65444-6BEF-4D29-B0CB-85B9ECBA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FF4539-6854-42E4-ACE4-33853EC3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허용 파일 한정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3CBA7D-FB7E-4B2A-B454-A7FC7909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C7A855-BFDC-4447-9173-27FAFA1D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테스트 명령 명시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26FF22-CC65-4232-A2CE-556C0312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118AD4-B59B-49A6-BAA4-B87FB0AF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생성 결과 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3F76CA-0860-4E7C-9794-0C5A4F92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0500DA-F500-46D0-AB9B-0E763AEF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demo 후 직접 재현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A6CE09-A042-41CB-AA6A-2DA57F6E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ea6b563cd4610"/>
          <a:stretch xmlns:a="http://schemas.openxmlformats.org/drawingml/2006/main"/>
        </p:blipFill>
        <p:spPr>
          <a:xfrm xmlns:a="http://schemas.openxmlformats.org/drawingml/2006/main">
            <a:off x="4876800" y="1727597"/>
            <a:ext cx="6591300" cy="370760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9E4AC2-7C2B-476D-8BBD-2DDA6B5C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OpenAI Codex CLI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06268249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3D7384-CD50-4D59-B665-E9C7E3F2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실습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A206B3-68B6-446B-BB53-05004DFD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Claude Code · 동일 repo에서 검토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5C85CA-0EE4-47FA-9662-0A5EB92F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0D3FA-A613-45EC-9822-981EAD92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5B41B5-5E17-477C-A4F3-BBB2B679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FE7936-2E03-42F2-B577-8F7C763B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2417D-31D0-4CF0-B556-1A6D9F77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20A050-28F8-4ECF-B1E5-684DAD91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850BA0-592C-4CEA-9C15-D57EFADC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작업 폴더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00263-E63B-4E3E-8E81-9D6F23AE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079044-6FD1-4AB5-A839-6BDCEAE6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변경 전 계획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0F07DC-C295-4F48-A406-ADAF7EA0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20125A-E6B3-4966-8A20-026F875D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변경 후 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DC46B9-B1D3-4CDF-BE9B-3B32BBED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501001-C4DB-4F1F-AD96-5C4A2D11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두 Agent 결과도 사람이 비교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033EC2-C03D-4283-BC3C-8BF89E8D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470c6039774519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557C74-51C3-44C2-A401-0BB4CBAC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Claude Code 공식 터미널 가이드 화면</a:t>
            </a:r>
          </a:p>
        </p:txBody>
      </p:sp>
    </p:spTree>
    <p:extLst>
      <p:ext uri="{BB962C8B-B14F-4D97-AF65-F5344CB8AC3E}">
        <p14:creationId xmlns:p14="http://schemas.microsoft.com/office/powerpoint/2010/main" val="2118026016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FFC36B-F514-4F19-8DAB-E4D21976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ED433D-D5A1-4489-A826-3FBE9A69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규칙 기반 planner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D8F1F7-0CA0-4A1D-8BB6-90A06F71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E85BA7-4D5D-420A-A62A-33CEC817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D8C4B-0833-4AEB-88B3-5CB8A1C4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D10FC-C5FF-4143-AA02-003C7DC3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87B4DE-6F35-4169-8E16-C78EB7AB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75FB28-32AD-49A1-9D56-CF28022E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FE4839-3217-4E59-AAD3-C66D3B7C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결정론적 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CE38C8-5580-444F-8DE3-DB9C98FC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C48951-CB92-47EA-8723-7D8EE08A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파일명만 추출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E1376E-6F27-4C0E-A689-AAD571EE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E5296-9E5C-4477-89DB-C59F9805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unknown도 정상 fixture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E05CEE-A822-42A0-8106-9F76F8E7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FAAD43-1DB1-481A-AFCC-5FC52BD2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Day2 model로 교체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B9615C-2BDD-4E14-A50B-05805669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3AE7F4-7B54-45D0-9B06-7D973086B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15C0D2-C53D-441F-88D2-E65F988C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def rule_based_planner(message):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match = re.search(r"([\w./-]+\.(txt|md))", message)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if match: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return {"name": "read_public_text",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        "arguments": {"path": match.group(1)}}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return {"name": "unknown_tool", "arguments": {}}</a:t>
            </a:r>
          </a:p>
        </p:txBody>
      </p:sp>
    </p:spTree>
    <p:extLst>
      <p:ext uri="{BB962C8B-B14F-4D97-AF65-F5344CB8AC3E}">
        <p14:creationId xmlns:p14="http://schemas.microsoft.com/office/powerpoint/2010/main" val="1525942084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18EF08-1241-4F86-A63E-22297E49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1F59BB-ABA7-469B-A8A3-0E3EA8CA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SafeToolExecutor의 경계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8299A-F576-4206-BD71-C0A7A599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9AC535-2815-478D-AD12-96ACD98B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2A724-8AB3-4569-B854-F9A4F29D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43B48E-F086-4112-933E-70BAA8CE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B571F9-8F08-4B23-903E-75999028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9EACB3-E086-4B7F-B2CD-42990715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BDB749-4751-40C5-A569-119DD7CD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검증 먼저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CB7386-6490-49EC-BEF9-4C1C38980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9EFF85-B6D7-4354-BDED-59C0A3DE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registry 함수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9FEE9B-1984-4854-8916-7598F9ED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A9E7C-5F9F-4B84-BB9C-F50650EC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예외 정규화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59090D-D12B-4BFC-BB80-B46D88F9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519A65-54CB-4DA8-B260-FAECC7E1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반환 계약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097E52-3129-4CF8-BA4F-127B5422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5C0852-D002-4CA2-AFD0-7E9AD13D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1AE7A2-AC5B-4A0B-BFFD-FD6C3C47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def execute(self, name, args):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try: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validate(name, args)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fn = TOOL_REGISTRY[name]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data = fn(**args)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return ToolResult(True, name, data=data)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except ToolValidationError as exc: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return ToolResult(False, name,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  error_code="VALIDATION_ERROR")</a:t>
            </a:r>
          </a:p>
        </p:txBody>
      </p:sp>
    </p:spTree>
    <p:extLst>
      <p:ext uri="{BB962C8B-B14F-4D97-AF65-F5344CB8AC3E}">
        <p14:creationId xmlns:p14="http://schemas.microsoft.com/office/powerpoint/2010/main" val="1668632462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3C8438-B673-4B38-A2BA-C23FF93D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EFFD2-199E-48B5-8534-EB0887D4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파일 확장자 allowlist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C74F8F-B3B1-44C4-A8C8-72B3D050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835BFE-4D40-47A7-88B9-ED054F03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F348DC-02CD-482D-95D0-F0058493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F00938-0409-4621-9DD6-BF8D9B33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69AD75-25FE-4713-85A7-99B46E98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E52B5E-7FBF-4540-ACF0-DBDD0F81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55AC47-CABC-4606-A48D-1858B223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목적에 필요한 형식만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1E1CDC-D6E6-4F98-8FA8-9F851EF3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3A0A05-BA3F-4CA1-94E4-320F84C0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binary 제외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E3A230-721E-4ECE-AE4B-F62DA508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C54219-74CB-45FF-8F90-1A7E0DBD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정책 메시지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40D4A1-ECC8-492C-BADA-67ADE0F9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B41D40-5065-497D-8199-99C13F19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POLICY_BLOCKED로 매핑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9A77D0-C654-40C3-9754-DF316DC1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36EDFF-DC37-4893-B42E-92372A88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89F45C-56AF-4E17-B002-A423B561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if candidate.suffix.lower() not in {".txt", ".md"}: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raise ToolValidationError(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"Day 1에서는 .txt와 .md만 허용합니다."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1230683873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5C73BB-E1B4-49AF-9F5C-AC0603FB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B7720B-129D-4A8B-BE96-E0ABA427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중복 호출 cache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CF32BC-C96C-43F9-BEB3-3CF51655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8C8D3F-50B1-4670-AFC7-1FD8FB01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B455C4-628E-463E-BDF6-0F872D02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526CAC-0414-4D76-8F30-49EDBFF7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32B62-B3BA-498F-80C8-28736D9D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08022-48A0-4BAC-BD7E-F2A7BB68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A0E50-9832-4427-AF75-C50D1F0E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실행 전 조회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549CD9-C82B-4E26-A2EB-61C40342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C02C1D-2507-46E3-A030-89507829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성공·실패 정책 결정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822661-F6EC-4C95-9612-B6F0D817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1854CC-447E-4D34-A0FD-755D42AF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cached 표시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BE2468-E296-4EBA-B24A-11CB1816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04D8E8-C4A2-459E-81AB-CF9F0765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외부 쓰기에는 영속 저장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1B3712-0827-4B13-B47E-1F4C5714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F78C02-FB5E-42DE-AD53-EF5FC694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89A418-8DF6-4125-86A3-009B29D2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call_id = make_call_id(name, args)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if call_id in self._cache: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prev = self._cache[call_id]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return replace(prev, cached=True)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result = call_tool()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self._cache[call_id] = result</a:t>
            </a:r>
          </a:p>
        </p:txBody>
      </p:sp>
    </p:spTree>
    <p:extLst>
      <p:ext uri="{BB962C8B-B14F-4D97-AF65-F5344CB8AC3E}">
        <p14:creationId xmlns:p14="http://schemas.microsoft.com/office/powerpoint/2010/main" val="702388743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E3333-D277-42C4-82D0-F21DA23B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509A21-1DD0-4C8B-AA8F-AEB34A34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Agent event 한 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543BDD-42C7-4147-92AB-94A068DFC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64BC43-2CBF-4D73-B6B3-85E4C8E3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D4A629-0EB0-4C2A-90AD-A3E0AEE3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56C818-0A6B-421C-A3BD-21808478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61BC19-4A11-4B32-A171-EC84B076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1878AD-03B1-47F1-8404-FCF50EA6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8FC72-9237-41DA-A641-ADC79E31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입력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24DE75-C79F-4681-B4B4-E3940AF2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9E1C1F-B108-422C-B4E0-064C2E5F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결정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76E645-0C75-4974-9086-F7BB33F5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035B8B-2C05-4C49-8588-00600C186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8692FA-C943-4CB1-86CC-4E8EB19E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9E098C-1C84-479A-92EF-AF7E8EFD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사람 검토 여부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03C25B-B145-4ED4-BDFA-D8A7BC50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5D9A5-7EF7-4B70-8794-2EDFF581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0A4575-2707-4DB4-8BEE-2C5E8037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event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"input": user_message,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"planned_call": call,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"tool_result": result.to_dict(),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"needs_human_review": not result.ok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1919643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423C54-E8F6-4952-AE41-C1F63483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F8C16F-06B9-45E6-8F17-7B0E67C9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1 · Notebook Run All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2DDC62-5242-4B2D-B926-BF512D1C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1E62F3-B45E-4234-98C8-0B73448F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E59292-983B-4109-A9A1-AF3CC42CC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EF78DC-2BA5-4411-B183-CB9FD238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D2EAFD-BBB4-4A68-B961-2CAD7C81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12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27F81E-FAE7-4D5F-990C-E0974C17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8FB81E-29FD-473A-93B1-A8BD832D4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69586D-F7BC-4CD8-B2F7-46B30B3D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CE526E-93B4-4E2F-8091-22F51596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304A73-E4E1-47AE-B80D-8798C29D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올바른 kernel을 선택한다.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8F4A50-0C1A-4A75-B222-CA3AE940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9BC197-D434-4119-BDF9-4B75B79B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24C100-FBE2-4133-84D9-F90FD91A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Restart Kernel을 실행한다.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D87715-3AF5-4956-B70A-5DB6E784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4C9D26-9DAF-428A-93F0-2F3268CF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14BF34-2081-4078-B61A-E3BAF7FC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Run All을 실행한다.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5B684A-6794-439F-A951-7F0888EA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0B5A93-37B6-4FF4-983E-61EC1D66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51AC05-4265-4E6B-9016-E08ACCB0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첫 실패 셀에서 멈추고 원인을 기록한다.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A87101-C53A-463B-80B6-B952DD3E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668032-3BF8-44E6-9093-D867B621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80B2EE-1D46-4141-A634-0FE04FEC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모든 셀 성공</a:t>
            </a:r>
          </a:p>
        </p:txBody>
      </p:sp>
    </p:spTree>
    <p:extLst>
      <p:ext uri="{BB962C8B-B14F-4D97-AF65-F5344CB8AC3E}">
        <p14:creationId xmlns:p14="http://schemas.microsoft.com/office/powerpoint/2010/main" val="1840930513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2FC531-979E-4811-926F-6F774411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917DC9-ABB7-4E55-B429-5AFDBAAD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2 · 정상 도구 호출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73488F-4B4A-42BC-A08B-DA26C620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36A018-937D-49DB-9F61-28975F9A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0A429B-505B-47EB-A00D-D4FE3CD9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54EB72-7EF0-4478-9C61-293ACA28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7B878D-86A9-49CC-8E27-92AFDB9D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9E5708-A5F8-4E12-816D-781DCFC0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25650-F37E-4782-81D5-3EEF98ED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3B2198-0339-448C-BD7C-6E326CF9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EA0C14-AD45-4718-B31E-AA9C7E834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4FB1DC-22C9-47B0-B583-2FB0C740F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sample txt 경로를 입력한다.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7A70C4-D4C3-4974-BDD7-EE78F874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F96A54-F2C0-4BB6-B28D-3232286F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04B9AE-6E91-46A3-B13B-F2DDEA77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planned_call을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C92FDD-7CC6-48C8-93AD-1C37A0AD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9B2F20-6629-4F80-8078-D74F00C43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7DA387-9B28-4391-BEF9-4251B79B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ToolResult ok와 data를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162B65-3756-412E-9C7E-26FBEC23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E3D500-7B3F-4632-82E5-C90B2BEB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44D4A9-042A-4A4A-9550-467A8DCB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원문 글자 수와 경로를 검증한다.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F8371-26B3-4657-B569-D957601AA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0FC9B6-0DB2-4AC4-839A-CB98CB2B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6C591E-DF99-48C3-A826-B9798795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정상 event 1건</a:t>
            </a:r>
          </a:p>
        </p:txBody>
      </p:sp>
    </p:spTree>
    <p:extLst>
      <p:ext uri="{BB962C8B-B14F-4D97-AF65-F5344CB8AC3E}">
        <p14:creationId xmlns:p14="http://schemas.microsoft.com/office/powerpoint/2010/main" val="1214238992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F15E9E-62F3-47D7-8743-5B5B0B3D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DBDF60-9E8B-4D5B-B6E5-83440A7A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3 · 실패 4종 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61032E-35F2-474F-8539-B613EDA5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CB5554-43FC-42CA-8EF8-E6A48BED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13074-FE82-4BB1-B4FF-90A2D2D0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B591FC-14AB-4B87-9160-B38DCDBD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5E5574-1B32-4896-990E-1EFCEC92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5FC9AD-4EE5-4E72-98F8-1FE53DABF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408FBD-CDF3-4A67-9B97-DC972D87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9F4907-9266-4F99-ADC2-14C0B9E9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E5CFC8-A101-49DD-95E5-AEB4BA4E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8B84D0-865D-462F-A7CF-FACEF468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unknown tool을 실행한다.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321E65-3874-49FC-A894-60192F1C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DE964-CAD6-45C6-B176-B3EC357A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35C96C-F4A7-4575-9F2F-27261902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필수 인자를 지운다.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8E7D89-82DF-46E4-979B-CD988D3F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394A4E-A081-4F9D-B60F-9A47B9D1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D3748B-8E56-47C7-8A48-CAEC447A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../ 경로를 넣는다.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9E8A9C-8380-4DF0-8C68-2ED0BE4A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0397EC-14BE-4092-AE1E-A674E3575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591BF5-A854-4016-A04A-6B50482D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호출을 두 번 실행한다.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5D1188-DBFD-4BFB-A466-2427D2B5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F3F2F4-C69D-4E72-8FB4-F81A4111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300702-5487-432F-BA52-9FD9A398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error_code 3개 + cached 1개</a:t>
            </a:r>
          </a:p>
        </p:txBody>
      </p:sp>
    </p:spTree>
    <p:extLst>
      <p:ext uri="{BB962C8B-B14F-4D97-AF65-F5344CB8AC3E}">
        <p14:creationId xmlns:p14="http://schemas.microsoft.com/office/powerpoint/2010/main" val="1144112835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34487C-1C1C-4F24-AEC8-80385A5E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0BF520-9535-4406-9C8F-76D823CA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4 · pytest 10개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BE9CB5-5E4B-4228-A563-13B94CBC0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4B9F69-50A7-4546-BBA5-BFCA099E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4DE098-DC37-4A68-8B95-F97DD804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42DDF-64B6-4B49-B21D-8867F3CD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163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E564DF-7E25-4561-80C1-13CF9F84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131550-E937-44B4-B1B1-13490F3E8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5E56FA-21AF-48F9-AD21-365C06CA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A5B537-6825-4E6D-A840-85E4696F3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A53FB0-819B-4CA1-8634-E4DDF1E3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470C6-41C6-4CB7-91AC-17247A08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terminal을 연다.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781FB6-C2A7-4B49-ABBE-8E793DE8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CA7DDD-5A69-401A-B2BB-618E2E2B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EA722F-819D-4843-83F6-FCE43699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python3 -m pytest -q를 실행한다.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D2A03E-F092-4350-9A2E-C94A50126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2212FD-B551-47A5-B387-BF218444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8BE9B6-EE22-45BD-B42D-14E8B395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시 첫 오류만 읽는다.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387033-AB54-4E03-8E8D-A77F11507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02F419-F17F-435E-84B9-8CBC5D106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5B4A53-3C62-4F7B-B412-B99F2907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10 passed 화면을 저장한다.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C7EBA0-8B35-4B47-91ED-A67793B1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B883C5-6F12-46C1-A165-FD09B5A7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C60FB5-C08E-491E-AABE-E7ED342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10 passed</a:t>
            </a:r>
          </a:p>
        </p:txBody>
      </p:sp>
    </p:spTree>
    <p:extLst>
      <p:ext uri="{BB962C8B-B14F-4D97-AF65-F5344CB8AC3E}">
        <p14:creationId xmlns:p14="http://schemas.microsoft.com/office/powerpoint/2010/main" val="1771854027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DC4D21-4EB3-4E23-90A1-01654372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A5D45D-E85E-4206-ACAE-F58DAD7D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1 · Notebook과 module이 다른 Python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83AB0-5ECE-43BB-8C87-20385A8E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1CE57C-8A53-4754-94E8-C917A2B0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3C7359-3810-4153-B60B-40D2C086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7D76A4-D1AB-4DA9-A39A-FB539E20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98A0DD-94D7-4262-9DA1-E1F929A4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28F2C6-3FF7-480C-A0D6-20E0E59E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DB825A-7C3C-4946-AE39-D91B93DC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B4F284-C457-4833-8D98-FAA811E4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EDDDF3-BBF8-4AF9-A53D-93D45D12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import error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C14157-804E-4441-A83B-58D27483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29671C-3EFD-4A18-A088-67A74B618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설치했는데 못 찾음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C5F97B-574F-4687-8D50-76EC5698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E4DA51-124F-444F-BB13-112EEDB9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terminal은 성공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D46BB8-0267-41D0-9B52-EFB99866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980139-A0D8-4968-BDF0-68250980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kernel은 실패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2ED8C4-9D86-4C81-93BE-429993B0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E35286-B231-44A2-96EB-2BAC6F3F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sys.executable 비교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96C010-D212-4482-A002-2ABBCD6B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0977AF-4099-4207-BE06-A54FA16D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interpreter 재선택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92C170-48AC-46C5-AD02-A5EF8AD0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47FF5F-7D0C-4428-AFD2-53BD7DDB6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kernel restart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654AA8-3346-4354-ADC1-92ED6575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99FB12-4851-45CB-8E32-8E0A8633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.venv</a:t>
            </a:r>
          </a:p>
        </p:txBody>
      </p:sp>
    </p:spTree>
    <p:extLst>
      <p:ext uri="{BB962C8B-B14F-4D97-AF65-F5344CB8AC3E}">
        <p14:creationId xmlns:p14="http://schemas.microsoft.com/office/powerpoint/2010/main" val="823967801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8E0200-4E07-4913-9554-6FCD0E7B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FBEB70-6C6E-4F5E-9A8E-E48CCB7E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2 · 첫 실패 뒤 계속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2289F-EBEE-4861-9E01-1BD71893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1B9B10-CE6E-4B62-8DC4-77052A9A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2BCD3C-550E-4D12-909F-0F7B47FD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8BD066-29B5-4BDD-9B80-228B9DD5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0D0744-AE7C-4463-8684-0EE894D06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DC3509-BA27-40B5-BEBA-63688FC6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870E32-14D0-4603-A9A5-92FA6E7C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4C0D48-B2E5-4BC0-9190-452DE62A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6B7518-E09D-4488-8EA9-89EF3CB2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연쇄 오류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097E61-348F-4393-B4F3-3F31861D3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5D6702-AE09-46C7-B5CD-3AB4F82E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원인 혼동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FB819F-D33C-4647-B0C3-4061D5E49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D0C440-3DCA-4291-8AF2-EB165BBC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output 오염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6EE9C1-2119-41AA-B8FA-88950DFE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A44EA6-7862-4736-8FA1-4937D4EA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시간 낭비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443A89-1938-4617-800A-63FA330F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9B9217-D230-4853-9D33-F2406482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첫 traceback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219491-259C-4226-AC18-26414AE2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6A8E4C-3CA3-4F26-A3A9-DD7D43FC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가장 위 원인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B0D856-F55D-4437-AEC5-6A5B4160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48487A-B1DA-4525-B474-FA5DEEEB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최소 셀 재실행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44D9F4-4E47-49F5-BBD1-7835D022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33FB92-EC61-468D-8000-07E197B1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Restart &amp; Run All</a:t>
            </a:r>
          </a:p>
        </p:txBody>
      </p:sp>
    </p:spTree>
    <p:extLst>
      <p:ext uri="{BB962C8B-B14F-4D97-AF65-F5344CB8AC3E}">
        <p14:creationId xmlns:p14="http://schemas.microsoft.com/office/powerpoint/2010/main" val="911753949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1D9B8B-2CA4-4F0C-8B13-475910C6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D060CB-B418-4927-956C-36F5972C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3 · 테스트를 통과시키려고 정책 완화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192B3-C9A0-43CE-B1BC-C24AB41D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BA3D74-1674-4E17-8437-632E9F419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989305-E5AC-4FC1-A04E-2B23382C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A07BFD-5AC1-49E7-BC47-45B52A8C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5B5631-9BCC-4F5C-988F-713DF778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4AEA78-3047-4F48-AB16-ED5B74B0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3B32C9-0717-4E54-9D86-78BCD263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940F2D-36B3-4EE3-8395-60C06AD3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4F98CB-7039-4124-BACB-BF2EDDD0E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allowlist 제거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06D68-4852-445A-8151-DFE40E89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071BA1-C4F6-45D2-BA4E-BA0A7635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assert 삭제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B57D46-7263-43CD-B16D-179D5FEC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C4E656-35BA-4EE7-98A6-637F6582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broad except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337398-063B-451A-BAF6-B4A9D1F2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57C3E8-773E-4090-9C50-0BC91F23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expected 변경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82DB3E-A150-4826-8744-CD900DE7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949754-5596-4160-85AA-C3EE6857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요구사항 재확인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9A0CD1-1BD5-4D9A-8BAA-DE805C36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975F48-3E95-4783-8DB5-CDB883D9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최소 수정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4745B7-AA18-460D-9FBE-9673358E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F81563-C73B-4CC4-975C-B60E628E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새 regression test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077EFA-0423-48A3-9D50-266D6B61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EB421E-4610-4BFD-9443-D921818E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정책 유지</a:t>
            </a:r>
          </a:p>
        </p:txBody>
      </p:sp>
    </p:spTree>
    <p:extLst>
      <p:ext uri="{BB962C8B-B14F-4D97-AF65-F5344CB8AC3E}">
        <p14:creationId xmlns:p14="http://schemas.microsoft.com/office/powerpoint/2010/main" val="553108815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7CA9D5-45BC-46BE-989D-FF9FB574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5F9A93-C31A-482E-BBC1-6B73C39D7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재직자 · Safe loop를 현업 tool에 매핑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4629E-A973-4570-9232-8E0C4848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95F350-709A-4C19-94CD-8590E07D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B1C046-F14C-4000-ABA3-22014D62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1280BA-1FD9-4A00-83F2-42C28869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46949B-95BE-41B2-BC37-35ED9BEE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교육 도구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393B3C-977D-405F-9AB9-6C192A76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현업 예시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7C74C1-B077-4CA1-A357-C2DAE9A9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84A2BC-80FB-44E6-8399-E5537822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AC91D9-4EB3-4952-9A94-F2189249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txt 읽기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ADB2A2-2698-4EF4-8FA8-F2F46C5F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5F424-0EDB-405F-A4DC-29DF9C90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marker 세기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7911E7-35A1-4CD6-BED4-1C6B4F30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77D915-A912-4A28-928C-F671A6B3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결과 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CE1610-EAEF-4B68-A095-4E2E4034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300ACE-7C9C-44E2-83B6-EC7D38DC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로컬 cache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8B7DDB-159C-415F-A43B-BEDB1591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80DD6D-202D-4200-8EB8-0551D068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FAQ 조회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21DF4F-D466-435A-A5CF-3E29C6237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6E5437-86E8-40DD-88EC-8362C9FD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티켓 분류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D9608-A991-4113-A7A9-67A5DDAAD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AD91BF-D290-485D-B087-487E2F04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검토 draft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4CEEEF-DB91-45A2-8547-62D82DA7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A8929C-7E31-4850-A315-2E0F35723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request dedupe</a:t>
            </a:r>
          </a:p>
        </p:txBody>
      </p:sp>
    </p:spTree>
    <p:extLst>
      <p:ext uri="{BB962C8B-B14F-4D97-AF65-F5344CB8AC3E}">
        <p14:creationId xmlns:p14="http://schemas.microsoft.com/office/powerpoint/2010/main" val="854922568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85C9C2-F935-4695-B5DA-688D48C5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EEC200-48AB-4ED7-B614-E8AA6DE0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Gate 5 · 14:00 점심 전 실행 증거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5DAC36-5CF9-4A9E-9E53-4386586FB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058A75-9DAD-4BA4-B88A-096F61CA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43C7EC-6A16-48E5-B356-F0B9B9F5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189943-511B-47E8-BA10-46842637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B08205-3F1F-4BE6-A735-55008CD3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지금부터 점심시간입니다. 14:55까지 돌아오면 15:00에 Local LLM 연결부터 바로 시작합니다.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BE481B-A781-42EE-9936-2A98C1D1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884264-A899-4EF7-B217-5A3385AA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3AD1AB-8D5F-460F-8C11-8C819FA35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Notebook Run All 결과가 남았는가?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B80981-E341-46AE-A0C9-C5671D905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4A5583-8AE2-40E1-945A-4101E2D7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F80624-D3AE-4BA9-AB40-3C1EAFFB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pytest 10개 통과 화면이 남았는가?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3CB08A-5EFB-4622-8F48-102F6572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974469-5749-4DC0-BD73-EBAD5E7F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4D8529-C58F-4779-A2FB-B3630696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내 commit diff에서 바뀐 경계를 한 문장으로 말할 수 있는가?</a:t>
            </a:r>
          </a:p>
        </p:txBody>
      </p:sp>
    </p:spTree>
    <p:extLst>
      <p:ext uri="{BB962C8B-B14F-4D97-AF65-F5344CB8AC3E}">
        <p14:creationId xmlns:p14="http://schemas.microsoft.com/office/powerpoint/2010/main" val="1127908513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5E1198-9AF3-47E1-A1E3-4B6FBB15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E78316-7AAB-4784-A44F-1FD0E0C0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B4A50-C077-4DA3-A14B-1D1A23E7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1일차 6차시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030FBF-00A0-4E4F-BB87-198D897B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무료·로컬 LLM과 Adapter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D8917D-3536-4997-B0E5-ECA4BC6F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E0E0E0"/>
                </a:solidFill>
                <a:latin typeface="NanumGothic"/>
                <a:ea typeface="NanumGothic"/>
                <a:cs typeface="NanumGothic"/>
              </a:rPr>
              <a:t>15:00-15:08 강의 · 15:08-15:18 연결 시연 · 15:18-15:35 개인 실습 · 15:35-15:40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D4B6CC-A88D-4C57-BB18-66CBCF34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D43E1C-D427-44AC-BD63-EC6F5F72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46BDFE-B6D3-4D42-9EFB-00FCB0DF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3E5817-0E99-44EA-86BA-85F3F060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Ollama · LM Studio · Fixture Provider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B6F629-B22E-4C01-BA85-9777F968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F84298-1944-4935-AB6B-A4151070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52E87E-65F0-47D5-AD68-2EEBA0A8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87DAD0-6829-4D10-AFEF-DEB8E60B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모델이 없어도 같은 구조로 실습을 계속한다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31406C-3531-4083-B85B-1E2E0959C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C391CF-13C8-4E72-8200-55B7A34D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함께 챙길 내용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CD3952-EE2B-4C07-870E-47A10BCB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3F8924-1369-49F0-8AFB-2A3DA0B7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성공 또는 예상된 실패 결과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F9E612-A2A6-4DEA-8810-6388FA7A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438370-258F-4D9C-AD29-50D12418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C7C7C7"/>
                </a:solidFill>
                <a:latin typeface="NanumGothic"/>
                <a:ea typeface="NanumGothic"/>
                <a:cs typeface="NanumGothic"/>
              </a:rPr>
              <a:t>슬라이드 169-202</a:t>
            </a:r>
          </a:p>
        </p:txBody>
      </p:sp>
    </p:spTree>
    <p:extLst>
      <p:ext uri="{BB962C8B-B14F-4D97-AF65-F5344CB8AC3E}">
        <p14:creationId xmlns:p14="http://schemas.microsoft.com/office/powerpoint/2010/main" val="403053267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9E3756-5D5D-4B17-90B1-D9A8DF2B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33901-D051-4D20-A997-8C440208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프로그램이 달라도 generate 계약은 하나로 둡니다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232E9A-6D7E-4196-B677-6FD48720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24B8B-925A-4E68-A1CF-20AF3332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C0AB0-B30C-4E68-AB4F-5AAE08F3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1E32E0-BD8A-4B40-9248-0F9072AC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395808-1F55-44A8-BCE2-51758A28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특정 모델과 프로그램이 사라져도 이 실습의 핵심 계약은 그대로 실행되는가?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1EB78-706B-4DC6-AC4A-8CE73C53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C56377-6325-4FBA-BA3C-11E71A45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EB4618-35DC-4C47-9C90-CC562F67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PC 사양과 UI 선호로 provider 결정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0428A4-8B09-4732-9824-FC9AABB2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F9446C-F505-45CB-8994-963721B9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연결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111C61-B965-4A2A-8945-3C9E127B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health와 base URL을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7840C9-25AC-4822-B85A-8435915F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67B983-718C-4BED-AA5A-2BDF5682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변환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FE1B7B-E6C0-4F16-AE51-3F82B012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adapter가 요청·응답 차이를 흡수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A7AA07-44F5-4564-928D-432C9B339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446BF0-8927-4A4C-99EE-D5B9DEC53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DCFBD7-A894-4016-AEF9-6C9C2FA5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JSON parse와 schema를 순서대로 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8D229B-7450-4D16-99D6-55AC83B5C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520024-1529-424D-B5F1-6CB2318C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대체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539297-BB21-4AAD-A542-F0A3CC62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연결 실패 시 fixture로 계속 진행</a:t>
            </a:r>
          </a:p>
        </p:txBody>
      </p:sp>
    </p:spTree>
    <p:extLst>
      <p:ext uri="{BB962C8B-B14F-4D97-AF65-F5344CB8AC3E}">
        <p14:creationId xmlns:p14="http://schemas.microsoft.com/office/powerpoint/2010/main" val="112362683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E0FB45-B2EE-4425-AF84-DA21E705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E659DC-C3E5-4B8A-A6C2-84F3D0C4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모델을 교체하기 위한 네 가지 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6948E5-BC59-4E01-950D-79A54050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C947EF-5719-443B-930C-3933E5CB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5BCD73-5872-47E2-ABAB-C0784EC9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AF1AB2-CB64-4F8D-B24C-0C5D03A7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171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3FBFDF-54AC-4323-B922-DCAB3D45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541F4C-0763-4E88-BBE6-60DEAFD4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1FBF37-25DE-472C-AA83-35FDC369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21D092-CCB4-45B9-A453-B205C7BD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856F3E-2BE8-4378-84CC-5A66D353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Local LLM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Model on My Computer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781F49-5095-4945-BFC2-E30C1D20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외부 API가 아니라 내 PC에서 실행되는 언어 모델이다.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3C8D2B-B0B6-47B6-B229-F726FE54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Ollama에서 qwen3 계열 작은 모델을 실행한다.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C08674-982E-4AAB-8E49-AA877BADB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E6B942-0A2D-4527-A54E-CB2F59C6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65AB61-8F20-4307-A867-829C4B04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Provider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Model Access Method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2BA307-352A-4468-B12C-F8EE3EB6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OpenAI·Anthropic·Ollama처럼 모델을 호출하는 서비스 또는 실행 방식이다.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2D8E33-2998-4057-AF18-D8AE3DD6D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local provider와 fixture provider를 같은 인터페이스로 부릅니다.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D28E90-140E-4B10-938F-9B4FF2A1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26EC9D-94CB-4A29-A514-31982E70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Adapter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Common Interface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7BD3DE-158E-4D6F-9AC5-E838DCDD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서로 다른 Provider 호출 방식을 하나의 공통 함수로 감싸는 계층이다.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CF790E-2152-4986-8B60-F4249BAD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generate(prompt) 함수 뒤에 Ollama·LM Studio·fixture를 숨깁니다.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1452D9-CE19-4A99-888D-35FCDC8B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25CC07-0CD9-4A5D-868F-B6B20549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4C8023-D522-413C-AAE9-20C1FA6C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Fallback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Alternative Path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7C7D24-A2C1-480F-ACBB-B648850A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주 경로가 실패했을 때 학습이나 업무를 계속할 대체 경로이다.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885BCB-4A05-4080-9C27-AF4EE2C7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Local LLM이 없으면 고정 JSON fixture로 Schema·Graph 실습을 계속한다.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1F4443-3EA4-4497-A3C4-AA52273D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72980449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A5293A-0055-4C86-A369-078BFE19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필수 목표는 “모델 설치 성공”이 아니다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A444B-F4EF-4E66-82E5-4E3FBD27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6CD1B3-73F0-41A7-9BA5-9619A7EA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37DC2B-7B27-4312-AB0B-D21EE545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E2B2B3-0B73-4C99-A821-F13F89F8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172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D13174-2339-4D07-8405-3379AEC9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B7AC0D-71EB-40D1-8BD0-93383AACB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provider가 없어도 mock·fixture로 adapter 계약과 예외 처리를 완성한다.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04f99d1a0543e5">
            <a:extLst>
              <a:ext uri="{96DAC541-7B7A-43D3-8B79-37D633B846F1}">
                <asvg:svgBlip xmlns:asvg="http://schemas.microsoft.com/office/drawing/2016/SVG/main" r:embed="Redf522731b1945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AAFD04-DBAD-405F-AC13-B7A309830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BBA625-087B-481E-BA14-29EB5952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mandatory: contract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AE79E7-686C-432A-BD5E-0ACEE649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5AACC1-485E-4958-BFAE-2EA6AFA9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optional: local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CEFB11-01C2-41F4-8725-D2E28F2A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A226B9-8DD3-485A-87A0-2D14AB8E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 score penalty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ED886E-6C0E-4D33-B97B-941AF2F8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8A4C1D-9AA4-4CE2-93AD-9CDBAAB6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무료 실습의 진짜 조건  |  무료는 비용 0원이 아니라 선택권이 남아 있는 구조다.</a:t>
            </a:r>
          </a:p>
        </p:txBody>
      </p:sp>
    </p:spTree>
    <p:extLst>
      <p:ext uri="{BB962C8B-B14F-4D97-AF65-F5344CB8AC3E}">
        <p14:creationId xmlns:p14="http://schemas.microsoft.com/office/powerpoint/2010/main" val="355297784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360607-09CC-46A7-A6E0-EF183D7B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Ollama는 CLI와 localhost API 경로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22269-0FB7-4E3A-847F-7299C3E9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E91E26-F40A-478C-8B46-601418EF0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CA7DEB-B647-4A66-9E06-7623FA59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22FD3C-0680-43ED-ABBC-147EE002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173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BABF79-416D-4F71-865D-42EC2F432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모델 pull·serve·generate를 간단한 로컬 흐름으로 제공한다.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555E6B-81EA-43DD-816B-46FE0F43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AD8DF-6182-4A0B-B29E-B6B5A559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ollama pull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DE2664-D6A9-4149-A870-2AEEA5E3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E39CF2-8579-4E06-86DF-7194376D6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localhost:11434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82BB33-70F1-4339-85F2-AE508C8B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2E81A0-DE19-40FF-BF78-E3F87C3C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API key 없음</a:t>
            </a:r>
          </a:p>
        </p:txBody>
      </p:sp>
    </p:spTree>
    <p:extLst>
      <p:ext uri="{BB962C8B-B14F-4D97-AF65-F5344CB8AC3E}">
        <p14:creationId xmlns:p14="http://schemas.microsoft.com/office/powerpoint/2010/main" val="954330756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E08B46-DEB8-460D-86DE-95949A7A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LM Studio는 GUI와 OpenAI-compatible server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F11F7-F058-4DDB-97A0-6FD930D3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92AAAD-F30C-4AC5-822D-EF38E0CE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D07C3A-12B8-445C-B778-050CFC7D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59FAD-9417-4000-A4DC-C468EDDA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174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1EEB27-AEA4-4ECB-90F2-5F87CBAA8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EBAEC1-575A-4221-A40D-21EDDB4C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 관리와 local server를 화면으로 다루기 쉬운 대안이다.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47046-3784-4031-B8EB-B533BE92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2AA035-64F4-47DE-AE76-0717C58E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download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A42648-F472-4ABB-8ABC-51FDAD93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F4758C-0BDC-4327-A63D-6535AEA53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start server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415CE5-7622-49BC-83E0-9B1CE760D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1B9F36-0F34-43E1-BA48-06939E29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base URL</a:t>
            </a:r>
          </a:p>
        </p:txBody>
      </p:sp>
    </p:spTree>
    <p:extLst>
      <p:ext uri="{BB962C8B-B14F-4D97-AF65-F5344CB8AC3E}">
        <p14:creationId xmlns:p14="http://schemas.microsoft.com/office/powerpoint/2010/main" val="1651346078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E07678-4E1B-4A25-AF76-3E73CF52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Jan은 desktop local API 대안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4001CD-C784-45B4-9BE2-08502A23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9CBA8E-BD93-44C7-8C99-2ABA4AA3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CFAE3F-F4E0-4512-8C1C-AE040F56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8E504C-5409-4C08-B875-9EA57260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CAF2C8-2C74-490F-AF44-D5E9D464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OpenAI-compatible endpoint를 통해 기존 client를 재사용할 수 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EEB35C-9BD0-4F78-8F0D-56F9F393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6BAC0A-E5F3-40E2-BC54-3A4D29DD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local server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4184A-9D89-482B-B3FB-A89FFE15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E2B86B-726B-410B-B242-C99074D67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model selection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0C7229-6E29-4472-895D-D599F77B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E6161B-7748-41AF-A3F5-2C2DE540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offline-oriented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40C84E-7CD0-408F-AAE1-96CEBFC0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35C40E-FB72-4A49-9BB4-8FB35172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무료 실습의 진짜 조건  |  adapter가 없으면 모델 교체가 곧 프로젝트 재개발이 된다.</a:t>
            </a:r>
          </a:p>
        </p:txBody>
      </p:sp>
    </p:spTree>
    <p:extLst>
      <p:ext uri="{BB962C8B-B14F-4D97-AF65-F5344CB8AC3E}">
        <p14:creationId xmlns:p14="http://schemas.microsoft.com/office/powerpoint/2010/main" val="503783816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A4D0D0-CBA9-4F9F-B6B5-764EBEE0A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Provider adapter가 차이를 감춘다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7123CD-DA1D-4A37-8CCA-D679AC57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C2B88-EFC4-47E6-B562-5510D810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DE4554-AFB5-4137-AE7D-33A3EFEA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B317FF-A9CF-408B-A8BD-E50381A0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176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6E2AEF-5663-4732-B7C4-FDE983B1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2532A5-1C87-4F13-AC49-B06D1B07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URL·인증·payload·response를 provider 내부로 모으고 앱에는 공통 result를 준다.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8994AD-FB97-45A0-A2E3-C6102239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A35FE-E392-4038-8D1F-5F85EB20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generate(prompt)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0D1914-6F45-4C8F-B667-27384FE2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5E84F2-34D6-4909-B389-6FBE0380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success 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B2D549-347F-4338-AAE6-49B30065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A54082-63D7-4227-AC35-A4B4593D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normalized error</a:t>
            </a:r>
          </a:p>
        </p:txBody>
      </p:sp>
    </p:spTree>
    <p:extLst>
      <p:ext uri="{BB962C8B-B14F-4D97-AF65-F5344CB8AC3E}">
        <p14:creationId xmlns:p14="http://schemas.microsoft.com/office/powerpoint/2010/main" val="110357493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80E861-AA7C-4DAC-8FA5-4CE59CBC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OpenAI-compatible은 완전 동일을 뜻하지 않는다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617EFB-AC53-443E-9E54-4EB0D092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D5B69E-EBF7-4485-A9B3-B263BE7D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B19FD5-7C40-45C4-9130-ADFECAC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71A41E-BAC3-42A5-8DCE-B3052C96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177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5193AF-0AF4-408B-8A6F-CF680653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model name·지원 필드·tool calling·structured output 차이를 확인한다.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F39409-84C6-477C-B346-68C3020E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3C7699-7B52-4504-BA69-D2FA8960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endpoint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0BAC1F-A67F-4C8F-B801-4A6F0C43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561695-7257-415D-8976-B1BE01D6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payload subset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65DDBF-0501-457B-BD01-1F7F873AD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FD12B3-DFC1-4C47-9C1E-74C6A37F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model capability</a:t>
            </a:r>
          </a:p>
        </p:txBody>
      </p:sp>
    </p:spTree>
    <p:extLst>
      <p:ext uri="{BB962C8B-B14F-4D97-AF65-F5344CB8AC3E}">
        <p14:creationId xmlns:p14="http://schemas.microsoft.com/office/powerpoint/2010/main" val="1452228763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0B6B4D-7C0E-4BC5-BDB6-F0686095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작은 모델은 출력 계약을 더 엄격히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A7EED1-E490-4E2C-B4F2-8C14BD4E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275D19-5F34-456A-89DB-06F0AC51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8B0C96-2E99-4289-AED5-7C7C456A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14638D-3C07-421B-92B6-B6748384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178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4B294E-B38E-42BF-91E1-6407F323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856346-4043-4AF6-8E5A-73B824A1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JSON parse·schema validate·repair·human review를 별도 단계로 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68A9A1-C4DF-4E13-96AB-C8E48E96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2EE3AD-B33B-442E-91FE-06673C2E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extract 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613E78-C492-4540-AB66-5F62EE1F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88A9D3-2698-4C3D-A830-3CBBECE6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validate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24423B-E1D3-46A8-ACD8-E666BCB3D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2992EC-933B-461F-861E-C202A00F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bounded repair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422D98-F9C7-4790-9873-CBA6B35D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C27961-9FC7-4246-9613-F939F052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CDE6D6-F338-4FE8-A1BE-69677B42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3ADCA2-957C-4FD1-B352-895DC170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무료 실습의 진짜 조건  |  local LLM은 정답이 아니라 데이터·비용·지연시간 사이의 선택지다.</a:t>
            </a:r>
          </a:p>
        </p:txBody>
      </p:sp>
    </p:spTree>
    <p:extLst>
      <p:ext uri="{BB962C8B-B14F-4D97-AF65-F5344CB8AC3E}">
        <p14:creationId xmlns:p14="http://schemas.microsoft.com/office/powerpoint/2010/main" val="419680146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B4414F-3FD4-4538-963E-E06527AE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14D0C-6997-4134-AF4D-647632BE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로컬 provider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AE4C3B-6727-4E81-BA6D-71B73AC8F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00BECE-44ED-4298-BBAB-B8FC7E1D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33C67B-8E10-4DC1-807B-36CD99BD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A11BCF-DAB6-4945-9EEF-1E6A2227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2DAA77-232E-48EC-AA00-DF46F687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97F71E-6EF3-4644-AB27-1AA88BA8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9F8CE3-9341-4155-8E6E-C1A6613F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E97D4B-ADA2-4773-9EF4-48E196A8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RAM·권한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D88ECB-9475-4AC4-B3E0-AD3AD624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127D5-8D8F-4158-AD6A-438D3DB18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934EA6-7E47-48E8-BE17-8DB59D3F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CHOOSE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1080FA-DCCB-407A-A8D3-C6B00FBF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Ollama·GUI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459488-ECB5-492D-B44E-7AD29D8F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FF3C78-C1EA-4AAB-83BD-2CB55617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3DC329-B5AB-43D3-BBF9-D8A343C7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VERIFY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789A39-2493-4AD4-956B-14698461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health·model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6EC7A7-4AB1-4C7A-B80E-FAD7F48D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69E040-267A-48DB-9755-1E29313C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1776C8-B069-471A-8F7B-4CAF7A15B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FALLBACK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7FE5E5-6931-4661-A6E8-130E9315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fixture</a:t>
            </a:r>
          </a:p>
        </p:txBody>
      </p:sp>
    </p:spTree>
    <p:extLst>
      <p:ext uri="{BB962C8B-B14F-4D97-AF65-F5344CB8AC3E}">
        <p14:creationId xmlns:p14="http://schemas.microsoft.com/office/powerpoint/2010/main" val="931604719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15C463-D8C4-4CF2-A6FA-F30E5F7E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CE9D31-138F-4820-8D08-47B2D16E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Ollama 최소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E2426C-646F-4D2C-B501-08BE718E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DA4F9-2CD5-4EB3-95EA-40A48E09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D6C8AD-2E81-4D74-8FB5-8CC0515A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BD35F1-1A1D-4725-973E-2CE3180F5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A6FD63-23A7-4EBB-9877-06DB3224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5BBE55-E1B5-4933-8380-DB71843C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E5D38-2CE5-43FB-A099-93FDB9B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INSTALL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B18ABB-C9F3-493A-B29A-57EF0AFF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공식 배포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7C42C8-A1D1-403F-99E7-07380208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80212A-1904-4920-8665-9045D549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E20C8C-D6D6-4D0A-BAE4-D077CC62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PULL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19BEB4-973A-4889-928B-3622944A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작은 모델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117E63-FDC4-4547-A8CA-B1555EC4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1A706D-6DFF-41F1-95FF-1586ED6FD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11AD84-1ABC-47D2-B18D-DDD20A0E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LIST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C1CABB-6409-473B-9087-F447CE42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model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9F599F-C66B-480C-BD88-410D680C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AF6B4C-4F97-4AE2-9359-72DD8A05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C5078B-962A-48AE-8CD1-ADEC0CA5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GENERATE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23C327-4FE9-42C3-A1BC-16842F0C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API 호출</a:t>
            </a:r>
          </a:p>
        </p:txBody>
      </p:sp>
    </p:spTree>
    <p:extLst>
      <p:ext uri="{BB962C8B-B14F-4D97-AF65-F5344CB8AC3E}">
        <p14:creationId xmlns:p14="http://schemas.microsoft.com/office/powerpoint/2010/main" val="1851560576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4C5A5D-49DA-4F1B-9869-1FD0A7C2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54BFEF-1FCC-470F-A989-C90E7444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Adapter 네 단계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FA35B9-5C85-4317-968F-864A65BD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61749F-9F6E-459E-B87E-70ACC08C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138943-6B8C-4B88-9F32-F2F40286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08D5A-E6DF-4401-9BEA-E6D111EC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181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CED202-BBA9-42D4-BFB0-E9F64955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B0BBB1-7444-46EB-AC6F-FE47C5FD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521B38-0F9F-4F55-92F6-BCAAF1BA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6600B2-9E43-4006-A6A3-FFD382F55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공통 prompt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2D7010-01E5-4983-B86D-2623FB61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166EAA-ED47-4A37-9689-6210CC08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0A92B5-1660-4C06-AE89-1520F468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F43A15-9CEE-4C82-884B-842A5390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provider payload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D15435-5310-44BC-8113-7AB39413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F0EC45-6E07-4849-8DF3-7D842B70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E9AE35-9C1C-41B4-89E8-0D228BFF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824709-98DA-4F09-A71A-6B298040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timeout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ECD582-B51E-409A-9CEA-F2E48A4F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B6EF7B-0EE1-4CB0-8436-7413B6F6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3C63E3-DC84-48B7-A573-D89D1FC6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NORMALIZE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136669-5A6F-4E7E-937D-8DC663D4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공통 result</a:t>
            </a:r>
          </a:p>
        </p:txBody>
      </p:sp>
    </p:spTree>
    <p:extLst>
      <p:ext uri="{BB962C8B-B14F-4D97-AF65-F5344CB8AC3E}">
        <p14:creationId xmlns:p14="http://schemas.microsoft.com/office/powerpoint/2010/main" val="72107963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5360BE-7027-403C-862D-5ECFE7315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AE10B0-9D9E-4C02-BBDC-C20B8E09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Structured output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41B2C3-A487-47ED-A5A9-E1CF5D66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811F69-2797-4AFE-B3C2-CDB6E6A8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09C3E-C9F8-4FF5-9992-EC24B14D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7C6346-F7BB-4187-B59F-421DB482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182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F11221-EF70-4A23-BBE4-62F2A12B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8D608D-7FBC-4C4A-82DA-BE0FC0AF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FA7BA7-9C71-4E8D-86AB-0B440BB3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RAW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0829D3-4F23-49E1-8E97-1D8139029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원문 보존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9D7B13-A82C-4C8F-A400-AA6ECEB9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9E5CF7-60EE-4833-9D37-764D7F17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2D648A-CDB6-4E09-A02F-CEC6C2BD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PARSE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375EAD-B28B-4865-8AA9-AD028FA2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JSON 추출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2BB02C-28F9-4487-8958-7E802537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8FC8CC-05F9-4A73-A3AB-E7217A36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9EE2C8-4D93-4B26-9F64-1F76AF11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VALIDATE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829D94-2ABA-4BE3-B774-789C1CB2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schema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E34AE7-5B70-4FD7-9013-F1002A4D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896017-58A6-4EF2-A8BF-0B4C3DE1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CA4B1D-9F51-4DC1-B571-35FF75FD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0AC6C9-82AD-412C-B615-02C0034E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repair·human</a:t>
            </a:r>
          </a:p>
        </p:txBody>
      </p:sp>
    </p:spTree>
    <p:extLst>
      <p:ext uri="{BB962C8B-B14F-4D97-AF65-F5344CB8AC3E}">
        <p14:creationId xmlns:p14="http://schemas.microsoft.com/office/powerpoint/2010/main" val="1069258666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8B063F-E970-4AAA-BF47-8FC10029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052821-F832-4934-A5B8-1BB4B905C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 오류 분류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8039BC-14EE-4B7A-9F9B-96C07748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24512F-F7C6-43B9-90A1-97BCADE7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55DD4C-84C4-4B6C-8E3D-3BB83D62F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C695EF-C289-442D-894B-36030A25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183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367F1-E799-4AF1-9FA2-45FB8A38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170EE7-85C7-48D4-A140-000498E8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3876ED-D7C2-4BA0-8096-8B70F4EE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CONNECT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5A37C0-2FE6-40F0-B7AE-7B847C18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서버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40251D-ABCF-4AB2-8800-3D6F8074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87748E-5D7D-40AF-B797-17629DC7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AB9FC8-A909-4F6D-8E7A-3CF2B30F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E11EAA-C5D5-4B5A-8CC8-827DC44E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tag 없음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47FCB4-25B5-4F3D-B60F-83E47E21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FAFFA1-3038-44C1-A9A9-4E0E08D2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39AE49-C8B5-4A78-8262-E71F1981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FORMAT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35475F-7D50-4798-A31C-5C173BC5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JSON 깨짐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D5EE55-BF06-4F8C-AC78-E1A734C4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28F52A-5E75-410E-BE5F-771811BE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0D20E7-677C-4147-99FD-333FA971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QUALITY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6619BA-D5D1-470B-8E72-4E7BB8E4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근거 누락</a:t>
            </a:r>
          </a:p>
        </p:txBody>
      </p:sp>
    </p:spTree>
    <p:extLst>
      <p:ext uri="{BB962C8B-B14F-4D97-AF65-F5344CB8AC3E}">
        <p14:creationId xmlns:p14="http://schemas.microsoft.com/office/powerpoint/2010/main" val="1869480104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2F7293-1B73-40C8-9452-77CCD814F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도구 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6787CE-600B-43D7-A4C8-8C3C5883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세 프로그램의 차이는 화면에서, 공통점은 adapter에서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9BB80-0A94-48DC-BBEE-4839B041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D179E-31B3-4E37-A566-E0064888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603328-DA89-41EC-B5C6-316CBCB6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4BC7E7-9D17-436E-A69F-CAA697FD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184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00741D-E54D-45A5-BB06-17AAD3AF9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Ollama → model tag → LM Studio server → Jan API server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775F1-1F97-419C-8BC0-9BC8D737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A20AFA-5AE9-4907-8383-C6B31095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도구·서비스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B0A3E4-44B7-4BBF-92AA-0A71A54A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336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도메인·역할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A4B51B-E307-41FA-B49B-E0FF1C42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이번 강의에서 쓰는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EF6A40-0126-436E-9520-36195547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336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유사 도구와의 차이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D43A0F-BFA6-4DD8-B50F-0EA0A5DD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Ollama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54CABC-8CB3-4BCD-9201-0D510049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241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CLI·localhost 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542BA3-B5A7-4E89-9FD8-C1DCB412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241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명령 몇 줄로 local model과 API를 함께 실습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C89640-7881-463B-8664-324AA388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GUI보다 단순하고 자동화에 유리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1035EA-2B3C-4B07-B253-58601F11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032645-939A-4C2A-B13A-638BB3A9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991419-D4E3-4A7C-B95F-FC2D147E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242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LM Studio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CD74E9-F148-4C27-B3F7-C384DF39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242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GUI·Local Server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F6A8CC-ED75-42A5-A414-97F673F6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242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 탐색과 server 상태를 화면으로 확인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0AC6DE-AD3D-4029-A1C7-9B207129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242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초심자 친화적이나 GUI 조작이 필요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D01E4C-8330-49D1-B23F-AA61D6F1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38F79B-B505-4B35-AF7D-D089B24B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Jan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790F2A-1EDE-4FB7-A68E-997EB7CA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243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Desktop Local 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2E5183-4BE3-4173-9DD8-494FCE91B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243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OpenAI-compatible 대체 경로를 하나 더 확보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187C1D-0D39-4899-8D61-D422EEBE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243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생태계·문서 범위는 도구별 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FCC217-6F6E-447D-8602-DAF70987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C8E937-4F58-4AC7-8E4B-3F615B15D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DA9D64-A099-4000-A30F-58327C56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44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Fixture Provider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2EF153-A8C6-4068-A4CD-37DA37B4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244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설치 없는 고정 응답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4CDB19-D321-4A7F-B8AE-4193C27E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244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 설치가 실패해도 Schema·Graph 실습 지속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DFDEA4-5914-46B0-B765-33498241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생성 품질은 평가할 수 없는 복구 경로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A0272B-0784-4F04-AAAB-2ABE8D02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97356139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CFA869-96A4-4636-9326-225D2EA63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633C33-88B7-4945-AD2D-46173091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Ollama 다운로드 · OS별 설치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6A80DA-37F4-482A-8D43-865A893C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E9EA89-7DCD-43D7-A2CB-2ED02DC5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944B29-226B-4751-AA6B-932522F07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8DC196-92D0-4DBC-8ABE-43680321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D4C7E3-9FBC-480D-854F-EE05731A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8032B8-FF29-40CA-B065-6CE43E43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4844D-4301-43AA-8EB4-CCAB40DB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공식 설치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2A494E-750F-49A8-9358-AB65AD51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8F23C1-E712-4C1E-BB60-A6D8F86B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OS 지원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FC670-E6F7-4DF8-BC40-A6EA42337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1AF73D-3D5E-4240-9C5A-1DF716B2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회사 PC 권한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EB94F7-5D99-48CA-B7E3-50281957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9AB4F0-4686-456C-A59B-F013701D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수업 전 미리 다운로드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B0C626-2E80-4F7D-B536-DE1DF066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b4c8555f9b4706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C08A69-7F3C-4270-A821-A0D5E31F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Ollama Download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675205330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2FA56F-82DB-4F30-8024-35EB5830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5D3F0F-08F4-4A4A-9449-552A10CC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Qwen3 model library · tag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36D6F-3F90-4E62-9D2A-1C2F040B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354806-C4C2-4897-940A-0A78A0A1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6CDDC5-B3FE-42E3-82BF-266F8D4B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9D0C5C-2EDA-41AD-9346-BEA78CA4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186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2589D0-F26F-4E3C-9369-A8C656FE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25D647-5E4A-4D99-ACA0-D343A9FE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7DD254-2727-4580-94A3-704866CF2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 tag를 그대로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48E209-048D-4294-ACEE-F7EE06A6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762834-ADA6-4564-99D5-EF519520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크기·RAM 고려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69D4FC-269A-4C5E-8015-25D99E00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B58BEE-5A5D-4724-B306-121BC0E4F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 모델만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859C50-93E9-443E-B9B1-FECBFE12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FF3015-05C3-42E6-9B9C-CEEA5563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강의 직전 tag 재확인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2B70D1-4480-4A67-A461-0535DE81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009721bafa4a80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8E662-A7BD-4648-806C-E022B38F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Ollama Qwen3 model library 화면</a:t>
            </a:r>
          </a:p>
        </p:txBody>
      </p:sp>
    </p:spTree>
    <p:extLst>
      <p:ext uri="{BB962C8B-B14F-4D97-AF65-F5344CB8AC3E}">
        <p14:creationId xmlns:p14="http://schemas.microsoft.com/office/powerpoint/2010/main" val="2020001276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27BC68-F288-4790-BCD4-9484A013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124CB-56B6-484F-8BD3-4F86E69B4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LM Studio · Local LLM API server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9EE75A-2794-4C65-8C0A-DE796F28E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DF7EEA-A159-4D37-89EC-14785BB3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6C4A91-E8FB-49EE-9AC1-34937EFA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F90DA1-DCF5-4E43-AEB7-29D6F49C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E419F9-5AC6-495A-980D-D43AD0F8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9C1096-B3DF-4371-BC4E-F08F3E9C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8189B7-4E81-47DA-BC56-D09AA4C1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GUI 모델 관리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674C00-7978-42DE-B2A0-01A6700C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18082A-42B2-4E8A-A113-279366A7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server start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A9E33C-0E1A-42F5-AE11-9005AF22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DC49C9-C2D6-4AD9-8E24-8B0C1BACF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localhost endpoint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083E8D-A498-416C-BAF8-71BBE979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E6C2D3-DF8E-49C0-B524-6D0E75B5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OpenAI-compatible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310C70-706F-4F43-AF0F-8AFE3327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db1ecabec4796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8AC4F2-3E84-42F5-9DA1-70409134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LM Studio local server 공식 문서</a:t>
            </a:r>
          </a:p>
        </p:txBody>
      </p:sp>
    </p:spTree>
    <p:extLst>
      <p:ext uri="{BB962C8B-B14F-4D97-AF65-F5344CB8AC3E}">
        <p14:creationId xmlns:p14="http://schemas.microsoft.com/office/powerpoint/2010/main" val="1084306101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CC1977-FE65-4675-AA21-85350F98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6B80BC-7C5E-4B99-AB76-CFDC6B02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Jan · Local API Server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285A1E-7507-4555-9370-B390D4A7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8D341B-D850-4682-AEEE-BD37DE16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143BFC-49CB-430E-8DA5-7285658D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53C3B0-F62F-45A2-A514-58C1AACC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188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BF6731-7F5A-4641-BC78-977D1D97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3D77F-CC26-4247-929C-7B241FA38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C465DA-F3D5-417D-A0D9-6D1D22D1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desktop 대안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0F31BE-0857-469C-BF9F-9886AA59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876471-2756-4FED-900F-2AA02AC51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server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0E8B87-EF00-41EA-AAA1-B3338C48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69E791-4DF7-4A34-806D-9DAADB1B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model selection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A272AE-887D-40D4-82B2-C0243E5D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E7D1C4-B3C6-4F4C-B86B-F6318B38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공통 adapter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6639E4-8E64-48F9-ADA0-D8062908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6a46cc0c2f4517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B9EF84-1A75-405B-BDC6-746D912E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Jan Local API Server 공식 문서</a:t>
            </a:r>
          </a:p>
        </p:txBody>
      </p:sp>
    </p:spTree>
    <p:extLst>
      <p:ext uri="{BB962C8B-B14F-4D97-AF65-F5344CB8AC3E}">
        <p14:creationId xmlns:p14="http://schemas.microsoft.com/office/powerpoint/2010/main" val="672138785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39F9F3-3D22-4DB8-9F13-02225C0A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3829A-A14D-403D-AD2E-2D6462016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Ollama generate payload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4C7651-D702-4B10-9AFE-F02DF389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8A7124-194B-4F69-B00A-6861DA15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67F789-C9DE-4178-98E8-4469311F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EFB5B8-EC7A-4BC9-9D30-0E6BA6C1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189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F47E07-CC02-4B0C-A777-125A13563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3A055-2773-46D2-808C-8CC17165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037B35-87EB-436B-9B66-1C3522CE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localhost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9073B4-DAB5-4444-A74D-5D4BC30B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F52210-AEE7-411D-8396-F7444BB2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model tag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3F8C24-F9FB-4FEC-BCB5-5EE301CC9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53760-78C7-45FA-99CB-C2688E82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stream 단순화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34C661-E83C-4FD5-B69D-5F4F59B4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B42E71-3B77-43FC-903D-5018B975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timeout 필수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8CDD7E-D537-4519-ADDE-33D797B7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F8EE17-3EA9-4E6D-95FD-C91C21D1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118F07-E3B9-47B0-979E-5A5BFFE8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payload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"model": "qwen3:4b",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"prompt": prompt,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"stream": False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POST http://localhost:11434/api/generate</a:t>
            </a:r>
          </a:p>
        </p:txBody>
      </p:sp>
    </p:spTree>
    <p:extLst>
      <p:ext uri="{BB962C8B-B14F-4D97-AF65-F5344CB8AC3E}">
        <p14:creationId xmlns:p14="http://schemas.microsoft.com/office/powerpoint/2010/main" val="1790057475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81C9CB-44B2-4A4C-ACCA-1EC1F5F5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2B1091-3681-4D50-A2A6-5DD5EB47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연결 실패도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CE7A14-BB67-427E-96D6-276A8A32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5341F9-2541-4C96-9D50-D47DA22B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FAFA7D-BD08-45BC-902E-AAB33A62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B31425-4DC7-49B0-BF05-0C5CE010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190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FF7E9F-1A41-4422-BB72-D8DE94DA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A2DCC7-4193-440E-850E-4DDDC088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26B1F6-159B-46E8-AD2C-88376C8D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exception 밖으로 누출 금지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84E624-8A9F-44EC-9957-3B366B1F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2820B4-574F-48AF-A717-11C1A227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안정된 코드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E0B7C0-5305-46BC-B7F8-4479AAA7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616C6A-F708-433B-84CF-A89E146D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상세 원인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CF8015-D93C-4CB6-8508-4CB264311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9E174A-FA98-4EA1-90D0-506F1ECD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fallback 선택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6F0709-5FAC-4B0F-9844-E3E70413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2EDA7B-3A6D-43ED-817E-DB5A657D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6B131A-6947-4976-9E7A-B8DDEB8B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try: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data = post_json(url, payload, timeout=60)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return {"ok": True, "data": data}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except URLError as exc: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return {"ok": False,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    "error_code": "OLLAMA_UNAVAILABLE",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    "detail": str(exc)}</a:t>
            </a:r>
          </a:p>
        </p:txBody>
      </p:sp>
    </p:spTree>
    <p:extLst>
      <p:ext uri="{BB962C8B-B14F-4D97-AF65-F5344CB8AC3E}">
        <p14:creationId xmlns:p14="http://schemas.microsoft.com/office/powerpoint/2010/main" val="449794736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29EA0E-4EAE-45C5-AEE1-FE9621DC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3DC63C-23AD-4ADE-A64C-A989FAF4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공통 Provider protocol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F44A33-692A-457D-B9C2-74AD82D5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1DF016-742C-4805-A562-E8814A4F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306A0E-8CB7-4D33-B5B1-8A84A1DD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AF8195-445B-4EDD-9333-76855CB3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191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39A49-0BD0-40B5-A1EB-10FF85A0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F61E10-A6B6-4B49-B709-A9EC0BF1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CE33FD-0317-4490-9F31-032C9BBA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앱과 provider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BCD108-7292-49CB-8CA5-E794966C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F5AE11-13C5-40D6-9E96-79083C15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입력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21D9C2-5D91-4548-A227-8F295173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B71D75-9244-47FD-8FDF-D07DA557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result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D52616-B09C-41F7-8314-2B83EA00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692905-86AA-4C4F-9B10-CC6BAAF7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test double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B13B0D-75B3-4C55-BB0F-BCB62CC7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2F7CB0-C32E-4B54-9C0C-3A6AFCA3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19D829-4DD3-418E-98FC-99233577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class Provider(Protocol):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def generate(self, prompt: str) -&gt; ModelResult: 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providers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"fixture": FixtureProvider(),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"ollama": OllamaProvider()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2363375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0DAB6F-312A-400F-99EE-59AE2125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1CF80E-CF3D-47CA-9161-06596440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JSON parse와 schema validate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02F27A-86BB-4112-83D1-E28972F1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9A223-EA34-4C77-9544-2AB3C760A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50C01-8DDA-4016-8E79-15F547F0A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6BE634-CF9A-4701-A5D4-0D440076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6762C6-E5BA-44F1-932D-4EB96765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367157-D906-46BC-9C5E-614ED449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7D759C-1837-4E9F-B202-3F58BEB1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raw 보존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4CF59D-29BB-4F9D-B34D-5A1ADF73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F54266-5384-4E39-AE73-EF304E93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parse 단계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321B9-ADBF-4E2F-9103-344284F8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61A3B9-1F75-49D0-8BC8-7DAA0474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typed validate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DABEE2-B6F3-4592-89F6-3E274A8F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FE139-D002-4D32-94F0-B76FAF0B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근거 정책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F4DA27-7DDD-44FE-A507-5C9E4458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1A236E-01F5-4AC3-A167-099E0FE0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973AE7-D038-41DB-A638-16FE2C72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raw = provider.generate(prompt)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parsed = extract_json(raw.text)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result = MeetingResult.model_validate(parsed)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if missing_evidence(result):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return NEEDS_REVIEW</a:t>
            </a:r>
          </a:p>
        </p:txBody>
      </p:sp>
    </p:spTree>
    <p:extLst>
      <p:ext uri="{BB962C8B-B14F-4D97-AF65-F5344CB8AC3E}">
        <p14:creationId xmlns:p14="http://schemas.microsoft.com/office/powerpoint/2010/main" val="150481716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3717BE-0859-49C8-9F53-A4D490E5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82F5D5-C5A2-46F7-9083-A8A371EA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bounded repair · 한 번만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2085D6-515A-4992-A49F-BE735FD7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BBC480-EA73-42D0-93B4-B3556518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153BC5-B162-45E8-AA6F-16CC2A609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C7F17E-0F49-4720-93AB-248700C1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193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7A30A7-211D-4333-8203-3170B8D1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203B12-8E49-47F6-B29E-E1CCD1D9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73E0AD-9498-477B-9D72-8A1A4B6B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무한 repair 금지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22EAC6-D9F4-4B03-A939-A8DCBB9C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D9CAA5-580D-48DD-9D87-5325EED3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 정보 제공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2B388C-432F-41A2-A6FD-D9CB27F7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E44CCA-2DD2-4219-AB7D-0B1686D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최대 횟수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72F4A6-7962-4EEA-96F2-49FE467D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D26780-F048-4466-8020-73BD496B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사람 검토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05FE13-6858-4F84-82FE-74BBAC46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8C5E95-1BE8-4B47-AC05-D3329364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F87892-C47A-4977-8D9B-508C50C4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for attempt in range(2):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try: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return validate(parse(text))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except SchemaError as err: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if attempt == 1: break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text = provider.generate(repair_prompt(err, text))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return NEEDS_REVIEW</a:t>
            </a:r>
          </a:p>
        </p:txBody>
      </p:sp>
    </p:spTree>
    <p:extLst>
      <p:ext uri="{BB962C8B-B14F-4D97-AF65-F5344CB8AC3E}">
        <p14:creationId xmlns:p14="http://schemas.microsoft.com/office/powerpoint/2010/main" val="1264534423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6BAD0B-D453-4BEF-B3C8-3F20E3CB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A47F4A-AB1D-414D-8935-6415D5ED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1 · Ollama health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AC7E83-D994-43A8-809F-950678F9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A09709-E007-406B-B15C-07B501C1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DB7BD-3127-4941-BCFF-A7B67613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0F6332-F523-4833-B73A-D00A9CBA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194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30A483-E527-4F3B-B981-589A94BA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3FAFF1-81E8-4281-B3EB-330A74618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37B5C9-A44C-44B9-B9A5-FE09D9F9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0D5886-0F0E-450F-A529-1E6D984C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CF3F92-5CE9-4EE1-9CDE-180E34DE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E2F575-8D2C-4DAC-B608-91134471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ollama list를 실행한다.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5AE35B-ADC1-439C-9DA5-507777A4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5966A6-EEA8-4BC5-9DDA-B11AC0B9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0F1C1C-6FCE-4744-9EF7-ABAAA955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서버 연결 여부를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BEBEA4-DBCD-4D6F-9500-711BD1D6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842E39-8C5C-43DB-B37A-9B5041BDC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22956C-EE26-440F-B512-935CFDA1C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모델이 없으면 설치를 강행하지 않는다.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229ACC-D475-47F0-B21D-CE8FCA2F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EEDE25-F177-4755-90FD-ADDBBDE8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A45127-7D91-48C2-AE4B-E9DACE2E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fixture lane을 선택해 기록한다.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90FBC7-5429-4F91-8EC7-23F8B4B6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6775DA-7D44-464C-9BF7-5D6F00B8A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2951FB-76F4-488E-AF37-7A9A464FB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provider 상태 1줄</a:t>
            </a:r>
          </a:p>
        </p:txBody>
      </p:sp>
    </p:spTree>
    <p:extLst>
      <p:ext uri="{BB962C8B-B14F-4D97-AF65-F5344CB8AC3E}">
        <p14:creationId xmlns:p14="http://schemas.microsoft.com/office/powerpoint/2010/main" val="535118264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9A18FC-D12B-4971-86AD-9658F151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D87B8E-5E1D-404E-A839-6B2254E04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2 · 선택 provider 호출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5937AE-6174-4F88-813F-C454EFCE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E80F8A-28FF-44E1-AD78-161E8F2A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0BF3C8-5C1F-4128-A58D-487E8BDC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A5A708-593A-43AC-9372-8B04747D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195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A55A88-D9D2-4906-943D-0F1D18DD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12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35D793-6137-4211-B52D-3B6C0645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6810A0-8DB8-414A-8A46-A0BC8E34C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A06F6F-534F-4B70-9D3E-45514883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3BD699-E0D8-4B18-A829-D0411300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3B453-DC98-4BBD-9923-C67914E3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prompt를 짧게 입력한다.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32E626-75DD-4062-9D9E-5330ABDA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A5DED8-DFFD-497B-B47D-7219DAB2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C64591-5F7A-4159-BF0C-BF655CF6D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timeout을 지정한다.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07C01B-7BAE-4EF0-97E5-4CBEB295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0149D3-DDD1-4348-BB75-6373FE4D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F5E360-E5AA-4C92-B4A8-9016DE4B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성공이면 response 일부를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EE7BF3-47BD-46F8-83B4-8A06E183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C66329-0AC2-464E-B708-EA19607A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FE62CC-0A1D-4D9C-98CB-C2C23596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실패면 error_code를 확인한다.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2620B6-03F5-4D64-BBB5-DCB1123F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4F8461-74E2-4B9D-B7AC-077AED9A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BF7C6A-7803-4583-A7C6-6520C01B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성공/실패 result 1건</a:t>
            </a:r>
          </a:p>
        </p:txBody>
      </p:sp>
    </p:spTree>
    <p:extLst>
      <p:ext uri="{BB962C8B-B14F-4D97-AF65-F5344CB8AC3E}">
        <p14:creationId xmlns:p14="http://schemas.microsoft.com/office/powerpoint/2010/main" val="717748220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C6E0CB-FAEE-47A6-A55D-201083C2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833F95-95D0-49D0-889E-C83D9E77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3 · 공통 contract 비교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8706B7-91C3-4701-A5E4-166342DD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52A1A7-3FC1-44FC-A868-AE063471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25742B-8159-4059-891A-3990BB5EF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B1680C-9982-4683-B2F3-6CC3F4E3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196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1EB448-33C8-4691-97CF-5E50E3E7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B362D2-16D4-4B99-AC33-DA47E697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E2A936-E336-41FC-A4FD-8E16E84B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6A27F-B828-4E16-BFCA-196366E4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067ED-A73C-4ACC-A8CE-D5E597CF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14E48D-F857-4E61-8A54-6D2CD15C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fixture result 필드를 적는다.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139C4A-C0A8-4189-9AC4-29916CCA6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8EC0C6-1F8D-4F5B-A136-13A08CC2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3FD641-2299-49B2-9EA3-6C33821F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local result 필드를 적는다.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413489-A35A-42CC-9879-6DFF228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CB8365-096F-4B93-90F7-82129441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E9E1ED-11E6-4618-B09B-93CF12D6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공통 필드와 provider 전용 필드를 구분한다.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C8214B-48B1-434D-9C08-497FBD4D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229727-8121-4D4D-8D50-9DA21F2B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366C3A-2291-4D85-A24E-4EFE0C08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downstream이 볼 필드를 정한다.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5BD564-42EC-44A4-B684-7F68B1C2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526889-4377-44A6-82A4-A323F781E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4D7DFB-F155-43E5-9091-EBF3E3FB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provider 비교표</a:t>
            </a:r>
          </a:p>
        </p:txBody>
      </p:sp>
    </p:spTree>
    <p:extLst>
      <p:ext uri="{BB962C8B-B14F-4D97-AF65-F5344CB8AC3E}">
        <p14:creationId xmlns:p14="http://schemas.microsoft.com/office/powerpoint/2010/main" val="2145350292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419199-EEE8-421B-ADAA-3544678D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BA7B82-EA72-480B-87BD-B14CB965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4 · 깨진 JSON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32DA46-0C22-4AFC-8703-6C6A5F9B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94E29-2BB6-4DB6-9B7F-EECE238F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C1F32D-1193-460F-A2A7-5ED51399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549BD-F1BB-4702-A0AC-4D21DB5E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98BD4C-87AD-40FA-BF1E-78F7CC9B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8345A5-DBFA-427F-AC80-5C5CA762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F2B85A-BC89-48C8-98EC-1E2C30C8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9EA7B7-10FB-4081-87CC-561D9BB8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D087C7-9D39-48CC-9073-6D0394E1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3D56BB-7C68-4D32-A90A-0FA0C01B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마지막 괄호가 없는 fixture를 넣는다.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FDA79B-BF19-46EA-94BC-63A7C272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1D384B-1F80-4CA2-B764-89499A7EB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CC9E52-BF61-4FBB-BC47-1EC3FCA2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parse 오류를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A7386F-911E-4602-8D38-7B0F77AF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41651F-4E64-4E77-9015-991A7600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9D2FC3-7C8F-4E46-B5BF-3CA4147F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repair를 한 번 실행한다.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B39A9-3900-4DF7-BDC4-A38FC4C2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704530-5EB9-43C3-91DE-84E0A376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1C1953-353B-4CBE-AC06-D55BA70B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두 번째 실패 시 NEEDS_REVIEW로 멈춘다.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17528B-C095-4CEB-8993-694865BE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65B2A6-CC01-48B0-A72F-2C5C4556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2D3EA6-6A10-485C-8837-33F484BF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repair 1회 + stop</a:t>
            </a:r>
          </a:p>
        </p:txBody>
      </p:sp>
    </p:spTree>
    <p:extLst>
      <p:ext uri="{BB962C8B-B14F-4D97-AF65-F5344CB8AC3E}">
        <p14:creationId xmlns:p14="http://schemas.microsoft.com/office/powerpoint/2010/main" val="884006594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ABA30C-764B-42E0-BA29-1909F7682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8296CE-C701-4FAC-92CE-49DCDDD8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1 · 큰 모델 다운로드를 기다림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374F9A-EC1F-4329-AC0B-54428400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F8437-7A8E-4BE0-83B8-C02F9534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E983E0-E8E7-4DA4-8316-3F00D9E3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7CC858-B789-48DB-BD5F-239D7068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198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3EBF2-AF76-4B4F-A702-BF074724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DC5853-42E7-464D-95E3-2D141294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4D4A5F-4634-4BEC-BB2B-6211FD7E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0D6DF-6665-45D2-86DF-304414F0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348C6E-EC66-46B5-9965-9A367204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수업 전체 대기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9D1945-9DC8-4EAF-BCBD-C09F5C63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106FE3-3143-477B-9165-0F163F615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디스크 부족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FDA27C-B29F-4E0F-B050-1B61986E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BD76F6-490E-4A1A-B87C-FF64248D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RAM swap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B3C7F3-CA5F-4E9C-90DF-AAE5845E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61E121-756E-469E-8149-EFB9D640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학습 목표 상실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55D83C-0399-498F-9297-3AFEFC253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0EA784-DA01-4E52-91BD-741289AF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작은 모델 하나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423C84-307A-4EDD-A479-B068FBAEF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DC867E-2847-4F72-A714-05E203C3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사전 설치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A9B87F-F13A-4640-9F6F-FE16A380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23D692-613F-4F2D-A15E-7F43B4FA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fixture 즉시 전환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F08E93-F213-4C20-BD39-143744E6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13826B-6F50-4BE1-BDFE-905DF170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 비교는 심화</a:t>
            </a:r>
          </a:p>
        </p:txBody>
      </p:sp>
    </p:spTree>
    <p:extLst>
      <p:ext uri="{BB962C8B-B14F-4D97-AF65-F5344CB8AC3E}">
        <p14:creationId xmlns:p14="http://schemas.microsoft.com/office/powerpoint/2010/main" val="1623262806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54DAAD-7C6E-43A7-90E5-D62E0059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EF50A-E0F7-43AD-A9C2-DD9B436B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2 · 연결 실패를 traceback으로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8C65F4-B96C-481A-99E0-B7082AB5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88B314-FE20-471D-96FE-2497B8FB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4F9705-72E8-4885-B1B1-E36EBEDF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ECC0F1-5154-414C-A394-C95ED385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199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C29ACE-2323-4D18-A8BC-8A68B8B6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897282-D82E-45C8-B74D-EA09732F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7550C3-D078-4785-A33C-DAB2484E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1827D3-639E-4CD0-95F2-49BAC93A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BA9D02-3350-494A-BA31-693AA240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노트북 중단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BB43A9-B8C3-48F1-ABCB-25E154D3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58A7B2-DF74-45C4-877D-D800E72D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학생 원인 파악 어려움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DB113E-F42E-4D0E-A0C8-33BFE4BD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F278EA-23C7-4B16-895C-A095C48B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graph state 유실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CF9106-BF10-4A7C-81FF-86E5AD6D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B3CB0F-1BE7-4496-9DF4-314AAEF3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fallback 불가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0C636C-FD50-4940-8A3F-97F2D688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8D4604-A529-47C3-A467-F3BED1142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error_code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E5BC2D-D712-40E4-A965-C6710F01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FBE432-9C98-45CA-8F30-88006A65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사용자 메시지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049744-A749-497D-834D-F32087FA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4D5DDD-6BFC-4BB0-AB4D-C4D4E8C0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trace detail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1BA3E1-5438-419B-86C7-1194123A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A91BFC-25B9-4FEA-A19A-AF23D453F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same result contract</a:t>
            </a:r>
          </a:p>
        </p:txBody>
      </p:sp>
    </p:spTree>
    <p:extLst>
      <p:ext uri="{BB962C8B-B14F-4D97-AF65-F5344CB8AC3E}">
        <p14:creationId xmlns:p14="http://schemas.microsoft.com/office/powerpoint/2010/main" val="848142797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8E3466-4B29-4FC5-9FCF-A3B6822E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DBEC92-93BD-431D-BB2D-85B9DE67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3 · JSON처럼 보이면 통과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2BCF2-D0F9-4C29-8397-45252DCE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220493-D285-4356-93D5-D6E0F094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6BD640-51F9-49C0-A269-005B32E6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A5E501-0366-4F72-A770-2540F30F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1B1549-1C9C-4DC0-9930-B5B1AE05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706ACB-DAAE-4960-BC8E-EB92B8A3C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36573-4D26-43B1-89B1-1A5B78F8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28E587-9F32-438D-AC6D-B04DA1E7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D42F5-D8CA-4190-AE9A-D47822EC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필드 누락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1C78F9-E2F5-4BAA-8A2D-FEDB2CDE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36FFC5-F3D1-4DC5-9129-995A4EE29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타입 오류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76B48B-D9C7-442F-8F52-26B85485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335586-BF9E-4134-BD39-35867072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근거 없음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FF57D5-85E8-4BF8-B1DF-5DEDF9E2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3DC403-343D-4691-A558-0738EAEF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날짜 형식 혼합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FF5902-381D-4399-A1FF-35175EDF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094C58-6EAC-4CB8-9071-D685BCD02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typed schema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1A682C-7721-4D0F-87FE-177BA8A6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39C849-6670-468F-8021-29C58C79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evidence policy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E53F3B-EC84-4D7A-8899-7E3BC234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4CB687-AF37-4F9A-8149-905BDDB3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date validator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6D5268-0DD1-447B-8551-F82EF652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D5E5F8-008E-430B-92B1-6D0E90C3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human review</a:t>
            </a:r>
          </a:p>
        </p:txBody>
      </p:sp>
    </p:spTree>
    <p:extLst>
      <p:ext uri="{BB962C8B-B14F-4D97-AF65-F5344CB8AC3E}">
        <p14:creationId xmlns:p14="http://schemas.microsoft.com/office/powerpoint/2010/main" val="2140375642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869BF7-7C7D-4114-9DE2-F8DC574D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D715F7-CDAB-493A-AB46-8AE30329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재직자 · 로컬 LLM 도입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966177-D2E9-4245-B008-E76EF093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B207AD-35AB-43BA-9813-DB4C0BBE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33AC59-DD6A-40B1-B3B6-1B02AAB6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B0F912-07E8-4C79-98FB-064CFB40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D527F7-A8A9-48C7-BE5E-7925DA54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기술 질문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E05691-46FA-40E4-84EC-CDDA0C37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운영 질문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0A29B6-E1C0-4A30-A679-6F5EB094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876CD0-0C66-44D8-8FD5-64A9A66B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B625BC-733C-4D9F-8EE2-30B9CDD7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RAM·속도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58D91B-191B-4273-A14F-16E89A90C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15F8E0-8E9D-432E-8892-CAEC3B4D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model capability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6728CF-5094-4F8E-A574-265D6D0A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BE4461-F237-458A-8CC4-45CBA874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API 호환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2B4340-F25C-4FC2-96FA-2F2DADC5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7035BC-DA61-45A3-9D88-D3B4EF93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배포 형태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93ED29-E937-477B-B750-0FD1AA65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F0E929-A87F-472D-8EC5-DD828541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데이터 경계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38707D-4EA2-4B3D-BE2B-4EBD0132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DE660C-FF97-4C7A-99C8-66715727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업데이트 책임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B2C5A3-23E1-4F48-AC46-E3A13F10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F74851-5D2B-49D3-9A09-B6B5ACA4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관측·감사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6620A6-462C-404C-A9A8-84C39959C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FF0A90-2BA1-487B-8C20-156F3FEC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fallback·SLA</a:t>
            </a:r>
          </a:p>
        </p:txBody>
      </p:sp>
    </p:spTree>
    <p:extLst>
      <p:ext uri="{BB962C8B-B14F-4D97-AF65-F5344CB8AC3E}">
        <p14:creationId xmlns:p14="http://schemas.microsoft.com/office/powerpoint/2010/main" val="1980738165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135769-29E7-4723-A19E-D62462C8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46667D-9255-40F7-92CF-AD27F4CE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Gate 6 · Local LLM이 꺼져도 계속하기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DD6D63-016E-49D1-985B-F495F17D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F3B52C-C88D-45BE-934E-7DF36F00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2F8CCE-33DE-484E-B72C-BE6B4F8F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51E5D9-005D-4CBB-9F93-2B7B61EC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4933C0-8F26-4B1D-8465-C8E84B77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상황: Ollama 연결이 거부되고, 교실 네트워크에서는 새 모델도 받을 수 없습니다.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75FDAA-1BF3-4C2A-89E0-19324149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C0DEF-E966-499D-A142-4E5974F8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2F709A-4D28-478F-B21A-8878C618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Provider contract로 어떤 fallback을 연결할까?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487A27-266D-4D39-8D01-1CA1CFFBC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04748B-ADA9-40BD-9B19-43371B3B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654163-9243-4D4E-BCD9-CAA93D84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연결 실패를 traceback 대신 어떤 result로 돌려줄까?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9BC284-84BC-4269-BFBF-A2090F47F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E618C5-E711-4BF1-B89F-FAB9590F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485A51-A3A4-450E-839B-6C47343C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fixture로도 끝까지 검증할 출력 계약은 무엇일까?</a:t>
            </a:r>
          </a:p>
        </p:txBody>
      </p:sp>
    </p:spTree>
    <p:extLst>
      <p:ext uri="{BB962C8B-B14F-4D97-AF65-F5344CB8AC3E}">
        <p14:creationId xmlns:p14="http://schemas.microsoft.com/office/powerpoint/2010/main" val="1574841767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3C4F8B-7479-4E1A-9752-3A5D05AE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1416E5-A183-489D-AEE4-6B9B22ED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08BB31-D795-4E99-BCB8-E4326BF5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1일차 7차시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A309F9-C0C8-4794-8159-81AD7DAB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LangGraph와 사람 승인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5EC84D-82F7-492B-B087-F2E8462C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E0E0E0"/>
                </a:solidFill>
                <a:latin typeface="NanumGothic"/>
                <a:ea typeface="NanumGothic"/>
                <a:cs typeface="NanumGothic"/>
              </a:rPr>
              <a:t>15:40-15:48 강의 · 15:48-16:00 Graph 시연 · 16:00-16:15 개인 실습 · 16:15-16:20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E16834-C8F4-4B60-968C-D7E6E9AE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CCD778-84AC-4F5A-8C88-2CCD70BC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4C56BA-5923-47A0-BBF9-0851CA77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01B34B-39B1-416C-85EA-E23A9C37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State · Node · Checkpoint · 승인·수정·거절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FD4A8F-986B-4A2E-BAE6-120C2EF9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35961A-F84C-4416-96E7-AFF8C38F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04D224-0772-42FE-9599-5F9C38E7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571291-94BD-47EE-BDCD-C1220F4E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중요한 행동 전에는 멈추고 사람이 결정한다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AE5A82-FAE4-4076-87AE-4C9FB17F7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671734-EF62-467B-8612-AB5F7F3D0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함께 챙길 내용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0A7C8D-8626-4B9A-A42E-502DBEEC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3BAF55-C9A5-43F5-92BE-9F29DE47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승인·수정·거절 상태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58453F-E5A7-4207-9543-25190D78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41B78D-8ACC-4878-9061-E9B0638B8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C7C7C7"/>
                </a:solidFill>
                <a:latin typeface="NanumGothic"/>
                <a:ea typeface="NanumGothic"/>
                <a:cs typeface="NanumGothic"/>
              </a:rPr>
              <a:t>슬라이드 203-236</a:t>
            </a:r>
          </a:p>
        </p:txBody>
      </p:sp>
    </p:spTree>
    <p:extLst>
      <p:ext uri="{BB962C8B-B14F-4D97-AF65-F5344CB8AC3E}">
        <p14:creationId xmlns:p14="http://schemas.microsoft.com/office/powerpoint/2010/main" val="1374319091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206BBF-BECF-4C38-84E6-59040F29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6A162-AF6E-4A87-8241-D65E6EC1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사람 검토를 버튼이 아니라 State 전이로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3DFD81-FA47-4471-9C14-AE03726F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057131-CC15-4F9B-B3E6-DA54429B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95E496-225F-4947-B2D4-F11C8B35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FF725-9B92-4851-9621-9855F839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F58FB-A456-454E-AAB4-A55551FD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사람이 개입한 뒤에도 같은 요청과 같은 상태에서 안전하게 이어갈 수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D4D22C-C28E-4AD9-8EEB-C2F41B8B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BA038C-2D47-4E27-989C-C1B8DBEB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249990-B0FB-44BE-91BD-7E200875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다음 node에 필요한 필드만 선언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A5CA6D-AFD4-4FAE-BB66-731FB422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A97BB3-64AB-499E-AF2E-03732199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분기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7EF5B1-C079-40D7-BDE8-AB6D6FDB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edge에 retry·review·failed 조건을 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4B803A-FE32-47E1-AAFF-4954B6FD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459EC4-6372-4494-A38F-200F408B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중단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2D72C3-8244-441C-8555-2A05269B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interrupt payload로 근거와 초안을 전달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2F128C-563D-45D0-B0C5-B17ED822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4BC022-7A4C-46A7-91E5-BCB0F10F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결정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59884B-4026-4611-BEFF-4676503E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approve·edit·reject event를 저장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C236B2-0549-4D70-ABB6-871D04A0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326EB4-A3E3-491D-B691-6B9C3AFAF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재개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D7CEE3-2277-4D5B-BFF3-2BAE4E5F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thread에서 idempotent하게 이어감</a:t>
            </a:r>
          </a:p>
        </p:txBody>
      </p:sp>
    </p:spTree>
    <p:extLst>
      <p:ext uri="{BB962C8B-B14F-4D97-AF65-F5344CB8AC3E}">
        <p14:creationId xmlns:p14="http://schemas.microsoft.com/office/powerpoint/2010/main" val="794716742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8BFA7F-9B12-4215-A305-082BA6BC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C76D06-8305-4C84-AA64-9B647664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중단과 재개를 설명하는 네 단어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52911-3BB5-4048-B84A-95EC3148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4AE06-91CF-4401-A975-26EF237C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89ACEF-8513-4BBA-8A33-A8C71357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3D762-1278-41D8-986F-74955B72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00DB76-BEE5-4993-B9E0-00672097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564A4-6973-4D79-9AB2-78B47B61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E11E2-BA29-4CED-819A-69F582D5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502A8F-7C68-4D24-AF38-8B4640933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8977AF-0AF8-487E-978A-92B805B1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State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Workflow Memory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EC9E3-F8EA-443E-A094-CC0AAA3B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Graph의 각 단계가 읽고 갱신하는 구조화된 현재 상태이다.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A5D2F3-15DA-4A93-A6A1-877F4820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transcript·draft·errors·approval·status를 필드로 둡니다.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6AE618-8A9F-460F-83EA-D3DB64D6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5BEA46-3173-42A2-95A7-E74E3C22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7FE3A6-B0CB-4A82-BB62-9D8D4FF1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Node / Edge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Step / Route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832730-AF8F-45CD-AE04-0E23F8DC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Node는 한 책임의 작업이고 Edge는 다음 단계로 가는 조건이다.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6B365F-68BB-4B15-B6F6-58417AF5A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validate Node가 READY면 review, 오류면 retry 또는 failed로 이동한다.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0DA33D-C8BB-4E64-9D2E-882D57590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3C4D15-26B6-48E2-940D-8E656FA7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Checkpoint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Saved State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FDCE26-F96D-4D74-AE11-59419BB0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Workflow의 중간 State를 저장해 나중에 같은 지점에서 이어갈 수 있게 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7C1860-E9BE-4589-8744-396513E5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thread_id로 저장된 State를 불러와 승인 뒤 재개한다.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21C8D3-4DE6-4C13-B868-E670C50B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921D83-0537-4B7E-96CA-4EF42C31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1A5D43-55E6-4289-85A5-FE58723C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HITL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Human in the Loop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A9DA6E-928C-4AB2-9144-DE978F61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중요한 결정이나 외부 변경 전에 사람이 확인하고 승인·수정·거절하는 단계이다.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539656-AFCF-4B9D-99C5-DA43D93F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낮은 confidence Action Item은 reviewer가 근거를 보고 승인한다.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900C19-75E4-42E5-81E6-F263173F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57244850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F75C88-3CFE-4C6B-81DE-9A366828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State는 다음 행동의 근거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CE79A7-147F-448D-BB6C-6C945C18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658E8C-B4E7-4225-A772-92E8B510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6E79D3-1BA7-45CB-84DA-F4EDD463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2DA8C5-1DD2-454A-AA2A-120E7C58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6872C-293D-4699-B00A-AB3E111C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23E7A1-53F9-4BF4-A859-E40FEC7E2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대화 전체가 아니라 node가 판단에 필요한 최소 구조를 저장한다.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dbc63bbf394ead">
            <a:extLst>
              <a:ext uri="{96DAC541-7B7A-43D3-8B79-37D633B846F1}">
                <asvg:svgBlip xmlns:asvg="http://schemas.microsoft.com/office/drawing/2016/SVG/main" r:embed="Ref3cfaf9e357495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EA50D8-18AE-4329-92D9-C08251BC8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D1265E-93B6-4F7C-87B8-943FFF17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request_id·step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D954C5-F65E-4E56-A8BF-E7E4AA17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61A168-F79E-4E45-B2A0-E65E4EDB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draft·errors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886BBB-5119-43BD-A5BA-D1BDF686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D88C6A-2484-44FC-8C4D-81766CD1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retry·approval·status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0E5836-CF9C-45A9-878F-F0D12AA0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AFCF46-798A-4126-A066-F650596B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Graph가 필요한 이유  |  State에 모든 것을 넣는 순간 Graph는 기억장치가 아니라 쓰레기통이 된다.</a:t>
            </a:r>
          </a:p>
        </p:txBody>
      </p:sp>
    </p:spTree>
    <p:extLst>
      <p:ext uri="{BB962C8B-B14F-4D97-AF65-F5344CB8AC3E}">
        <p14:creationId xmlns:p14="http://schemas.microsoft.com/office/powerpoint/2010/main" val="1290916744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8493EB-DD19-4952-9163-9F6E931F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Node는 한 가지 책임의 함수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6CB8ED-6B4F-41C7-A10D-7DF7265C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BFA9C7-9970-4FC1-B3C7-5CB8C0F7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760441-5B3D-4DC5-8F57-E7141691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82E439-9163-4E39-9EFA-0BA0D918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C4065-1B07-4D02-B2BD-296A997D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입력 state를 읽고 부분 update를 반환하도록 작게 나눈다.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B35459-9469-42D9-AF9C-C8508427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2199B-5E90-4DD4-9580-55EC12FA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transcribe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FED38E-6796-43AB-87B8-7CE257B7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E16460-7850-48C0-AF62-8E02D7DE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summarize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387B6A-C4BD-4367-BF92-04173041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C7798D-A29C-4497-AA9A-20C4CCDF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validate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AE7398-9CE7-4FD4-AD46-43FDB86C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02C9B1-10BE-49F3-9542-3B03799D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1303492172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1EC5A7-0C7E-49A5-A4CC-1B077EA9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Edge는 다음 node를 정하는 정책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C42A92-6AB9-4381-8E5A-6EDA90C0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BAA969-37B3-491A-945D-AA0115418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F4C6D1-AF43-45F8-B173-9D13A7CD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131532-F977-4376-A71C-6D388B1FF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3044D1-9D5C-49AF-BD5D-04946FBB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01C82C-50C4-4C08-B165-6DF734C8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성공·오류·위험·승인 결과에 따라 명시적으로 분기한다.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B0AAE9-A9AC-43B4-BFBF-A5826591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4E371C-EF11-4666-9583-14D734D7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conditional route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3AD235-8DFF-418F-B332-9F06EDE0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D8FA79-B8D0-4A63-8504-27DE4D52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E9E35B-8EC4-4809-A058-F2162EFD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61AA29-6CD7-4598-AA0A-F40BA468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retry loop</a:t>
            </a:r>
          </a:p>
        </p:txBody>
      </p:sp>
    </p:spTree>
    <p:extLst>
      <p:ext uri="{BB962C8B-B14F-4D97-AF65-F5344CB8AC3E}">
        <p14:creationId xmlns:p14="http://schemas.microsoft.com/office/powerpoint/2010/main" val="368776591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0C93E0-4755-4CC4-AE1D-19DA8CF6C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Checkpointer가 중단과 재개를 가능하게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4E98F-5927-4AF5-B9CC-4363A77B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05D2F-BD43-4684-A2FD-8BECF46B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E28E8E-16BF-49F6-AC2B-1A7AAA56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E74D9F-DE05-4F8A-BE05-B0E7474C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08741-2140-4282-A3B5-423C468D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각 step의 state snapshot을 thread 단위로 저장한다.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246115-E3BA-430D-88A6-51ABA21FF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5055A3-8E29-4409-90CB-792B38FB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checkpoint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981D10-8064-41F0-B29E-17AD56D78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D53FE5-35AE-4BA8-90E5-4D33B170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thread_id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7F52FA-59D8-4990-9AAA-2E4D2F9D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5E9692-7C3E-4671-9A46-EFC4A5C9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state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03C34E-DFE5-4FA5-8034-68380906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BA3BC5-F36A-44FE-99CC-6E6793F1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Graph가 필요한 이유  |  Human Approval은 버튼이 아니라 근거·결정·책임을 남기는 event다.</a:t>
            </a:r>
          </a:p>
        </p:txBody>
      </p:sp>
    </p:spTree>
    <p:extLst>
      <p:ext uri="{BB962C8B-B14F-4D97-AF65-F5344CB8AC3E}">
        <p14:creationId xmlns:p14="http://schemas.microsoft.com/office/powerpoint/2010/main" val="584330655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0F16AD-A5DE-453D-AA94-4FBDCEB3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참고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FA6166-71B0-4E37-B8AC-6D0D2210F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Interrupt는 “잠깐 멈춤”이 아니라 업무 상태다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1B1B99-D8A1-4298-8CC3-509FC0A7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F649CF-5F5C-4BAF-BA97-3FB17B64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DB8313-CC29-457F-9AD8-B6EA8A1F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AC5737-AAC4-405D-B599-DE64380D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01471A-AD71-4B6B-A620-C5C12DAE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95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9516AA-5CEE-4F93-BADD-DB7C2793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어디에서 멈추는가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F0B0F3-70E3-4915-BDB7-9010A5F0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0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6F1FD7-0A7D-4960-85FF-5E591AC8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146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사람이 무엇을 보는가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4B8D08-328D-46A4-8785-69108828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05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26CCA0-AE6E-4211-A1A1-776D68CF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1945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상태로 어떻게 재개하는가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b26d42963c4c58"/>
          <a:stretch xmlns:a="http://schemas.openxmlformats.org/drawingml/2006/main"/>
        </p:blipFill>
        <p:spPr>
          <a:xfrm xmlns:a="http://schemas.openxmlformats.org/drawingml/2006/main">
            <a:off x="4476750" y="1755626"/>
            <a:ext cx="7105650" cy="399444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090922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31921D-6636-4670-B44D-B1537B3B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Approve·Edit·Reject는 다른 event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58C29B-A266-4266-BC6D-07F31435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C0E72-E7AC-45F9-A582-E4914491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FF3E59-EAF9-4038-880F-1316F6CD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0B725-3ECD-4AC7-A451-2D384D48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EC7EE8-9CC7-449C-9E6F-86375559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승인은 원안 진행, 수정은 새 payload, 거절은 이유와 종료·재계획을 남긴다.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83F52F-B877-4E65-8A2A-68006D596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6651AA-4B74-46F1-ABDD-359B6044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90BF23-2EA0-4E46-B6BA-7C72649A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605F19-4F67-4074-A77F-EFB5BD55A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reviewer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67F786-D2AD-4CE7-97EC-2FCE97DC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4C3E58-0E52-46C5-A0AD-155B9580D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reason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A9B645-0076-4DC7-A736-4B7DB925E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BACDF0-E782-43BC-B32D-E1535032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edited payload</a:t>
            </a:r>
          </a:p>
        </p:txBody>
      </p:sp>
    </p:spTree>
    <p:extLst>
      <p:ext uri="{BB962C8B-B14F-4D97-AF65-F5344CB8AC3E}">
        <p14:creationId xmlns:p14="http://schemas.microsoft.com/office/powerpoint/2010/main" val="558468291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C90B7C-6E5A-4C6C-A34E-02311693A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Retry는 일시 오류에만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9E5226-35BD-4B61-AA9B-C2BFE9E1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7A3164-25EE-4590-B031-E96F6AA1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228594-0DBA-46B6-BC88-CF8D9C00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A0387E-E556-4857-9BAA-38F2F651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A4141-97FC-4E47-8E39-8D5B605F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E8BB26-27F7-410C-8AC2-9B757E69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 class·max attempts·backoff·stop을 state에 남긴다.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12D01F-C6CA-4A84-95B2-16AAA55F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806D72-5BCD-4B9D-BB76-F679F788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transient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7367FF-D58E-4BDE-8721-C57DBE10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6909D-A498-48AA-94B3-6B687E0C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attempts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0D38C6-9D4F-4005-8329-B1FB952C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EE04BD-825A-4614-9694-03AA963EE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next delay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326963-3A6A-46B3-9E31-FF97A06B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07ACDD-23EE-404F-B64D-391D867B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exhausted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20272B-2E1E-44FD-B34C-E5C25B70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583981-B90B-4B16-9D9E-BD9829CE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Graph가 필요한 이유  |  Idempotency가 없는 resume은 자동화가 아니라 중복 사고의 예약이다.</a:t>
            </a:r>
          </a:p>
        </p:txBody>
      </p:sp>
    </p:spTree>
    <p:extLst>
      <p:ext uri="{BB962C8B-B14F-4D97-AF65-F5344CB8AC3E}">
        <p14:creationId xmlns:p14="http://schemas.microsoft.com/office/powerpoint/2010/main" val="684632023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4E82CA-B72F-4574-886B-4A38D565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9369E-FE3D-4CF9-9063-6F66460D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Graph 설계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36D6CE-28BE-4B12-8E10-0C2A912C3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8DBAC8-615A-4BCA-90FA-8764FC66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8383F8-CA19-45F7-BDFA-F4B73B5A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F0572-CCB2-4D3D-9B75-34E75ED7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CFB118-CD27-47E8-AEFE-973F4C1B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2B52DD-0BE5-4778-822A-63BE1B39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07807F-1EC9-42BC-8B1E-21C790D3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EB8EFB-1DBB-4EB7-ADDA-21081AA3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필드·status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AD6EB7-2C89-43AD-91BD-41768B43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734373-10CD-43F7-8006-0A7ADA90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B08819-F427-4084-AD05-3F5D0B4F9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NODES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4A8667-9A5D-45CA-BBBD-F09536C5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한 책임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05AFE7-AE88-40E4-A446-4641B00A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DDE79E-143A-488A-B2B7-F3FFE38C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E37EE8-1AA2-4E08-B767-C651DBE36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EDGES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C62AED-2CF4-408F-91E5-296B1C021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분기·END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9D5B10-1B77-47B9-9E5C-921ABE94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65925D-349F-4F1C-8D12-2845CFA7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71719C-AB02-4382-90AE-377C1429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CHECK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A9BE4E-3A0A-44D1-A67B-920320B7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중단·재개</a:t>
            </a:r>
          </a:p>
        </p:txBody>
      </p:sp>
    </p:spTree>
    <p:extLst>
      <p:ext uri="{BB962C8B-B14F-4D97-AF65-F5344CB8AC3E}">
        <p14:creationId xmlns:p14="http://schemas.microsoft.com/office/powerpoint/2010/main" val="2093221865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D65440-269F-426A-978D-B558BF08E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3AE43A-AF00-4865-B5B3-2EF3157F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 routing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71E8FD-79E0-4D66-8A4F-91E87804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755832-476E-4C00-A999-CB106208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20E085-7047-4821-A7A6-579E25E4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DBD1D3-424C-44A7-8B81-188986D0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50D803-63EE-4DE1-A02C-5F7D4594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02D410-AE0B-44FB-B696-FD4DF206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2D651-0DB2-4BBF-91C9-37B5316A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CLASSIFY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180B49-838F-4EC2-84F8-C72FBC11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오류 class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F1960A-3499-4265-AB8E-AFB4421D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198828-C395-4BD5-9178-6975405B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2E2BCD-B4D3-4AC2-9A1A-238D4DE8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COUNT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120EB6-9CC8-4D00-8F01-88C0CD94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attempt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A30AD0-69B4-48E5-B04C-939DEBEC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355B61-D62C-4CD2-A04A-3E0D7C31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51BEAE-82C8-426A-A5DD-5BF55A9A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ROUTE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6D6F4F-D3DE-4264-BD14-138CE422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retry·review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535F3D-F8DB-4218-91F5-05594E28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881623-45D1-42E5-8748-8F6D860F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52ECC5-B4CB-4524-92B6-4FD689FE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20F1D7-393E-49F3-BE4F-E5BFC86A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terminal status</a:t>
            </a:r>
          </a:p>
        </p:txBody>
      </p:sp>
    </p:spTree>
    <p:extLst>
      <p:ext uri="{BB962C8B-B14F-4D97-AF65-F5344CB8AC3E}">
        <p14:creationId xmlns:p14="http://schemas.microsoft.com/office/powerpoint/2010/main" val="1412063743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6F4B6A-010E-4545-B009-34302912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458AFC-1786-4438-9593-45C39007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Human review node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76ABA9-2D84-4D71-8E5D-73516057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CC191E-079D-4161-815E-703AD0F4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122E6E-03AF-4DC6-B168-FC138F0CD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941DE2-FC92-4AC0-9C7C-0FB9C09F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51FD62-771E-427F-A444-8285E506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CF5EC3-68B2-4D2A-9C0B-DA5A7978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D4F0A6-641B-4D2C-A4C8-0A3E280D7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SHOW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1A33AF-99CF-499A-8548-09693414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draft·evidence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37E00E-7DE5-4AD4-9419-CF21A7DC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394A17-16B1-48A1-A144-F30BD928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323A57-7C48-4B3F-9BBE-8AEE8E33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DECIDE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F904E6-D5C5-42AD-8C64-49F8F2F2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A/E/R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0928CB-977F-4A6A-80AB-134AE51B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005280-BEA7-4149-88B0-8302DB3A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545260-8365-4FF6-A5F7-26C7881B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RECORD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558417-E544-4B72-9B46-445E23FF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review event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939491-F4DC-49D5-BD99-0707E913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182FFB-E21E-4CF9-9C98-9D15AD18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C8D7AA-044F-4097-B2E6-34E493AA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RESUME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AE1EBC-8247-4186-AE94-D0B74FDF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same thread</a:t>
            </a:r>
          </a:p>
        </p:txBody>
      </p:sp>
    </p:spTree>
    <p:extLst>
      <p:ext uri="{BB962C8B-B14F-4D97-AF65-F5344CB8AC3E}">
        <p14:creationId xmlns:p14="http://schemas.microsoft.com/office/powerpoint/2010/main" val="1512325092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CF84F9-BA24-4B79-914F-A44A7EF8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BB8949-1B1C-4E93-A8D2-0CCA3077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Interrupt payload 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822B7F-6178-4DEE-9A44-4875D508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64C62A-D3B9-4939-9BC0-604A4185C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09353-74E1-4BD7-92B3-A5D61B65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767D2D-1453-41B2-8DF0-305CD1E6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54377E-82D4-437E-9BD1-144342CE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DF5591-E2FD-408F-B63B-1A76CAD6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D05E87-C65F-4280-9703-7891CECD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C1B21F-ED0B-4EF7-B983-F4B360A6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무엇을 하려나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4C67BF-339D-4D05-8615-7D5264C2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2C4522-2C05-4438-A93A-7F1670146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C97297-6ACB-4A99-B856-887FD820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CEAB46-4C1E-470C-B4CC-EEB17AFC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어디에 쓰나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B4EB22-65D1-42F2-8732-A314E11B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9334A8-6AB8-48CD-A80B-52E8C015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1C86A1-C643-48F3-9146-50FAF916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RISK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234282-9DAA-4CFD-A2F3-82C85FA5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왜 검토하나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FB2E0C-2083-449A-8ACD-9557F6F7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12A437-A196-4CED-AC56-F33AD43D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2329A3-639F-4D1E-B04E-44B194451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OPTIONS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7232C0-C1FA-4AD8-ACE2-7CF2DB62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승인·수정·거절</a:t>
            </a:r>
          </a:p>
        </p:txBody>
      </p:sp>
    </p:spTree>
    <p:extLst>
      <p:ext uri="{BB962C8B-B14F-4D97-AF65-F5344CB8AC3E}">
        <p14:creationId xmlns:p14="http://schemas.microsoft.com/office/powerpoint/2010/main" val="561817182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9D5370-48CD-43F2-9B05-101B92BE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A8A3C1-ECDA-4F6F-9EF1-BBE7618E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Idempotent publish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9D0E89-B7E6-40A0-9B6C-7C71B194D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3324D-17D1-4A3D-995C-6CE3E1D65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3D449F-E7BD-4E9E-A270-2BAC209B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8E2E9B-BD6A-4120-934C-5AE9CE23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93B41-D590-4A98-A9A0-C7236C809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D37434-1C07-4286-9CC5-CE19BDD2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A2DF24-E8AA-4EE9-B1CC-0B0A37C9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240884-4483-4A24-85DD-B694C870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request_id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32DCE-45B6-4812-BD20-971BB5EC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03ACF8-1F4B-4CA2-8325-FF063526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DC29E1-65B8-4BB0-92EF-5EF746BF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LOOKUP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C89564-F827-4848-8B0C-7BE50A9E7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기존 성공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7A459F-066A-4647-A4FD-7459EDD7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FAF69A-8823-4FFD-8639-E3090404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C89D60-6DB2-4811-B5FD-AC786DE1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WRITE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F0CC37-7990-4E45-B834-32FCC92B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한 번 수행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1AF02A-9B1D-487F-9B8C-16A4355A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34D8C3-2AF5-4FCF-B66E-CCE35C7B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7ACD71-21DC-4631-9CC4-213DD9D77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RECORD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9E8DC2-82ED-482B-93E6-886AD805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external id</a:t>
            </a:r>
          </a:p>
        </p:txBody>
      </p:sp>
    </p:spTree>
    <p:extLst>
      <p:ext uri="{BB962C8B-B14F-4D97-AF65-F5344CB8AC3E}">
        <p14:creationId xmlns:p14="http://schemas.microsoft.com/office/powerpoint/2010/main" val="494560716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945C9C-F0F5-4712-BF1D-EF3ED960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도구 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48E1E5-ABE9-4504-B38E-B9174124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LangChain의 조합과 LangGraph의 중단 지점을 구분해서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3E68FB-AA4F-413F-82DB-FDC4F0B5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515EC5-F283-4795-AAE6-565A2807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84A398-372E-4A49-84A5-685CC769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AAA50-ED9D-433E-92F3-9F8CDC80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2740F7-96E5-499B-9C27-63DED8D7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조합 계층 → stateful orchestration → interrupt → persistence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E8EF4B-24D6-4C26-91A0-6ED2A7F0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F93C3F-CC75-432B-86E4-79A97FD1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도구·서비스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87C9F7-4D1A-40CA-88B5-7B24F336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336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도메인·역할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10CC90-777E-4E35-A8BA-9F6EA0D4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이번 강의에서 쓰는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327CD3-54A5-4ED9-814A-8C1067EA9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336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유사 도구와의 차이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720AE5-E48B-4F29-90C6-531288EE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LangChain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D491D5-C7E9-4EB7-BBE5-79466363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241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모델·Prompt·Tool 조합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8BE96E-8004-4C49-A631-B82E422D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241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개별 AI 구성요소를 공통 인터페이스로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881DB9-FD99-47CB-9B74-FAED173C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단순 호출은 SDK만으로도 가능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8C909D-0571-463E-B954-4C4FECCE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7EA3F9-62BE-47FA-97D7-54DA9BA3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3EBC9C-2D26-449E-9F8F-398498A8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242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LangGraph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107FAE-C5A9-4046-8A4C-C7ED7384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242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상태 기반 Workflow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7CF499-655C-4CD0-B863-D4842377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242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분기·중단·승인·재개를 State로 명시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3E89E0-4EE2-4477-8467-0969984E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242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짧은 직선 흐름에는 과할 수 있음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CE63B2-F2BA-4209-9A4F-0831218F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16E314-D808-45C1-BC25-0DD913C1B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LangSmith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83FB80-5E16-4A67-A52F-94818FA3A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243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관측·평가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AF6731-1442-4967-819D-53DB431F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243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trace·dataset·experiment를 같은 실행 계보로 확인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5FDE84-B5A7-4556-9348-4387FCC7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243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Local JSONL은 무료지만 UI·협업이 약함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6081F5-05BB-45EC-9EAC-4A6B057D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AE1A8A-0FC6-4432-9432-51424ADE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F7C1C3-1969-4FBC-8A2C-284A5CBD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44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Pydantic·pytest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F058C6-B93C-43A4-8C07-C72A98E3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244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계약·결정론적 검사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838A6D-F4F2-42B3-9511-1E25754B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244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Schema와 실패 조건을 빠르고 재현 가능하게 검증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FCAFBF-C6EF-485B-B3BD-C8F0DD1C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의미 품질 평가는 별도 rubric 필요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1D6C7A-96D7-453B-BA77-5CD27C52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63463154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A2254E-E702-480D-B822-B553F441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5095E2-255C-4816-AD1E-DDDBE0B0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LangChain overview · 조합 계층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9DEF6F-9D04-47BA-B39B-F5F7585C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3DB1D0-EF5D-4E28-B093-4480BD88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D2706B-CEEC-439D-8A94-C628932F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1F9A6D-27FA-44CC-BD7E-DC6460B6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F8C27F-BA15-426A-85FC-71EE1EB1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E24610-752E-4B4B-B2F8-957CCAD5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F829A6-2489-44E3-A876-3F491E02F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model·messages·tools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948A1B-122A-4290-98EA-9625AEB9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BFCBBF-0901-4A0B-9E24-D93F6E3D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structured 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2A1D8-E3CB-4DD0-AEF4-5C9B55A3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BBB2BF-027A-42BC-AC58-BD21CF53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빠른 조합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AE9E75-B6A5-4F59-A169-04C24D4E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E1D73E-9436-4407-97BF-A3837C21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제어 흐름은 LangGraph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09E140-B41D-4556-B5D1-E23408DC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7aa47c6a674fbf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88534D-6F75-4EFB-83A5-C4D602AA7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LangChain overview 공식 문서</a:t>
            </a:r>
          </a:p>
        </p:txBody>
      </p:sp>
    </p:spTree>
    <p:extLst>
      <p:ext uri="{BB962C8B-B14F-4D97-AF65-F5344CB8AC3E}">
        <p14:creationId xmlns:p14="http://schemas.microsoft.com/office/powerpoint/2010/main" val="1108048691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04868E-63FA-4D66-819C-110D1A26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E037E-687F-4007-BB73-0CD0B2AA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LangGraph overview · stateful orchestration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A6B785-F512-4241-9A1D-924218FCE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5CDE47-942D-4C3A-B976-0A6B4CEF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486CEA-D33D-496E-965A-DB458C6FC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B07A3-FEA4-4F48-B1DA-E978E847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412FCF-49B1-4544-BC26-3365B6A7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CA2443-F9D9-4B5C-9E7C-4468C7ED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BAAC41-49D8-4F87-BFD9-1470D08B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state·nodes·edges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449099-CDEF-4064-A456-AD0D0A0A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ADC0C4-3803-4B4B-B640-D0F1A6B2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durable execution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C82994-49F4-45F1-BDCE-83A9CC3C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79606E-C427-4EBE-A4B1-180ABF2D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human-in-the-loop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60E4A9-280A-4D2D-9588-B30E8CC2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F3F783-63E7-462A-AC05-329515E5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장기 실행 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529A89-B17D-4D91-B5CC-2F940789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61f86506dc4e16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89BE45-E754-4870-942C-366CE767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LangGraph overview 공식 문서</a:t>
            </a:r>
          </a:p>
        </p:txBody>
      </p:sp>
    </p:spTree>
    <p:extLst>
      <p:ext uri="{BB962C8B-B14F-4D97-AF65-F5344CB8AC3E}">
        <p14:creationId xmlns:p14="http://schemas.microsoft.com/office/powerpoint/2010/main" val="1446219426"/>
      </p:ext>
    </p:extLst>
  </p:cSld>
</p:sld>
</file>

<file path=ppt/slides/slide2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EFD447-9116-41F6-880D-09A73A70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6BB36D-34D9-480D-B450-332C539D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LangGraph interrupts · 사람 입력에서 중단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9232CD-9ADE-46FC-9659-B388F149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51DA5C-532A-46DE-B206-DB896755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AC6F9F-016F-489D-B6A3-18A6B42B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B92C7D-82B4-4DE3-817A-9AEDD7E8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30E2E7-C645-4F0C-A8BA-10CB9DBC4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9F206D-673D-4CE8-9478-8CE3A643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168D0B-A984-495C-8606-EF16B4D8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interrupt payload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52B64-F5FA-406E-B2C2-A2FCE617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2257A5-DE14-4ED2-885B-4DA80B7A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Command resume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C365E-1B9F-4E9A-90EE-5C3259EA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798E95-CA45-4037-8BBF-7AAAD837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JSON-serializable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15CB6D-CFC0-4965-A7F7-CF549FCE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766ED6-C47D-4F99-B524-5DC7CD8F7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side effect idempotent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2F2CBE-D4FF-48D2-B189-31939BCC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e6ea51d26c458d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A3E9A8-9C0C-45C6-B2AC-752AA6ED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LangGraph Interrupts 공식 문서</a:t>
            </a:r>
          </a:p>
        </p:txBody>
      </p:sp>
    </p:spTree>
    <p:extLst>
      <p:ext uri="{BB962C8B-B14F-4D97-AF65-F5344CB8AC3E}">
        <p14:creationId xmlns:p14="http://schemas.microsoft.com/office/powerpoint/2010/main" val="911543620"/>
      </p:ext>
    </p:extLst>
  </p:cSld>
</p:sld>
</file>

<file path=ppt/slides/slide2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213BF4-8F51-4881-A7E2-D8B901CF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368699-EA35-48DF-9BBB-5A91964C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LangGraph persistence · checkpoint와 thread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E28411-6851-45AB-B36F-352D0E5B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B8E56B-32EC-4CEB-A3C1-655E7153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1966C-B6E2-4698-B7B7-BDE5D7F4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941B3C-AEC0-4A5C-A57A-0C027EEB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2D94CD-9018-406E-9BE7-DA4626D2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0FF104-A54B-4EF8-9705-DBEEA984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3FCC23-ABF5-497D-B46D-E500F9A3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checkpointer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95D29-FAED-4288-98A7-AB37059D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5FD859-48C5-4C91-9B1E-5EB964C7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thread_id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7B1DBC-0CE6-4A62-BE2A-329B9C80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F00FDE-B041-4269-A842-2CCA97F5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state history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E8B040-5BE7-4F58-ADB3-449137116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BD6A3D-FE6C-4D59-B738-BA228CB0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fault tolerance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4DEA29-B43D-4036-BF4D-0AB9F1A4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cc1b6fb3764cc6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253515-0800-40B8-AFA3-0795D1841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LangGraph Persistence 공식 문서</a:t>
            </a:r>
          </a:p>
        </p:txBody>
      </p:sp>
    </p:spTree>
    <p:extLst>
      <p:ext uri="{BB962C8B-B14F-4D97-AF65-F5344CB8AC3E}">
        <p14:creationId xmlns:p14="http://schemas.microsoft.com/office/powerpoint/2010/main" val="1103194434"/>
      </p:ext>
    </p:extLst>
  </p:cSld>
</p:sld>
</file>

<file path=ppt/slides/slide2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4CBEA9-6996-42AF-94B5-1CF92543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0652CB-1CA6-4541-8DB0-EF8648CF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State schema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A6FDC9-91BD-49B2-83D0-A4D43D67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9809B4-94E0-4F28-935C-EEFE9A57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7AE243-7CC8-46C2-BBBD-246C2A98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D05E8F-7DB3-4ECF-970E-379DDE12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46AEA5-16FC-40FD-8426-CEA0762AC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E43E44-38A1-43F6-A435-F1356E93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92AA9F-8604-465B-B32E-A4B544A3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다음 node에 필요한 필드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42291F-5273-4379-A7C6-4B831D719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A3ED3B-1320-457D-BED9-A28647E4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raw data 유지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1855E8-50DC-4A46-A9FC-9CE10697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EFCC24-51F1-4264-8474-D83F210A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 누적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6EC1E9-DE2D-44E6-9081-3C27F48E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6D0287-960F-4844-97E2-7050674D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terminal status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90F4FD-2B37-48C1-88E9-6F31F416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2588C8-D700-46A3-85EE-C503F4D0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7900EB-4209-43AF-9C05-4CD5D934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class State(TypedDict):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request_id: str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transcript: list[dict]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draft: dict | None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errors: list[dict]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retry_count: int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approval: dict | None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status: str</a:t>
            </a:r>
          </a:p>
        </p:txBody>
      </p:sp>
    </p:spTree>
    <p:extLst>
      <p:ext uri="{BB962C8B-B14F-4D97-AF65-F5344CB8AC3E}">
        <p14:creationId xmlns:p14="http://schemas.microsoft.com/office/powerpoint/2010/main" val="338292167"/>
      </p:ext>
    </p:extLst>
  </p:cSld>
</p:sld>
</file>

<file path=ppt/slides/slide2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40DE77-0296-439B-AAFA-704AC352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675116-A0B1-4D3C-9754-92AB8A5E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 route 함수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EC7C3E-87DC-43F8-8CDA-0EBFE22B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3E75FC-33E5-4025-86BE-CEE61DB4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517923-E1C5-4C4F-A6B1-EA02C9A5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0AE994-A2DA-4491-A515-F11795A4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B4BBC-C424-49F3-B43E-BE0A7C70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E278BE-C85C-41B2-AF82-CED27D54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FBE5B7-5630-4DFA-ABD5-BD97F3B7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status 기반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0D3414-77C8-4B0D-B6CE-493F1755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224835-D046-48A6-8F4F-32BB07CBE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bounded retry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FB8CA2-DB67-49C8-8B6E-91CEB299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90C0E4-EA20-4EB4-9CA9-27482EE5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정책 오류 제외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E4875E-6F56-4633-88A3-7C630F40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5D419A-BFC5-41D8-B6CF-7FADF36E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명시적 failed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CA08E9-C531-4BF6-A65C-ABFBA3AA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4B5054-226A-4DCE-B109-51D2863B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335C82-5CA9-4C48-A5CB-8325EDC6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def route_after_validate(state):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if state["status"] == "READY":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return "human_review"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if state["status"] == "TRANSIENT_ERROR" and state["retry_count"] &lt; 2: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return "retry"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return "failed"</a:t>
            </a:r>
          </a:p>
        </p:txBody>
      </p:sp>
    </p:spTree>
    <p:extLst>
      <p:ext uri="{BB962C8B-B14F-4D97-AF65-F5344CB8AC3E}">
        <p14:creationId xmlns:p14="http://schemas.microsoft.com/office/powerpoint/2010/main" val="1586234902"/>
      </p:ext>
    </p:extLst>
  </p:cSld>
</p:sld>
</file>

<file path=ppt/slides/slide2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78EF1C-7AB1-4DEC-A3C3-B7DC2376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AC6638-B5EC-43D7-828A-660B2F72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Interrupt로 검토 요청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29BB72-C838-4D57-94F2-3C835164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FCA8B-9187-44F7-867D-D113FAD2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6C35FC-21DA-4816-83B2-E0BE9D55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515CC-193E-4BFB-90EC-EA413207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E1BDB8-4373-4BF5-8600-D18B15BC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1D81C-5605-4B62-AB25-7BB5E567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75C8D2-67CA-4EE2-8475-039596BA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검토 정보 한 화면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50CD18-E6CC-49C2-B9CA-A5F9D1B2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D5697-03DE-4E44-898C-BF876A5F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직렬화 가능한 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04118E-8E08-4DDC-A6D3-3C9B69D8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7D51D2-5A1D-43F8-B406-C8B5FF16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버튼만 전달 금지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EBB15-13DF-4F74-92A4-EB698031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C6D3CB-6FB5-4125-9489-59689CD9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결정은 event로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495AC4-AF65-450F-9E1E-1FB0B365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1BBB4B-7E6B-4AD7-B4DC-A723F266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8EC18D-1E43-4349-A32E-DEDD4AB4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review = interrupt({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"draft": state["draft"],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"evidence": state["evidence"],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"target": state["publish_target"],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"options": ["approve", "edit", "reject"]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1140175122"/>
      </p:ext>
    </p:extLst>
  </p:cSld>
</p:sld>
</file>

<file path=ppt/slides/slide2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0B61CE-0C5B-4E92-AAC1-9A3FA4B1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13ACAF-5294-4F4A-BF86-9CB26B84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Command로 같은 thread 재개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4655E8-A9C0-4FB2-A857-07291400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0868CD-6725-4BFC-A981-6C8F458D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DA1D20-8BF1-4C99-9870-BA723D330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9C0737-2C1A-4036-AB16-1B924673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89ECAF-4ABB-49E5-BC7F-FF74BD4A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6F15E2-73DD-423B-9874-3CE55EC15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4C7E56-F288-4A2A-B8D6-DD9B0BFC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thread_id 유지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C4A1BB-F03D-4FE5-AA1F-17BF94A2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432E27-556B-46EB-AD7F-FBD1A935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checkpoint 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5DD3FE-E790-4A4D-AEB3-F56387B4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5BA30C-1E27-4B08-946E-12B1D277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resume value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3529F4-D30F-44E2-AC3A-9C2E0E92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3B37E8-0DF1-49B0-9704-90ED8576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new thread와 구분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4D39B0-9CFF-46E6-BD49-81A23974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B98F92-5C97-4FE9-AA41-EEDFD681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5AFE26-F405-4550-B944-9913ACF4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config = {"configurable": {"thread_id": request_id}}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first = graph.invoke(input_state, config)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# interrupt에서 멈춤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second = graph.invoke(Command(resume={"decision": "approve"}), config)</a:t>
            </a:r>
          </a:p>
        </p:txBody>
      </p:sp>
    </p:spTree>
    <p:extLst>
      <p:ext uri="{BB962C8B-B14F-4D97-AF65-F5344CB8AC3E}">
        <p14:creationId xmlns:p14="http://schemas.microsoft.com/office/powerpoint/2010/main" val="596537981"/>
      </p:ext>
    </p:extLst>
  </p:cSld>
</p:sld>
</file>

<file path=ppt/slides/slide2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578DDF-68AB-4DAC-AE08-F4353310D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1430AF-9E1A-4D4A-9641-D26B6C58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승인 event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389303-14C8-438D-8564-3688E38C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13E8AD-7F1E-4631-8AFB-54D979A1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D32A06-256E-4735-93D2-B33EC9C9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CFA208-BDC7-4B89-BED7-DBDEA36F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C47596-6B18-447A-A374-B73600B6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3AEDB5-8E50-4179-A396-169BD9C1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AA74BF-D73B-45D4-B8DB-16F66072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누가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DA0388-0157-442E-B329-0CF8E6EE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A9A0E2-30CE-4C4D-8F58-06475840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무슨 결정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09FA1-74B6-48B5-A0CF-C62BDCC8B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11BB12-5D09-47E1-AB6C-424BF7A2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이유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B2B8BB-3890-4C16-8A86-D39DDFED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B7B51D-6726-4D8A-BEE7-E265C281E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수정 payload·시각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DD7F4B-6CB1-44E1-8A41-2C5156DD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FB345D-D736-4637-9FF3-2797DE9B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24FD05-04B9-4622-9A3B-61F636C1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approval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"decision": "edit",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"reviewer": "role-reviewer",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"reason": "담당자 근거 부족",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"edited_payload": corrected,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"at": iso_time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5421011"/>
      </p:ext>
    </p:extLst>
  </p:cSld>
</p:sld>
</file>

<file path=ppt/slides/slide2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09522B-994B-48DD-9EFA-9B54F622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A1247-1AA4-4E37-8491-EA171CC3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1 · State 필드 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9175BF-FEAA-4AD6-9C8B-8ADFCF22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043667-CCEA-4C1A-8E8A-2FA28D44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9204E-FF5E-4FE9-A9E0-3A10D63F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114632-6DD2-49E7-8AA6-8734E8F5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1B3885-8D7A-4CAA-8478-0C62623E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9ADDD1-398F-4CF8-80D2-E3E4B641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6F2B0-F7A0-438D-B225-CE78DE1E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E7F4DC-4072-43B5-9417-6443EBB0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DFD770-E9F1-4529-9E00-506CCCEC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79A686-3837-4220-94CA-023EAAAE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입력·중간·오류·승인 필드를 나눈다.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035C18-77E5-47D7-8DDB-C9CFD68B5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F86CAA-BC82-462C-87EC-A7E02F74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5EAD6D-0F24-4E3A-914D-BFCCFCAD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 node가 읽을 필드를 표시한다.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EF9FED-6450-40EB-B0F5-023ABE5A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28D44A-AE83-43ED-B220-8F2A7CAC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4D4E1E-0BD6-4490-AC66-E4EA3C8B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terminal status를 세 개 정한다.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3946BD-2542-4706-9D6E-E169C761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672D6B-F3F1-45DC-9E6F-646F048A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40B05A-7BB6-4CA0-8871-3DA9A4BC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불필요한 chat history를 제거한다.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81D069-FFDD-4C95-BC44-474CCE95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E756A0-C001-4923-A870-EBB4C09E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45A9F6-A746-47FB-8E15-ADC6D62F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State schema 1개</a:t>
            </a:r>
          </a:p>
        </p:txBody>
      </p:sp>
    </p:spTree>
    <p:extLst>
      <p:ext uri="{BB962C8B-B14F-4D97-AF65-F5344CB8AC3E}">
        <p14:creationId xmlns:p14="http://schemas.microsoft.com/office/powerpoint/2010/main" val="112000345"/>
      </p:ext>
    </p:extLst>
  </p:cSld>
</p:sld>
</file>

<file path=ppt/slides/slide2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76B18A-0EF6-4D88-9D67-7B50EDFA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FB6297-D29C-4405-BD13-5BA6A00A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2 · Node와 edge 카드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8CBFC0-CBFC-4AA9-8469-1F3E5D40F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DC51C4-52F9-431D-9CD2-D1CFD8D1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E53356-A499-4A32-B806-63C4E2C3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9E86F4-1869-44C2-90E4-7E873557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356A5-E95D-482A-9847-0E7A85A5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F1E22A-DB31-47BF-85E6-98E28D79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C9A186-A9B3-466D-BBA7-A138AB9F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BE4221-FD26-40F2-A2E4-9E99C1DC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0668D9-73E6-4DCA-BB3D-EAF266D4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EAFF07-5D25-4BA0-8579-F5D291B4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transcribe부터 publish까지 카드를 놓는다.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04CB9B-C7AE-4ABA-A27E-A671E3A9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C873C3-9B5F-4772-9C38-6F768FE4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10A652-9DAD-46E8-9399-E1E04802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 node 한 책임을 쓴다.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832CD6-84F1-4CE0-832A-3471FF69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B5A38E-9D7D-480F-AFE9-E17E0DD9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5B73DB-6ADE-47C2-A7FE-57A326F5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성공 edge를 연결한다.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68C2A4-024E-44D0-A38B-3F3728A0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C4A2DB-1716-4AF5-9C74-9A976E97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2D66AC-CEC7-4869-BB08-E8978E704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오류·review edge를 다른 색으로 연결한다.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6B1142-A136-4A97-BBFD-DB1E3AF2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3DE4F4-7C15-475A-8379-C19E5CA52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1C0112-9B05-41DE-8A02-F11BFC659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graph sketch</a:t>
            </a:r>
          </a:p>
        </p:txBody>
      </p:sp>
    </p:spTree>
    <p:extLst>
      <p:ext uri="{BB962C8B-B14F-4D97-AF65-F5344CB8AC3E}">
        <p14:creationId xmlns:p14="http://schemas.microsoft.com/office/powerpoint/2010/main" val="78798615"/>
      </p:ext>
    </p:extLst>
  </p:cSld>
</p:sld>
</file>

<file path=ppt/slides/slide2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DCE0B9-0352-4811-9D78-A207D01A8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4175E8-F363-42A2-AF2F-C88F0C48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3 · Retry 정책표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1214E1-F856-4301-9D01-F4CA8AE57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7FC7A-3F43-48FF-98C1-225964B0F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19FA1B-E193-4B43-9326-1042AA9B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A8523B-FDBE-4336-90FE-63A9A623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938DA8-23BA-43CC-B69C-9BDD4859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8629BC-AABB-4EC1-8345-4B2DCA1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B6450F-1B02-4FE9-B328-3F49EBD7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420D10-927F-47C5-8D84-9B3D2542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3133C5-5ACC-4D85-9557-7DD358AA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7720CA-8217-4773-A6E5-7B00E1BE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 네 종류를 적는다.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566B1F-6BD8-45ED-9E57-BDE0560F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DE4A61-B015-4BCE-A6B9-3A28EDCB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673D8F-7A50-48C8-96CA-D731A914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 오류의 retry 여부를 정한다.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4383E3-82BD-4042-8A27-4C16CB6C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12ECB4-8F08-4385-8F67-9D8FFBB5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257E9F-73E6-476F-8813-B3F87025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max attempts와 backoff를 적는다.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610EBA-2335-4501-AA63-E3A18736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7EF6BF-A76B-4768-A34A-3605DEB0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772E4E-8B44-48B5-B491-2EE17729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exhausted 후 상태를 정한다.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B8CF27-0838-49E8-A30F-AAA3DDB37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261849-F424-4849-81D8-55ADA527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CBF377-073F-4E27-A2E5-6F9CEA2AE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retry matrix</a:t>
            </a:r>
          </a:p>
        </p:txBody>
      </p:sp>
    </p:spTree>
    <p:extLst>
      <p:ext uri="{BB962C8B-B14F-4D97-AF65-F5344CB8AC3E}">
        <p14:creationId xmlns:p14="http://schemas.microsoft.com/office/powerpoint/2010/main" val="800147291"/>
      </p:ext>
    </p:extLst>
  </p:cSld>
</p:sld>
</file>

<file path=ppt/slides/slide2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4E768E-5644-47ED-BDB6-D49F086D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4F3DAF-BD10-4F75-B5EC-68D710BC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4 · Reviewer 역할극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D9315-1AEB-4415-B5AE-231FAF3B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97C114-4E0D-4DB9-91E0-7F02AB03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7F57E6-F971-42C1-81C3-44B65816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4F8369-8D0C-4737-997C-0AC85392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6CFE56-7CD6-4DA8-ABCE-5542F866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12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D96D4D-016D-4F2F-97BE-99F30135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9A0A84-AF37-4A94-9879-6C6675EC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61748D-2EFD-4FF2-B9E3-1464B3EA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B8B90E-0DBC-40C5-B567-D161F426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C168B4-A653-47ED-B377-3926E231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A는 Agent, B는 Reviewer가 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A4F00B-7E3D-423A-8E1B-C4B261E8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171412-7CBD-4FFE-BD41-D5EFD7B1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162C71-341F-4830-8544-C375FF09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초안과 evidence를 비교한다.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D6187E-54C5-438A-B4D8-C625051B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FD5A5A-14F0-40CE-B5F2-9B50E66A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00DA74-7678-4B86-B818-EC5F26EA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approve/edit/reject와 이유를 남긴다.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F6F687-22D8-42CA-93CC-C5C339C1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AAA926-183C-47BA-8BF5-3A1A77D1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637E5D-CC80-49BE-9054-E70F18D5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역할을 바꾸고 낮은 confidence 사례를 반복한다.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AB454C-55A6-4087-94D8-1A29B9C6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FC2D9E-CDEA-4BA3-8A94-7D1FDA3F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F7FDB9-6394-4960-BE25-0466043E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review event 2건</a:t>
            </a:r>
          </a:p>
        </p:txBody>
      </p:sp>
    </p:spTree>
    <p:extLst>
      <p:ext uri="{BB962C8B-B14F-4D97-AF65-F5344CB8AC3E}">
        <p14:creationId xmlns:p14="http://schemas.microsoft.com/office/powerpoint/2010/main" val="1949657789"/>
      </p:ext>
    </p:extLst>
  </p:cSld>
</p:sld>
</file>

<file path=ppt/slides/slide2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0B5443-66C5-45A5-978A-631717BB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B1265-76B3-4292-AB49-A9CAE4C09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1 · State에 모든 것을 저장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6FBEE1-20E1-4734-9D20-66B1AF1A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7F479F-94A2-4484-8CA2-28175B66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C2F4A-BD1C-4396-A468-21EDFC16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3D0172-C21B-4376-9162-50CA7CE65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B6F26-0654-4386-AE0E-4CBEFD48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6BF447-C416-41CD-B40B-5254F82C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4FE4A7-953D-4203-B1EF-224893C0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DF421F-CF2D-4A51-BD88-FA15B6D4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B7E8B4-5604-4F13-8F15-C77F8DCC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거대한 message history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A6CF24-AF0E-4B1F-819E-448E39A2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F5FB96-299F-4BB2-9A5E-539AAB4D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binary audio 포함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76D86E-3A51-495E-B5F3-7F4914B3A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32E35D-9649-4264-A29D-6DC3C6358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개인정보 장기 보존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EBEE43-11C8-45CB-8745-FDDB8B15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45CE6B-54DD-44F5-A431-B812682A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node coupling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7D6A05-B530-4C4C-8075-0FA81596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7901B3-B2A6-47CC-AB4C-E3638886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최소 structured state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A083FA-4AC2-4D76-8BDE-A1332A78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C338FE-E53B-466D-BC56-498164822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원본은 보호 저장소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E322F2-1714-4E20-BDEB-FA55455F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9BC679-8E20-4209-89BB-CA1FE2AE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reference 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4BE262-E66A-4471-89C5-55D9F02A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54F305-C81A-4340-B49D-329B075A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node별 계약</a:t>
            </a:r>
          </a:p>
        </p:txBody>
      </p:sp>
    </p:spTree>
    <p:extLst>
      <p:ext uri="{BB962C8B-B14F-4D97-AF65-F5344CB8AC3E}">
        <p14:creationId xmlns:p14="http://schemas.microsoft.com/office/powerpoint/2010/main" val="460775553"/>
      </p:ext>
    </p:extLst>
  </p:cSld>
</p:sld>
</file>

<file path=ppt/slides/slide2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CCD095-BB0A-47CD-B935-7F6BCD2F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C978C6-88F7-43C3-BE38-106F0F7E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2 · interrupt를 try/except로 감쌈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A93567-F74E-41A9-AED7-17713FDB1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EBE801-D0F0-4E03-87AB-55BEB8CC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8BB3D9-7445-49A3-B33C-0A8F704D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F007E5-2AA4-4AAD-969C-618628AC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3CFDF5-7A25-4401-9B52-62AE49AB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2847D0-6011-4FEC-B24C-D697E542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7D4C43-BE2F-49A9-8112-01C1162B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268112-FA66-4401-B6B5-0835279A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79CAF5-7D87-45C4-840D-C05E3007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중단 신호를 오류 처리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2AF382-AD4C-422C-B581-285FF1CA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D1C7D2-E6A6-4CB4-8355-11ED2014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재개 불가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545FB7-8104-4549-B766-5ACEAC93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A3B22C-A546-43E5-82DF-91D4207B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state 혼란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94A72D-7D40-4BA2-9BC1-B1B2546C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089ED5-98F0-442C-9012-D0883A86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반복 호출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BFFA20-C2A4-48B8-8B56-A840FBEE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72CCDA-2ED3-4682-9522-1404DF98C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공식 interrupt 규칙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5B905D-53DD-45C0-A830-1A15C37E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4745A1-5B5F-49E9-A514-EA333066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직렬화 payload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3B441E-ABAA-4F1A-A364-E0D3AB21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5F79BE-67B5-4FBB-A303-659F7A00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thread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4115DC-1179-4874-8352-D9A156AD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DB48D6-C425-4D27-B393-F975B20B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명시적 resume</a:t>
            </a:r>
          </a:p>
        </p:txBody>
      </p:sp>
    </p:spTree>
    <p:extLst>
      <p:ext uri="{BB962C8B-B14F-4D97-AF65-F5344CB8AC3E}">
        <p14:creationId xmlns:p14="http://schemas.microsoft.com/office/powerpoint/2010/main" val="1540620392"/>
      </p:ext>
    </p:extLst>
  </p:cSld>
</p:sld>
</file>

<file path=ppt/slides/slide2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80BBA9-4B36-40F5-A308-E47816BB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1AD8D3-178F-4656-B60E-CA152CB2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3 · 승인 전에 외부 쓰기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CC23F3-DC82-496C-BC36-52F483FE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3CC803-B9EF-4BB9-93CD-D6BEBE30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865E6-5491-48E1-A8D0-35D99CF9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34DAE5-83F5-4FB3-AF31-73A1210F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956D93-8657-480F-9A63-4CFE8AB1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FEF590-9423-4A2B-BD4D-37BD2A08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7D896E-28D1-422C-8B82-7FA2BD3AB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D4CE4B-ED7A-4B56-BA1A-4A35CE5D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E40C75-9D43-46F1-AD46-619CFD12D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재실행 중복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1EB468-41C4-41AA-A7DE-691F2A52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A7B0A0-435F-40F7-A583-15550C54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오류 확산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B00169-DE7B-4A10-ADFC-DCE9FAB0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036E4F-192B-424B-BA83-BA630B2A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사람이 취소 불가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01309C-19B4-4ADD-9FC3-C87E52F9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670592-7FB7-44FE-A63E-FD46B613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감사 추적 부재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C091E9-5965-42A8-BBE8-1D14574C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3DD1A0-72A1-40E0-B605-A062B9BF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draft·preview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8A2ED5-A850-4BE3-BDFC-B5663CA5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F4B63B-643E-4913-B8DC-95A79FB2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interrupt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28D8DC-A688-4A84-AB28-C128C962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6B77A6-6B50-40B0-8E75-2208B5A4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approved payload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5191F3-F814-432B-91E9-046FC430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80AB95-1666-4FB6-8479-2C17B758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idempotent publish</a:t>
            </a:r>
          </a:p>
        </p:txBody>
      </p:sp>
    </p:spTree>
    <p:extLst>
      <p:ext uri="{BB962C8B-B14F-4D97-AF65-F5344CB8AC3E}">
        <p14:creationId xmlns:p14="http://schemas.microsoft.com/office/powerpoint/2010/main" val="1599944255"/>
      </p:ext>
    </p:extLst>
  </p:cSld>
</p:sld>
</file>

<file path=ppt/slides/slide2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034709-7861-4DA8-8337-633F4007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5FB0CC-9AAC-42D0-BB5C-6BE887C68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재직자 · Human Approval 운영표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24DC1B-EF51-4476-A589-51D7BBE0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68A8C8-66B1-4BA7-B3D5-3B57CE14B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5D01FA-D1DF-46F0-AB1D-55555AAB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39B0D7-55D8-4CFB-AFB5-06B16853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8341B7-E23A-4465-A75B-B1E72E8C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승인 기준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2AAE4E-4C5A-46C2-BA85-62DCFFC8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운영 증거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FA4A0A-E243-4D4C-B812-1DD11961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70FAA5-AE47-4D71-A3B9-42632597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239661-E044-495C-B7C4-C0E7E3E8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개인정보 flag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1D967D-4319-4E6A-93D0-F4B1B5417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42EBB1-E181-4E54-BDEA-C77B4648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낮은 confidence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24BA40-0DD0-4EEE-BF5C-A6CE600B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D06482-8C06-4223-818E-4F4D8C89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외부 발행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8AE41C-1E68-4A2C-9B90-406D7FF7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A4A0DB-47DD-4059-B3CF-82989CBA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금액·계약 영향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FC4FA9-2B6B-43A0-A6BB-607F3E38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150E88-8B81-4AEF-9296-0CA77190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reviewer role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ADAA16-E1EC-40D8-943E-376ECB45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14D7A3-4889-4D2D-A0CD-6DFDFEE9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SLA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95F00A-1A8C-40A3-A0EC-1A1DF796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B152DC-8164-4406-9643-FF358EDF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decision reason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3EB8DF-33C8-4378-9077-549F5BF3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1266BE-DCF2-4615-ABF3-9B0F253D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audit log</a:t>
            </a:r>
          </a:p>
        </p:txBody>
      </p:sp>
    </p:spTree>
    <p:extLst>
      <p:ext uri="{BB962C8B-B14F-4D97-AF65-F5344CB8AC3E}">
        <p14:creationId xmlns:p14="http://schemas.microsoft.com/office/powerpoint/2010/main" val="1719769283"/>
      </p:ext>
    </p:extLst>
  </p:cSld>
</p:sld>
</file>

<file path=ppt/slides/slide2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C5C95A-B6D5-43B6-9AF3-35553F1C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BC6674-4250-4A73-8D13-343667F1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Gate 7 · 승인 뒤 같은 요청이 다시 왔습니다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6E80D0-5713-42F6-A347-7B813F8E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DB2DB-85D3-4B59-B805-ED0D85DD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4B9A89-FFD8-4F1F-9803-02787897E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AB5601-B752-49A1-827C-2357CDCC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DE261A-2B6A-4AD6-8B93-1657666DB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상황: reviewer가 승인한 직후 네트워크가 끊겼고, 같은 request_id로 publish가 다시 호출됐습니다.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3E4132-A79A-483B-A4F3-034F5748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C6C922-16E6-463A-B24F-54A79959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4B1D0-798E-48C6-97F4-6FE5B392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어떤 State와 checkpoint에서 재개할까?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A7FC8D-C9A1-492E-9312-1DC5DB03D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FAE7B5-8C4F-48AA-A45D-EF8BE0CC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CE3EE9-ED26-47F9-822D-C4E0939E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승인 event에서 어떤 근거와 결정을 읽을까?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B57252-0D28-42B9-9849-E23172651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DB19C7-E482-4010-B5C9-1CE93A2D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0AD4F4-C45B-4272-8A5D-90D1A878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새로 발행할까, 저장된 성공 결과를 돌려줄까?</a:t>
            </a:r>
          </a:p>
        </p:txBody>
      </p:sp>
    </p:spTree>
    <p:extLst>
      <p:ext uri="{BB962C8B-B14F-4D97-AF65-F5344CB8AC3E}">
        <p14:creationId xmlns:p14="http://schemas.microsoft.com/office/powerpoint/2010/main" val="435853376"/>
      </p:ext>
    </p:extLst>
  </p:cSld>
</p:sld>
</file>

<file path=ppt/slides/slide237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9F763C-6D33-489A-B8E4-978DE263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69E01B-3D24-4FFB-82BE-AAD0EA1E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D64537-2FB2-4A01-B31A-B02C58E6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1일차 8차시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12D4F3-CE50-44EB-A84F-18D103B5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35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STT와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41FAEE-07A7-4F6A-8E85-0BC0D989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E0E0E0"/>
                </a:solidFill>
                <a:latin typeface="NanumGothic"/>
                <a:ea typeface="NanumGothic"/>
                <a:cs typeface="NanumGothic"/>
              </a:rPr>
              <a:t>16:20-16:28 강의 · 16:28-16:38 Trace 시연 · 16:38-16:53 개인 실습 · 16:53-17:00 판단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D13875-785B-4CD3-BB10-C3E6A8E8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58574E-7B68-43FF-B709-0A46ED75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14FEDF-A2DE-44AF-8C83-DBF629177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82ADC2-954C-4928-9457-60DC6BB1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STT 품질 · Trace · Dataset · 평가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7FFA16-44D9-470B-9734-6A6FA8CE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D781EA-5B70-4BE6-AB6A-326E788D7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7CB200-0BCB-4FA1-B3E0-80A698A9B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C683FB-FBD2-4614-8DC4-BAEA53AF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실행 기록으로 READY와 HOLD를 결정한다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06895C-D47A-43E3-ABDC-E66C4E3C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48B58C-D500-4873-9FF8-489091E4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함께 챙길 내용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6A64FE-740B-47CC-981C-5036AD50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A539A9-5628-4319-8617-F4F5B8F10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STT 품질 기준 + READY/HOLD 결정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A64C9D-2425-415B-993A-86B5C496B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F60364-9064-4731-B8D2-797C2754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C7C7C7"/>
                </a:solidFill>
                <a:latin typeface="NanumGothic"/>
                <a:ea typeface="NanumGothic"/>
                <a:cs typeface="NanumGothic"/>
              </a:rPr>
              <a:t>슬라이드 237-269</a:t>
            </a:r>
          </a:p>
        </p:txBody>
      </p:sp>
    </p:spTree>
    <p:extLst>
      <p:ext uri="{BB962C8B-B14F-4D97-AF65-F5344CB8AC3E}">
        <p14:creationId xmlns:p14="http://schemas.microsoft.com/office/powerpoint/2010/main" val="1439491412"/>
      </p:ext>
    </p:extLst>
  </p:cSld>
</p:sld>
</file>

<file path=ppt/slides/slide2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8F823A-2A07-4DA9-9B33-8E870FB83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A3CC4D-138B-4FF2-9D11-7ED5C0C8C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관측은 READY와 HOLD를 가를 때 끝납니다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8D9ACE-E5F8-45B5-B1BA-CEFC1BFA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33EDDB-CBDA-41F3-AAEC-252F623D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1E792-F31D-4DF2-8CC0-8290891B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72D448-1DEB-464F-BD7B-812275EC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2F686-B985-479D-B184-418E6F794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다음 버전을 배포하지 말아야 할 근거를 trace와 dataset에서 바로 찾을 수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A74B58-58C8-4934-B63F-C64012D8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3F5E68-80A0-43F0-B3D5-2F1B8995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입력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80944D-97FA-483E-AD4E-573779340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Managed 또는 Local STT의 segment를 받음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31ABC3-6A86-4A8F-B463-78DDF607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8EFE16-1BD3-4AD1-8BAC-619C83179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품질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0FE765-07D0-41EE-8FC3-AD427810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무음·반복·이름·날짜 오류를 flag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F55ECD-6C03-4E60-824C-3A4DEA98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30C6D5-61AA-4FDE-834A-B98FEAE2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계보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F9E143-193B-4329-85A1-B912B05D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node·LLM·tool을 trace tree로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E931D2-EF7B-458A-BB09-82FAED97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50C95F-0A87-4B3E-BC26-14221E04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비교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B62EBA-FDB1-4431-B210-632B279B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dataset으로 baseline과 candidate 실행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0CE97D-124D-4FE5-A42B-3ECBABFE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1B73FF-AE75-421F-BB2D-52A6AF2D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결정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6FDF79-0E1A-4EB6-87B6-235C1AA2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품질·안전·지연 기준으로 READY/HOLD</a:t>
            </a:r>
          </a:p>
        </p:txBody>
      </p:sp>
    </p:spTree>
    <p:extLst>
      <p:ext uri="{BB962C8B-B14F-4D97-AF65-F5344CB8AC3E}">
        <p14:creationId xmlns:p14="http://schemas.microsoft.com/office/powerpoint/2010/main" val="1748013383"/>
      </p:ext>
    </p:extLst>
  </p:cSld>
</p:sld>
</file>

<file path=ppt/slides/slide2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9F1DEF-09C4-4DCE-B315-BCA7BE48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C32218-A6B8-4A39-8A92-EAD423AF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관측과 배포 판단을 잇는 네 단어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D2AF8E-8FA3-4D0F-901C-4C5587C5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388855-59F1-4AEC-BB08-80F5A84C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784CBB-7524-4A2E-B78E-A72091F8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0557B5-6A5C-4E17-B3CE-CCB81EE3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818193-BF50-4AEC-88D9-E0A3CAF1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B8F291-D8A1-42BB-B47E-FD759045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464737-722E-4346-9885-B6721D9C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1A1625-0EB4-45FC-BD55-C52595E4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9D2288-C151-4E1A-A0FD-614255395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Speech to 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C02A8-BFE3-4C5D-8E0D-2EFE173E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사람의 음성을 문자와 타임스탬프로 변환하는 기술이다.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BEEBEB-6511-44E0-96E5-C9D42C19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faster-whisper가 audio를 segment 배열로 변환한다.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BC557F-5EE0-4651-810A-89A4591F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5BBE60-48B4-4C73-A7CE-8AB3E5D89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508651-C62C-43C1-9A66-1AD4904A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Trace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Execution Record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E506E0-B7F0-470B-B0DC-F404C715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한 요청 안에서 Node·LLM·Tool이 어떤 입력과 출력을 냈는지 연결한 실행 기록이다.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2DEE30-5520-43A7-9E2D-DFCA235D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LangSmith run tree에서 Graph 아래 child run을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7F9549-9012-418F-A1B0-7A2C83F8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080071-0173-4C21-8FFB-198F43FA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Dataset / Experiment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Fixed Inputs / Compared Runs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EF4E5F-BAE7-4A43-AE31-DA791B68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Dataset은 평가 입력 묶음이고 Experiment는 같은 입력으로 특정 버전을 실행한 결과 묶음이다.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656AC3-D8DA-4380-8597-24E6B234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day2-v1 데이터셋에 baseline과 candidate를 각각 실행한다.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522A5A-3256-432D-96CA-66EC5C35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79F8A2-22AA-47F6-B3F5-B217A775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277249-8F76-4B21-8CD4-ADA6E61F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Release Gate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Ship or Hold Rule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E245B0-E059-4D7F-8A42-7AA3F9B2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품질·안전·지연시간 기준을 모두 통과할 때만 배포를 허용하는 규칙이다.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932CFB-CFDB-471D-B269-F28BCEDF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Schema 98%·근거 연결 90%·오발행 0건을 모두 만족해야 READY이다.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2D3533-7F4A-463B-A9C1-BEB6880E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51488446"/>
      </p:ext>
    </p:extLst>
  </p:cSld>
</p:sld>
</file>

<file path=ppt/slides/slide2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897214-AA4F-4A7F-BC35-8FAA086E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Managed 회의 기능은 현업의 현재 출발점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21F647-D976-4DD5-8F5A-A867ED34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15A997-3052-45BC-B3B1-224EDDB9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BD1B19-8A08-425A-A468-0416E189F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13F7BD-FE39-4B56-8440-272A51DA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55E10C-DD10-4777-84DE-B98F8F2D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FDD045-045C-4DED-9DA5-6C6A276C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Google Meet 등은 전사·노트 기능을 제공하지만 계정·edition·관리자 설정에 의존한다.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2f6cd235cd46a3">
            <a:extLst>
              <a:ext uri="{96DAC541-7B7A-43D3-8B79-37D633B846F1}">
                <asvg:svgBlip xmlns:asvg="http://schemas.microsoft.com/office/drawing/2016/SVG/main" r:embed="R29fc8ab436844a0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ECE1E9-2996-4D18-93FF-E794ED9B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B86669-79CA-4660-9F77-22A78C6E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빠른 활용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5FA90-2C18-412F-91BF-59CCB0CE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02D1DA-C0B4-4785-93C3-AB1659C0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정책·보존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F3BE9A-A08C-4358-99EA-9E7040A7A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86794F-09C4-467A-841E-22A3B7F7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지원 언어·edition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4346B7-2E9D-4291-9627-039DD3C3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BB7C1D-F560-41E5-976F-47FF6544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배포 전에 보는 신호  |  STT가 틀리면 LLM은 틀린 입력을 더 그럴듯하게 정리한다.</a:t>
            </a:r>
          </a:p>
        </p:txBody>
      </p:sp>
    </p:spTree>
    <p:extLst>
      <p:ext uri="{BB962C8B-B14F-4D97-AF65-F5344CB8AC3E}">
        <p14:creationId xmlns:p14="http://schemas.microsoft.com/office/powerpoint/2010/main" val="254751242"/>
      </p:ext>
    </p:extLst>
  </p:cSld>
</p:sld>
</file>

<file path=ppt/slides/slide2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46BA41-DBB5-48DF-93BE-ABB48529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수업의 local STT는 원리를 이해하는 최소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D82D87-61E2-43E9-A8D2-E311E522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F562CB-9CDF-4DEE-8659-2931B210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ECAB73-10E8-4E07-9E08-CD68056E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1FEA87-826D-4463-BC68-C20DAD4F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715D9-EE15-406D-A9D9-34160342D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faster-whisper 또는 whisper.cpp로 audio→segment contract를 직접 확인한다.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486D71-F595-44A8-BD51-A2724E96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5973AA-E48B-4DB8-B08A-6BBD76D1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offline 가능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BBDF1E-7A73-40E5-89B2-1F09A1D5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DA2675-F83C-4FFB-AE06-B4FAE1790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timestamp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A62926-ADE0-4B5B-8075-47B1BFBD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758FDF-B065-4467-9E4B-C4626F74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model·device 선택</a:t>
            </a:r>
          </a:p>
        </p:txBody>
      </p:sp>
    </p:spTree>
    <p:extLst>
      <p:ext uri="{BB962C8B-B14F-4D97-AF65-F5344CB8AC3E}">
        <p14:creationId xmlns:p14="http://schemas.microsoft.com/office/powerpoint/2010/main" val="1244790094"/>
      </p:ext>
    </p:extLst>
  </p:cSld>
</p:sld>
</file>

<file path=ppt/slides/slide2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7718B4-5506-43E8-BC72-CB2B0196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STT 품질은 WER 하나로 끝나지 않는다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12EF7-79A1-4105-B76B-1E71401F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1B27B9-53C9-4AC0-A77C-AC27335F5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06B52F-31CA-4CD6-89CC-0632A8A4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E79D25-C41D-4ABF-9F4E-579543AF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619B63-966E-4C40-ACDC-88F60C1E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CF9053-7F66-44FA-B855-F0C19CCB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업무에서는 이름·숫자·날짜·Action Item 근거 오류를 별도로 본다.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ECAF73-91FB-42CE-BE88-2233A9BD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7CC82F-F78B-44BB-8059-B06E5E0C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empty·repetition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FE95D6-4A22-4EB7-9873-151915767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EA76E4-D3D0-4078-92BF-960A626F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entity error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F48F1C-6760-4174-9107-4345418A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3F4FF4-DA18-4108-BA51-60E905E4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timestamp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5673E2-169B-4DE5-8403-7B3D8C95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736733-20F8-43B9-8703-2AC0AC03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human correction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D3AB0A-CC6D-43F5-96B8-081B5142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A13AB2-E684-4455-B18A-98916407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배포 전에 보는 신호  |  Trace는 과거 기록이 아니라 다음 실험 질문을 만드는 재료다.</a:t>
            </a:r>
          </a:p>
        </p:txBody>
      </p:sp>
    </p:spTree>
    <p:extLst>
      <p:ext uri="{BB962C8B-B14F-4D97-AF65-F5344CB8AC3E}">
        <p14:creationId xmlns:p14="http://schemas.microsoft.com/office/powerpoint/2010/main" val="187890588"/>
      </p:ext>
    </p:extLst>
  </p:cSld>
</p:sld>
</file>

<file path=ppt/slides/slide2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F253DC-2174-4DE0-ABC1-99AFD9CF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LangSmith trace는 실행의 계보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FA6FEF-98C7-4246-AC46-CE73929B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97F812-C91C-44E9-ADF7-076D298F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73D188-6D8C-414A-AFB3-EB6A82E8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78567B-4802-4891-BCEB-80035D631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7D4DA9-C7FF-4FC3-9002-6A0E1E4E5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graph run 아래 node·LLM·tool의 input/output·latency·error를 연결한다.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2F7A6-C1E6-4886-BCE5-4BBA48FF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24B773-7E78-4C38-9A3A-04B554DC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parent-child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7296F5-DEA9-4090-93D7-A07F118E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1C8137-9C1F-4633-9F18-FDE0D878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metadata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80C350-CE48-4093-BDA7-EA78371A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29AD0E-C7A6-4E14-86BB-86B2CED4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tags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3051DA-84AC-4319-A93F-956ED399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5673EC-C0A7-48FF-BD5D-EA38BE80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error</a:t>
            </a:r>
          </a:p>
        </p:txBody>
      </p:sp>
    </p:spTree>
    <p:extLst>
      <p:ext uri="{BB962C8B-B14F-4D97-AF65-F5344CB8AC3E}">
        <p14:creationId xmlns:p14="http://schemas.microsoft.com/office/powerpoint/2010/main" val="1645958213"/>
      </p:ext>
    </p:extLst>
  </p:cSld>
</p:sld>
</file>

<file path=ppt/slides/slide2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6AD74C-179E-4835-85F6-D7DEFA5A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민감 데이터는 trace 전에 줄인다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8D5115-0BA9-4166-9A73-A6808264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246476-B2C7-4C60-8951-06F47898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90FF58-366B-443F-B66C-E6DA70CF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BC31F8-4B67-44D1-B5B3-C1437373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36188-4137-4962-AF12-80C31C82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2B5E43-59F5-4CAE-A0BE-999B2A42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77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교육 계정에는 공개·합성 샘플만 전송하고 원문·secret을 masking한다.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EB3EBC-20C3-42B9-A52C-985AE857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CA6BE9-FC76-4928-BB50-33E8E847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anonymize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6F490-DEE0-4D23-9192-88251D667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0F694C-7EEB-4A54-B15C-AC0C2476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sampling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491948-9ECC-43ED-956D-7C513256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305765-0750-43C7-BFF4-7F1D1475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local JSONL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29C71B-2B22-4C03-96E1-CEA5954C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506AC3-1419-4F91-8C79-CDB1CAD4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retention 확인</a:t>
            </a:r>
          </a:p>
        </p:txBody>
      </p:sp>
    </p:spTree>
    <p:extLst>
      <p:ext uri="{BB962C8B-B14F-4D97-AF65-F5344CB8AC3E}">
        <p14:creationId xmlns:p14="http://schemas.microsoft.com/office/powerpoint/2010/main" val="1796694019"/>
      </p:ext>
    </p:extLst>
  </p:cSld>
</p:sld>
</file>

<file path=ppt/slides/slide2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77E230-F121-4FD1-8CDC-BF4121C3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Dataset이 평가 입력을 고정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6AF02E-F087-448B-8B28-7BF95DC31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E91EDA-D253-4EB4-8796-B4ED6B44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9D10C0-50F1-4797-A996-066102FF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974902-B091-41EE-99E9-04774F27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659DEB-398B-4A62-A872-8E5D18C6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golden example과 실패 사례를 dataset으로 만들고 experiment를 반복한다.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7A00B6-2C4F-4037-A1E9-0468EF01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43B180-05DF-41D9-951F-BDC39E49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C8910E-B8EE-400A-919F-F05A2E3C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63510A-542E-459C-B630-E8119250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reference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1550CB-8A40-49FA-A138-049EAC38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947ABD-00E6-4724-B46A-F8F3FB45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metadata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7EE0DF-5A7E-4AFD-A93D-C49FCD26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E8B6A5-470E-4B9E-BC4C-C9EDCE85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version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0F90AA-9B33-4456-B5B0-B567394F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C2AAEC-AFFE-4844-84AA-3745A1FD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배포 전에 보는 신호  |  평가는 점수를 내는 일이 아니라 READY와 HOLD를 가르는 운영 결정이다.</a:t>
            </a:r>
          </a:p>
        </p:txBody>
      </p:sp>
    </p:spTree>
    <p:extLst>
      <p:ext uri="{BB962C8B-B14F-4D97-AF65-F5344CB8AC3E}">
        <p14:creationId xmlns:p14="http://schemas.microsoft.com/office/powerpoint/2010/main" val="382911039"/>
      </p:ext>
    </p:extLst>
  </p:cSld>
</p:sld>
</file>

<file path=ppt/slides/slide2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0CEA43-2CED-408A-BBB5-AF4FA9A3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632829-C52D-42E7-A198-52A75E226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전체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9D19F5-81FE-4D12-9613-E75AF55A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967097-1133-4DB5-8495-8E19B79D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C1FBA8-47FA-4212-8EB9-992AC436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784532-47BB-4796-9B83-D92C908B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EDEF55-5A9E-4459-B8D4-892EC602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5310F5-3954-4305-BCE7-6B3558E4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E5F4B2-4455-43A4-9CBC-0C0F49B0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AUDIO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410823-B02C-490E-A2D5-DD018E44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metadata·STT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FC2831-867E-405C-8EDC-229C7560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BEE9A9-3D89-4226-90EF-3B22066D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D7DDAB-C084-4556-9FC4-6F77689F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DRAFT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D7E04A-6E32-4132-B814-032032A3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LLM·schema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51839C-A15E-4166-8391-95476C3C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DC9E14-F525-4D04-91A8-158DD05D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15EBCD-A397-4F2D-8D48-099596B4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E1ACDB-2B29-4ED1-A48D-4E4EA2BD7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evidence·interrupt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510371-199C-4729-A163-0B6DD386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494640-0025-4C5E-8085-147C6CBAA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A8627E-85B5-44AC-8227-44578111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PUBLISH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CF7AAE-6491-44C0-BE25-F8CF77B2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승인·idempotency</a:t>
            </a:r>
          </a:p>
        </p:txBody>
      </p:sp>
    </p:spTree>
    <p:extLst>
      <p:ext uri="{BB962C8B-B14F-4D97-AF65-F5344CB8AC3E}">
        <p14:creationId xmlns:p14="http://schemas.microsoft.com/office/powerpoint/2010/main" val="2122521093"/>
      </p:ext>
    </p:extLst>
  </p:cSld>
</p:sld>
</file>

<file path=ppt/slides/slide2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EE2650-D5FC-4E47-B857-44D329AB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4AA938-8969-407E-9406-75F87032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STT 실행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950855-E93C-4E26-BCF6-B98FB17F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93BB99-17BF-4E8F-99C2-AB2B2E0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FFCA9E-A1B7-4062-8BDD-24659F0F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28938-7A7E-4755-9707-DD9122AC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160607-AA6E-4D73-8D0C-5C0FA54E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2E8980-38C5-46B5-8DCE-9ABD25AA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BF2150-001B-4FAF-AF23-3942BB89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EF1593-BB00-4A42-ABFE-7D30EFB5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format·duration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D32D56-021D-479B-8CD5-D57EE84E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A13796-02F7-4966-BB7B-24DCA7796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42080F-5C4A-4412-A0CB-A90BC481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TRANSCRIBE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476B01-AA5F-4548-A8B5-726DFB8AF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segment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B22E52-3F6C-4436-93F5-A1C1DE04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DE2B2B-8BAE-4CFD-8458-FCBDEA36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B1189E-7B76-4760-AFB5-028312D4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QUALITY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3DE2FF-2C3B-42B6-95D8-21816E0F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empty·repeat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E6521C-8B93-47DF-89C4-95135D44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B1A0F6-3F59-4925-9B71-FA623A9E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BFC1E8-195F-4EED-B717-66534615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FALLBACK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44EADE-3A32-4FB6-9BDD-349937E91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정답 transcript</a:t>
            </a:r>
          </a:p>
        </p:txBody>
      </p:sp>
    </p:spTree>
    <p:extLst>
      <p:ext uri="{BB962C8B-B14F-4D97-AF65-F5344CB8AC3E}">
        <p14:creationId xmlns:p14="http://schemas.microsoft.com/office/powerpoint/2010/main" val="507664619"/>
      </p:ext>
    </p:extLst>
  </p:cSld>
</p:sld>
</file>

<file path=ppt/slides/slide2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C5450E-40A2-4C28-A846-EB6391D1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58BA81-43FE-4E85-BFBB-DB5F5A61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Trace 설계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07E39A-3384-4FCC-8997-D9E06ED3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F602F-7AD3-4A7D-827E-14C8CC44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94F897-4157-4790-911E-8657F3E8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947AE7-DDB2-4AAB-925E-FCCB03AF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A28A1D-1FE0-4FC7-9676-AF76C688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8A626C-93E6-488A-8D2C-912869D4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AE25E7-C276-443C-BAF7-518CAC6C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6DBE15-48E4-47A5-9FED-6CFD08DC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무엇을 알고 싶나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580B9A-1854-4D12-8CE2-A4A73D42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4A4172-992E-4886-A8E9-860D6EF9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61548C-717B-40A9-9941-D1DB429A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FIELDS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4D4FB4-3B9D-43A4-989D-91D87BF4B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어떤 metadata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A83423-DAED-4E99-914E-2AC2A806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209BD2-84E2-4CE1-AF88-BD8AD014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9FE146-D52E-4C59-B7AC-D613A33D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BOUNDARY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34DCC4-B5EF-4B59-B0A8-4070E588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무엇을 숨기나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E89C6F-CE62-4ECB-8C28-B088D613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1EEF7A-F58B-4596-8BC0-FF282BD0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A6C3B3-282E-4D0A-AA3D-4F3703FD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54B728-4DB1-42DB-8EEE-DB17AED8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run tree·filter</a:t>
            </a:r>
          </a:p>
        </p:txBody>
      </p:sp>
    </p:spTree>
    <p:extLst>
      <p:ext uri="{BB962C8B-B14F-4D97-AF65-F5344CB8AC3E}">
        <p14:creationId xmlns:p14="http://schemas.microsoft.com/office/powerpoint/2010/main" val="76482760"/>
      </p:ext>
    </p:extLst>
  </p:cSld>
</p:sld>
</file>

<file path=ppt/slides/slide2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0700D9-99CC-487D-9278-DC5AA38C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AF5123-1835-4ECC-BB67-FBE44823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Dataset 구축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02E2F0-053B-4F4D-AE58-D1EF20B5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148292-6813-4DA4-9B06-EB7406DC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18D50-F49B-4189-9233-7880E000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4B514D-CF2C-4145-9A14-6AAB1E20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696D3-A8F6-4E3B-BB18-0ED02A1C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C5FA1C-D181-4D88-9DE7-710C43822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A6ECCC-4CDD-4A92-A288-0F69515B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SEED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3F3CCF-421C-4588-ACCE-2892C305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golden 3-5건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80BF58-A1B1-43E7-BB42-0EB1B7CE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8CA061-C365-4711-AEB4-7ECC10FA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04C43-6E6C-40C5-A4AA-1A920DD8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A78C04-7EF9-4D4F-B4FA-B8D8731A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예외 추가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107625-EC41-4047-B027-3D6E7A096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59CC6F-E4D6-4B66-A0AA-9B4F0AD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4C9531-9E2A-4D80-9CE9-A609FB0F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VERSION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284C8A-CBF2-43CA-89DD-0892234A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변경 기록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35044E-80C1-4B65-9688-E1DF099B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BDE714-8B00-40D6-B26F-7456EE362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15F70A-9CAE-40E4-8605-155B4206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EXPERIMENT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406323-03FD-4249-8DD1-BF3A350B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같은 입력 비교</a:t>
            </a:r>
          </a:p>
        </p:txBody>
      </p:sp>
    </p:spTree>
    <p:extLst>
      <p:ext uri="{BB962C8B-B14F-4D97-AF65-F5344CB8AC3E}">
        <p14:creationId xmlns:p14="http://schemas.microsoft.com/office/powerpoint/2010/main" val="45031984"/>
      </p:ext>
    </p:extLst>
  </p:cSld>
</p:sld>
</file>

<file path=ppt/slides/slide2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3AB9C5-F150-406C-B427-ECFCC31E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077CA1-6EF9-4512-BE88-76CD19E2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평가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257930-CF54-42C8-8BF5-4F5125C5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9E3BC-F8DE-48FB-B552-0A4DE657E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D7F798-C41C-4020-8D79-4BF069D6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C2DD4A-8218-45AE-B645-277B18BA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4CD319-B820-43EA-8FF8-9571EF781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21E5F9-49EE-419E-B2D8-51C2AAC4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B5CDD6-A971-439B-9710-2FCCD696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F22763-DB6E-4744-A515-1CB0DF0A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dataset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62B7BB-B959-4F07-A291-FF51E9DC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26F48E-25D3-4CB7-810E-158573A8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793D55-C83B-4E6B-AC13-C5D53980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163768-1901-4503-B2F3-1036D560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deterministic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506070-3882-411D-B2CF-2E99CCAB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CD3B00-D1CB-40A5-B531-D217D8F6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7275C1-9212-49E6-BB3A-EF801B9F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FF8251-2192-470B-B251-9BC43117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human rubric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198190-2FEB-4735-9F65-980E10B7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64AB57-7296-4A56-827A-446F2142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14D8F7-4A6F-45B8-B8EE-438AD7D8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DECIDE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27BD9E-9276-42AF-9DF6-DA821C6C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release gate</a:t>
            </a:r>
          </a:p>
        </p:txBody>
      </p:sp>
    </p:spTree>
    <p:extLst>
      <p:ext uri="{BB962C8B-B14F-4D97-AF65-F5344CB8AC3E}">
        <p14:creationId xmlns:p14="http://schemas.microsoft.com/office/powerpoint/2010/main" val="1456444065"/>
      </p:ext>
    </p:extLst>
  </p:cSld>
</p:sld>
</file>

<file path=ppt/slides/slide2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BE64B7-68AD-4760-8605-CF05346D3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도구 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2529B2-A078-4575-A73C-FF51651A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STT와 LangSmith 화면은 하나의 품질 루프로 연결됩니다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AB7B4E-2C80-45C8-86F4-1F4986FC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1967F7-3970-4C75-930C-B872D851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19B8B0-0ADD-456F-99D2-5367373D4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26255C-86FB-4F6A-985B-07080142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22258-BC59-4D72-BBD3-CE03DC0F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Local STT 두 경로 → Managed 노트 → trace tree → experiment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68762A-5974-4E8A-A9E3-097E28FA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47B02D-15B9-43D7-8D7E-64A55BBA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도구·서비스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64257F-57B7-413F-9786-3FE2C296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336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도메인·역할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23C3EA-29B7-4223-8D06-E0FCA56A8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이번 강의에서 쓰는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7E5460-C452-42CF-B4EC-7771F965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336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유사 도구와의 차이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2569C0-426B-4430-B4D6-A3FA19E2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Google Meet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0301DC-896A-493F-8D79-265D06F6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24125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Managed 회의 STT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BD29C0-EED9-4C6D-9879-9226B0EA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24125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이미 제공되는 전사·노트를 현업 출발점으로 사용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4C91C3-1EC0-4E4C-8F74-BE3C47BC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Zoom·Teams도 유사하지만 구독 정책이 다름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980DDC-6784-4983-92F8-0058EA7D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7B6277-1E7E-4201-B7CF-06F56C71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553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278707-69DF-4015-AC88-7AC6CE61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faster-whisper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B8C8AA-F8E1-47A5-87BF-81F7736F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90875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 Local STT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F097B2-E936-463E-9944-E589906E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90875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segment·timestamp를 코드에서 직접 다루기 쉬움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D3BACD-6901-4930-B76A-134390DD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9087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whisper.cpp보다 Python 통합이 편함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4EF2A8-EC5A-4BAB-BF9D-51756D71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87C09E-E212-4B49-A967-CADFEA6E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whisper.cpp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274927-F207-4FBF-9A0A-8745E382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57625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경량 CLI STT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1ADFF7-B58D-4259-8F30-DB3144C4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57625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낮은 사양·다양한 환경의 local 대안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F6E2EE-31F1-43D8-BF7B-0320924EA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5762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Python pipeline 연결은 추가 작업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3E3AE1-F1B7-4FFC-92C3-888E41CA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386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77368B-7392-4698-A7E3-A97FA33C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38650"/>
            <a:ext cx="10553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73E51C-23C9-4FF9-8D70-358FA04D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LangSmith Trace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55A766-78B9-4E96-B2E9-46513DF8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524375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실행 관측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14E5C8-0CF7-4CB1-AD3C-65131827C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24375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node·LLM·tool의 지연·오류 계보를 한 화면에서 확인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93AFC5-2128-4218-AD7F-84CF53CA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2437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민감 데이터는 masking 또는 local trace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0722E2-BF83-44AC-9955-D255B530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054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4F123A-3E5F-4CD2-8A68-A0D970E1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9112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2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LangSmith Eval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F641C63-658F-4421-91BF-595D1700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191125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Dataset·Experiment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5676BA-77A5-4688-98F0-01112682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191125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같은 입력으로 baseline과 candidate를 비교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A021E6-BE93-4073-9E11-F02C1CEC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19112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pytest는 구조 검사에 강하고 의미 평가는 제한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E66849F-AA0E-45F8-8F56-0CC7F1DA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34126819"/>
      </p:ext>
    </p:extLst>
  </p:cSld>
</p:sld>
</file>

<file path=ppt/slides/slide2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CFB7B1-C1A1-4C21-80DB-C9F2F45C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1/5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834738-DEDC-44A8-9E50-17C30C26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faster-whisper · Python 기반 local STT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E77B1-CFA7-4321-937B-DBB75432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C29CD-D41A-460C-8F03-F16E33396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9F0D3F-4335-4749-A196-1C691C92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1FB609-8244-4CBE-BA88-B3FCA80D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039109-A9AF-4614-8EA7-48D3B400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55F3CD-41AB-4990-B8FD-EF6E3BA6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54A812-B766-42D3-9562-DD6C9DF0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Whisper 재구현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F832AE-E82B-4ED2-A88A-4A15ABD4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3006FA-C5A5-491C-8A53-401665474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model·device·compute_type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F0C3AD-79E9-4C56-9F1E-0909DE40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BC835D-886F-40C3-A385-C840EEC5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segments generator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8DAED6-C5D1-45C1-A205-0230FFB90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1A042D-9B05-454B-9F64-38C80294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수업 전 model 준비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635FAD-EAF3-454D-B2EA-BE0423AA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85941055294572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3EA36B-85E5-4C49-B4A1-75F549E4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faster-whisper 공식 GitHub</a:t>
            </a:r>
          </a:p>
        </p:txBody>
      </p:sp>
    </p:spTree>
    <p:extLst>
      <p:ext uri="{BB962C8B-B14F-4D97-AF65-F5344CB8AC3E}">
        <p14:creationId xmlns:p14="http://schemas.microsoft.com/office/powerpoint/2010/main" val="1130412128"/>
      </p:ext>
    </p:extLst>
  </p:cSld>
</p:sld>
</file>

<file path=ppt/slides/slide2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9A2F9A-C5B4-4210-AB3E-BD1FD6F7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2/5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FE1A58-C9D0-41BE-BAC5-5BFB87E6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whisper.cpp · 경량 local 대안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0ED1AD-1278-4569-A17B-473EAD77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23FFB2-9DB4-4703-9772-49C240D9F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B08240-9CFA-4FDA-BF6F-344EF47D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4033A0-49A1-4568-AD3F-6CC4F039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1DEC28-2239-4D5A-AFEB-56D087E1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6C09A5-B119-4411-81D6-83EC5115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82AEE4-C11E-4AB6-8CD5-72F77507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C/C++ 기반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DF0306-CF4A-48E1-9D0C-FBF869566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CF9B72-CFB4-4BE7-A0DE-6EAA5019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다양한 환경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9D0A0-7378-480C-AF55-F9332BE7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BABEA0-F3BC-44D0-B11E-0E798A6E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CLI 실습 대안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C2E93B-4320-4206-8A6F-56017147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DB9DB8-8E37-46BB-B816-583A0C15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모델 파일 사전 준비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E1332-C170-48AD-B7E3-D9DCA34B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744de5abc74de2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79773F-1BCA-440B-9B10-66CBD0AC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whisper.cpp 공식 GitHub</a:t>
            </a:r>
          </a:p>
        </p:txBody>
      </p:sp>
    </p:spTree>
    <p:extLst>
      <p:ext uri="{BB962C8B-B14F-4D97-AF65-F5344CB8AC3E}">
        <p14:creationId xmlns:p14="http://schemas.microsoft.com/office/powerpoint/2010/main" val="1556555124"/>
      </p:ext>
    </p:extLst>
  </p:cSld>
</p:sld>
</file>

<file path=ppt/slides/slide2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DE2B91-C308-4AC1-B0C6-6A0AD117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3/5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6A0E80-CE5B-4D73-A683-51309C61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Google Meet 자동 노트 · 만들기보다 통합하기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FBC2D-DC00-4A94-9AF9-CBC4F789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04105A-A585-4EE3-A333-443A2A18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66C230-5DFD-4372-8DED-87327241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657548-553D-423C-8503-E63CC3A4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7DD477-E5BD-4D48-A283-8BB35AE4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50341C-66FA-4616-AC24-053DE63A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88D3C2-A831-4BBD-9FBB-2B3A4D30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구독·관리자 설정 의존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93D266-AFDC-40F0-93E3-F947345D0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9F6760-310D-4374-AA23-50C9F1BC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기존 전사·요약 활용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BCAB08-6543-4330-96E2-53787F40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07900A-4C62-49E9-9654-D024EE6D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local은 예외·통제 학습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86759E-4772-4028-9EF0-B24F08AB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15ADD5-4814-48F0-8B08-7161D674F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지원 범위 강의 전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6394D4-B89E-404D-90A1-AC14CB72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185ca3a1a45c4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19CDF5-EB73-43B0-9BB2-EA237693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Google Meet Take notes for me 도움말</a:t>
            </a:r>
          </a:p>
        </p:txBody>
      </p:sp>
    </p:spTree>
    <p:extLst>
      <p:ext uri="{BB962C8B-B14F-4D97-AF65-F5344CB8AC3E}">
        <p14:creationId xmlns:p14="http://schemas.microsoft.com/office/powerpoint/2010/main" val="809303902"/>
      </p:ext>
    </p:extLst>
  </p:cSld>
</p:sld>
</file>

<file path=ppt/slides/slide2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019017-6D5E-47E1-AE22-8BD6D2B0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4/5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5AD41D-BA47-448F-B860-220F35FE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LangSmith observability · trace tree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38FA1B-38B2-4512-A8C1-E1F01052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8EE2A5-12D6-4DFA-B301-8EA8BD96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124A68-916C-4E1A-88EE-0106E6C3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463FAC-169C-41C5-8400-73BE980AF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4DE25E-81C9-449D-84F0-4697AADD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4F8B54-1BE2-48B9-8A10-C19BC918B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3F347B-0D3C-4BA3-B06A-A7D89FF1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node별 input/output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ED969E-6EE7-47DB-AD29-2B47E1A6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74904-1165-4359-A6AB-E807E36F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latency·token·error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041780-8E13-4AAA-86FE-02B71A6F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6E735D-5AE0-4616-AEDD-7558C293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metadata·tag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E85BEF-54F5-485A-9967-8A30ECF9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DAF467-BF82-42A8-8566-B37D1A90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공개 샘플만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8755E3-E246-431F-8E28-D30D545C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4382cf97a042a0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27ECF6-EB24-4FAA-A1CE-A84F4F3D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LangSmith Observability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746077449"/>
      </p:ext>
    </p:extLst>
  </p:cSld>
</p:sld>
</file>

<file path=ppt/slides/slide2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8128F0-1DE0-498A-8847-8F879E4A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실습 화면 5/5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D2F888-5A08-4DE1-A2AF-B652DD65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LangSmith evaluation · dataset과 experiment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A48E58-7A6F-4874-A7FA-F42558A2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7D2FD6-7D1A-4CE8-B549-25B39BAD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896A8-902F-4E4C-B409-FD7F6F97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2112B9-18A2-45F2-A9F9-F5648D58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5A99B-B0E1-4C0A-B1A0-8872FAE09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209C15-FBA7-449E-8147-5C060868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5EB61D-2E4B-40DE-9E0F-7C6F1F43B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offline evaluation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0EDBBC-884F-4501-957C-BB594F72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B8A734-FCDB-452B-843E-B9808FE4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online monitoring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6399AB-B4DD-44C8-9BCB-41AF46B0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B21B39-439A-441A-985E-9A056FBA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human feedback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BEC651-6969-40CF-B03F-646C3874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57A39B-8F9C-48BC-9AE6-B76B16BE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baseline 비교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DFF54C-4B7B-4B41-A788-95F5A715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343036908445ea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8399EC-C179-4584-A788-C5E27DB8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LangSmith Evaluation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67847076"/>
      </p:ext>
    </p:extLst>
  </p:cSld>
</p:sld>
</file>

<file path=ppt/slides/slide2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2D0A32-746E-48CC-BB13-6CC5D19A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77F66F-52BA-47CB-BAA5-BDAD3706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faster-whisper 최소 호출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5EAB13-831F-485E-B5FA-C801FBFA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28F040-D513-4D8E-B455-0C6DCAEE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12087E-C27A-494B-91DD-B43DF94C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102FA5-12A2-4340-8F34-25C5294A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2C5F4F-B46F-447D-B968-114F6DFE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6E0182-806D-47D1-8337-DA4D6DBE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2D8ED9-0496-432D-9600-692E29A7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CPU int8 경로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1D803-B582-4EE6-B644-CEF26B9A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B0F989-38F8-41E9-9431-97CBC2F1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language 명시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FBCC5E-97F4-42C4-AC4A-9AB368C9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E75BB8-D07E-4311-BBCC-40E29FE7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segment timestamp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870E75-E195-40B8-9E11-4C1EB1865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8D1CF8-3A25-408F-A165-A0F0902B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generator 소비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0C38B6-CDFB-4FF5-8698-9742CCDD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675112-22F1-4836-9665-BEE3156C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5B1FBC-4FC0-4FC4-99E5-D2F54F94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from faster_whisper import WhisperModel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model = WhisperModel("small", device="cpu", compute_type="int8")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segments, info = model.transcribe(audio_path, language="ko")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rows = [{"start": s.start, "end": s.end, "text": s.text}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    for s in segments]</a:t>
            </a:r>
          </a:p>
        </p:txBody>
      </p:sp>
    </p:spTree>
    <p:extLst>
      <p:ext uri="{BB962C8B-B14F-4D97-AF65-F5344CB8AC3E}">
        <p14:creationId xmlns:p14="http://schemas.microsoft.com/office/powerpoint/2010/main" val="1841185822"/>
      </p:ext>
    </p:extLst>
  </p:cSld>
</p:sld>
</file>

<file path=ppt/slides/slide2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3BA953-42A4-4608-8D8C-DD1CA5D0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8EF86B-146F-4FE5-9CD0-293512E6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STT 품질 flag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73FAE1-DD0A-42B1-8452-9EFA5A86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BFA0AD-9165-46DC-9956-28E653EA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D3752D-3279-4B0B-9E8B-DD67BC37E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9B6E5D-96A9-40C0-8EB3-4F242688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819CC-7BBD-44CC-9609-601FAB36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FD00CE-3F3E-49B3-8A93-8659FB60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E028DB-D4AE-4D0E-822E-C710AB61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무음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D13BA9-90F2-425D-A11E-9F0439CA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D50AD5-BB45-4897-81E2-58FC06C9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B2BAFB-1379-48CD-AA26-2C9A230B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E463D5-5230-434C-AECD-8779CB09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지나치게 희소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305C7E-38ED-4CD4-8A23-6286F624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303061-B9ED-4272-A846-2BD8A977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사람 검토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D95AAA-6416-4C92-92F4-4DD1A4D7C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9E468D-E7DB-46B4-B916-3D6837ED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AD6FCA-D391-4EB8-8073-8B8AD21B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flags = []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if not text.strip(): flags.append("EMPTY")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if repeated_ratio(text) &gt; 0.35: flags.append("REPETITION")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if duration &gt; 0 and len(text) / duration &lt; 0.5: flags.append("TOO_SPARSE")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if flags: status = "NEEDS_REVIEW"</a:t>
            </a:r>
          </a:p>
        </p:txBody>
      </p:sp>
    </p:spTree>
    <p:extLst>
      <p:ext uri="{BB962C8B-B14F-4D97-AF65-F5344CB8AC3E}">
        <p14:creationId xmlns:p14="http://schemas.microsoft.com/office/powerpoint/2010/main" val="1120133706"/>
      </p:ext>
    </p:extLst>
  </p:cSld>
</p:sld>
</file>

<file path=ppt/slides/slide2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3BFCD9-5EAA-42E2-A0FB-0FC9CBE1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C97894-56A5-4EB8-BA65-75E943A6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LangSmith 환경 변수 경계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B89F0-22C9-45BA-8852-A8705F6A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C7530F-DD26-41A8-B097-F9B9A142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B93977-CF03-420F-BDEA-16AA37B3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1154A-B753-4B1A-BD54-BAAE221F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5166A9-B1BC-4030-9074-CD36988B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86E1BE-AE12-472C-86AE-BD878049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DB5156-6335-49D5-BC53-C7068EFE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프로젝트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AF4DD5-C83E-4402-99C1-34A2BF9F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9B5F49-366A-478B-8855-BFBDE49B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key 환경 변수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6452C0-7379-466D-AF7E-C2EA7F1E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ECF87-F555-4DB4-A4EA-5A99B860E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교육 샘플만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203AFC-15F0-4187-A1F1-B699219B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10E7E4-5B35-4EDA-82D5-8CCD6656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tracing off 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5267D6-F8AB-4550-8F0B-6E051369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3FA899-ADE0-4BFD-957E-D45F0769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DE3996-070B-4B06-B9FB-E2E21618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LANGSMITH_TRACING=true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LANGSMITH_PROJECT=ipa-k-work-copilot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# LANGSMITH_API_KEY is set outside notebook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# never print or commit the key</a:t>
            </a:r>
          </a:p>
        </p:txBody>
      </p:sp>
    </p:spTree>
    <p:extLst>
      <p:ext uri="{BB962C8B-B14F-4D97-AF65-F5344CB8AC3E}">
        <p14:creationId xmlns:p14="http://schemas.microsoft.com/office/powerpoint/2010/main" val="1228690635"/>
      </p:ext>
    </p:extLst>
  </p:cSld>
</p:sld>
</file>

<file path=ppt/slides/slide2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6F3515-2BC6-4E8E-98CA-8EEA4FE5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E876CB-8B20-4FCB-94C6-BDB75953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Trace metadata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50B5D4-8BE8-43BA-B47B-C1785358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549E0-4A3C-4E13-96AF-B6DC4677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CAB729-CC64-4E57-8DB9-FC6D63D8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89512E-B7F6-4E41-BC43-DCC28414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8AFDD1-F661-4A69-9089-91175BED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8C3733-1A2F-41B9-A867-98FDAE1BE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F72440-DBC8-47D6-A329-5E19B4BD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dataset 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19315A-11CD-4B8B-AFAB-5EB86500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F3A56F-A3D3-4876-A074-B36A6A1F7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provider·model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72C582-A53D-4866-835D-917ECEDA6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666E7B-22FD-4A16-9BA3-9940E0CB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thread 연결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1FCD0C-7F87-48EA-AEDE-548B787A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9314F0-0B8B-42A3-8C12-CCD04991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민감성·fallback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F3C14A-3816-4087-A813-D69493D8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C9F0D4-5244-4A07-B1E1-396FD524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C659B1-6F38-4B2E-AAD5-9CAEAEBE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metadata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"dataset_version": "day2-v1",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"provider": "ollama",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"model": "qwen3:4b",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"thread_id": request_id,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"contains_pii": False,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"fallback_used": False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2784010"/>
      </p:ext>
    </p:extLst>
  </p:cSld>
</p:sld>
</file>

<file path=ppt/slides/slide2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93A92E-E6FB-4BE0-A4F6-75D3AB02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3FE6B-2DEA-4B6C-849F-50961A9F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결정론적 evaluator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A71E5C-A187-4F33-8E7B-40CC5648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3EB45-D9B9-46D4-B192-29305AA9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7B3C29-6B68-4125-8831-5D26BAE10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A19FC7-E9EA-4A59-BD99-3E487598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052309-D893-4D52-A99C-D3234A1F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1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B74B88-462C-452B-8C91-DEC8F68A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927174-A30F-46CB-9453-D986BA55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근거 연결률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BDA0FD-C44B-430F-AFA2-ECC5A6A4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1BF42A-701B-4B97-A8E6-7015B689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schema pass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BB94B9-3329-4D04-B432-45186E87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7C1B05-43EF-47A1-B02A-74008AAC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계산 재현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40B859-7327-4741-BCD5-6678CEE4C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4F9F8B-645E-4AC2-BF7C-A4F0A434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release threshold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EB42CA-0704-48A6-93F7-EF483D96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1AEB23-F0CA-4681-BFDC-3FFB9947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9A32D0-5AB5-4E7E-A5D3-183EE140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def evidence_rate(output):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claims = output["decisions"] + output["action_items"]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linked = [c for c in claims if c.get("evidence_ids")]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return len(linked) / max(1, len(claims))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def schema_pass(output):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    return MeetingResult.model_validate(output) is not None</a:t>
            </a:r>
          </a:p>
        </p:txBody>
      </p:sp>
    </p:spTree>
    <p:extLst>
      <p:ext uri="{BB962C8B-B14F-4D97-AF65-F5344CB8AC3E}">
        <p14:creationId xmlns:p14="http://schemas.microsoft.com/office/powerpoint/2010/main" val="1667459655"/>
      </p:ext>
    </p:extLst>
  </p:cSld>
</p:sld>
</file>

<file path=ppt/slides/slide2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45DFA6-C623-42B9-96C6-DC59A932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0C7371-99E9-4661-BD57-079BFC3EA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1 · Managed vs Local 선택표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240015-F021-4D90-A0DB-39D99EED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E5FF7-D0FF-48FF-8330-82277AC1C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B3563F-82F0-41D3-984E-DAC78335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83017-BBE5-4AFE-AEA1-FDB1D08D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F9FEDB-51A6-421F-A941-940C68C8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07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F0E811-C86C-4DA8-98E5-C4AF8936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87CCB-FC72-4F9A-BE11-2F0F2F4C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80B3BE-FDCB-459E-9EA1-3D382939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E4DD4-9CE8-40E2-9D88-284542DB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34B061-2AE6-421D-AD51-033459861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현재 조직의 회의 도구를 적는다.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D074AB-F5D5-4CE7-B9C1-D310DB77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A4602E-1DDB-4A48-8FE8-8611E660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89FDCE-1AC4-4F52-89AE-CA81316A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전사·요약 제공 여부를 적는다.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D4052C-C28C-43B4-94F4-5ED17C21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641E4A-4263-49DF-BF2B-39E72274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DF0EBE-2F07-426D-827D-87BAF2CC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계정·보존·권한 제약을 적는다.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55E571-65BB-48F5-9B59-C7FAFD5D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B7337F-6FA9-48C6-B7F0-4BA36B95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9125EF-3979-4348-8530-99B378EA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local 최소 실습이 필요한 이유를 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A5A0E-E07E-4FDE-B20D-77F917123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15E732-D953-4923-8C00-E3DCEA94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C2A6C6-7A33-40F1-A291-1A490B3C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Managed/Local 비교표</a:t>
            </a:r>
          </a:p>
        </p:txBody>
      </p:sp>
    </p:spTree>
    <p:extLst>
      <p:ext uri="{BB962C8B-B14F-4D97-AF65-F5344CB8AC3E}">
        <p14:creationId xmlns:p14="http://schemas.microsoft.com/office/powerpoint/2010/main" val="1246485838"/>
      </p:ext>
    </p:extLst>
  </p:cSld>
</p:sld>
</file>

<file path=ppt/slides/slide2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043D80-33E2-48AB-9794-2C71871F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46E3D0-5754-4A1F-83FC-F842A4AF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2 · STT quality policy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8E49E9-B377-4BB1-93CE-B0FACE0B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EF4364-CFC9-4B81-BAB5-F0AC892B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45B10-46A7-4DE3-90BE-4C0B98FA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A5BA75-23CD-4C78-AF37-55BE20BA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263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B326D5-3945-454B-A413-CF5B240C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0E66D1-9BF6-4D1C-8D33-92E0D8FC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ACBF11-2AB4-482C-A1FB-5F5E55AE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9509FE-287D-4429-ADD3-C10B88723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AB18BC-8392-45FA-859E-DAEE4823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8FAB07-301B-4FB1-8B53-EFFAB7F2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무음 기준을 정한다.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1C7087-2E41-4723-96B0-E41EC76C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0A8D51-DF15-4952-8F14-E8BF3C92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9F9316-DCA4-4EB2-9C9D-BBB4E443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반복 기준을 정한다.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B497EB-1B6F-4D72-8E98-1304CAD9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70B1A7-035B-41EC-930A-8F89CEF1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6A8D7F-6373-4F70-86EC-169EE47D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이름·날짜 오류를 정한다.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8A2DB8-8416-4544-9060-552A3857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9DF95D-05F8-4298-A1B5-A5A28530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95B74A-D99B-4AD2-BA99-11764D61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사람 검토로 보내는 조건을 적는다.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218204-DC98-4883-BEBC-90846046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9A4336-1782-45BB-BE34-9B7430D1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41C6E4-6137-476F-8908-AC2FDC79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STT review rule</a:t>
            </a:r>
          </a:p>
        </p:txBody>
      </p:sp>
    </p:spTree>
    <p:extLst>
      <p:ext uri="{BB962C8B-B14F-4D97-AF65-F5344CB8AC3E}">
        <p14:creationId xmlns:p14="http://schemas.microsoft.com/office/powerpoint/2010/main" val="1663894675"/>
      </p:ext>
    </p:extLst>
  </p:cSld>
</p:sld>
</file>

<file path=ppt/slides/slide2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E93E3A-B71E-4633-90C7-2F2BEAB6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A7E1A3-F47C-46CC-A6C9-56D8E640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3 · Trace에서 답할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FF0630-9147-4529-B4D0-91DE2476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55DD6C-CE72-4CBC-95B0-0809804D9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548FB-2BE2-43E5-A1DA-7F92AB36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7A7E46-31E7-40DB-AF3E-8EBFF56F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979829-80E6-4C41-B8F6-C80100B6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182346-90D0-4564-A30C-11368F2A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90D0DE-F8E0-4A80-B3B3-FCF8D373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0C2933-094D-4D63-9185-88B70EB7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882D4-D6F7-4AEC-AC8A-6AE20AD68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888D8E-5F81-4AF2-8D57-84F2D592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가장 느린 node를 묻는다.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2A65AE-1B74-4BEE-8528-0823EB0E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75B367-2AD3-4333-A215-019813B45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6D9B6F-745B-4F93-8B45-2EE25E2B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가장 자주 실패한 오류를 묻는다.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5FAC46-07D6-456D-A74D-9BAC274B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511E5C-74AC-45B0-A1AA-F1D0E538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88DE0E-EC13-4A54-99C3-8685B02D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사람이 많이 수정한 필드를 묻는다.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D5F2FA-FF52-4BFC-AB40-2F7ED707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43A420-4052-485B-BFB0-782C7240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1B409A-2A4B-4A54-85AC-AFF2C6F1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 질문에 필요한 metadata를 적는다.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84BFD4-DDCA-46B6-8038-2ABBA900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2A7D20-FD6F-4FAB-BBCC-F903C620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98F08E-2016-4C34-A2DF-2953BB4A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질문 3개 + 필드</a:t>
            </a:r>
          </a:p>
        </p:txBody>
      </p:sp>
    </p:spTree>
    <p:extLst>
      <p:ext uri="{BB962C8B-B14F-4D97-AF65-F5344CB8AC3E}">
        <p14:creationId xmlns:p14="http://schemas.microsoft.com/office/powerpoint/2010/main" val="1040965678"/>
      </p:ext>
    </p:extLst>
  </p:cSld>
</p:sld>
</file>

<file path=ppt/slides/slide2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0F9888-FC63-4BC4-8677-AE4F9790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B19132-DD22-474E-A12B-C75D9418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실습 4 · Evaluation dataset 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6DFEB9-3948-45BB-A903-AEB33E1D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4FF179-58CD-4C7B-9028-44022F91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1FDE7C-8E7F-4F34-8144-2272098B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522166-9374-4475-AA9A-7FC6FEA5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A973F-F2B2-4D56-89E9-0579C3B7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255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30967D-75A3-4E0C-9E8A-396A13B1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31F0EB-E0A8-4B26-88FB-D9CA720A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65C780-1576-40CA-A521-52121CE6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AB5CE2-6663-4DCE-B528-9E9923BA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906881-9975-4D22-9F87-7113AB1E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정상 회의 2건을 정한다.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CD9D5F-5D86-463F-AA44-3928629A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6E13CC-3BE8-4381-B48D-7ECC1F3D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364AE9-98C9-4ED9-9CC5-7C4F3716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무음·모호한 날짜·근거 누락 사례를 추가한다.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711C39-069E-486C-A444-C019FC05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FFA2E0-34C4-438C-9421-35F49C37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3856FC-5695-4D05-8D22-18574025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reference JSON을 정한다.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AA3EA0-292E-4956-AC4A-8E7682650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C8EA41-C2FA-40C5-8048-D1765C99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E1713D-723A-47C2-81B6-2A4D503F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schema·evidence evaluator를 연결한다.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997FE4-CDFD-4479-8237-B6B972458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004950-DEDB-4466-A132-7F9C024B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A9E3DA-9F25-4110-8ECE-7C0EF1E5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0B1F3A"/>
                </a:solidFill>
                <a:latin typeface="NanumGothic"/>
                <a:ea typeface="NanumGothic"/>
                <a:cs typeface="NanumGothic"/>
              </a:rPr>
              <a:t>완료 증거  |  dataset 5건 설계</a:t>
            </a:r>
          </a:p>
        </p:txBody>
      </p:sp>
    </p:spTree>
    <p:extLst>
      <p:ext uri="{BB962C8B-B14F-4D97-AF65-F5344CB8AC3E}">
        <p14:creationId xmlns:p14="http://schemas.microsoft.com/office/powerpoint/2010/main" val="804402661"/>
      </p:ext>
    </p:extLst>
  </p:cSld>
</p:sld>
</file>

<file path=ppt/slides/slide2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77ACA1-9A0B-4324-9F46-A8CE27E2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FF67F7-1BD2-4F19-A7D2-D404B7DF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1 · STT 결과를 정답으로 간주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CB78EE-A356-471D-9E6D-4A1DEA3A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412EE4-56B9-42B9-BA99-41A2049B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48CAC8-154F-4372-8EBE-452D7207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AE4533-EA51-4800-BDE4-A2DD05C2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9CF06B-9DEE-49ED-9DA2-4FBEA187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A5ECAA-0F96-4BB3-BC06-412D5ADD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79CC7E-BBBB-44EC-A5A0-55956DD6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8BD58F-8F5E-4597-B1D7-721D8165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22E3A-632D-4115-BF39-E225E7D74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이름·숫자 오류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246013-7C7D-4F70-AC8A-F1E997AB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9118C5-DB3C-400F-A2D5-87EE55A6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무음 반복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857CB3-9C36-4DE7-B710-38036509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41454B-277E-4CF2-B9AB-667D44C3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화자 혼동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AE08F7-EEB6-4CC6-9547-15DCD72E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77E79A-36F9-4BC4-9038-FC067D49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timestamp 유실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1DE4C5-9ECE-4E86-B986-68B7BBFC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B0008C-5528-4FC8-AEEE-730FB4EE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quality flags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E2DA41-A11D-4DAD-A6D3-48EC6549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101E5D-814D-4711-9F5B-5E7521342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원문 audio link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8261F8-9BCD-4F00-ADBB-334D19DC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A1143A-E49A-4F33-B2F8-37E06807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사람 correction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C8D2CE-8816-4930-8608-DD6FD345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B5E2F3-649C-4227-B0B9-C9174BD6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segment evidence</a:t>
            </a:r>
          </a:p>
        </p:txBody>
      </p:sp>
    </p:spTree>
    <p:extLst>
      <p:ext uri="{BB962C8B-B14F-4D97-AF65-F5344CB8AC3E}">
        <p14:creationId xmlns:p14="http://schemas.microsoft.com/office/powerpoint/2010/main" val="327460356"/>
      </p:ext>
    </p:extLst>
  </p:cSld>
</p:sld>
</file>

<file path=ppt/slides/slide2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E13A54-AF86-4858-AF4E-099A9B70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7BE73F-DC8F-4EFE-BC0A-CD9FC566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2 · 모든 trace에 원문 전송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8AD64C-F642-4823-9BB2-0641B1B2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7403A4-FEA3-4132-952E-0849E5F02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3BF70A-92E5-4F8D-AFEE-A5486C38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7F3387-A7AC-4877-A6E0-01FC836D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1B9C72-6C19-46F6-96B6-772563513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9F2480-B3FD-4CA9-90F1-B079874A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88AA80-2608-4773-8A75-17CD8BF9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A7E3E8-86AA-4706-9DEB-1E729BDD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6E9C1D-11F6-4037-8DAD-987C5EB5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개인정보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308884-75F7-4275-898E-94BD660F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D06474-95C3-41B2-9210-41047193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회사 기밀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B27D4B-AE48-4D33-A0C4-15DCBD94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3A580B-2097-44D5-A81C-61EA3D10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보존 정책 불명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3250A8-CE65-45C8-99E4-EF147060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B72411-67E2-4CE4-88D2-AEC1A7A2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교육 계정 혼용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F2CAB2-20C9-4C54-8C25-41622A6A5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8D04C0-DC8E-4731-8CA6-9DD386CD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공개·합성 샘플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D65A51-B330-439D-B307-CF9EB51A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DBABC0-4FD1-43C0-9275-EC8FB4A9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masking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EEDCCE-347C-4E7D-9187-314DC257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1EF0EC-BC03-4CF9-A270-AD66C761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metadata 최소화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7E8C37-1600-4AEB-B344-7B70C0DB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763C81-B6D7-495F-AC8B-7EFE4057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local JSONL fallback</a:t>
            </a:r>
          </a:p>
        </p:txBody>
      </p:sp>
    </p:spTree>
    <p:extLst>
      <p:ext uri="{BB962C8B-B14F-4D97-AF65-F5344CB8AC3E}">
        <p14:creationId xmlns:p14="http://schemas.microsoft.com/office/powerpoint/2010/main" val="274238040"/>
      </p:ext>
    </p:extLst>
  </p:cSld>
</p:sld>
</file>

<file path=ppt/slides/slide2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57BCA9-0B62-44AA-AE8F-7F460B7D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067A37-6DD9-4C5A-B0D8-EBAB5753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3 · trace만 보고 평가 완료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B7D895-9C20-4FC4-BFC6-D5CB8C43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D3E068-9FE4-4F55-974C-020BEE2A3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206B04-F7DB-4185-9E5E-BEB340EF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CD9E20-9FF7-4E57-A6D1-DC510D0B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F3A495-BF91-49AA-9287-2A674D2B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6D351E-1033-49D1-8B2E-CEE6C068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6C8183-2EEA-49BA-9231-D34CAE03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695A76-1E72-4229-8014-F2582585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4B7409-E403-440B-A68B-68882F20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관찰은 가능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B4DA3A-CC6E-499C-B2C4-4A66B71B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965DD2-9DC4-49FF-997D-19CEA38B4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정답 기준 없음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7F6684-26A2-463C-89A7-37003AB59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037DEC-6A64-47EC-9AFA-8A7729A1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회귀 판단 불가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25E8C8-964B-459B-9CE2-191E417C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A443DA-4434-47CD-B083-EE8943A30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release 결정 없음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E1605D-3B3E-44BB-8A38-D010DB84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F89FF7-B77D-4887-9233-4ED02CDF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dataset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CD200F-4EFF-4B7E-8CE4-DABB03C8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EBBBDF-9D80-4AD0-896E-9C346AEB9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evaluator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43DDBE-FA7A-4A03-BB72-0C04F6D7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BFB9CC-455E-4100-9A48-9FD28406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baseline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826BD1-9214-4B6B-8F0F-3B26545A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B84FE0-BF37-4AE7-A50D-ABA10158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gate·HOLD</a:t>
            </a:r>
          </a:p>
        </p:txBody>
      </p:sp>
    </p:spTree>
    <p:extLst>
      <p:ext uri="{BB962C8B-B14F-4D97-AF65-F5344CB8AC3E}">
        <p14:creationId xmlns:p14="http://schemas.microsoft.com/office/powerpoint/2010/main" val="1993551337"/>
      </p:ext>
    </p:extLst>
  </p:cSld>
</p:sld>
</file>

<file path=ppt/slides/slide2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065554-0DCD-4259-B77C-66C12C75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95B166-A0AA-4BC9-92A3-71F26F87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재직자 · 운영 dashboard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342B5B-7C1F-4EEB-8C5F-84F8C14F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6F51FD-6825-4A30-B4DF-5C524DCD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153C9E-68D4-4991-BBBE-79CEB01A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B383EF-9A8B-4730-B82E-17225014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40248-91B5-43C3-8817-655A7463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000000"/>
                </a:solidFill>
                <a:latin typeface="NanumGothic"/>
                <a:ea typeface="NanumGothic"/>
                <a:cs typeface="NanumGothic"/>
              </a:rPr>
              <a:t>매일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F51407-F5B9-4A81-9F4E-DAD283FD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배포 전 볼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5E48C8-B67C-44CC-B2CB-5C203F47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723986-A5A5-41A9-8676-54F89D3AC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973738-EFD7-4CAF-9333-E0471B33A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failure rate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7B0388-7604-4EF6-8FEB-E6F519DE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815778-553D-4AD3-B86F-A68E136A2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review queue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BF6423-826E-48DD-A5F0-8B74F03A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AB4683-113A-42A5-8BD6-4B5758D5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latency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B9264A-B77E-45D8-8BC0-88D1E086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7B6360-30D3-420B-B845-C68BF8AD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cost·fallback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FE6348-26A0-4879-9460-C01EA15DA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AF34FD-0932-4A60-8D8D-96F56D3E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dataset score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8C0900-65BF-4B71-94FD-A3EDFDDFD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994D40-6D8F-47DF-A0AE-5980A122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schema·evidence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27496D-A269-47D1-8F76-97FBD8A9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2581B9-FF5D-44C4-97FE-C28FCA06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false publish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5ADBCA-B4F2-4380-9CAC-AD875C96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316FD7-D3F5-466F-BC98-F727252E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rollback 기준</a:t>
            </a:r>
          </a:p>
        </p:txBody>
      </p:sp>
    </p:spTree>
    <p:extLst>
      <p:ext uri="{BB962C8B-B14F-4D97-AF65-F5344CB8AC3E}">
        <p14:creationId xmlns:p14="http://schemas.microsoft.com/office/powerpoint/2010/main" val="1739222017"/>
      </p:ext>
    </p:extLst>
  </p:cSld>
</p:sld>
</file>

<file path=ppt/slides/slide2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AFC116-F280-489D-ACB9-6B5AFE4A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825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Q&amp;A · Exit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A57180-86A9-492D-ADE5-60B797F4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17:30-18:00 · Q&amp;A와 Exit Ticket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750BD0-7A94-4D96-B24A-88960CA0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96D987-C4EE-4F8A-8BF8-267B6D43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19BAFC-753A-4414-9397-15B4419E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2563EB"/>
                </a:solidFill>
                <a:latin typeface="NanumGothic"/>
                <a:ea typeface="NanumGothic"/>
                <a:cs typeface="Nanum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6EDD65-E27D-410E-B909-967139552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750" b="1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270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2b3ddb38c64f4e">
            <a:extLst>
              <a:ext uri="{96DAC541-7B7A-43D3-8B79-37D633B846F1}">
                <asvg:svgBlip xmlns:asvg="http://schemas.microsoft.com/office/drawing/2016/SVG/main" r:embed="Ra048f2fb3119420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420350" y="66675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EEC4C2-24C3-4B61-847E-100794E5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885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오늘 막힌 부분을 먼저 복구하고, 마지막에는 내 Workflow를 READY 또는 HOLD로 판단합니다.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8DDBE-C7A2-46FE-9C56-B22A1AB0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9D275-3CAE-4D72-93E8-06FCB236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CA66AD-B999-45CA-AF56-77FA87F6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내 흐름에서 자동 실행과 사람 승인의 경계는 어디인가?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A4C2FC-6373-49D3-B4CF-A27493C52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A514D1-1838-477D-A83E-825C1C14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FC4C37-7260-4C0A-A11B-B44F93025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실패 뒤 다시 시작할 checkpoint와 fallback은 무엇인가?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707D9F-44B6-4F70-9E80-96781536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C91891-390C-4ADB-B714-887CB55F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defRPr>
            </a:pPr>
            <a:r>
              <a:rPr sz="2025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E23F5B-85D5-4437-A485-AF047F46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defRPr>
            </a:pPr>
            <a:r>
              <a:rPr sz="1950" b="1">
                <a:solidFill>
                  <a:srgbClr val="191919"/>
                </a:solidFill>
                <a:latin typeface="NanumGothic"/>
                <a:ea typeface="NanumGothic"/>
                <a:cs typeface="NanumGothic"/>
              </a:rPr>
              <a:t>어떤 trace·dataset 신호가 나오면 다음 배포를 HOLD할 것인가?</a:t>
            </a:r>
          </a:p>
        </p:txBody>
      </p:sp>
    </p:spTree>
    <p:extLst>
      <p:ext uri="{BB962C8B-B14F-4D97-AF65-F5344CB8AC3E}">
        <p14:creationId xmlns:p14="http://schemas.microsoft.com/office/powerpoint/2010/main" val="2652035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2026-08-22T23:08:56.1060000Z</dcterms:created>
  <dcterms:modified xsi:type="dcterms:W3CDTF">2026-08-22T23:08:56.1060000Z</dcterms:modified>
</coreProperties>
</file>