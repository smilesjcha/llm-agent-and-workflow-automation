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  <Override PartName="/ppt/slides/slide221.xml" ContentType="application/vnd.openxmlformats-officedocument.presentationml.slide+xml"/>
  <Override PartName="/ppt/notesSlides/notesSlide221.xml" ContentType="application/vnd.openxmlformats-officedocument.presentationml.notesSlide+xml"/>
  <Override PartName="/ppt/slides/slide222.xml" ContentType="application/vnd.openxmlformats-officedocument.presentationml.slide+xml"/>
  <Override PartName="/ppt/notesSlides/notesSlide222.xml" ContentType="application/vnd.openxmlformats-officedocument.presentationml.notesSlide+xml"/>
  <Override PartName="/ppt/slides/slide223.xml" ContentType="application/vnd.openxmlformats-officedocument.presentationml.slide+xml"/>
  <Override PartName="/ppt/notesSlides/notesSlide223.xml" ContentType="application/vnd.openxmlformats-officedocument.presentationml.notesSlide+xml"/>
  <Override PartName="/ppt/slides/slide224.xml" ContentType="application/vnd.openxmlformats-officedocument.presentationml.slide+xml"/>
  <Override PartName="/ppt/notesSlides/notesSlide224.xml" ContentType="application/vnd.openxmlformats-officedocument.presentationml.notesSlide+xml"/>
  <Override PartName="/ppt/slides/slide225.xml" ContentType="application/vnd.openxmlformats-officedocument.presentationml.slide+xml"/>
  <Override PartName="/ppt/notesSlides/notesSlide225.xml" ContentType="application/vnd.openxmlformats-officedocument.presentationml.notesSlide+xml"/>
  <Override PartName="/ppt/slides/slide226.xml" ContentType="application/vnd.openxmlformats-officedocument.presentationml.slide+xml"/>
  <Override PartName="/ppt/notesSlides/notesSlide226.xml" ContentType="application/vnd.openxmlformats-officedocument.presentationml.notesSlide+xml"/>
  <Override PartName="/ppt/slides/slide227.xml" ContentType="application/vnd.openxmlformats-officedocument.presentationml.slide+xml"/>
  <Override PartName="/ppt/notesSlides/notesSlide227.xml" ContentType="application/vnd.openxmlformats-officedocument.presentationml.notesSlide+xml"/>
  <Override PartName="/ppt/slides/slide228.xml" ContentType="application/vnd.openxmlformats-officedocument.presentationml.slide+xml"/>
  <Override PartName="/ppt/notesSlides/notesSlide228.xml" ContentType="application/vnd.openxmlformats-officedocument.presentationml.notesSlide+xml"/>
  <Override PartName="/ppt/slides/slide229.xml" ContentType="application/vnd.openxmlformats-officedocument.presentationml.slide+xml"/>
  <Override PartName="/ppt/notesSlides/notesSlide229.xml" ContentType="application/vnd.openxmlformats-officedocument.presentationml.notesSlide+xml"/>
  <Override PartName="/ppt/slides/slide230.xml" ContentType="application/vnd.openxmlformats-officedocument.presentationml.slide+xml"/>
  <Override PartName="/ppt/notesSlides/notesSlide230.xml" ContentType="application/vnd.openxmlformats-officedocument.presentationml.notesSlide+xml"/>
  <Override PartName="/ppt/slides/slide231.xml" ContentType="application/vnd.openxmlformats-officedocument.presentationml.slide+xml"/>
  <Override PartName="/ppt/notesSlides/notesSlide231.xml" ContentType="application/vnd.openxmlformats-officedocument.presentationml.notesSlide+xml"/>
  <Override PartName="/ppt/slides/slide232.xml" ContentType="application/vnd.openxmlformats-officedocument.presentationml.slide+xml"/>
  <Override PartName="/ppt/notesSlides/notesSlide232.xml" ContentType="application/vnd.openxmlformats-officedocument.presentationml.notesSlide+xml"/>
  <Override PartName="/ppt/slides/slide233.xml" ContentType="application/vnd.openxmlformats-officedocument.presentationml.slide+xml"/>
  <Override PartName="/ppt/notesSlides/notesSlide233.xml" ContentType="application/vnd.openxmlformats-officedocument.presentationml.notesSlide+xml"/>
  <Override PartName="/ppt/slides/slide234.xml" ContentType="application/vnd.openxmlformats-officedocument.presentationml.slide+xml"/>
  <Override PartName="/ppt/notesSlides/notesSlide234.xml" ContentType="application/vnd.openxmlformats-officedocument.presentationml.notesSlide+xml"/>
  <Override PartName="/ppt/slides/slide235.xml" ContentType="application/vnd.openxmlformats-officedocument.presentationml.slide+xml"/>
  <Override PartName="/ppt/notesSlides/notesSlide235.xml" ContentType="application/vnd.openxmlformats-officedocument.presentationml.notesSlide+xml"/>
  <Override PartName="/ppt/slides/slide236.xml" ContentType="application/vnd.openxmlformats-officedocument.presentationml.slide+xml"/>
  <Override PartName="/ppt/notesSlides/notesSlide236.xml" ContentType="application/vnd.openxmlformats-officedocument.presentationml.notesSlide+xml"/>
  <Override PartName="/ppt/slides/slide237.xml" ContentType="application/vnd.openxmlformats-officedocument.presentationml.slide+xml"/>
  <Override PartName="/ppt/notesSlides/notesSlide237.xml" ContentType="application/vnd.openxmlformats-officedocument.presentationml.notesSlide+xml"/>
  <Override PartName="/ppt/slides/slide238.xml" ContentType="application/vnd.openxmlformats-officedocument.presentationml.slide+xml"/>
  <Override PartName="/ppt/notesSlides/notesSlide238.xml" ContentType="application/vnd.openxmlformats-officedocument.presentationml.notesSlide+xml"/>
  <Override PartName="/ppt/slides/slide239.xml" ContentType="application/vnd.openxmlformats-officedocument.presentationml.slide+xml"/>
  <Override PartName="/ppt/notesSlides/notesSlide239.xml" ContentType="application/vnd.openxmlformats-officedocument.presentationml.notesSlide+xml"/>
  <Override PartName="/ppt/slides/slide240.xml" ContentType="application/vnd.openxmlformats-officedocument.presentationml.slide+xml"/>
  <Override PartName="/ppt/notesSlides/notesSlide240.xml" ContentType="application/vnd.openxmlformats-officedocument.presentationml.notesSlide+xml"/>
  <Override PartName="/ppt/slides/slide241.xml" ContentType="application/vnd.openxmlformats-officedocument.presentationml.slide+xml"/>
  <Override PartName="/ppt/notesSlides/notesSlide241.xml" ContentType="application/vnd.openxmlformats-officedocument.presentationml.notesSlide+xml"/>
  <Override PartName="/ppt/slides/slide242.xml" ContentType="application/vnd.openxmlformats-officedocument.presentationml.slide+xml"/>
  <Override PartName="/ppt/notesSlides/notesSlide242.xml" ContentType="application/vnd.openxmlformats-officedocument.presentationml.notesSlide+xml"/>
  <Override PartName="/ppt/slides/slide243.xml" ContentType="application/vnd.openxmlformats-officedocument.presentationml.slide+xml"/>
  <Override PartName="/ppt/notesSlides/notesSlide243.xml" ContentType="application/vnd.openxmlformats-officedocument.presentationml.notesSlide+xml"/>
  <Override PartName="/ppt/slides/slide244.xml" ContentType="application/vnd.openxmlformats-officedocument.presentationml.slide+xml"/>
  <Override PartName="/ppt/notesSlides/notesSlide244.xml" ContentType="application/vnd.openxmlformats-officedocument.presentationml.notesSlide+xml"/>
  <Override PartName="/ppt/slides/slide245.xml" ContentType="application/vnd.openxmlformats-officedocument.presentationml.slide+xml"/>
  <Override PartName="/ppt/notesSlides/notesSlide245.xml" ContentType="application/vnd.openxmlformats-officedocument.presentationml.notesSlide+xml"/>
  <Override PartName="/ppt/slides/slide246.xml" ContentType="application/vnd.openxmlformats-officedocument.presentationml.slide+xml"/>
  <Override PartName="/ppt/notesSlides/notesSlide246.xml" ContentType="application/vnd.openxmlformats-officedocument.presentationml.notesSlide+xml"/>
  <Override PartName="/ppt/slides/slide247.xml" ContentType="application/vnd.openxmlformats-officedocument.presentationml.slide+xml"/>
  <Override PartName="/ppt/notesSlides/notesSlide247.xml" ContentType="application/vnd.openxmlformats-officedocument.presentationml.notesSlide+xml"/>
  <Override PartName="/ppt/slides/slide248.xml" ContentType="application/vnd.openxmlformats-officedocument.presentationml.slide+xml"/>
  <Override PartName="/ppt/notesSlides/notesSlide248.xml" ContentType="application/vnd.openxmlformats-officedocument.presentationml.notesSlide+xml"/>
  <Override PartName="/ppt/slides/slide249.xml" ContentType="application/vnd.openxmlformats-officedocument.presentationml.slide+xml"/>
  <Override PartName="/ppt/notesSlides/notesSlide249.xml" ContentType="application/vnd.openxmlformats-officedocument.presentationml.notesSlide+xml"/>
  <Override PartName="/ppt/slides/slide250.xml" ContentType="application/vnd.openxmlformats-officedocument.presentationml.slide+xml"/>
  <Override PartName="/ppt/notesSlides/notesSlide250.xml" ContentType="application/vnd.openxmlformats-officedocument.presentationml.notesSlide+xml"/>
  <Override PartName="/ppt/slides/slide251.xml" ContentType="application/vnd.openxmlformats-officedocument.presentationml.slide+xml"/>
  <Override PartName="/ppt/notesSlides/notesSlide251.xml" ContentType="application/vnd.openxmlformats-officedocument.presentationml.notesSlide+xml"/>
  <Override PartName="/ppt/slides/slide252.xml" ContentType="application/vnd.openxmlformats-officedocument.presentationml.slide+xml"/>
  <Override PartName="/ppt/notesSlides/notesSlide252.xml" ContentType="application/vnd.openxmlformats-officedocument.presentationml.notesSlide+xml"/>
  <Override PartName="/ppt/slides/slide253.xml" ContentType="application/vnd.openxmlformats-officedocument.presentationml.slide+xml"/>
  <Override PartName="/ppt/notesSlides/notesSlide253.xml" ContentType="application/vnd.openxmlformats-officedocument.presentationml.notesSlide+xml"/>
  <Override PartName="/ppt/slides/slide254.xml" ContentType="application/vnd.openxmlformats-officedocument.presentationml.slide+xml"/>
  <Override PartName="/ppt/notesSlides/notesSlide254.xml" ContentType="application/vnd.openxmlformats-officedocument.presentationml.notesSlide+xml"/>
  <Override PartName="/ppt/slides/slide255.xml" ContentType="application/vnd.openxmlformats-officedocument.presentationml.slide+xml"/>
  <Override PartName="/ppt/notesSlides/notesSlide255.xml" ContentType="application/vnd.openxmlformats-officedocument.presentationml.notesSlide+xml"/>
  <Override PartName="/ppt/slides/slide256.xml" ContentType="application/vnd.openxmlformats-officedocument.presentationml.slide+xml"/>
  <Override PartName="/ppt/notesSlides/notesSlide256.xml" ContentType="application/vnd.openxmlformats-officedocument.presentationml.notesSlide+xml"/>
  <Override PartName="/ppt/slides/slide257.xml" ContentType="application/vnd.openxmlformats-officedocument.presentationml.slide+xml"/>
  <Override PartName="/ppt/notesSlides/notesSlide257.xml" ContentType="application/vnd.openxmlformats-officedocument.presentationml.notesSlide+xml"/>
  <Override PartName="/ppt/slides/slide258.xml" ContentType="application/vnd.openxmlformats-officedocument.presentationml.slide+xml"/>
  <Override PartName="/ppt/notesSlides/notesSlide258.xml" ContentType="application/vnd.openxmlformats-officedocument.presentationml.notesSlide+xml"/>
  <Override PartName="/ppt/slides/slide259.xml" ContentType="application/vnd.openxmlformats-officedocument.presentationml.slide+xml"/>
  <Override PartName="/ppt/notesSlides/notesSlide259.xml" ContentType="application/vnd.openxmlformats-officedocument.presentationml.notesSlide+xml"/>
  <Override PartName="/ppt/slides/slide260.xml" ContentType="application/vnd.openxmlformats-officedocument.presentationml.slide+xml"/>
  <Override PartName="/ppt/notesSlides/notesSlide260.xml" ContentType="application/vnd.openxmlformats-officedocument.presentationml.notesSlide+xml"/>
  <Override PartName="/ppt/slides/slide261.xml" ContentType="application/vnd.openxmlformats-officedocument.presentationml.slide+xml"/>
  <Override PartName="/ppt/notesSlides/notesSlide261.xml" ContentType="application/vnd.openxmlformats-officedocument.presentationml.notesSlide+xml"/>
  <Override PartName="/ppt/slides/slide262.xml" ContentType="application/vnd.openxmlformats-officedocument.presentationml.slide+xml"/>
  <Override PartName="/ppt/notesSlides/notesSlide262.xml" ContentType="application/vnd.openxmlformats-officedocument.presentationml.notesSlide+xml"/>
  <Override PartName="/ppt/slides/slide263.xml" ContentType="application/vnd.openxmlformats-officedocument.presentationml.slide+xml"/>
  <Override PartName="/ppt/notesSlides/notesSlide263.xml" ContentType="application/vnd.openxmlformats-officedocument.presentationml.notesSlide+xml"/>
  <Override PartName="/ppt/slides/slide264.xml" ContentType="application/vnd.openxmlformats-officedocument.presentationml.slide+xml"/>
  <Override PartName="/ppt/notesSlides/notesSlide264.xml" ContentType="application/vnd.openxmlformats-officedocument.presentationml.notesSlide+xml"/>
  <Override PartName="/ppt/slides/slide265.xml" ContentType="application/vnd.openxmlformats-officedocument.presentationml.slide+xml"/>
  <Override PartName="/ppt/notesSlides/notesSlide265.xml" ContentType="application/vnd.openxmlformats-officedocument.presentationml.notesSlide+xml"/>
  <Override PartName="/ppt/slides/slide266.xml" ContentType="application/vnd.openxmlformats-officedocument.presentationml.slide+xml"/>
  <Override PartName="/ppt/notesSlides/notesSlide266.xml" ContentType="application/vnd.openxmlformats-officedocument.presentationml.notesSlide+xml"/>
  <Override PartName="/ppt/slides/slide267.xml" ContentType="application/vnd.openxmlformats-officedocument.presentationml.slide+xml"/>
  <Override PartName="/ppt/notesSlides/notesSlide267.xml" ContentType="application/vnd.openxmlformats-officedocument.presentationml.notesSlide+xml"/>
  <Override PartName="/ppt/slides/slide268.xml" ContentType="application/vnd.openxmlformats-officedocument.presentationml.slide+xml"/>
  <Override PartName="/ppt/notesSlides/notesSlide268.xml" ContentType="application/vnd.openxmlformats-officedocument.presentationml.notesSlide+xml"/>
  <Override PartName="/ppt/slides/slide269.xml" ContentType="application/vnd.openxmlformats-officedocument.presentationml.slide+xml"/>
  <Override PartName="/ppt/notesSlides/notesSlide269.xml" ContentType="application/vnd.openxmlformats-officedocument.presentationml.notesSlide+xml"/>
  <Override PartName="/ppt/slides/slide270.xml" ContentType="application/vnd.openxmlformats-officedocument.presentationml.slide+xml"/>
  <Override PartName="/ppt/notesSlides/notesSlide27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54be8800b44e34" /><Relationship Type="http://schemas.openxmlformats.org/officeDocument/2006/relationships/extended-properties" Target="/docProps/app.xml" Id="R60176feb2aba4c1e" /><Relationship Type="http://schemas.openxmlformats.org/officeDocument/2006/relationships/officeDocument" Target="/ppt/presentation.xml" Id="R7000000d92924e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6d6eb69a0e4737"/>
  </p:sldMasterIdLst>
  <p:notesMasterIdLst>
    <p:notesMasterId xmlns:r="http://schemas.openxmlformats.org/officeDocument/2006/relationships" r:id="Rd26838a5649245f7"/>
  </p:notesMasterIdLst>
  <p:sldIdLst>
    <p:sldId xmlns:r="http://schemas.openxmlformats.org/officeDocument/2006/relationships" id="256" r:id="R424affe293a747bb"/>
    <p:sldId xmlns:r="http://schemas.openxmlformats.org/officeDocument/2006/relationships" id="257" r:id="R47f6bd57847a4a1d"/>
    <p:sldId xmlns:r="http://schemas.openxmlformats.org/officeDocument/2006/relationships" id="258" r:id="Ra5d7023a455c4ade"/>
    <p:sldId xmlns:r="http://schemas.openxmlformats.org/officeDocument/2006/relationships" id="259" r:id="R1411f07f16594879"/>
    <p:sldId xmlns:r="http://schemas.openxmlformats.org/officeDocument/2006/relationships" id="260" r:id="Rd1457914e26b48ee"/>
    <p:sldId xmlns:r="http://schemas.openxmlformats.org/officeDocument/2006/relationships" id="261" r:id="R148a4d281aef4c78"/>
    <p:sldId xmlns:r="http://schemas.openxmlformats.org/officeDocument/2006/relationships" id="262" r:id="R4698cde40ba9432b"/>
    <p:sldId xmlns:r="http://schemas.openxmlformats.org/officeDocument/2006/relationships" id="263" r:id="Rd3d320e67ecd407c"/>
    <p:sldId xmlns:r="http://schemas.openxmlformats.org/officeDocument/2006/relationships" id="264" r:id="R56094622010f46c9"/>
    <p:sldId xmlns:r="http://schemas.openxmlformats.org/officeDocument/2006/relationships" id="265" r:id="R1c49d75a5adc4ffc"/>
    <p:sldId xmlns:r="http://schemas.openxmlformats.org/officeDocument/2006/relationships" id="266" r:id="R9cef9084844e422a"/>
    <p:sldId xmlns:r="http://schemas.openxmlformats.org/officeDocument/2006/relationships" id="267" r:id="R1cb66f4e5b5e4be4"/>
    <p:sldId xmlns:r="http://schemas.openxmlformats.org/officeDocument/2006/relationships" id="268" r:id="R35868fc00fdc4e16"/>
    <p:sldId xmlns:r="http://schemas.openxmlformats.org/officeDocument/2006/relationships" id="269" r:id="Rccd06a07a72b44fc"/>
    <p:sldId xmlns:r="http://schemas.openxmlformats.org/officeDocument/2006/relationships" id="270" r:id="R9e4720337cde445c"/>
    <p:sldId xmlns:r="http://schemas.openxmlformats.org/officeDocument/2006/relationships" id="271" r:id="R888a250fcd4c4057"/>
    <p:sldId xmlns:r="http://schemas.openxmlformats.org/officeDocument/2006/relationships" id="272" r:id="R30eb824b1b4d4e53"/>
    <p:sldId xmlns:r="http://schemas.openxmlformats.org/officeDocument/2006/relationships" id="273" r:id="R09cdb9587d044e50"/>
    <p:sldId xmlns:r="http://schemas.openxmlformats.org/officeDocument/2006/relationships" id="274" r:id="Rbde8262c3ff34ee5"/>
    <p:sldId xmlns:r="http://schemas.openxmlformats.org/officeDocument/2006/relationships" id="275" r:id="Ra42b5f6e9a434925"/>
    <p:sldId xmlns:r="http://schemas.openxmlformats.org/officeDocument/2006/relationships" id="276" r:id="R20b6c7cf1214401b"/>
    <p:sldId xmlns:r="http://schemas.openxmlformats.org/officeDocument/2006/relationships" id="277" r:id="R4e573fee22f04177"/>
    <p:sldId xmlns:r="http://schemas.openxmlformats.org/officeDocument/2006/relationships" id="278" r:id="R2447fcd53e664cc7"/>
    <p:sldId xmlns:r="http://schemas.openxmlformats.org/officeDocument/2006/relationships" id="279" r:id="Rfde365312d1c4e7e"/>
    <p:sldId xmlns:r="http://schemas.openxmlformats.org/officeDocument/2006/relationships" id="280" r:id="Raa4c774b7555480b"/>
    <p:sldId xmlns:r="http://schemas.openxmlformats.org/officeDocument/2006/relationships" id="281" r:id="R3b89f6d5ffd94e96"/>
    <p:sldId xmlns:r="http://schemas.openxmlformats.org/officeDocument/2006/relationships" id="282" r:id="R75f34f3aabb34934"/>
    <p:sldId xmlns:r="http://schemas.openxmlformats.org/officeDocument/2006/relationships" id="283" r:id="Rda43be7f366f4095"/>
    <p:sldId xmlns:r="http://schemas.openxmlformats.org/officeDocument/2006/relationships" id="284" r:id="R0f6c75a50d5446ad"/>
    <p:sldId xmlns:r="http://schemas.openxmlformats.org/officeDocument/2006/relationships" id="285" r:id="R1986cc2b0ce343c4"/>
    <p:sldId xmlns:r="http://schemas.openxmlformats.org/officeDocument/2006/relationships" id="286" r:id="Rf97aa5785edc445a"/>
    <p:sldId xmlns:r="http://schemas.openxmlformats.org/officeDocument/2006/relationships" id="287" r:id="Ra581f1110f774d97"/>
    <p:sldId xmlns:r="http://schemas.openxmlformats.org/officeDocument/2006/relationships" id="288" r:id="R3ed64fadbb4c4ebe"/>
    <p:sldId xmlns:r="http://schemas.openxmlformats.org/officeDocument/2006/relationships" id="289" r:id="Rd2668a0f4f204e9a"/>
    <p:sldId xmlns:r="http://schemas.openxmlformats.org/officeDocument/2006/relationships" id="290" r:id="Rfb035c3756be49ae"/>
    <p:sldId xmlns:r="http://schemas.openxmlformats.org/officeDocument/2006/relationships" id="291" r:id="R161a665987824031"/>
    <p:sldId xmlns:r="http://schemas.openxmlformats.org/officeDocument/2006/relationships" id="292" r:id="R43234ca756f94359"/>
    <p:sldId xmlns:r="http://schemas.openxmlformats.org/officeDocument/2006/relationships" id="293" r:id="R0ddcf5c715224b8c"/>
    <p:sldId xmlns:r="http://schemas.openxmlformats.org/officeDocument/2006/relationships" id="294" r:id="R249e41cdd4b14f17"/>
    <p:sldId xmlns:r="http://schemas.openxmlformats.org/officeDocument/2006/relationships" id="295" r:id="R7cb1f509224c4405"/>
    <p:sldId xmlns:r="http://schemas.openxmlformats.org/officeDocument/2006/relationships" id="296" r:id="R29eb0b1c192842dd"/>
    <p:sldId xmlns:r="http://schemas.openxmlformats.org/officeDocument/2006/relationships" id="297" r:id="Re165168c793348b9"/>
    <p:sldId xmlns:r="http://schemas.openxmlformats.org/officeDocument/2006/relationships" id="298" r:id="R456d5bb3a62945df"/>
    <p:sldId xmlns:r="http://schemas.openxmlformats.org/officeDocument/2006/relationships" id="299" r:id="R17f2dbf10af349d9"/>
    <p:sldId xmlns:r="http://schemas.openxmlformats.org/officeDocument/2006/relationships" id="300" r:id="Redfaad9ab5664b83"/>
    <p:sldId xmlns:r="http://schemas.openxmlformats.org/officeDocument/2006/relationships" id="301" r:id="Ra5ab696e218845a1"/>
    <p:sldId xmlns:r="http://schemas.openxmlformats.org/officeDocument/2006/relationships" id="302" r:id="Rdf85903dda114234"/>
    <p:sldId xmlns:r="http://schemas.openxmlformats.org/officeDocument/2006/relationships" id="303" r:id="R98330e7a59234f9e"/>
    <p:sldId xmlns:r="http://schemas.openxmlformats.org/officeDocument/2006/relationships" id="304" r:id="R34c5e98983c54f40"/>
    <p:sldId xmlns:r="http://schemas.openxmlformats.org/officeDocument/2006/relationships" id="305" r:id="R23d118fb70264541"/>
    <p:sldId xmlns:r="http://schemas.openxmlformats.org/officeDocument/2006/relationships" id="306" r:id="R4cf2a3d7d228455c"/>
    <p:sldId xmlns:r="http://schemas.openxmlformats.org/officeDocument/2006/relationships" id="307" r:id="R4f5cf66364cc4eae"/>
    <p:sldId xmlns:r="http://schemas.openxmlformats.org/officeDocument/2006/relationships" id="308" r:id="Rdec69a9f7de147a9"/>
    <p:sldId xmlns:r="http://schemas.openxmlformats.org/officeDocument/2006/relationships" id="309" r:id="R1ac22e645cd943f4"/>
    <p:sldId xmlns:r="http://schemas.openxmlformats.org/officeDocument/2006/relationships" id="310" r:id="Rfe73b98e439e4413"/>
    <p:sldId xmlns:r="http://schemas.openxmlformats.org/officeDocument/2006/relationships" id="311" r:id="Rfcfbc69a219c4ea5"/>
    <p:sldId xmlns:r="http://schemas.openxmlformats.org/officeDocument/2006/relationships" id="312" r:id="Rec1708f717664988"/>
    <p:sldId xmlns:r="http://schemas.openxmlformats.org/officeDocument/2006/relationships" id="313" r:id="R7716a4fdf5a54310"/>
    <p:sldId xmlns:r="http://schemas.openxmlformats.org/officeDocument/2006/relationships" id="314" r:id="R7640fddc52d649c0"/>
    <p:sldId xmlns:r="http://schemas.openxmlformats.org/officeDocument/2006/relationships" id="315" r:id="R987db60309b24601"/>
    <p:sldId xmlns:r="http://schemas.openxmlformats.org/officeDocument/2006/relationships" id="316" r:id="R94b1abfa867a428f"/>
    <p:sldId xmlns:r="http://schemas.openxmlformats.org/officeDocument/2006/relationships" id="317" r:id="Ra862df1873064912"/>
    <p:sldId xmlns:r="http://schemas.openxmlformats.org/officeDocument/2006/relationships" id="318" r:id="Rd91cd2a3efa645c8"/>
    <p:sldId xmlns:r="http://schemas.openxmlformats.org/officeDocument/2006/relationships" id="319" r:id="Rb4fa42962d1c4228"/>
    <p:sldId xmlns:r="http://schemas.openxmlformats.org/officeDocument/2006/relationships" id="320" r:id="R102e88e42a4549d5"/>
    <p:sldId xmlns:r="http://schemas.openxmlformats.org/officeDocument/2006/relationships" id="321" r:id="R6ffe2590533c464c"/>
    <p:sldId xmlns:r="http://schemas.openxmlformats.org/officeDocument/2006/relationships" id="322" r:id="R1e9c087f20574ff4"/>
    <p:sldId xmlns:r="http://schemas.openxmlformats.org/officeDocument/2006/relationships" id="323" r:id="Rdf018997d520468b"/>
    <p:sldId xmlns:r="http://schemas.openxmlformats.org/officeDocument/2006/relationships" id="324" r:id="R63261ac646524311"/>
    <p:sldId xmlns:r="http://schemas.openxmlformats.org/officeDocument/2006/relationships" id="325" r:id="R0929e98e16714605"/>
    <p:sldId xmlns:r="http://schemas.openxmlformats.org/officeDocument/2006/relationships" id="326" r:id="R658d5acb975246b9"/>
    <p:sldId xmlns:r="http://schemas.openxmlformats.org/officeDocument/2006/relationships" id="327" r:id="R5a52f146b05c413e"/>
    <p:sldId xmlns:r="http://schemas.openxmlformats.org/officeDocument/2006/relationships" id="328" r:id="Rab1e70bc4d7d426b"/>
    <p:sldId xmlns:r="http://schemas.openxmlformats.org/officeDocument/2006/relationships" id="329" r:id="R14040c8ec7ca4de9"/>
    <p:sldId xmlns:r="http://schemas.openxmlformats.org/officeDocument/2006/relationships" id="330" r:id="Ra3c44e4da28043f7"/>
    <p:sldId xmlns:r="http://schemas.openxmlformats.org/officeDocument/2006/relationships" id="331" r:id="Rb81341c53f8140c2"/>
    <p:sldId xmlns:r="http://schemas.openxmlformats.org/officeDocument/2006/relationships" id="332" r:id="R55bcca3ec2474da4"/>
    <p:sldId xmlns:r="http://schemas.openxmlformats.org/officeDocument/2006/relationships" id="333" r:id="Raf98ebe32ed040ca"/>
    <p:sldId xmlns:r="http://schemas.openxmlformats.org/officeDocument/2006/relationships" id="334" r:id="R4c46f81c1f4943b5"/>
    <p:sldId xmlns:r="http://schemas.openxmlformats.org/officeDocument/2006/relationships" id="335" r:id="R5436205305014994"/>
    <p:sldId xmlns:r="http://schemas.openxmlformats.org/officeDocument/2006/relationships" id="336" r:id="Rc61817f5f2564867"/>
    <p:sldId xmlns:r="http://schemas.openxmlformats.org/officeDocument/2006/relationships" id="337" r:id="R4dcaf8ea54b34d83"/>
    <p:sldId xmlns:r="http://schemas.openxmlformats.org/officeDocument/2006/relationships" id="338" r:id="R93fa20d416584264"/>
    <p:sldId xmlns:r="http://schemas.openxmlformats.org/officeDocument/2006/relationships" id="339" r:id="R6c7b715632b545b2"/>
    <p:sldId xmlns:r="http://schemas.openxmlformats.org/officeDocument/2006/relationships" id="340" r:id="R20a798099a1d43a3"/>
    <p:sldId xmlns:r="http://schemas.openxmlformats.org/officeDocument/2006/relationships" id="341" r:id="R33449f2e7ed24183"/>
    <p:sldId xmlns:r="http://schemas.openxmlformats.org/officeDocument/2006/relationships" id="342" r:id="R1105b1305a134965"/>
    <p:sldId xmlns:r="http://schemas.openxmlformats.org/officeDocument/2006/relationships" id="343" r:id="Ra12a4ad4d1ec463c"/>
    <p:sldId xmlns:r="http://schemas.openxmlformats.org/officeDocument/2006/relationships" id="344" r:id="R36e18dc4213a463d"/>
    <p:sldId xmlns:r="http://schemas.openxmlformats.org/officeDocument/2006/relationships" id="345" r:id="Re5b3f66d48574fde"/>
    <p:sldId xmlns:r="http://schemas.openxmlformats.org/officeDocument/2006/relationships" id="346" r:id="R7c1b5246e51a4662"/>
    <p:sldId xmlns:r="http://schemas.openxmlformats.org/officeDocument/2006/relationships" id="347" r:id="R994e9293ea014703"/>
    <p:sldId xmlns:r="http://schemas.openxmlformats.org/officeDocument/2006/relationships" id="348" r:id="Rcfeb7d1977a2464d"/>
    <p:sldId xmlns:r="http://schemas.openxmlformats.org/officeDocument/2006/relationships" id="349" r:id="R7664edb365084958"/>
    <p:sldId xmlns:r="http://schemas.openxmlformats.org/officeDocument/2006/relationships" id="350" r:id="Ra2b9f8a07beb4eac"/>
    <p:sldId xmlns:r="http://schemas.openxmlformats.org/officeDocument/2006/relationships" id="351" r:id="Rc7024ccba47c4ad2"/>
    <p:sldId xmlns:r="http://schemas.openxmlformats.org/officeDocument/2006/relationships" id="352" r:id="R6a993580b30c4cd1"/>
    <p:sldId xmlns:r="http://schemas.openxmlformats.org/officeDocument/2006/relationships" id="353" r:id="R1cff3f166d2e41c8"/>
    <p:sldId xmlns:r="http://schemas.openxmlformats.org/officeDocument/2006/relationships" id="354" r:id="Rd0fc5b963ee54fc4"/>
    <p:sldId xmlns:r="http://schemas.openxmlformats.org/officeDocument/2006/relationships" id="355" r:id="R4c68eafc59d84ebd"/>
    <p:sldId xmlns:r="http://schemas.openxmlformats.org/officeDocument/2006/relationships" id="356" r:id="R11b192a0d3634b5b"/>
    <p:sldId xmlns:r="http://schemas.openxmlformats.org/officeDocument/2006/relationships" id="357" r:id="Rb68d30f891c7455a"/>
    <p:sldId xmlns:r="http://schemas.openxmlformats.org/officeDocument/2006/relationships" id="358" r:id="R4c6332ab48514961"/>
    <p:sldId xmlns:r="http://schemas.openxmlformats.org/officeDocument/2006/relationships" id="359" r:id="R9745bf9877654431"/>
    <p:sldId xmlns:r="http://schemas.openxmlformats.org/officeDocument/2006/relationships" id="360" r:id="Ra830105486cd4f04"/>
    <p:sldId xmlns:r="http://schemas.openxmlformats.org/officeDocument/2006/relationships" id="361" r:id="R4797a799778940fa"/>
    <p:sldId xmlns:r="http://schemas.openxmlformats.org/officeDocument/2006/relationships" id="362" r:id="R8721119b264144a6"/>
    <p:sldId xmlns:r="http://schemas.openxmlformats.org/officeDocument/2006/relationships" id="363" r:id="R8ee3c8415d634639"/>
    <p:sldId xmlns:r="http://schemas.openxmlformats.org/officeDocument/2006/relationships" id="364" r:id="R54db56fff0784da3"/>
    <p:sldId xmlns:r="http://schemas.openxmlformats.org/officeDocument/2006/relationships" id="365" r:id="Rff800e3aa8304f17"/>
    <p:sldId xmlns:r="http://schemas.openxmlformats.org/officeDocument/2006/relationships" id="366" r:id="R0a5e6af765b74a5d"/>
    <p:sldId xmlns:r="http://schemas.openxmlformats.org/officeDocument/2006/relationships" id="367" r:id="R669a41ff067d48f0"/>
    <p:sldId xmlns:r="http://schemas.openxmlformats.org/officeDocument/2006/relationships" id="368" r:id="R46061d4126ca4d3b"/>
    <p:sldId xmlns:r="http://schemas.openxmlformats.org/officeDocument/2006/relationships" id="369" r:id="Rc40c40270aa041d1"/>
    <p:sldId xmlns:r="http://schemas.openxmlformats.org/officeDocument/2006/relationships" id="370" r:id="R511fe166be494433"/>
    <p:sldId xmlns:r="http://schemas.openxmlformats.org/officeDocument/2006/relationships" id="371" r:id="R60e0dfe1561344f7"/>
    <p:sldId xmlns:r="http://schemas.openxmlformats.org/officeDocument/2006/relationships" id="372" r:id="R4e5133799cc9451a"/>
    <p:sldId xmlns:r="http://schemas.openxmlformats.org/officeDocument/2006/relationships" id="373" r:id="Rb2d5fa88ad974901"/>
    <p:sldId xmlns:r="http://schemas.openxmlformats.org/officeDocument/2006/relationships" id="374" r:id="Ra6e00ee4e74f4bd7"/>
    <p:sldId xmlns:r="http://schemas.openxmlformats.org/officeDocument/2006/relationships" id="375" r:id="Radaf14af54b9439b"/>
    <p:sldId xmlns:r="http://schemas.openxmlformats.org/officeDocument/2006/relationships" id="376" r:id="R0ea96bce1cbe4f96"/>
    <p:sldId xmlns:r="http://schemas.openxmlformats.org/officeDocument/2006/relationships" id="377" r:id="R024f5c7d92b84c04"/>
    <p:sldId xmlns:r="http://schemas.openxmlformats.org/officeDocument/2006/relationships" id="378" r:id="R3d49b1e546234b12"/>
    <p:sldId xmlns:r="http://schemas.openxmlformats.org/officeDocument/2006/relationships" id="379" r:id="Rea1f950b72c04fc0"/>
    <p:sldId xmlns:r="http://schemas.openxmlformats.org/officeDocument/2006/relationships" id="380" r:id="Rb1ae49f6e06b4a47"/>
    <p:sldId xmlns:r="http://schemas.openxmlformats.org/officeDocument/2006/relationships" id="381" r:id="Rdecbf616fc174b43"/>
    <p:sldId xmlns:r="http://schemas.openxmlformats.org/officeDocument/2006/relationships" id="382" r:id="Rae47c7a5a5d6468a"/>
    <p:sldId xmlns:r="http://schemas.openxmlformats.org/officeDocument/2006/relationships" id="383" r:id="R1f7b78f57fc245da"/>
    <p:sldId xmlns:r="http://schemas.openxmlformats.org/officeDocument/2006/relationships" id="384" r:id="Rebe2b42a5fc5412c"/>
    <p:sldId xmlns:r="http://schemas.openxmlformats.org/officeDocument/2006/relationships" id="385" r:id="Rf851dc4527d4405d"/>
    <p:sldId xmlns:r="http://schemas.openxmlformats.org/officeDocument/2006/relationships" id="386" r:id="Rb3b9ff1983ea4efb"/>
    <p:sldId xmlns:r="http://schemas.openxmlformats.org/officeDocument/2006/relationships" id="387" r:id="R1098e9f4d8fd4baf"/>
    <p:sldId xmlns:r="http://schemas.openxmlformats.org/officeDocument/2006/relationships" id="388" r:id="R7bdf4a7dde384feb"/>
    <p:sldId xmlns:r="http://schemas.openxmlformats.org/officeDocument/2006/relationships" id="389" r:id="Rfd52738c82d342f6"/>
    <p:sldId xmlns:r="http://schemas.openxmlformats.org/officeDocument/2006/relationships" id="390" r:id="R98a66aece37c42d4"/>
    <p:sldId xmlns:r="http://schemas.openxmlformats.org/officeDocument/2006/relationships" id="391" r:id="R546666da5a2648c5"/>
    <p:sldId xmlns:r="http://schemas.openxmlformats.org/officeDocument/2006/relationships" id="392" r:id="R9209b83f61b64b4d"/>
    <p:sldId xmlns:r="http://schemas.openxmlformats.org/officeDocument/2006/relationships" id="393" r:id="R3eac0eeeb62442fa"/>
    <p:sldId xmlns:r="http://schemas.openxmlformats.org/officeDocument/2006/relationships" id="394" r:id="R179da36f28a9431b"/>
    <p:sldId xmlns:r="http://schemas.openxmlformats.org/officeDocument/2006/relationships" id="395" r:id="R28b270b841e840fd"/>
    <p:sldId xmlns:r="http://schemas.openxmlformats.org/officeDocument/2006/relationships" id="396" r:id="Rc7aedc3ef2524c41"/>
    <p:sldId xmlns:r="http://schemas.openxmlformats.org/officeDocument/2006/relationships" id="397" r:id="Re2505d6e45d7417b"/>
    <p:sldId xmlns:r="http://schemas.openxmlformats.org/officeDocument/2006/relationships" id="398" r:id="R3b00e86f9fb342c6"/>
    <p:sldId xmlns:r="http://schemas.openxmlformats.org/officeDocument/2006/relationships" id="399" r:id="R9edd22fc2c094ab7"/>
    <p:sldId xmlns:r="http://schemas.openxmlformats.org/officeDocument/2006/relationships" id="400" r:id="R352533f7452e4a64"/>
    <p:sldId xmlns:r="http://schemas.openxmlformats.org/officeDocument/2006/relationships" id="401" r:id="R97f8efe1c2b34cab"/>
    <p:sldId xmlns:r="http://schemas.openxmlformats.org/officeDocument/2006/relationships" id="402" r:id="R57c9be937b894310"/>
    <p:sldId xmlns:r="http://schemas.openxmlformats.org/officeDocument/2006/relationships" id="403" r:id="Rade1489d0d2a464c"/>
    <p:sldId xmlns:r="http://schemas.openxmlformats.org/officeDocument/2006/relationships" id="404" r:id="R328c2dff007944d6"/>
    <p:sldId xmlns:r="http://schemas.openxmlformats.org/officeDocument/2006/relationships" id="405" r:id="Rf2b09c6aed5742fb"/>
    <p:sldId xmlns:r="http://schemas.openxmlformats.org/officeDocument/2006/relationships" id="406" r:id="Rc0e9e8d366584fe3"/>
    <p:sldId xmlns:r="http://schemas.openxmlformats.org/officeDocument/2006/relationships" id="407" r:id="R151e3a891fd24c8a"/>
    <p:sldId xmlns:r="http://schemas.openxmlformats.org/officeDocument/2006/relationships" id="408" r:id="Re6b8cfd98c4b4094"/>
    <p:sldId xmlns:r="http://schemas.openxmlformats.org/officeDocument/2006/relationships" id="409" r:id="Rc111335dc43c4c42"/>
    <p:sldId xmlns:r="http://schemas.openxmlformats.org/officeDocument/2006/relationships" id="410" r:id="R9f899c887cea49c7"/>
    <p:sldId xmlns:r="http://schemas.openxmlformats.org/officeDocument/2006/relationships" id="411" r:id="Rcf37dfaffec64c04"/>
    <p:sldId xmlns:r="http://schemas.openxmlformats.org/officeDocument/2006/relationships" id="412" r:id="R12e7f3fdf78d451f"/>
    <p:sldId xmlns:r="http://schemas.openxmlformats.org/officeDocument/2006/relationships" id="413" r:id="Re2704b038cc347db"/>
    <p:sldId xmlns:r="http://schemas.openxmlformats.org/officeDocument/2006/relationships" id="414" r:id="R2d74321bc82846a5"/>
    <p:sldId xmlns:r="http://schemas.openxmlformats.org/officeDocument/2006/relationships" id="415" r:id="R98c8cc49f9534fc8"/>
    <p:sldId xmlns:r="http://schemas.openxmlformats.org/officeDocument/2006/relationships" id="416" r:id="R8bc25e4c6f1f4d99"/>
    <p:sldId xmlns:r="http://schemas.openxmlformats.org/officeDocument/2006/relationships" id="417" r:id="R113b5f6483884879"/>
    <p:sldId xmlns:r="http://schemas.openxmlformats.org/officeDocument/2006/relationships" id="418" r:id="R765d201fe66f49d9"/>
    <p:sldId xmlns:r="http://schemas.openxmlformats.org/officeDocument/2006/relationships" id="419" r:id="Rd6f1717578f0476f"/>
    <p:sldId xmlns:r="http://schemas.openxmlformats.org/officeDocument/2006/relationships" id="420" r:id="Rd8a6381166934cc8"/>
    <p:sldId xmlns:r="http://schemas.openxmlformats.org/officeDocument/2006/relationships" id="421" r:id="R9da5b63251ce42bd"/>
    <p:sldId xmlns:r="http://schemas.openxmlformats.org/officeDocument/2006/relationships" id="422" r:id="Rdf697c8b82ac42a8"/>
    <p:sldId xmlns:r="http://schemas.openxmlformats.org/officeDocument/2006/relationships" id="423" r:id="Rba60c4b5337147f2"/>
    <p:sldId xmlns:r="http://schemas.openxmlformats.org/officeDocument/2006/relationships" id="424" r:id="R62af5f0d5a1d41de"/>
    <p:sldId xmlns:r="http://schemas.openxmlformats.org/officeDocument/2006/relationships" id="425" r:id="R597ea82b19dc4571"/>
    <p:sldId xmlns:r="http://schemas.openxmlformats.org/officeDocument/2006/relationships" id="426" r:id="R4b8a945cd6084c1b"/>
    <p:sldId xmlns:r="http://schemas.openxmlformats.org/officeDocument/2006/relationships" id="427" r:id="R0a4a0e6d18af4a1f"/>
    <p:sldId xmlns:r="http://schemas.openxmlformats.org/officeDocument/2006/relationships" id="428" r:id="Rdcdf625bd3704bac"/>
    <p:sldId xmlns:r="http://schemas.openxmlformats.org/officeDocument/2006/relationships" id="429" r:id="Rd3805d0a3a96436c"/>
    <p:sldId xmlns:r="http://schemas.openxmlformats.org/officeDocument/2006/relationships" id="430" r:id="Rf33621b8672a4a88"/>
    <p:sldId xmlns:r="http://schemas.openxmlformats.org/officeDocument/2006/relationships" id="431" r:id="Radd828148a0c4afc"/>
    <p:sldId xmlns:r="http://schemas.openxmlformats.org/officeDocument/2006/relationships" id="432" r:id="Ra530278dde1444b8"/>
    <p:sldId xmlns:r="http://schemas.openxmlformats.org/officeDocument/2006/relationships" id="433" r:id="R4d2e626825384b90"/>
    <p:sldId xmlns:r="http://schemas.openxmlformats.org/officeDocument/2006/relationships" id="434" r:id="R4073996d45624ccf"/>
    <p:sldId xmlns:r="http://schemas.openxmlformats.org/officeDocument/2006/relationships" id="435" r:id="R3ce22458b37a4282"/>
    <p:sldId xmlns:r="http://schemas.openxmlformats.org/officeDocument/2006/relationships" id="436" r:id="Rb66bde7b88ce4193"/>
    <p:sldId xmlns:r="http://schemas.openxmlformats.org/officeDocument/2006/relationships" id="437" r:id="Rb623f608ee3448b1"/>
    <p:sldId xmlns:r="http://schemas.openxmlformats.org/officeDocument/2006/relationships" id="438" r:id="R1d10f2579c294585"/>
    <p:sldId xmlns:r="http://schemas.openxmlformats.org/officeDocument/2006/relationships" id="439" r:id="R44a90c894f2e4067"/>
    <p:sldId xmlns:r="http://schemas.openxmlformats.org/officeDocument/2006/relationships" id="440" r:id="R0a935cb404cf421e"/>
    <p:sldId xmlns:r="http://schemas.openxmlformats.org/officeDocument/2006/relationships" id="441" r:id="R70f57046f27a4917"/>
    <p:sldId xmlns:r="http://schemas.openxmlformats.org/officeDocument/2006/relationships" id="442" r:id="R8b332cc3bc064818"/>
    <p:sldId xmlns:r="http://schemas.openxmlformats.org/officeDocument/2006/relationships" id="443" r:id="R22f0986d94784222"/>
    <p:sldId xmlns:r="http://schemas.openxmlformats.org/officeDocument/2006/relationships" id="444" r:id="Ra4a7c7bb3ba647b7"/>
    <p:sldId xmlns:r="http://schemas.openxmlformats.org/officeDocument/2006/relationships" id="445" r:id="Rdccd219185c047e3"/>
    <p:sldId xmlns:r="http://schemas.openxmlformats.org/officeDocument/2006/relationships" id="446" r:id="R837998643f954317"/>
    <p:sldId xmlns:r="http://schemas.openxmlformats.org/officeDocument/2006/relationships" id="447" r:id="R8a67c465e9ae46ac"/>
    <p:sldId xmlns:r="http://schemas.openxmlformats.org/officeDocument/2006/relationships" id="448" r:id="R86002ff2893341bd"/>
    <p:sldId xmlns:r="http://schemas.openxmlformats.org/officeDocument/2006/relationships" id="449" r:id="Radd9c8e35b7b4754"/>
    <p:sldId xmlns:r="http://schemas.openxmlformats.org/officeDocument/2006/relationships" id="450" r:id="R50672247a9a94c5e"/>
    <p:sldId xmlns:r="http://schemas.openxmlformats.org/officeDocument/2006/relationships" id="451" r:id="R702d602fee494076"/>
    <p:sldId xmlns:r="http://schemas.openxmlformats.org/officeDocument/2006/relationships" id="452" r:id="Ra62795eb654245eb"/>
    <p:sldId xmlns:r="http://schemas.openxmlformats.org/officeDocument/2006/relationships" id="453" r:id="R5e69aa3ec12b46f6"/>
    <p:sldId xmlns:r="http://schemas.openxmlformats.org/officeDocument/2006/relationships" id="454" r:id="R0546646d5ce14ada"/>
    <p:sldId xmlns:r="http://schemas.openxmlformats.org/officeDocument/2006/relationships" id="455" r:id="R48d6334caef84514"/>
    <p:sldId xmlns:r="http://schemas.openxmlformats.org/officeDocument/2006/relationships" id="456" r:id="R0a249b06b77c40ef"/>
    <p:sldId xmlns:r="http://schemas.openxmlformats.org/officeDocument/2006/relationships" id="457" r:id="R08c0b9fa6240462a"/>
    <p:sldId xmlns:r="http://schemas.openxmlformats.org/officeDocument/2006/relationships" id="458" r:id="Redb99336f871428a"/>
    <p:sldId xmlns:r="http://schemas.openxmlformats.org/officeDocument/2006/relationships" id="459" r:id="R7af343f7ab2e4d8e"/>
    <p:sldId xmlns:r="http://schemas.openxmlformats.org/officeDocument/2006/relationships" id="460" r:id="R7116273d0a594421"/>
    <p:sldId xmlns:r="http://schemas.openxmlformats.org/officeDocument/2006/relationships" id="461" r:id="R9b64975ce677419c"/>
    <p:sldId xmlns:r="http://schemas.openxmlformats.org/officeDocument/2006/relationships" id="462" r:id="Rdd823a1f64374eaa"/>
    <p:sldId xmlns:r="http://schemas.openxmlformats.org/officeDocument/2006/relationships" id="463" r:id="R310d4bb5cec74cda"/>
    <p:sldId xmlns:r="http://schemas.openxmlformats.org/officeDocument/2006/relationships" id="464" r:id="R27431ccb502f4994"/>
    <p:sldId xmlns:r="http://schemas.openxmlformats.org/officeDocument/2006/relationships" id="465" r:id="R0c0aa7d4ad824761"/>
    <p:sldId xmlns:r="http://schemas.openxmlformats.org/officeDocument/2006/relationships" id="466" r:id="R0d7f654b93944d82"/>
    <p:sldId xmlns:r="http://schemas.openxmlformats.org/officeDocument/2006/relationships" id="467" r:id="R5da9697cba9a415b"/>
    <p:sldId xmlns:r="http://schemas.openxmlformats.org/officeDocument/2006/relationships" id="468" r:id="Rdf503915d5524e81"/>
    <p:sldId xmlns:r="http://schemas.openxmlformats.org/officeDocument/2006/relationships" id="469" r:id="Ra4d0fc7483374b0a"/>
    <p:sldId xmlns:r="http://schemas.openxmlformats.org/officeDocument/2006/relationships" id="470" r:id="R11f36a7465de4b2c"/>
    <p:sldId xmlns:r="http://schemas.openxmlformats.org/officeDocument/2006/relationships" id="471" r:id="R8f972c701d2d42bf"/>
    <p:sldId xmlns:r="http://schemas.openxmlformats.org/officeDocument/2006/relationships" id="472" r:id="Rb0302a90df1f4517"/>
    <p:sldId xmlns:r="http://schemas.openxmlformats.org/officeDocument/2006/relationships" id="473" r:id="R4c33fe223356445d"/>
    <p:sldId xmlns:r="http://schemas.openxmlformats.org/officeDocument/2006/relationships" id="474" r:id="R602d18dc55ed4e46"/>
    <p:sldId xmlns:r="http://schemas.openxmlformats.org/officeDocument/2006/relationships" id="475" r:id="R6400309a5a6048ea"/>
    <p:sldId xmlns:r="http://schemas.openxmlformats.org/officeDocument/2006/relationships" id="476" r:id="Raa70693d98094581"/>
    <p:sldId xmlns:r="http://schemas.openxmlformats.org/officeDocument/2006/relationships" id="477" r:id="Rfa22d4c60ee44b92"/>
    <p:sldId xmlns:r="http://schemas.openxmlformats.org/officeDocument/2006/relationships" id="478" r:id="Rbc12ddd4dc504967"/>
    <p:sldId xmlns:r="http://schemas.openxmlformats.org/officeDocument/2006/relationships" id="479" r:id="R27e7574146fe484a"/>
    <p:sldId xmlns:r="http://schemas.openxmlformats.org/officeDocument/2006/relationships" id="480" r:id="Rdd2f5de05dae4214"/>
    <p:sldId xmlns:r="http://schemas.openxmlformats.org/officeDocument/2006/relationships" id="481" r:id="R27eb216ef89d45ca"/>
    <p:sldId xmlns:r="http://schemas.openxmlformats.org/officeDocument/2006/relationships" id="482" r:id="R4ca2bd0e1cfd48cb"/>
    <p:sldId xmlns:r="http://schemas.openxmlformats.org/officeDocument/2006/relationships" id="483" r:id="R5272eda4a198449a"/>
    <p:sldId xmlns:r="http://schemas.openxmlformats.org/officeDocument/2006/relationships" id="484" r:id="R62cb1052c7064305"/>
    <p:sldId xmlns:r="http://schemas.openxmlformats.org/officeDocument/2006/relationships" id="485" r:id="Rb85143e976a046ae"/>
    <p:sldId xmlns:r="http://schemas.openxmlformats.org/officeDocument/2006/relationships" id="486" r:id="R7a061fdf40084741"/>
    <p:sldId xmlns:r="http://schemas.openxmlformats.org/officeDocument/2006/relationships" id="487" r:id="Rf4088e91b8b64ea2"/>
    <p:sldId xmlns:r="http://schemas.openxmlformats.org/officeDocument/2006/relationships" id="488" r:id="R8e7ddaf66d414197"/>
    <p:sldId xmlns:r="http://schemas.openxmlformats.org/officeDocument/2006/relationships" id="489" r:id="R8ba6353f49004d86"/>
    <p:sldId xmlns:r="http://schemas.openxmlformats.org/officeDocument/2006/relationships" id="490" r:id="Re0ae80cbd2594a2f"/>
    <p:sldId xmlns:r="http://schemas.openxmlformats.org/officeDocument/2006/relationships" id="491" r:id="R73944fbfc9af44f5"/>
    <p:sldId xmlns:r="http://schemas.openxmlformats.org/officeDocument/2006/relationships" id="492" r:id="R037f9580d0374c27"/>
    <p:sldId xmlns:r="http://schemas.openxmlformats.org/officeDocument/2006/relationships" id="493" r:id="Ra4e5251da61e4345"/>
    <p:sldId xmlns:r="http://schemas.openxmlformats.org/officeDocument/2006/relationships" id="494" r:id="R2197359b70d94062"/>
    <p:sldId xmlns:r="http://schemas.openxmlformats.org/officeDocument/2006/relationships" id="495" r:id="R3b635085cd574069"/>
    <p:sldId xmlns:r="http://schemas.openxmlformats.org/officeDocument/2006/relationships" id="496" r:id="R7acabdacf56e491e"/>
    <p:sldId xmlns:r="http://schemas.openxmlformats.org/officeDocument/2006/relationships" id="497" r:id="Rbbf8bf5639804b3f"/>
    <p:sldId xmlns:r="http://schemas.openxmlformats.org/officeDocument/2006/relationships" id="498" r:id="R4a4f17e53b7747ad"/>
    <p:sldId xmlns:r="http://schemas.openxmlformats.org/officeDocument/2006/relationships" id="499" r:id="R5e8b6d9ecd5e486e"/>
    <p:sldId xmlns:r="http://schemas.openxmlformats.org/officeDocument/2006/relationships" id="500" r:id="Rb7f35cd3f1114474"/>
    <p:sldId xmlns:r="http://schemas.openxmlformats.org/officeDocument/2006/relationships" id="501" r:id="R0de5bf35fd4e4175"/>
    <p:sldId xmlns:r="http://schemas.openxmlformats.org/officeDocument/2006/relationships" id="502" r:id="R65812e5c03354836"/>
    <p:sldId xmlns:r="http://schemas.openxmlformats.org/officeDocument/2006/relationships" id="503" r:id="Rf7c1fcb9c5cf4271"/>
    <p:sldId xmlns:r="http://schemas.openxmlformats.org/officeDocument/2006/relationships" id="504" r:id="Rdacf82bc6a8a44d0"/>
    <p:sldId xmlns:r="http://schemas.openxmlformats.org/officeDocument/2006/relationships" id="505" r:id="Rd33d3a9ebfa24eaa"/>
    <p:sldId xmlns:r="http://schemas.openxmlformats.org/officeDocument/2006/relationships" id="506" r:id="Rac9c003cde9446ad"/>
    <p:sldId xmlns:r="http://schemas.openxmlformats.org/officeDocument/2006/relationships" id="507" r:id="Reba39e8f43e94279"/>
    <p:sldId xmlns:r="http://schemas.openxmlformats.org/officeDocument/2006/relationships" id="508" r:id="Rdddea3bfc3234449"/>
    <p:sldId xmlns:r="http://schemas.openxmlformats.org/officeDocument/2006/relationships" id="509" r:id="R3c08f62c8e824822"/>
    <p:sldId xmlns:r="http://schemas.openxmlformats.org/officeDocument/2006/relationships" id="510" r:id="R4f32c03aa30a4747"/>
    <p:sldId xmlns:r="http://schemas.openxmlformats.org/officeDocument/2006/relationships" id="511" r:id="R3c570f20c7ee419b"/>
    <p:sldId xmlns:r="http://schemas.openxmlformats.org/officeDocument/2006/relationships" id="512" r:id="R42efbbfa64554004"/>
    <p:sldId xmlns:r="http://schemas.openxmlformats.org/officeDocument/2006/relationships" id="513" r:id="R299cfeab32ee4a26"/>
    <p:sldId xmlns:r="http://schemas.openxmlformats.org/officeDocument/2006/relationships" id="514" r:id="Rf20dfddb94674891"/>
    <p:sldId xmlns:r="http://schemas.openxmlformats.org/officeDocument/2006/relationships" id="515" r:id="Re83eb08b19e14353"/>
    <p:sldId xmlns:r="http://schemas.openxmlformats.org/officeDocument/2006/relationships" id="516" r:id="R6a70e1c824ae481d"/>
    <p:sldId xmlns:r="http://schemas.openxmlformats.org/officeDocument/2006/relationships" id="517" r:id="Raa32739e6a8c49b9"/>
    <p:sldId xmlns:r="http://schemas.openxmlformats.org/officeDocument/2006/relationships" id="518" r:id="R2e7da5cb958c4cf1"/>
    <p:sldId xmlns:r="http://schemas.openxmlformats.org/officeDocument/2006/relationships" id="519" r:id="R74f0f673ad5e4f69"/>
    <p:sldId xmlns:r="http://schemas.openxmlformats.org/officeDocument/2006/relationships" id="520" r:id="R36ab17857a314aa7"/>
    <p:sldId xmlns:r="http://schemas.openxmlformats.org/officeDocument/2006/relationships" id="521" r:id="R5baf92705ff2408d"/>
    <p:sldId xmlns:r="http://schemas.openxmlformats.org/officeDocument/2006/relationships" id="522" r:id="R7faab4ab496a4d1e"/>
    <p:sldId xmlns:r="http://schemas.openxmlformats.org/officeDocument/2006/relationships" id="523" r:id="Rb0447afc65734280"/>
    <p:sldId xmlns:r="http://schemas.openxmlformats.org/officeDocument/2006/relationships" id="524" r:id="R845077377194435a"/>
    <p:sldId xmlns:r="http://schemas.openxmlformats.org/officeDocument/2006/relationships" id="525" r:id="Raecb04e845124fb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cc5ed6d3e04d63" /><Relationship Type="http://schemas.openxmlformats.org/officeDocument/2006/relationships/slideMaster" Target="/ppt/slideMasters/slideMaster1.xml" Id="R5f6d6eb69a0e4737" /><Relationship Type="http://schemas.openxmlformats.org/officeDocument/2006/relationships/notesMaster" Target="/ppt/notesMasters/notesMaster1.xml" Id="Rd26838a5649245f7" /><Relationship Type="http://schemas.openxmlformats.org/officeDocument/2006/relationships/presProps" Target="/ppt/presProps.xml" Id="Re49aea3da4eb4874" /><Relationship Type="http://schemas.openxmlformats.org/officeDocument/2006/relationships/tableStyles" Target="/ppt/tableStyles.xml" Id="Rd2d6be6ee88442e6" /><Relationship Type="http://schemas.openxmlformats.org/officeDocument/2006/relationships/slide" Target="/ppt/slides/slide1.xml" Id="R424affe293a747bb" /><Relationship Type="http://schemas.openxmlformats.org/officeDocument/2006/relationships/slide" Target="/ppt/slides/slide2.xml" Id="R47f6bd57847a4a1d" /><Relationship Type="http://schemas.openxmlformats.org/officeDocument/2006/relationships/slide" Target="/ppt/slides/slide3.xml" Id="Ra5d7023a455c4ade" /><Relationship Type="http://schemas.openxmlformats.org/officeDocument/2006/relationships/slide" Target="/ppt/slides/slide4.xml" Id="R1411f07f16594879" /><Relationship Type="http://schemas.openxmlformats.org/officeDocument/2006/relationships/slide" Target="/ppt/slides/slide5.xml" Id="Rd1457914e26b48ee" /><Relationship Type="http://schemas.openxmlformats.org/officeDocument/2006/relationships/slide" Target="/ppt/slides/slide6.xml" Id="R148a4d281aef4c78" /><Relationship Type="http://schemas.openxmlformats.org/officeDocument/2006/relationships/slide" Target="/ppt/slides/slide7.xml" Id="R4698cde40ba9432b" /><Relationship Type="http://schemas.openxmlformats.org/officeDocument/2006/relationships/slide" Target="/ppt/slides/slide8.xml" Id="Rd3d320e67ecd407c" /><Relationship Type="http://schemas.openxmlformats.org/officeDocument/2006/relationships/slide" Target="/ppt/slides/slide9.xml" Id="R56094622010f46c9" /><Relationship Type="http://schemas.openxmlformats.org/officeDocument/2006/relationships/slide" Target="/ppt/slides/slide10.xml" Id="R1c49d75a5adc4ffc" /><Relationship Type="http://schemas.openxmlformats.org/officeDocument/2006/relationships/slide" Target="/ppt/slides/slide11.xml" Id="R9cef9084844e422a" /><Relationship Type="http://schemas.openxmlformats.org/officeDocument/2006/relationships/slide" Target="/ppt/slides/slide12.xml" Id="R1cb66f4e5b5e4be4" /><Relationship Type="http://schemas.openxmlformats.org/officeDocument/2006/relationships/slide" Target="/ppt/slides/slide13.xml" Id="R35868fc00fdc4e16" /><Relationship Type="http://schemas.openxmlformats.org/officeDocument/2006/relationships/slide" Target="/ppt/slides/slide14.xml" Id="Rccd06a07a72b44fc" /><Relationship Type="http://schemas.openxmlformats.org/officeDocument/2006/relationships/slide" Target="/ppt/slides/slide15.xml" Id="R9e4720337cde445c" /><Relationship Type="http://schemas.openxmlformats.org/officeDocument/2006/relationships/slide" Target="/ppt/slides/slide16.xml" Id="R888a250fcd4c4057" /><Relationship Type="http://schemas.openxmlformats.org/officeDocument/2006/relationships/slide" Target="/ppt/slides/slide17.xml" Id="R30eb824b1b4d4e53" /><Relationship Type="http://schemas.openxmlformats.org/officeDocument/2006/relationships/slide" Target="/ppt/slides/slide18.xml" Id="R09cdb9587d044e50" /><Relationship Type="http://schemas.openxmlformats.org/officeDocument/2006/relationships/slide" Target="/ppt/slides/slide19.xml" Id="Rbde8262c3ff34ee5" /><Relationship Type="http://schemas.openxmlformats.org/officeDocument/2006/relationships/slide" Target="/ppt/slides/slide20.xml" Id="Ra42b5f6e9a434925" /><Relationship Type="http://schemas.openxmlformats.org/officeDocument/2006/relationships/slide" Target="/ppt/slides/slide21.xml" Id="R20b6c7cf1214401b" /><Relationship Type="http://schemas.openxmlformats.org/officeDocument/2006/relationships/slide" Target="/ppt/slides/slide22.xml" Id="R4e573fee22f04177" /><Relationship Type="http://schemas.openxmlformats.org/officeDocument/2006/relationships/slide" Target="/ppt/slides/slide23.xml" Id="R2447fcd53e664cc7" /><Relationship Type="http://schemas.openxmlformats.org/officeDocument/2006/relationships/slide" Target="/ppt/slides/slide24.xml" Id="Rfde365312d1c4e7e" /><Relationship Type="http://schemas.openxmlformats.org/officeDocument/2006/relationships/slide" Target="/ppt/slides/slide25.xml" Id="Raa4c774b7555480b" /><Relationship Type="http://schemas.openxmlformats.org/officeDocument/2006/relationships/slide" Target="/ppt/slides/slide26.xml" Id="R3b89f6d5ffd94e96" /><Relationship Type="http://schemas.openxmlformats.org/officeDocument/2006/relationships/slide" Target="/ppt/slides/slide27.xml" Id="R75f34f3aabb34934" /><Relationship Type="http://schemas.openxmlformats.org/officeDocument/2006/relationships/slide" Target="/ppt/slides/slide28.xml" Id="Rda43be7f366f4095" /><Relationship Type="http://schemas.openxmlformats.org/officeDocument/2006/relationships/slide" Target="/ppt/slides/slide29.xml" Id="R0f6c75a50d5446ad" /><Relationship Type="http://schemas.openxmlformats.org/officeDocument/2006/relationships/slide" Target="/ppt/slides/slide30.xml" Id="R1986cc2b0ce343c4" /><Relationship Type="http://schemas.openxmlformats.org/officeDocument/2006/relationships/slide" Target="/ppt/slides/slide31.xml" Id="Rf97aa5785edc445a" /><Relationship Type="http://schemas.openxmlformats.org/officeDocument/2006/relationships/slide" Target="/ppt/slides/slide32.xml" Id="Ra581f1110f774d97" /><Relationship Type="http://schemas.openxmlformats.org/officeDocument/2006/relationships/slide" Target="/ppt/slides/slide33.xml" Id="R3ed64fadbb4c4ebe" /><Relationship Type="http://schemas.openxmlformats.org/officeDocument/2006/relationships/slide" Target="/ppt/slides/slide34.xml" Id="Rd2668a0f4f204e9a" /><Relationship Type="http://schemas.openxmlformats.org/officeDocument/2006/relationships/slide" Target="/ppt/slides/slide35.xml" Id="Rfb035c3756be49ae" /><Relationship Type="http://schemas.openxmlformats.org/officeDocument/2006/relationships/slide" Target="/ppt/slides/slide36.xml" Id="R161a665987824031" /><Relationship Type="http://schemas.openxmlformats.org/officeDocument/2006/relationships/slide" Target="/ppt/slides/slide37.xml" Id="R43234ca756f94359" /><Relationship Type="http://schemas.openxmlformats.org/officeDocument/2006/relationships/slide" Target="/ppt/slides/slide38.xml" Id="R0ddcf5c715224b8c" /><Relationship Type="http://schemas.openxmlformats.org/officeDocument/2006/relationships/slide" Target="/ppt/slides/slide39.xml" Id="R249e41cdd4b14f17" /><Relationship Type="http://schemas.openxmlformats.org/officeDocument/2006/relationships/slide" Target="/ppt/slides/slide40.xml" Id="R7cb1f509224c4405" /><Relationship Type="http://schemas.openxmlformats.org/officeDocument/2006/relationships/slide" Target="/ppt/slides/slide41.xml" Id="R29eb0b1c192842dd" /><Relationship Type="http://schemas.openxmlformats.org/officeDocument/2006/relationships/slide" Target="/ppt/slides/slide42.xml" Id="Re165168c793348b9" /><Relationship Type="http://schemas.openxmlformats.org/officeDocument/2006/relationships/slide" Target="/ppt/slides/slide43.xml" Id="R456d5bb3a62945df" /><Relationship Type="http://schemas.openxmlformats.org/officeDocument/2006/relationships/slide" Target="/ppt/slides/slide44.xml" Id="R17f2dbf10af349d9" /><Relationship Type="http://schemas.openxmlformats.org/officeDocument/2006/relationships/slide" Target="/ppt/slides/slide45.xml" Id="Redfaad9ab5664b83" /><Relationship Type="http://schemas.openxmlformats.org/officeDocument/2006/relationships/slide" Target="/ppt/slides/slide46.xml" Id="Ra5ab696e218845a1" /><Relationship Type="http://schemas.openxmlformats.org/officeDocument/2006/relationships/slide" Target="/ppt/slides/slide47.xml" Id="Rdf85903dda114234" /><Relationship Type="http://schemas.openxmlformats.org/officeDocument/2006/relationships/slide" Target="/ppt/slides/slide48.xml" Id="R98330e7a59234f9e" /><Relationship Type="http://schemas.openxmlformats.org/officeDocument/2006/relationships/slide" Target="/ppt/slides/slide49.xml" Id="R34c5e98983c54f40" /><Relationship Type="http://schemas.openxmlformats.org/officeDocument/2006/relationships/slide" Target="/ppt/slides/slide50.xml" Id="R23d118fb70264541" /><Relationship Type="http://schemas.openxmlformats.org/officeDocument/2006/relationships/slide" Target="/ppt/slides/slide51.xml" Id="R4cf2a3d7d228455c" /><Relationship Type="http://schemas.openxmlformats.org/officeDocument/2006/relationships/slide" Target="/ppt/slides/slide52.xml" Id="R4f5cf66364cc4eae" /><Relationship Type="http://schemas.openxmlformats.org/officeDocument/2006/relationships/slide" Target="/ppt/slides/slide53.xml" Id="Rdec69a9f7de147a9" /><Relationship Type="http://schemas.openxmlformats.org/officeDocument/2006/relationships/slide" Target="/ppt/slides/slide54.xml" Id="R1ac22e645cd943f4" /><Relationship Type="http://schemas.openxmlformats.org/officeDocument/2006/relationships/slide" Target="/ppt/slides/slide55.xml" Id="Rfe73b98e439e4413" /><Relationship Type="http://schemas.openxmlformats.org/officeDocument/2006/relationships/slide" Target="/ppt/slides/slide56.xml" Id="Rfcfbc69a219c4ea5" /><Relationship Type="http://schemas.openxmlformats.org/officeDocument/2006/relationships/slide" Target="/ppt/slides/slide57.xml" Id="Rec1708f717664988" /><Relationship Type="http://schemas.openxmlformats.org/officeDocument/2006/relationships/slide" Target="/ppt/slides/slide58.xml" Id="R7716a4fdf5a54310" /><Relationship Type="http://schemas.openxmlformats.org/officeDocument/2006/relationships/slide" Target="/ppt/slides/slide59.xml" Id="R7640fddc52d649c0" /><Relationship Type="http://schemas.openxmlformats.org/officeDocument/2006/relationships/slide" Target="/ppt/slides/slide60.xml" Id="R987db60309b24601" /><Relationship Type="http://schemas.openxmlformats.org/officeDocument/2006/relationships/slide" Target="/ppt/slides/slide61.xml" Id="R94b1abfa867a428f" /><Relationship Type="http://schemas.openxmlformats.org/officeDocument/2006/relationships/slide" Target="/ppt/slides/slide62.xml" Id="Ra862df1873064912" /><Relationship Type="http://schemas.openxmlformats.org/officeDocument/2006/relationships/slide" Target="/ppt/slides/slide63.xml" Id="Rd91cd2a3efa645c8" /><Relationship Type="http://schemas.openxmlformats.org/officeDocument/2006/relationships/slide" Target="/ppt/slides/slide64.xml" Id="Rb4fa42962d1c4228" /><Relationship Type="http://schemas.openxmlformats.org/officeDocument/2006/relationships/slide" Target="/ppt/slides/slide65.xml" Id="R102e88e42a4549d5" /><Relationship Type="http://schemas.openxmlformats.org/officeDocument/2006/relationships/slide" Target="/ppt/slides/slide66.xml" Id="R6ffe2590533c464c" /><Relationship Type="http://schemas.openxmlformats.org/officeDocument/2006/relationships/slide" Target="/ppt/slides/slide67.xml" Id="R1e9c087f20574ff4" /><Relationship Type="http://schemas.openxmlformats.org/officeDocument/2006/relationships/slide" Target="/ppt/slides/slide68.xml" Id="Rdf018997d520468b" /><Relationship Type="http://schemas.openxmlformats.org/officeDocument/2006/relationships/slide" Target="/ppt/slides/slide69.xml" Id="R63261ac646524311" /><Relationship Type="http://schemas.openxmlformats.org/officeDocument/2006/relationships/slide" Target="/ppt/slides/slide70.xml" Id="R0929e98e16714605" /><Relationship Type="http://schemas.openxmlformats.org/officeDocument/2006/relationships/slide" Target="/ppt/slides/slide71.xml" Id="R658d5acb975246b9" /><Relationship Type="http://schemas.openxmlformats.org/officeDocument/2006/relationships/slide" Target="/ppt/slides/slide72.xml" Id="R5a52f146b05c413e" /><Relationship Type="http://schemas.openxmlformats.org/officeDocument/2006/relationships/slide" Target="/ppt/slides/slide73.xml" Id="Rab1e70bc4d7d426b" /><Relationship Type="http://schemas.openxmlformats.org/officeDocument/2006/relationships/slide" Target="/ppt/slides/slide74.xml" Id="R14040c8ec7ca4de9" /><Relationship Type="http://schemas.openxmlformats.org/officeDocument/2006/relationships/slide" Target="/ppt/slides/slide75.xml" Id="Ra3c44e4da28043f7" /><Relationship Type="http://schemas.openxmlformats.org/officeDocument/2006/relationships/slide" Target="/ppt/slides/slide76.xml" Id="Rb81341c53f8140c2" /><Relationship Type="http://schemas.openxmlformats.org/officeDocument/2006/relationships/slide" Target="/ppt/slides/slide77.xml" Id="R55bcca3ec2474da4" /><Relationship Type="http://schemas.openxmlformats.org/officeDocument/2006/relationships/slide" Target="/ppt/slides/slide78.xml" Id="Raf98ebe32ed040ca" /><Relationship Type="http://schemas.openxmlformats.org/officeDocument/2006/relationships/slide" Target="/ppt/slides/slide79.xml" Id="R4c46f81c1f4943b5" /><Relationship Type="http://schemas.openxmlformats.org/officeDocument/2006/relationships/slide" Target="/ppt/slides/slide80.xml" Id="R5436205305014994" /><Relationship Type="http://schemas.openxmlformats.org/officeDocument/2006/relationships/slide" Target="/ppt/slides/slide81.xml" Id="Rc61817f5f2564867" /><Relationship Type="http://schemas.openxmlformats.org/officeDocument/2006/relationships/slide" Target="/ppt/slides/slide82.xml" Id="R4dcaf8ea54b34d83" /><Relationship Type="http://schemas.openxmlformats.org/officeDocument/2006/relationships/slide" Target="/ppt/slides/slide83.xml" Id="R93fa20d416584264" /><Relationship Type="http://schemas.openxmlformats.org/officeDocument/2006/relationships/slide" Target="/ppt/slides/slide84.xml" Id="R6c7b715632b545b2" /><Relationship Type="http://schemas.openxmlformats.org/officeDocument/2006/relationships/slide" Target="/ppt/slides/slide85.xml" Id="R20a798099a1d43a3" /><Relationship Type="http://schemas.openxmlformats.org/officeDocument/2006/relationships/slide" Target="/ppt/slides/slide86.xml" Id="R33449f2e7ed24183" /><Relationship Type="http://schemas.openxmlformats.org/officeDocument/2006/relationships/slide" Target="/ppt/slides/slide87.xml" Id="R1105b1305a134965" /><Relationship Type="http://schemas.openxmlformats.org/officeDocument/2006/relationships/slide" Target="/ppt/slides/slide88.xml" Id="Ra12a4ad4d1ec463c" /><Relationship Type="http://schemas.openxmlformats.org/officeDocument/2006/relationships/slide" Target="/ppt/slides/slide89.xml" Id="R36e18dc4213a463d" /><Relationship Type="http://schemas.openxmlformats.org/officeDocument/2006/relationships/slide" Target="/ppt/slides/slide90.xml" Id="Re5b3f66d48574fde" /><Relationship Type="http://schemas.openxmlformats.org/officeDocument/2006/relationships/slide" Target="/ppt/slides/slide91.xml" Id="R7c1b5246e51a4662" /><Relationship Type="http://schemas.openxmlformats.org/officeDocument/2006/relationships/slide" Target="/ppt/slides/slide92.xml" Id="R994e9293ea014703" /><Relationship Type="http://schemas.openxmlformats.org/officeDocument/2006/relationships/slide" Target="/ppt/slides/slide93.xml" Id="Rcfeb7d1977a2464d" /><Relationship Type="http://schemas.openxmlformats.org/officeDocument/2006/relationships/slide" Target="/ppt/slides/slide94.xml" Id="R7664edb365084958" /><Relationship Type="http://schemas.openxmlformats.org/officeDocument/2006/relationships/slide" Target="/ppt/slides/slide95.xml" Id="Ra2b9f8a07beb4eac" /><Relationship Type="http://schemas.openxmlformats.org/officeDocument/2006/relationships/slide" Target="/ppt/slides/slide96.xml" Id="Rc7024ccba47c4ad2" /><Relationship Type="http://schemas.openxmlformats.org/officeDocument/2006/relationships/slide" Target="/ppt/slides/slide97.xml" Id="R6a993580b30c4cd1" /><Relationship Type="http://schemas.openxmlformats.org/officeDocument/2006/relationships/slide" Target="/ppt/slides/slide98.xml" Id="R1cff3f166d2e41c8" /><Relationship Type="http://schemas.openxmlformats.org/officeDocument/2006/relationships/slide" Target="/ppt/slides/slide99.xml" Id="Rd0fc5b963ee54fc4" /><Relationship Type="http://schemas.openxmlformats.org/officeDocument/2006/relationships/slide" Target="/ppt/slides/slide100.xml" Id="R4c68eafc59d84ebd" /><Relationship Type="http://schemas.openxmlformats.org/officeDocument/2006/relationships/slide" Target="/ppt/slides/slide101.xml" Id="R11b192a0d3634b5b" /><Relationship Type="http://schemas.openxmlformats.org/officeDocument/2006/relationships/slide" Target="/ppt/slides/slide102.xml" Id="Rb68d30f891c7455a" /><Relationship Type="http://schemas.openxmlformats.org/officeDocument/2006/relationships/slide" Target="/ppt/slides/slide103.xml" Id="R4c6332ab48514961" /><Relationship Type="http://schemas.openxmlformats.org/officeDocument/2006/relationships/slide" Target="/ppt/slides/slide104.xml" Id="R9745bf9877654431" /><Relationship Type="http://schemas.openxmlformats.org/officeDocument/2006/relationships/slide" Target="/ppt/slides/slide105.xml" Id="Ra830105486cd4f04" /><Relationship Type="http://schemas.openxmlformats.org/officeDocument/2006/relationships/slide" Target="/ppt/slides/slide106.xml" Id="R4797a799778940fa" /><Relationship Type="http://schemas.openxmlformats.org/officeDocument/2006/relationships/slide" Target="/ppt/slides/slide107.xml" Id="R8721119b264144a6" /><Relationship Type="http://schemas.openxmlformats.org/officeDocument/2006/relationships/slide" Target="/ppt/slides/slide108.xml" Id="R8ee3c8415d634639" /><Relationship Type="http://schemas.openxmlformats.org/officeDocument/2006/relationships/slide" Target="/ppt/slides/slide109.xml" Id="R54db56fff0784da3" /><Relationship Type="http://schemas.openxmlformats.org/officeDocument/2006/relationships/slide" Target="/ppt/slides/slide110.xml" Id="Rff800e3aa8304f17" /><Relationship Type="http://schemas.openxmlformats.org/officeDocument/2006/relationships/slide" Target="/ppt/slides/slide111.xml" Id="R0a5e6af765b74a5d" /><Relationship Type="http://schemas.openxmlformats.org/officeDocument/2006/relationships/slide" Target="/ppt/slides/slide112.xml" Id="R669a41ff067d48f0" /><Relationship Type="http://schemas.openxmlformats.org/officeDocument/2006/relationships/slide" Target="/ppt/slides/slide113.xml" Id="R46061d4126ca4d3b" /><Relationship Type="http://schemas.openxmlformats.org/officeDocument/2006/relationships/slide" Target="/ppt/slides/slide114.xml" Id="Rc40c40270aa041d1" /><Relationship Type="http://schemas.openxmlformats.org/officeDocument/2006/relationships/slide" Target="/ppt/slides/slide115.xml" Id="R511fe166be494433" /><Relationship Type="http://schemas.openxmlformats.org/officeDocument/2006/relationships/slide" Target="/ppt/slides/slide116.xml" Id="R60e0dfe1561344f7" /><Relationship Type="http://schemas.openxmlformats.org/officeDocument/2006/relationships/slide" Target="/ppt/slides/slide117.xml" Id="R4e5133799cc9451a" /><Relationship Type="http://schemas.openxmlformats.org/officeDocument/2006/relationships/slide" Target="/ppt/slides/slide118.xml" Id="Rb2d5fa88ad974901" /><Relationship Type="http://schemas.openxmlformats.org/officeDocument/2006/relationships/slide" Target="/ppt/slides/slide119.xml" Id="Ra6e00ee4e74f4bd7" /><Relationship Type="http://schemas.openxmlformats.org/officeDocument/2006/relationships/slide" Target="/ppt/slides/slide120.xml" Id="Radaf14af54b9439b" /><Relationship Type="http://schemas.openxmlformats.org/officeDocument/2006/relationships/slide" Target="/ppt/slides/slide121.xml" Id="R0ea96bce1cbe4f96" /><Relationship Type="http://schemas.openxmlformats.org/officeDocument/2006/relationships/slide" Target="/ppt/slides/slide122.xml" Id="R024f5c7d92b84c04" /><Relationship Type="http://schemas.openxmlformats.org/officeDocument/2006/relationships/slide" Target="/ppt/slides/slide123.xml" Id="R3d49b1e546234b12" /><Relationship Type="http://schemas.openxmlformats.org/officeDocument/2006/relationships/slide" Target="/ppt/slides/slide124.xml" Id="Rea1f950b72c04fc0" /><Relationship Type="http://schemas.openxmlformats.org/officeDocument/2006/relationships/slide" Target="/ppt/slides/slide125.xml" Id="Rb1ae49f6e06b4a47" /><Relationship Type="http://schemas.openxmlformats.org/officeDocument/2006/relationships/slide" Target="/ppt/slides/slide126.xml" Id="Rdecbf616fc174b43" /><Relationship Type="http://schemas.openxmlformats.org/officeDocument/2006/relationships/slide" Target="/ppt/slides/slide127.xml" Id="Rae47c7a5a5d6468a" /><Relationship Type="http://schemas.openxmlformats.org/officeDocument/2006/relationships/slide" Target="/ppt/slides/slide128.xml" Id="R1f7b78f57fc245da" /><Relationship Type="http://schemas.openxmlformats.org/officeDocument/2006/relationships/slide" Target="/ppt/slides/slide129.xml" Id="Rebe2b42a5fc5412c" /><Relationship Type="http://schemas.openxmlformats.org/officeDocument/2006/relationships/slide" Target="/ppt/slides/slide130.xml" Id="Rf851dc4527d4405d" /><Relationship Type="http://schemas.openxmlformats.org/officeDocument/2006/relationships/slide" Target="/ppt/slides/slide131.xml" Id="Rb3b9ff1983ea4efb" /><Relationship Type="http://schemas.openxmlformats.org/officeDocument/2006/relationships/slide" Target="/ppt/slides/slide132.xml" Id="R1098e9f4d8fd4baf" /><Relationship Type="http://schemas.openxmlformats.org/officeDocument/2006/relationships/slide" Target="/ppt/slides/slide133.xml" Id="R7bdf4a7dde384feb" /><Relationship Type="http://schemas.openxmlformats.org/officeDocument/2006/relationships/slide" Target="/ppt/slides/slide134.xml" Id="Rfd52738c82d342f6" /><Relationship Type="http://schemas.openxmlformats.org/officeDocument/2006/relationships/slide" Target="/ppt/slides/slide135.xml" Id="R98a66aece37c42d4" /><Relationship Type="http://schemas.openxmlformats.org/officeDocument/2006/relationships/slide" Target="/ppt/slides/slide136.xml" Id="R546666da5a2648c5" /><Relationship Type="http://schemas.openxmlformats.org/officeDocument/2006/relationships/slide" Target="/ppt/slides/slide137.xml" Id="R9209b83f61b64b4d" /><Relationship Type="http://schemas.openxmlformats.org/officeDocument/2006/relationships/slide" Target="/ppt/slides/slide138.xml" Id="R3eac0eeeb62442fa" /><Relationship Type="http://schemas.openxmlformats.org/officeDocument/2006/relationships/slide" Target="/ppt/slides/slide139.xml" Id="R179da36f28a9431b" /><Relationship Type="http://schemas.openxmlformats.org/officeDocument/2006/relationships/slide" Target="/ppt/slides/slide140.xml" Id="R28b270b841e840fd" /><Relationship Type="http://schemas.openxmlformats.org/officeDocument/2006/relationships/slide" Target="/ppt/slides/slide141.xml" Id="Rc7aedc3ef2524c41" /><Relationship Type="http://schemas.openxmlformats.org/officeDocument/2006/relationships/slide" Target="/ppt/slides/slide142.xml" Id="Re2505d6e45d7417b" /><Relationship Type="http://schemas.openxmlformats.org/officeDocument/2006/relationships/slide" Target="/ppt/slides/slide143.xml" Id="R3b00e86f9fb342c6" /><Relationship Type="http://schemas.openxmlformats.org/officeDocument/2006/relationships/slide" Target="/ppt/slides/slide144.xml" Id="R9edd22fc2c094ab7" /><Relationship Type="http://schemas.openxmlformats.org/officeDocument/2006/relationships/slide" Target="/ppt/slides/slide145.xml" Id="R352533f7452e4a64" /><Relationship Type="http://schemas.openxmlformats.org/officeDocument/2006/relationships/slide" Target="/ppt/slides/slide146.xml" Id="R97f8efe1c2b34cab" /><Relationship Type="http://schemas.openxmlformats.org/officeDocument/2006/relationships/slide" Target="/ppt/slides/slide147.xml" Id="R57c9be937b894310" /><Relationship Type="http://schemas.openxmlformats.org/officeDocument/2006/relationships/slide" Target="/ppt/slides/slide148.xml" Id="Rade1489d0d2a464c" /><Relationship Type="http://schemas.openxmlformats.org/officeDocument/2006/relationships/slide" Target="/ppt/slides/slide149.xml" Id="R328c2dff007944d6" /><Relationship Type="http://schemas.openxmlformats.org/officeDocument/2006/relationships/slide" Target="/ppt/slides/slide150.xml" Id="Rf2b09c6aed5742fb" /><Relationship Type="http://schemas.openxmlformats.org/officeDocument/2006/relationships/slide" Target="/ppt/slides/slide151.xml" Id="Rc0e9e8d366584fe3" /><Relationship Type="http://schemas.openxmlformats.org/officeDocument/2006/relationships/slide" Target="/ppt/slides/slide152.xml" Id="R151e3a891fd24c8a" /><Relationship Type="http://schemas.openxmlformats.org/officeDocument/2006/relationships/slide" Target="/ppt/slides/slide153.xml" Id="Re6b8cfd98c4b4094" /><Relationship Type="http://schemas.openxmlformats.org/officeDocument/2006/relationships/slide" Target="/ppt/slides/slide154.xml" Id="Rc111335dc43c4c42" /><Relationship Type="http://schemas.openxmlformats.org/officeDocument/2006/relationships/slide" Target="/ppt/slides/slide155.xml" Id="R9f899c887cea49c7" /><Relationship Type="http://schemas.openxmlformats.org/officeDocument/2006/relationships/slide" Target="/ppt/slides/slide156.xml" Id="Rcf37dfaffec64c04" /><Relationship Type="http://schemas.openxmlformats.org/officeDocument/2006/relationships/slide" Target="/ppt/slides/slide157.xml" Id="R12e7f3fdf78d451f" /><Relationship Type="http://schemas.openxmlformats.org/officeDocument/2006/relationships/slide" Target="/ppt/slides/slide158.xml" Id="Re2704b038cc347db" /><Relationship Type="http://schemas.openxmlformats.org/officeDocument/2006/relationships/slide" Target="/ppt/slides/slide159.xml" Id="R2d74321bc82846a5" /><Relationship Type="http://schemas.openxmlformats.org/officeDocument/2006/relationships/slide" Target="/ppt/slides/slide160.xml" Id="R98c8cc49f9534fc8" /><Relationship Type="http://schemas.openxmlformats.org/officeDocument/2006/relationships/slide" Target="/ppt/slides/slide161.xml" Id="R8bc25e4c6f1f4d99" /><Relationship Type="http://schemas.openxmlformats.org/officeDocument/2006/relationships/slide" Target="/ppt/slides/slide162.xml" Id="R113b5f6483884879" /><Relationship Type="http://schemas.openxmlformats.org/officeDocument/2006/relationships/slide" Target="/ppt/slides/slide163.xml" Id="R765d201fe66f49d9" /><Relationship Type="http://schemas.openxmlformats.org/officeDocument/2006/relationships/slide" Target="/ppt/slides/slide164.xml" Id="Rd6f1717578f0476f" /><Relationship Type="http://schemas.openxmlformats.org/officeDocument/2006/relationships/slide" Target="/ppt/slides/slide165.xml" Id="Rd8a6381166934cc8" /><Relationship Type="http://schemas.openxmlformats.org/officeDocument/2006/relationships/slide" Target="/ppt/slides/slide166.xml" Id="R9da5b63251ce42bd" /><Relationship Type="http://schemas.openxmlformats.org/officeDocument/2006/relationships/slide" Target="/ppt/slides/slide167.xml" Id="Rdf697c8b82ac42a8" /><Relationship Type="http://schemas.openxmlformats.org/officeDocument/2006/relationships/slide" Target="/ppt/slides/slide168.xml" Id="Rba60c4b5337147f2" /><Relationship Type="http://schemas.openxmlformats.org/officeDocument/2006/relationships/slide" Target="/ppt/slides/slide169.xml" Id="R62af5f0d5a1d41de" /><Relationship Type="http://schemas.openxmlformats.org/officeDocument/2006/relationships/slide" Target="/ppt/slides/slide170.xml" Id="R597ea82b19dc4571" /><Relationship Type="http://schemas.openxmlformats.org/officeDocument/2006/relationships/slide" Target="/ppt/slides/slide171.xml" Id="R4b8a945cd6084c1b" /><Relationship Type="http://schemas.openxmlformats.org/officeDocument/2006/relationships/slide" Target="/ppt/slides/slide172.xml" Id="R0a4a0e6d18af4a1f" /><Relationship Type="http://schemas.openxmlformats.org/officeDocument/2006/relationships/slide" Target="/ppt/slides/slide173.xml" Id="Rdcdf625bd3704bac" /><Relationship Type="http://schemas.openxmlformats.org/officeDocument/2006/relationships/slide" Target="/ppt/slides/slide174.xml" Id="Rd3805d0a3a96436c" /><Relationship Type="http://schemas.openxmlformats.org/officeDocument/2006/relationships/slide" Target="/ppt/slides/slide175.xml" Id="Rf33621b8672a4a88" /><Relationship Type="http://schemas.openxmlformats.org/officeDocument/2006/relationships/slide" Target="/ppt/slides/slide176.xml" Id="Radd828148a0c4afc" /><Relationship Type="http://schemas.openxmlformats.org/officeDocument/2006/relationships/slide" Target="/ppt/slides/slide177.xml" Id="Ra530278dde1444b8" /><Relationship Type="http://schemas.openxmlformats.org/officeDocument/2006/relationships/slide" Target="/ppt/slides/slide178.xml" Id="R4d2e626825384b90" /><Relationship Type="http://schemas.openxmlformats.org/officeDocument/2006/relationships/slide" Target="/ppt/slides/slide179.xml" Id="R4073996d45624ccf" /><Relationship Type="http://schemas.openxmlformats.org/officeDocument/2006/relationships/slide" Target="/ppt/slides/slide180.xml" Id="R3ce22458b37a4282" /><Relationship Type="http://schemas.openxmlformats.org/officeDocument/2006/relationships/slide" Target="/ppt/slides/slide181.xml" Id="Rb66bde7b88ce4193" /><Relationship Type="http://schemas.openxmlformats.org/officeDocument/2006/relationships/slide" Target="/ppt/slides/slide182.xml" Id="Rb623f608ee3448b1" /><Relationship Type="http://schemas.openxmlformats.org/officeDocument/2006/relationships/slide" Target="/ppt/slides/slide183.xml" Id="R1d10f2579c294585" /><Relationship Type="http://schemas.openxmlformats.org/officeDocument/2006/relationships/slide" Target="/ppt/slides/slide184.xml" Id="R44a90c894f2e4067" /><Relationship Type="http://schemas.openxmlformats.org/officeDocument/2006/relationships/slide" Target="/ppt/slides/slide185.xml" Id="R0a935cb404cf421e" /><Relationship Type="http://schemas.openxmlformats.org/officeDocument/2006/relationships/slide" Target="/ppt/slides/slide186.xml" Id="R70f57046f27a4917" /><Relationship Type="http://schemas.openxmlformats.org/officeDocument/2006/relationships/slide" Target="/ppt/slides/slide187.xml" Id="R8b332cc3bc064818" /><Relationship Type="http://schemas.openxmlformats.org/officeDocument/2006/relationships/slide" Target="/ppt/slides/slide188.xml" Id="R22f0986d94784222" /><Relationship Type="http://schemas.openxmlformats.org/officeDocument/2006/relationships/slide" Target="/ppt/slides/slide189.xml" Id="Ra4a7c7bb3ba647b7" /><Relationship Type="http://schemas.openxmlformats.org/officeDocument/2006/relationships/slide" Target="/ppt/slides/slide190.xml" Id="Rdccd219185c047e3" /><Relationship Type="http://schemas.openxmlformats.org/officeDocument/2006/relationships/slide" Target="/ppt/slides/slide191.xml" Id="R837998643f954317" /><Relationship Type="http://schemas.openxmlformats.org/officeDocument/2006/relationships/slide" Target="/ppt/slides/slide192.xml" Id="R8a67c465e9ae46ac" /><Relationship Type="http://schemas.openxmlformats.org/officeDocument/2006/relationships/slide" Target="/ppt/slides/slide193.xml" Id="R86002ff2893341bd" /><Relationship Type="http://schemas.openxmlformats.org/officeDocument/2006/relationships/slide" Target="/ppt/slides/slide194.xml" Id="Radd9c8e35b7b4754" /><Relationship Type="http://schemas.openxmlformats.org/officeDocument/2006/relationships/slide" Target="/ppt/slides/slide195.xml" Id="R50672247a9a94c5e" /><Relationship Type="http://schemas.openxmlformats.org/officeDocument/2006/relationships/slide" Target="/ppt/slides/slide196.xml" Id="R702d602fee494076" /><Relationship Type="http://schemas.openxmlformats.org/officeDocument/2006/relationships/slide" Target="/ppt/slides/slide197.xml" Id="Ra62795eb654245eb" /><Relationship Type="http://schemas.openxmlformats.org/officeDocument/2006/relationships/slide" Target="/ppt/slides/slide198.xml" Id="R5e69aa3ec12b46f6" /><Relationship Type="http://schemas.openxmlformats.org/officeDocument/2006/relationships/slide" Target="/ppt/slides/slide199.xml" Id="R0546646d5ce14ada" /><Relationship Type="http://schemas.openxmlformats.org/officeDocument/2006/relationships/slide" Target="/ppt/slides/slide200.xml" Id="R48d6334caef84514" /><Relationship Type="http://schemas.openxmlformats.org/officeDocument/2006/relationships/slide" Target="/ppt/slides/slide201.xml" Id="R0a249b06b77c40ef" /><Relationship Type="http://schemas.openxmlformats.org/officeDocument/2006/relationships/slide" Target="/ppt/slides/slide202.xml" Id="R08c0b9fa6240462a" /><Relationship Type="http://schemas.openxmlformats.org/officeDocument/2006/relationships/slide" Target="/ppt/slides/slide203.xml" Id="Redb99336f871428a" /><Relationship Type="http://schemas.openxmlformats.org/officeDocument/2006/relationships/slide" Target="/ppt/slides/slide204.xml" Id="R7af343f7ab2e4d8e" /><Relationship Type="http://schemas.openxmlformats.org/officeDocument/2006/relationships/slide" Target="/ppt/slides/slide205.xml" Id="R7116273d0a594421" /><Relationship Type="http://schemas.openxmlformats.org/officeDocument/2006/relationships/slide" Target="/ppt/slides/slide206.xml" Id="R9b64975ce677419c" /><Relationship Type="http://schemas.openxmlformats.org/officeDocument/2006/relationships/slide" Target="/ppt/slides/slide207.xml" Id="Rdd823a1f64374eaa" /><Relationship Type="http://schemas.openxmlformats.org/officeDocument/2006/relationships/slide" Target="/ppt/slides/slide208.xml" Id="R310d4bb5cec74cda" /><Relationship Type="http://schemas.openxmlformats.org/officeDocument/2006/relationships/slide" Target="/ppt/slides/slide209.xml" Id="R27431ccb502f4994" /><Relationship Type="http://schemas.openxmlformats.org/officeDocument/2006/relationships/slide" Target="/ppt/slides/slide210.xml" Id="R0c0aa7d4ad824761" /><Relationship Type="http://schemas.openxmlformats.org/officeDocument/2006/relationships/slide" Target="/ppt/slides/slide211.xml" Id="R0d7f654b93944d82" /><Relationship Type="http://schemas.openxmlformats.org/officeDocument/2006/relationships/slide" Target="/ppt/slides/slide212.xml" Id="R5da9697cba9a415b" /><Relationship Type="http://schemas.openxmlformats.org/officeDocument/2006/relationships/slide" Target="/ppt/slides/slide213.xml" Id="Rdf503915d5524e81" /><Relationship Type="http://schemas.openxmlformats.org/officeDocument/2006/relationships/slide" Target="/ppt/slides/slide214.xml" Id="Ra4d0fc7483374b0a" /><Relationship Type="http://schemas.openxmlformats.org/officeDocument/2006/relationships/slide" Target="/ppt/slides/slide215.xml" Id="R11f36a7465de4b2c" /><Relationship Type="http://schemas.openxmlformats.org/officeDocument/2006/relationships/slide" Target="/ppt/slides/slide216.xml" Id="R8f972c701d2d42bf" /><Relationship Type="http://schemas.openxmlformats.org/officeDocument/2006/relationships/slide" Target="/ppt/slides/slide217.xml" Id="Rb0302a90df1f4517" /><Relationship Type="http://schemas.openxmlformats.org/officeDocument/2006/relationships/slide" Target="/ppt/slides/slide218.xml" Id="R4c33fe223356445d" /><Relationship Type="http://schemas.openxmlformats.org/officeDocument/2006/relationships/slide" Target="/ppt/slides/slide219.xml" Id="R602d18dc55ed4e46" /><Relationship Type="http://schemas.openxmlformats.org/officeDocument/2006/relationships/slide" Target="/ppt/slides/slide220.xml" Id="R6400309a5a6048ea" /><Relationship Type="http://schemas.openxmlformats.org/officeDocument/2006/relationships/slide" Target="/ppt/slides/slide221.xml" Id="Raa70693d98094581" /><Relationship Type="http://schemas.openxmlformats.org/officeDocument/2006/relationships/slide" Target="/ppt/slides/slide222.xml" Id="Rfa22d4c60ee44b92" /><Relationship Type="http://schemas.openxmlformats.org/officeDocument/2006/relationships/slide" Target="/ppt/slides/slide223.xml" Id="Rbc12ddd4dc504967" /><Relationship Type="http://schemas.openxmlformats.org/officeDocument/2006/relationships/slide" Target="/ppt/slides/slide224.xml" Id="R27e7574146fe484a" /><Relationship Type="http://schemas.openxmlformats.org/officeDocument/2006/relationships/slide" Target="/ppt/slides/slide225.xml" Id="Rdd2f5de05dae4214" /><Relationship Type="http://schemas.openxmlformats.org/officeDocument/2006/relationships/slide" Target="/ppt/slides/slide226.xml" Id="R27eb216ef89d45ca" /><Relationship Type="http://schemas.openxmlformats.org/officeDocument/2006/relationships/slide" Target="/ppt/slides/slide227.xml" Id="R4ca2bd0e1cfd48cb" /><Relationship Type="http://schemas.openxmlformats.org/officeDocument/2006/relationships/slide" Target="/ppt/slides/slide228.xml" Id="R5272eda4a198449a" /><Relationship Type="http://schemas.openxmlformats.org/officeDocument/2006/relationships/slide" Target="/ppt/slides/slide229.xml" Id="R62cb1052c7064305" /><Relationship Type="http://schemas.openxmlformats.org/officeDocument/2006/relationships/slide" Target="/ppt/slides/slide230.xml" Id="Rb85143e976a046ae" /><Relationship Type="http://schemas.openxmlformats.org/officeDocument/2006/relationships/slide" Target="/ppt/slides/slide231.xml" Id="R7a061fdf40084741" /><Relationship Type="http://schemas.openxmlformats.org/officeDocument/2006/relationships/slide" Target="/ppt/slides/slide232.xml" Id="Rf4088e91b8b64ea2" /><Relationship Type="http://schemas.openxmlformats.org/officeDocument/2006/relationships/slide" Target="/ppt/slides/slide233.xml" Id="R8e7ddaf66d414197" /><Relationship Type="http://schemas.openxmlformats.org/officeDocument/2006/relationships/slide" Target="/ppt/slides/slide234.xml" Id="R8ba6353f49004d86" /><Relationship Type="http://schemas.openxmlformats.org/officeDocument/2006/relationships/slide" Target="/ppt/slides/slide235.xml" Id="Re0ae80cbd2594a2f" /><Relationship Type="http://schemas.openxmlformats.org/officeDocument/2006/relationships/slide" Target="/ppt/slides/slide236.xml" Id="R73944fbfc9af44f5" /><Relationship Type="http://schemas.openxmlformats.org/officeDocument/2006/relationships/slide" Target="/ppt/slides/slide237.xml" Id="R037f9580d0374c27" /><Relationship Type="http://schemas.openxmlformats.org/officeDocument/2006/relationships/slide" Target="/ppt/slides/slide238.xml" Id="Ra4e5251da61e4345" /><Relationship Type="http://schemas.openxmlformats.org/officeDocument/2006/relationships/slide" Target="/ppt/slides/slide239.xml" Id="R2197359b70d94062" /><Relationship Type="http://schemas.openxmlformats.org/officeDocument/2006/relationships/slide" Target="/ppt/slides/slide240.xml" Id="R3b635085cd574069" /><Relationship Type="http://schemas.openxmlformats.org/officeDocument/2006/relationships/slide" Target="/ppt/slides/slide241.xml" Id="R7acabdacf56e491e" /><Relationship Type="http://schemas.openxmlformats.org/officeDocument/2006/relationships/slide" Target="/ppt/slides/slide242.xml" Id="Rbbf8bf5639804b3f" /><Relationship Type="http://schemas.openxmlformats.org/officeDocument/2006/relationships/slide" Target="/ppt/slides/slide243.xml" Id="R4a4f17e53b7747ad" /><Relationship Type="http://schemas.openxmlformats.org/officeDocument/2006/relationships/slide" Target="/ppt/slides/slide244.xml" Id="R5e8b6d9ecd5e486e" /><Relationship Type="http://schemas.openxmlformats.org/officeDocument/2006/relationships/slide" Target="/ppt/slides/slide245.xml" Id="Rb7f35cd3f1114474" /><Relationship Type="http://schemas.openxmlformats.org/officeDocument/2006/relationships/slide" Target="/ppt/slides/slide246.xml" Id="R0de5bf35fd4e4175" /><Relationship Type="http://schemas.openxmlformats.org/officeDocument/2006/relationships/slide" Target="/ppt/slides/slide247.xml" Id="R65812e5c03354836" /><Relationship Type="http://schemas.openxmlformats.org/officeDocument/2006/relationships/slide" Target="/ppt/slides/slide248.xml" Id="Rf7c1fcb9c5cf4271" /><Relationship Type="http://schemas.openxmlformats.org/officeDocument/2006/relationships/slide" Target="/ppt/slides/slide249.xml" Id="Rdacf82bc6a8a44d0" /><Relationship Type="http://schemas.openxmlformats.org/officeDocument/2006/relationships/slide" Target="/ppt/slides/slide250.xml" Id="Rd33d3a9ebfa24eaa" /><Relationship Type="http://schemas.openxmlformats.org/officeDocument/2006/relationships/slide" Target="/ppt/slides/slide251.xml" Id="Rac9c003cde9446ad" /><Relationship Type="http://schemas.openxmlformats.org/officeDocument/2006/relationships/slide" Target="/ppt/slides/slide252.xml" Id="Reba39e8f43e94279" /><Relationship Type="http://schemas.openxmlformats.org/officeDocument/2006/relationships/slide" Target="/ppt/slides/slide253.xml" Id="Rdddea3bfc3234449" /><Relationship Type="http://schemas.openxmlformats.org/officeDocument/2006/relationships/slide" Target="/ppt/slides/slide254.xml" Id="R3c08f62c8e824822" /><Relationship Type="http://schemas.openxmlformats.org/officeDocument/2006/relationships/slide" Target="/ppt/slides/slide255.xml" Id="R4f32c03aa30a4747" /><Relationship Type="http://schemas.openxmlformats.org/officeDocument/2006/relationships/slide" Target="/ppt/slides/slide256.xml" Id="R3c570f20c7ee419b" /><Relationship Type="http://schemas.openxmlformats.org/officeDocument/2006/relationships/slide" Target="/ppt/slides/slide257.xml" Id="R42efbbfa64554004" /><Relationship Type="http://schemas.openxmlformats.org/officeDocument/2006/relationships/slide" Target="/ppt/slides/slide258.xml" Id="R299cfeab32ee4a26" /><Relationship Type="http://schemas.openxmlformats.org/officeDocument/2006/relationships/slide" Target="/ppt/slides/slide259.xml" Id="Rf20dfddb94674891" /><Relationship Type="http://schemas.openxmlformats.org/officeDocument/2006/relationships/slide" Target="/ppt/slides/slide260.xml" Id="Re83eb08b19e14353" /><Relationship Type="http://schemas.openxmlformats.org/officeDocument/2006/relationships/slide" Target="/ppt/slides/slide261.xml" Id="R6a70e1c824ae481d" /><Relationship Type="http://schemas.openxmlformats.org/officeDocument/2006/relationships/slide" Target="/ppt/slides/slide262.xml" Id="Raa32739e6a8c49b9" /><Relationship Type="http://schemas.openxmlformats.org/officeDocument/2006/relationships/slide" Target="/ppt/slides/slide263.xml" Id="R2e7da5cb958c4cf1" /><Relationship Type="http://schemas.openxmlformats.org/officeDocument/2006/relationships/slide" Target="/ppt/slides/slide264.xml" Id="R74f0f673ad5e4f69" /><Relationship Type="http://schemas.openxmlformats.org/officeDocument/2006/relationships/slide" Target="/ppt/slides/slide265.xml" Id="R36ab17857a314aa7" /><Relationship Type="http://schemas.openxmlformats.org/officeDocument/2006/relationships/slide" Target="/ppt/slides/slide266.xml" Id="R5baf92705ff2408d" /><Relationship Type="http://schemas.openxmlformats.org/officeDocument/2006/relationships/slide" Target="/ppt/slides/slide267.xml" Id="R7faab4ab496a4d1e" /><Relationship Type="http://schemas.openxmlformats.org/officeDocument/2006/relationships/slide" Target="/ppt/slides/slide268.xml" Id="Rb0447afc65734280" /><Relationship Type="http://schemas.openxmlformats.org/officeDocument/2006/relationships/slide" Target="/ppt/slides/slide269.xml" Id="R845077377194435a" /><Relationship Type="http://schemas.openxmlformats.org/officeDocument/2006/relationships/slide" Target="/ppt/slides/slide270.xml" Id="Raecb04e845124f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6acde5aa1e4f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4fd215e2624bfc" /><Relationship Type="http://schemas.openxmlformats.org/officeDocument/2006/relationships/notesMaster" Target="/ppt/notesMasters/notesMaster1.xml" Id="Ra82b4c3a947b4e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6f190d5f154724" /><Relationship Type="http://schemas.openxmlformats.org/officeDocument/2006/relationships/notesMaster" Target="/ppt/notesMasters/notesMaster1.xml" Id="R4d4591a641f541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f89dd1682b4958" /><Relationship Type="http://schemas.openxmlformats.org/officeDocument/2006/relationships/notesMaster" Target="/ppt/notesMasters/notesMaster1.xml" Id="R8ce0b3ab74a64c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be8900ec374a29" /><Relationship Type="http://schemas.openxmlformats.org/officeDocument/2006/relationships/notesMaster" Target="/ppt/notesMasters/notesMaster1.xml" Id="Rf0dfe15e19ff4c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4874d6c45d4bea" /><Relationship Type="http://schemas.openxmlformats.org/officeDocument/2006/relationships/notesMaster" Target="/ppt/notesMasters/notesMaster1.xml" Id="R16c63efa96a64c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458a6ced6e46b5" /><Relationship Type="http://schemas.openxmlformats.org/officeDocument/2006/relationships/notesMaster" Target="/ppt/notesMasters/notesMaster1.xml" Id="R8def31cdcd8742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ca245dd2b5475c" /><Relationship Type="http://schemas.openxmlformats.org/officeDocument/2006/relationships/notesMaster" Target="/ppt/notesMasters/notesMaster1.xml" Id="R175a6c63388a41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39230924aa4d84" /><Relationship Type="http://schemas.openxmlformats.org/officeDocument/2006/relationships/notesMaster" Target="/ppt/notesMasters/notesMaster1.xml" Id="R365c9300adc144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b6cfd1c8774fdd" /><Relationship Type="http://schemas.openxmlformats.org/officeDocument/2006/relationships/notesMaster" Target="/ppt/notesMasters/notesMaster1.xml" Id="Ra607cecf163a43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2f5a05912c4e36" /><Relationship Type="http://schemas.openxmlformats.org/officeDocument/2006/relationships/notesMaster" Target="/ppt/notesMasters/notesMaster1.xml" Id="R01ad0f79e73848c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dc2a49a126c43e7" /><Relationship Type="http://schemas.openxmlformats.org/officeDocument/2006/relationships/notesMaster" Target="/ppt/notesMasters/notesMaster1.xml" Id="R15251e3b76c844d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ebe629a9dd4967" /><Relationship Type="http://schemas.openxmlformats.org/officeDocument/2006/relationships/notesMaster" Target="/ppt/notesMasters/notesMaster1.xml" Id="Rca0d9e1a13c440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06f950003a4116" /><Relationship Type="http://schemas.openxmlformats.org/officeDocument/2006/relationships/notesMaster" Target="/ppt/notesMasters/notesMaster1.xml" Id="R8bf4ed563cee46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2be6d40eda4b3d" /><Relationship Type="http://schemas.openxmlformats.org/officeDocument/2006/relationships/notesMaster" Target="/ppt/notesMasters/notesMaster1.xml" Id="R35eea7fe18324dd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61f36715704583" /><Relationship Type="http://schemas.openxmlformats.org/officeDocument/2006/relationships/notesMaster" Target="/ppt/notesMasters/notesMaster1.xml" Id="Rd11338351524433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4f303138fd43e9" /><Relationship Type="http://schemas.openxmlformats.org/officeDocument/2006/relationships/notesMaster" Target="/ppt/notesMasters/notesMaster1.xml" Id="R471093c99840414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80636d5a85f4ddf" /><Relationship Type="http://schemas.openxmlformats.org/officeDocument/2006/relationships/notesMaster" Target="/ppt/notesMasters/notesMaster1.xml" Id="Rd701fd77413d409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90167977232431e" /><Relationship Type="http://schemas.openxmlformats.org/officeDocument/2006/relationships/notesMaster" Target="/ppt/notesMasters/notesMaster1.xml" Id="Rff3be06ff81a4f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af5c358201f43c0" /><Relationship Type="http://schemas.openxmlformats.org/officeDocument/2006/relationships/notesMaster" Target="/ppt/notesMasters/notesMaster1.xml" Id="Rb44682e01a0b4e9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bd1471ff9814787" /><Relationship Type="http://schemas.openxmlformats.org/officeDocument/2006/relationships/notesMaster" Target="/ppt/notesMasters/notesMaster1.xml" Id="R462e4ee699f840d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28afec4c968453c" /><Relationship Type="http://schemas.openxmlformats.org/officeDocument/2006/relationships/notesMaster" Target="/ppt/notesMasters/notesMaster1.xml" Id="Rb0cc5eb378f14e2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d62a428c24a473d" /><Relationship Type="http://schemas.openxmlformats.org/officeDocument/2006/relationships/notesMaster" Target="/ppt/notesMasters/notesMaster1.xml" Id="Re4da2d9d9aa2483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63d31ce34384b79" /><Relationship Type="http://schemas.openxmlformats.org/officeDocument/2006/relationships/notesMaster" Target="/ppt/notesMasters/notesMaster1.xml" Id="R8f95381846ee4bb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51ab6dec56d46a6" /><Relationship Type="http://schemas.openxmlformats.org/officeDocument/2006/relationships/notesMaster" Target="/ppt/notesMasters/notesMaster1.xml" Id="Rcbcb899a0aad469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37bc0886b174cdd" /><Relationship Type="http://schemas.openxmlformats.org/officeDocument/2006/relationships/notesMaster" Target="/ppt/notesMasters/notesMaster1.xml" Id="R25c6297699ab49c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26f7ab5e8604d21" /><Relationship Type="http://schemas.openxmlformats.org/officeDocument/2006/relationships/notesMaster" Target="/ppt/notesMasters/notesMaster1.xml" Id="R682c6dc5294c4b0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d332f4f4f324ba9" /><Relationship Type="http://schemas.openxmlformats.org/officeDocument/2006/relationships/notesMaster" Target="/ppt/notesMasters/notesMaster1.xml" Id="Rfeae246fdbed429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995a67a7f1d4137" /><Relationship Type="http://schemas.openxmlformats.org/officeDocument/2006/relationships/notesMaster" Target="/ppt/notesMasters/notesMaster1.xml" Id="R088fb843e6ee4d0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e578dfbbc6d4c51" /><Relationship Type="http://schemas.openxmlformats.org/officeDocument/2006/relationships/notesMaster" Target="/ppt/notesMasters/notesMaster1.xml" Id="Rd2b64ab4b6a04fa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d9f09f4093e43ba" /><Relationship Type="http://schemas.openxmlformats.org/officeDocument/2006/relationships/notesMaster" Target="/ppt/notesMasters/notesMaster1.xml" Id="R0239006e5aa846c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cd502cec531454f" /><Relationship Type="http://schemas.openxmlformats.org/officeDocument/2006/relationships/notesMaster" Target="/ppt/notesMasters/notesMaster1.xml" Id="R0874cf3b7abb436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ce54ce0ceb84500" /><Relationship Type="http://schemas.openxmlformats.org/officeDocument/2006/relationships/notesMaster" Target="/ppt/notesMasters/notesMaster1.xml" Id="R9372db07eb6949e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ed3b8a4b0fa491e" /><Relationship Type="http://schemas.openxmlformats.org/officeDocument/2006/relationships/notesMaster" Target="/ppt/notesMasters/notesMaster1.xml" Id="R5bdb8610f4c0431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30dd5ba4d960416d" /><Relationship Type="http://schemas.openxmlformats.org/officeDocument/2006/relationships/notesMaster" Target="/ppt/notesMasters/notesMaster1.xml" Id="R1cdc20038911474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a312454f57f4645" /><Relationship Type="http://schemas.openxmlformats.org/officeDocument/2006/relationships/notesMaster" Target="/ppt/notesMasters/notesMaster1.xml" Id="Rc57c34ea3f84426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22328501cf945d7" /><Relationship Type="http://schemas.openxmlformats.org/officeDocument/2006/relationships/notesMaster" Target="/ppt/notesMasters/notesMaster1.xml" Id="Red69130610fc4f5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efdcfd2590947fe" /><Relationship Type="http://schemas.openxmlformats.org/officeDocument/2006/relationships/notesMaster" Target="/ppt/notesMasters/notesMaster1.xml" Id="R74cb14814b0d417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3e3816225f74106" /><Relationship Type="http://schemas.openxmlformats.org/officeDocument/2006/relationships/notesMaster" Target="/ppt/notesMasters/notesMaster1.xml" Id="Rc765ebf93f0041c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7fa76e194e24803" /><Relationship Type="http://schemas.openxmlformats.org/officeDocument/2006/relationships/notesMaster" Target="/ppt/notesMasters/notesMaster1.xml" Id="Rd333019176bd4b9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4ea58d10f1d4be6" /><Relationship Type="http://schemas.openxmlformats.org/officeDocument/2006/relationships/notesMaster" Target="/ppt/notesMasters/notesMaster1.xml" Id="R3d50c4678ccb46b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0de5aab19bc448c" /><Relationship Type="http://schemas.openxmlformats.org/officeDocument/2006/relationships/notesMaster" Target="/ppt/notesMasters/notesMaster1.xml" Id="R77f891af030c42a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8d8abdf288a4289" /><Relationship Type="http://schemas.openxmlformats.org/officeDocument/2006/relationships/notesMaster" Target="/ppt/notesMasters/notesMaster1.xml" Id="Rcc057f3d2432440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3d153f8c85742bc" /><Relationship Type="http://schemas.openxmlformats.org/officeDocument/2006/relationships/notesMaster" Target="/ppt/notesMasters/notesMaster1.xml" Id="Rab66310118324f6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1f8cc6445cf4073" /><Relationship Type="http://schemas.openxmlformats.org/officeDocument/2006/relationships/notesMaster" Target="/ppt/notesMasters/notesMaster1.xml" Id="R467ddd84ad064275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712753dca19483a" /><Relationship Type="http://schemas.openxmlformats.org/officeDocument/2006/relationships/notesMaster" Target="/ppt/notesMasters/notesMaster1.xml" Id="R54014818508648d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59411d327544576" /><Relationship Type="http://schemas.openxmlformats.org/officeDocument/2006/relationships/notesMaster" Target="/ppt/notesMasters/notesMaster1.xml" Id="R396306e168b346d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d4c961ad91b49cf" /><Relationship Type="http://schemas.openxmlformats.org/officeDocument/2006/relationships/notesMaster" Target="/ppt/notesMasters/notesMaster1.xml" Id="R645ea99634d54796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af91ade1eb74220" /><Relationship Type="http://schemas.openxmlformats.org/officeDocument/2006/relationships/notesMaster" Target="/ppt/notesMasters/notesMaster1.xml" Id="Re7b0ca0258fc4c35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7e24c0ec4074b7e" /><Relationship Type="http://schemas.openxmlformats.org/officeDocument/2006/relationships/notesMaster" Target="/ppt/notesMasters/notesMaster1.xml" Id="Rcfe530919ed14ced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f4edb530531409f" /><Relationship Type="http://schemas.openxmlformats.org/officeDocument/2006/relationships/notesMaster" Target="/ppt/notesMasters/notesMaster1.xml" Id="R4834cf4e703e4ebb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c3de0f794184f25" /><Relationship Type="http://schemas.openxmlformats.org/officeDocument/2006/relationships/notesMaster" Target="/ppt/notesMasters/notesMaster1.xml" Id="R8af4953a2713416c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527854a1a344b95" /><Relationship Type="http://schemas.openxmlformats.org/officeDocument/2006/relationships/notesMaster" Target="/ppt/notesMasters/notesMaster1.xml" Id="Rc60e3c0ff783466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3ecc4774a884b3e" /><Relationship Type="http://schemas.openxmlformats.org/officeDocument/2006/relationships/notesMaster" Target="/ppt/notesMasters/notesMaster1.xml" Id="R2ddcfd73f0f84b6f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820ec5a7e698421c" /><Relationship Type="http://schemas.openxmlformats.org/officeDocument/2006/relationships/notesMaster" Target="/ppt/notesMasters/notesMaster1.xml" Id="Rd596e66bc6214cf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c6661b59f784c08" /><Relationship Type="http://schemas.openxmlformats.org/officeDocument/2006/relationships/notesMaster" Target="/ppt/notesMasters/notesMaster1.xml" Id="Rda59c1146d0943eb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801257dc92543e7" /><Relationship Type="http://schemas.openxmlformats.org/officeDocument/2006/relationships/notesMaster" Target="/ppt/notesMasters/notesMaster1.xml" Id="Rb5ef99e3f9fd47b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9205da3853064cf9" /><Relationship Type="http://schemas.openxmlformats.org/officeDocument/2006/relationships/notesMaster" Target="/ppt/notesMasters/notesMaster1.xml" Id="R6284ddf265c94973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3f029a3444a4055" /><Relationship Type="http://schemas.openxmlformats.org/officeDocument/2006/relationships/notesMaster" Target="/ppt/notesMasters/notesMaster1.xml" Id="Raadde5019173493e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e27b2fcf62f2405c" /><Relationship Type="http://schemas.openxmlformats.org/officeDocument/2006/relationships/notesMaster" Target="/ppt/notesMasters/notesMaster1.xml" Id="R5966a243363e4dc5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b6dd0e8a97d94cc7" /><Relationship Type="http://schemas.openxmlformats.org/officeDocument/2006/relationships/notesMaster" Target="/ppt/notesMasters/notesMaster1.xml" Id="R76c55c9e4a764814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b8adf3a006fe4c8c" /><Relationship Type="http://schemas.openxmlformats.org/officeDocument/2006/relationships/notesMaster" Target="/ppt/notesMasters/notesMaster1.xml" Id="R001818b31daf442b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bbe20b2602a4ccc" /><Relationship Type="http://schemas.openxmlformats.org/officeDocument/2006/relationships/notesMaster" Target="/ppt/notesMasters/notesMaster1.xml" Id="Rfce8a414b99e42c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b8ee55d744334763" /><Relationship Type="http://schemas.openxmlformats.org/officeDocument/2006/relationships/notesMaster" Target="/ppt/notesMasters/notesMaster1.xml" Id="R11df1b1afc634288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d0b7797d4b994fe1" /><Relationship Type="http://schemas.openxmlformats.org/officeDocument/2006/relationships/notesMaster" Target="/ppt/notesMasters/notesMaster1.xml" Id="R6029747426934b31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4bc845617f6c461a" /><Relationship Type="http://schemas.openxmlformats.org/officeDocument/2006/relationships/notesMaster" Target="/ppt/notesMasters/notesMaster1.xml" Id="R3d51099ae7ef458f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da9de6c29e714eb5" /><Relationship Type="http://schemas.openxmlformats.org/officeDocument/2006/relationships/notesMaster" Target="/ppt/notesMasters/notesMaster1.xml" Id="R5ea0c68f6e804b94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f456fe56201e418b" /><Relationship Type="http://schemas.openxmlformats.org/officeDocument/2006/relationships/notesMaster" Target="/ppt/notesMasters/notesMaster1.xml" Id="R34b14e284bcf4a0a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b1f62e7f07bd4832" /><Relationship Type="http://schemas.openxmlformats.org/officeDocument/2006/relationships/notesMaster" Target="/ppt/notesMasters/notesMaster1.xml" Id="Re7710087c2bc46a9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9660e0a286784202" /><Relationship Type="http://schemas.openxmlformats.org/officeDocument/2006/relationships/notesMaster" Target="/ppt/notesMasters/notesMaster1.xml" Id="Rc00ed2a869924e03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ff22cc58614f4def" /><Relationship Type="http://schemas.openxmlformats.org/officeDocument/2006/relationships/notesMaster" Target="/ppt/notesMasters/notesMaster1.xml" Id="R4bcf5376aec34b8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fe046c4dd46b4515" /><Relationship Type="http://schemas.openxmlformats.org/officeDocument/2006/relationships/notesMaster" Target="/ppt/notesMasters/notesMaster1.xml" Id="R55d6e2d447df433b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03672746a9214f54" /><Relationship Type="http://schemas.openxmlformats.org/officeDocument/2006/relationships/notesMaster" Target="/ppt/notesMasters/notesMaster1.xml" Id="Rbf21e32b1f2d4e40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41aea2cc17cf4bf3" /><Relationship Type="http://schemas.openxmlformats.org/officeDocument/2006/relationships/notesMaster" Target="/ppt/notesMasters/notesMaster1.xml" Id="Re5146e6d5cdc49b6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8fa99a16341a4078" /><Relationship Type="http://schemas.openxmlformats.org/officeDocument/2006/relationships/notesMaster" Target="/ppt/notesMasters/notesMaster1.xml" Id="Rb5de3e2dca444eb6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94ac725e54ce4dea" /><Relationship Type="http://schemas.openxmlformats.org/officeDocument/2006/relationships/notesMaster" Target="/ppt/notesMasters/notesMaster1.xml" Id="R38eb7638417f4e7c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624adfdf435043c5" /><Relationship Type="http://schemas.openxmlformats.org/officeDocument/2006/relationships/notesMaster" Target="/ppt/notesMasters/notesMaster1.xml" Id="Rb0938312341e41bb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0ee40875d4134796" /><Relationship Type="http://schemas.openxmlformats.org/officeDocument/2006/relationships/notesMaster" Target="/ppt/notesMasters/notesMaster1.xml" Id="R252b7ee3bd5b4e09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62d028d5dda646c2" /><Relationship Type="http://schemas.openxmlformats.org/officeDocument/2006/relationships/notesMaster" Target="/ppt/notesMasters/notesMaster1.xml" Id="R555d5833bcfc4f59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57f212ead3a44f50" /><Relationship Type="http://schemas.openxmlformats.org/officeDocument/2006/relationships/notesMaster" Target="/ppt/notesMasters/notesMaster1.xml" Id="R403c49a00fb746eb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47481ddcce2842f0" /><Relationship Type="http://schemas.openxmlformats.org/officeDocument/2006/relationships/notesMaster" Target="/ppt/notesMasters/notesMaster1.xml" Id="R6aa00052e8584eab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e60354d737764968" /><Relationship Type="http://schemas.openxmlformats.org/officeDocument/2006/relationships/notesMaster" Target="/ppt/notesMasters/notesMaster1.xml" Id="Rf40edb264da74732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c19cc6c5cb9b428f" /><Relationship Type="http://schemas.openxmlformats.org/officeDocument/2006/relationships/notesMaster" Target="/ppt/notesMasters/notesMaster1.xml" Id="Ra4286b19914c4aac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910bc9d16cc74c53" /><Relationship Type="http://schemas.openxmlformats.org/officeDocument/2006/relationships/notesMaster" Target="/ppt/notesMasters/notesMaster1.xml" Id="Rd1850cfe2bbe45cd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bd2ac3abb6ca4aaf" /><Relationship Type="http://schemas.openxmlformats.org/officeDocument/2006/relationships/notesMaster" Target="/ppt/notesMasters/notesMaster1.xml" Id="R6b08ed43e2494d2c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99c47e6a2602436a" /><Relationship Type="http://schemas.openxmlformats.org/officeDocument/2006/relationships/notesMaster" Target="/ppt/notesMasters/notesMaster1.xml" Id="Reb3d22c29e5947b9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50f3e77c1b684380" /><Relationship Type="http://schemas.openxmlformats.org/officeDocument/2006/relationships/notesMaster" Target="/ppt/notesMasters/notesMaster1.xml" Id="R96aec5ce8fe44eb0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35cd21862b3e48b0" /><Relationship Type="http://schemas.openxmlformats.org/officeDocument/2006/relationships/notesMaster" Target="/ppt/notesMasters/notesMaster1.xml" Id="R2583fd45dfed44d8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114bb462b07a4948" /><Relationship Type="http://schemas.openxmlformats.org/officeDocument/2006/relationships/notesMaster" Target="/ppt/notesMasters/notesMaster1.xml" Id="R33fc960163334c02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e88d288d0bf949bc" /><Relationship Type="http://schemas.openxmlformats.org/officeDocument/2006/relationships/notesMaster" Target="/ppt/notesMasters/notesMaster1.xml" Id="R2dd63e85e9c140f9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9fd0454c991d4494" /><Relationship Type="http://schemas.openxmlformats.org/officeDocument/2006/relationships/notesMaster" Target="/ppt/notesMasters/notesMaster1.xml" Id="R728173cb6b4c45b2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60bf5af485ae4bb5" /><Relationship Type="http://schemas.openxmlformats.org/officeDocument/2006/relationships/notesMaster" Target="/ppt/notesMasters/notesMaster1.xml" Id="Rc7431624b2424852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c44cac33ac4a4bdc" /><Relationship Type="http://schemas.openxmlformats.org/officeDocument/2006/relationships/notesMaster" Target="/ppt/notesMasters/notesMaster1.xml" Id="Ra42cd92000844839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02c52300271f401e" /><Relationship Type="http://schemas.openxmlformats.org/officeDocument/2006/relationships/notesMaster" Target="/ppt/notesMasters/notesMaster1.xml" Id="R41255cad45744fe8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60b4dc6ec7c04715" /><Relationship Type="http://schemas.openxmlformats.org/officeDocument/2006/relationships/notesMaster" Target="/ppt/notesMasters/notesMaster1.xml" Id="Ra335a4d411dd4098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caca2bb8e889482a" /><Relationship Type="http://schemas.openxmlformats.org/officeDocument/2006/relationships/notesMaster" Target="/ppt/notesMasters/notesMaster1.xml" Id="Ra027fadff2c9487f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3c4bd0d387474403" /><Relationship Type="http://schemas.openxmlformats.org/officeDocument/2006/relationships/notesMaster" Target="/ppt/notesMasters/notesMaster1.xml" Id="R1691ee454c7d4ad4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b6d31eaedf204cc4" /><Relationship Type="http://schemas.openxmlformats.org/officeDocument/2006/relationships/notesMaster" Target="/ppt/notesMasters/notesMaster1.xml" Id="R7b7cf85010ba4ce6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9b64f623df2b4e02" /><Relationship Type="http://schemas.openxmlformats.org/officeDocument/2006/relationships/notesMaster" Target="/ppt/notesMasters/notesMaster1.xml" Id="Reada5f1d5f3844bf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c696e5ec891841db" /><Relationship Type="http://schemas.openxmlformats.org/officeDocument/2006/relationships/notesMaster" Target="/ppt/notesMasters/notesMaster1.xml" Id="R5549d8c4bc324db9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130c1e4445514d1f" /><Relationship Type="http://schemas.openxmlformats.org/officeDocument/2006/relationships/notesMaster" Target="/ppt/notesMasters/notesMaster1.xml" Id="Rc425e979bce0448d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8e338804652a412e" /><Relationship Type="http://schemas.openxmlformats.org/officeDocument/2006/relationships/notesMaster" Target="/ppt/notesMasters/notesMaster1.xml" Id="R6b8e4df7fc254247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8bec9ce10f7043e7" /><Relationship Type="http://schemas.openxmlformats.org/officeDocument/2006/relationships/notesMaster" Target="/ppt/notesMasters/notesMaster1.xml" Id="Re395ef4bad3c4198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26585963db9644ac" /><Relationship Type="http://schemas.openxmlformats.org/officeDocument/2006/relationships/notesMaster" Target="/ppt/notesMasters/notesMaster1.xml" Id="Rf6be2c6e299d4ea2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a6519e5dad174420" /><Relationship Type="http://schemas.openxmlformats.org/officeDocument/2006/relationships/notesMaster" Target="/ppt/notesMasters/notesMaster1.xml" Id="R4fa55a168768486c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020f39ece26d4a8b" /><Relationship Type="http://schemas.openxmlformats.org/officeDocument/2006/relationships/notesMaster" Target="/ppt/notesMasters/notesMaster1.xml" Id="Rb6f94b6307f14949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85e9d6b6507b4e79" /><Relationship Type="http://schemas.openxmlformats.org/officeDocument/2006/relationships/notesMaster" Target="/ppt/notesMasters/notesMaster1.xml" Id="R0b389847c9e344b1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2c9662b92f794149" /><Relationship Type="http://schemas.openxmlformats.org/officeDocument/2006/relationships/notesMaster" Target="/ppt/notesMasters/notesMaster1.xml" Id="Rf340189c613b4ae9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54f78d25fe99478b" /><Relationship Type="http://schemas.openxmlformats.org/officeDocument/2006/relationships/notesMaster" Target="/ppt/notesMasters/notesMaster1.xml" Id="R477b6adf54754ab2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c373d697ff0f4604" /><Relationship Type="http://schemas.openxmlformats.org/officeDocument/2006/relationships/notesMaster" Target="/ppt/notesMasters/notesMaster1.xml" Id="Rbb05d5bb83fa4129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833cbeebfe904172" /><Relationship Type="http://schemas.openxmlformats.org/officeDocument/2006/relationships/notesMaster" Target="/ppt/notesMasters/notesMaster1.xml" Id="Re27fe765574e4af7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6a614531d77547a4" /><Relationship Type="http://schemas.openxmlformats.org/officeDocument/2006/relationships/notesMaster" Target="/ppt/notesMasters/notesMaster1.xml" Id="Rd9e1c8a776764e55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f6f462562eee43f9" /><Relationship Type="http://schemas.openxmlformats.org/officeDocument/2006/relationships/notesMaster" Target="/ppt/notesMasters/notesMaster1.xml" Id="Rcde8b0cc62264bc2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da90bd607ca64b48" /><Relationship Type="http://schemas.openxmlformats.org/officeDocument/2006/relationships/notesMaster" Target="/ppt/notesMasters/notesMaster1.xml" Id="Raa414dab15d3465e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2177a71fdd6a4c1b" /><Relationship Type="http://schemas.openxmlformats.org/officeDocument/2006/relationships/notesMaster" Target="/ppt/notesMasters/notesMaster1.xml" Id="R998497c7d9fc4e1f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409976b3afbf4011" /><Relationship Type="http://schemas.openxmlformats.org/officeDocument/2006/relationships/notesMaster" Target="/ppt/notesMasters/notesMaster1.xml" Id="Rbfa7abea62b74f44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a7cb436da3d1416a" /><Relationship Type="http://schemas.openxmlformats.org/officeDocument/2006/relationships/notesMaster" Target="/ppt/notesMasters/notesMaster1.xml" Id="R5b70af1c91e449ec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ac63fc723c244222" /><Relationship Type="http://schemas.openxmlformats.org/officeDocument/2006/relationships/notesMaster" Target="/ppt/notesMasters/notesMaster1.xml" Id="R8f78586070294238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224669645be94527" /><Relationship Type="http://schemas.openxmlformats.org/officeDocument/2006/relationships/notesMaster" Target="/ppt/notesMasters/notesMaster1.xml" Id="Re9c21a262d0c47f3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f035dc6bf9ec4406" /><Relationship Type="http://schemas.openxmlformats.org/officeDocument/2006/relationships/notesMaster" Target="/ppt/notesMasters/notesMaster1.xml" Id="R153893aba9d84e43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3b2c74d99e124285" /><Relationship Type="http://schemas.openxmlformats.org/officeDocument/2006/relationships/notesMaster" Target="/ppt/notesMasters/notesMaster1.xml" Id="Raa7b51b273804b07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1f22daae536542e1" /><Relationship Type="http://schemas.openxmlformats.org/officeDocument/2006/relationships/notesMaster" Target="/ppt/notesMasters/notesMaster1.xml" Id="Rf3e317927b5743bd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1bf681b032d14ae9" /><Relationship Type="http://schemas.openxmlformats.org/officeDocument/2006/relationships/notesMaster" Target="/ppt/notesMasters/notesMaster1.xml" Id="R8ebff361c9964627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87a45dce0b364569" /><Relationship Type="http://schemas.openxmlformats.org/officeDocument/2006/relationships/notesMaster" Target="/ppt/notesMasters/notesMaster1.xml" Id="Rc1721c6d7c4a4e2e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f252c29fde6241e6" /><Relationship Type="http://schemas.openxmlformats.org/officeDocument/2006/relationships/notesMaster" Target="/ppt/notesMasters/notesMaster1.xml" Id="Rbc95e037cd094b3b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5264daefd10b4371" /><Relationship Type="http://schemas.openxmlformats.org/officeDocument/2006/relationships/notesMaster" Target="/ppt/notesMasters/notesMaster1.xml" Id="R86e3b70fcc734686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4b669a41dffc4863" /><Relationship Type="http://schemas.openxmlformats.org/officeDocument/2006/relationships/notesMaster" Target="/ppt/notesMasters/notesMaster1.xml" Id="R5f66eb324f6d4a7e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bb6bee8aa281428f" /><Relationship Type="http://schemas.openxmlformats.org/officeDocument/2006/relationships/notesMaster" Target="/ppt/notesMasters/notesMaster1.xml" Id="R189f84494c884adf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43464af2dcb54de8" /><Relationship Type="http://schemas.openxmlformats.org/officeDocument/2006/relationships/notesMaster" Target="/ppt/notesMasters/notesMaster1.xml" Id="R7a79097df24e43ff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f5f285f19ddb4b85" /><Relationship Type="http://schemas.openxmlformats.org/officeDocument/2006/relationships/notesMaster" Target="/ppt/notesMasters/notesMaster1.xml" Id="R8a261470e9d44e3b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69641f6050844d05" /><Relationship Type="http://schemas.openxmlformats.org/officeDocument/2006/relationships/notesMaster" Target="/ppt/notesMasters/notesMaster1.xml" Id="R799b471cb4fb49c4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91655542684a411a" /><Relationship Type="http://schemas.openxmlformats.org/officeDocument/2006/relationships/notesMaster" Target="/ppt/notesMasters/notesMaster1.xml" Id="R815590d035ba4203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556cc6737163496f" /><Relationship Type="http://schemas.openxmlformats.org/officeDocument/2006/relationships/notesMaster" Target="/ppt/notesMasters/notesMaster1.xml" Id="Rf74002dd99444f18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f542616805664a6f" /><Relationship Type="http://schemas.openxmlformats.org/officeDocument/2006/relationships/notesMaster" Target="/ppt/notesMasters/notesMaster1.xml" Id="R7762c4bca3054014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7a854bf5654f4c9e" /><Relationship Type="http://schemas.openxmlformats.org/officeDocument/2006/relationships/notesMaster" Target="/ppt/notesMasters/notesMaster1.xml" Id="R80781a1a942f4ea8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ddfd3900e7e04c01" /><Relationship Type="http://schemas.openxmlformats.org/officeDocument/2006/relationships/notesMaster" Target="/ppt/notesMasters/notesMaster1.xml" Id="Rbb7c49f52c674b96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1ec30c16603943ee" /><Relationship Type="http://schemas.openxmlformats.org/officeDocument/2006/relationships/notesMaster" Target="/ppt/notesMasters/notesMaster1.xml" Id="R45eff070ad5e4e4f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9b25cee39c0f4d86" /><Relationship Type="http://schemas.openxmlformats.org/officeDocument/2006/relationships/notesMaster" Target="/ppt/notesMasters/notesMaster1.xml" Id="Re23a7b55ad1f4309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d941313cfd6a4bcb" /><Relationship Type="http://schemas.openxmlformats.org/officeDocument/2006/relationships/notesMaster" Target="/ppt/notesMasters/notesMaster1.xml" Id="R06b62c100cbf4341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6dd14695cb7143b4" /><Relationship Type="http://schemas.openxmlformats.org/officeDocument/2006/relationships/notesMaster" Target="/ppt/notesMasters/notesMaster1.xml" Id="R20753fea59034516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0878a051695f44f8" /><Relationship Type="http://schemas.openxmlformats.org/officeDocument/2006/relationships/notesMaster" Target="/ppt/notesMasters/notesMaster1.xml" Id="Rf1eb13a277aa48ca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27a2b8f31eb54d5e" /><Relationship Type="http://schemas.openxmlformats.org/officeDocument/2006/relationships/notesMaster" Target="/ppt/notesMasters/notesMaster1.xml" Id="Re3938bbf5edc4063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cd5844eeebff4041" /><Relationship Type="http://schemas.openxmlformats.org/officeDocument/2006/relationships/notesMaster" Target="/ppt/notesMasters/notesMaster1.xml" Id="R08d97cd543a6453b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180b94f6c2404d73" /><Relationship Type="http://schemas.openxmlformats.org/officeDocument/2006/relationships/notesMaster" Target="/ppt/notesMasters/notesMaster1.xml" Id="R15c61fd09de449b9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2da35e1d75e1482b" /><Relationship Type="http://schemas.openxmlformats.org/officeDocument/2006/relationships/notesMaster" Target="/ppt/notesMasters/notesMaster1.xml" Id="Rfa192be45c4a4f56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7aa157b082eb4e14" /><Relationship Type="http://schemas.openxmlformats.org/officeDocument/2006/relationships/notesMaster" Target="/ppt/notesMasters/notesMaster1.xml" Id="Rc98d66639d314d0a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722104243db64f12" /><Relationship Type="http://schemas.openxmlformats.org/officeDocument/2006/relationships/notesMaster" Target="/ppt/notesMasters/notesMaster1.xml" Id="Reeab896cd2ca4541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b82faad8263a4fc6" /><Relationship Type="http://schemas.openxmlformats.org/officeDocument/2006/relationships/notesMaster" Target="/ppt/notesMasters/notesMaster1.xml" Id="R6d9d4009ddb1442c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acebc0527f504877" /><Relationship Type="http://schemas.openxmlformats.org/officeDocument/2006/relationships/notesMaster" Target="/ppt/notesMasters/notesMaster1.xml" Id="R22702d601eeb4ad7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201439da3f8d47b3" /><Relationship Type="http://schemas.openxmlformats.org/officeDocument/2006/relationships/notesMaster" Target="/ppt/notesMasters/notesMaster1.xml" Id="R4c9a6708054449d4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20caf32969a84dfc" /><Relationship Type="http://schemas.openxmlformats.org/officeDocument/2006/relationships/notesMaster" Target="/ppt/notesMasters/notesMaster1.xml" Id="R598ac2facb6345eb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09f7224fb3934b9b" /><Relationship Type="http://schemas.openxmlformats.org/officeDocument/2006/relationships/notesMaster" Target="/ppt/notesMasters/notesMaster1.xml" Id="R0e776ef32c434068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51d1f36c3f0b4a83" /><Relationship Type="http://schemas.openxmlformats.org/officeDocument/2006/relationships/notesMaster" Target="/ppt/notesMasters/notesMaster1.xml" Id="R9ce7ece875604602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af6ac07a28af4ad3" /><Relationship Type="http://schemas.openxmlformats.org/officeDocument/2006/relationships/notesMaster" Target="/ppt/notesMasters/notesMaster1.xml" Id="Rba0f2e38a3014f21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fb118be7fa1e4b98" /><Relationship Type="http://schemas.openxmlformats.org/officeDocument/2006/relationships/notesMaster" Target="/ppt/notesMasters/notesMaster1.xml" Id="Rcaa6318107784aea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f827af17b50941ac" /><Relationship Type="http://schemas.openxmlformats.org/officeDocument/2006/relationships/notesMaster" Target="/ppt/notesMasters/notesMaster1.xml" Id="Ra4d3ba53edcd4497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dd5d5ba3cb0e47de" /><Relationship Type="http://schemas.openxmlformats.org/officeDocument/2006/relationships/notesMaster" Target="/ppt/notesMasters/notesMaster1.xml" Id="R3fb71c976d244d54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d92fa30cdef141ad" /><Relationship Type="http://schemas.openxmlformats.org/officeDocument/2006/relationships/notesMaster" Target="/ppt/notesMasters/notesMaster1.xml" Id="Re5f35a11a4374322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4363e778f62b4801" /><Relationship Type="http://schemas.openxmlformats.org/officeDocument/2006/relationships/notesMaster" Target="/ppt/notesMasters/notesMaster1.xml" Id="Ree80459691a34f9c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6d5fbabcd20c49ff" /><Relationship Type="http://schemas.openxmlformats.org/officeDocument/2006/relationships/notesMaster" Target="/ppt/notesMasters/notesMaster1.xml" Id="R16b26bd75ac249a4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9b9f464948564139" /><Relationship Type="http://schemas.openxmlformats.org/officeDocument/2006/relationships/notesMaster" Target="/ppt/notesMasters/notesMaster1.xml" Id="R89e48bcf37c24583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61d56d0f4f1f47a5" /><Relationship Type="http://schemas.openxmlformats.org/officeDocument/2006/relationships/notesMaster" Target="/ppt/notesMasters/notesMaster1.xml" Id="R152c40a95e8a4cfc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1e2e308eea694cf2" /><Relationship Type="http://schemas.openxmlformats.org/officeDocument/2006/relationships/notesMaster" Target="/ppt/notesMasters/notesMaster1.xml" Id="Ra6c3ec42f34e40f1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f3e552edaad94e83" /><Relationship Type="http://schemas.openxmlformats.org/officeDocument/2006/relationships/notesMaster" Target="/ppt/notesMasters/notesMaster1.xml" Id="R8bd7d511a4a1415d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69cba95ce15f4780" /><Relationship Type="http://schemas.openxmlformats.org/officeDocument/2006/relationships/notesMaster" Target="/ppt/notesMasters/notesMaster1.xml" Id="Ra8480bff900746c3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8f12697b815b45b7" /><Relationship Type="http://schemas.openxmlformats.org/officeDocument/2006/relationships/notesMaster" Target="/ppt/notesMasters/notesMaster1.xml" Id="R7a61b4d0bd0542af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3679ed22b8b54003" /><Relationship Type="http://schemas.openxmlformats.org/officeDocument/2006/relationships/notesMaster" Target="/ppt/notesMasters/notesMaster1.xml" Id="R323e3b3a2f7b406c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3912097ba8504879" /><Relationship Type="http://schemas.openxmlformats.org/officeDocument/2006/relationships/notesMaster" Target="/ppt/notesMasters/notesMaster1.xml" Id="R2725dc835af348a8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5299cff375574f03" /><Relationship Type="http://schemas.openxmlformats.org/officeDocument/2006/relationships/notesMaster" Target="/ppt/notesMasters/notesMaster1.xml" Id="R969739910a204949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79d026b6e3a9472b" /><Relationship Type="http://schemas.openxmlformats.org/officeDocument/2006/relationships/notesMaster" Target="/ppt/notesMasters/notesMaster1.xml" Id="R77b51496f93f4954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54e9fc53e3484e30" /><Relationship Type="http://schemas.openxmlformats.org/officeDocument/2006/relationships/notesMaster" Target="/ppt/notesMasters/notesMaster1.xml" Id="Rc2f5825e46324c9a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32fcca3d3b2644d3" /><Relationship Type="http://schemas.openxmlformats.org/officeDocument/2006/relationships/notesMaster" Target="/ppt/notesMasters/notesMaster1.xml" Id="R9703561808d24776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c17a7df0e0c14f60" /><Relationship Type="http://schemas.openxmlformats.org/officeDocument/2006/relationships/notesMaster" Target="/ppt/notesMasters/notesMaster1.xml" Id="R5c3460ff1a5943ef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e0268d70f9694e57" /><Relationship Type="http://schemas.openxmlformats.org/officeDocument/2006/relationships/notesMaster" Target="/ppt/notesMasters/notesMaster1.xml" Id="Rbfbc274a7432415a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5fc00d6ceb1e486a" /><Relationship Type="http://schemas.openxmlformats.org/officeDocument/2006/relationships/notesMaster" Target="/ppt/notesMasters/notesMaster1.xml" Id="R93c68a60c5e843b2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37fb6962e6154ce5" /><Relationship Type="http://schemas.openxmlformats.org/officeDocument/2006/relationships/notesMaster" Target="/ppt/notesMasters/notesMaster1.xml" Id="R5c96414903dc4b3c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72aecedb8ce14ab7" /><Relationship Type="http://schemas.openxmlformats.org/officeDocument/2006/relationships/notesMaster" Target="/ppt/notesMasters/notesMaster1.xml" Id="Rd449a8f7b1ba46cf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732f15170d7841f0" /><Relationship Type="http://schemas.openxmlformats.org/officeDocument/2006/relationships/notesMaster" Target="/ppt/notesMasters/notesMaster1.xml" Id="R80e2bf6374f54271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9028e7e2c60b40c2" /><Relationship Type="http://schemas.openxmlformats.org/officeDocument/2006/relationships/notesMaster" Target="/ppt/notesMasters/notesMaster1.xml" Id="Ra85ea05516b44491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bcf82bb322b64578" /><Relationship Type="http://schemas.openxmlformats.org/officeDocument/2006/relationships/notesMaster" Target="/ppt/notesMasters/notesMaster1.xml" Id="R77b305e264674613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97fa437552314864" /><Relationship Type="http://schemas.openxmlformats.org/officeDocument/2006/relationships/notesMaster" Target="/ppt/notesMasters/notesMaster1.xml" Id="R41f0d39c0b7f47ce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6d103c45cdeb4370" /><Relationship Type="http://schemas.openxmlformats.org/officeDocument/2006/relationships/notesMaster" Target="/ppt/notesMasters/notesMaster1.xml" Id="R2b72a032bf0a4b1c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6e42cd77a8eb4a74" /><Relationship Type="http://schemas.openxmlformats.org/officeDocument/2006/relationships/notesMaster" Target="/ppt/notesMasters/notesMaster1.xml" Id="R9106d5173b0c49ce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14f7e405a48f4425" /><Relationship Type="http://schemas.openxmlformats.org/officeDocument/2006/relationships/notesMaster" Target="/ppt/notesMasters/notesMaster1.xml" Id="R1e30369e9a644865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8c4d602b546f4a64" /><Relationship Type="http://schemas.openxmlformats.org/officeDocument/2006/relationships/notesMaster" Target="/ppt/notesMasters/notesMaster1.xml" Id="Reee46cddf6e74d1a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3268aa472cf5415c" /><Relationship Type="http://schemas.openxmlformats.org/officeDocument/2006/relationships/notesMaster" Target="/ppt/notesMasters/notesMaster1.xml" Id="Rce151a3433d3408c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9d38371d0aaf4df8" /><Relationship Type="http://schemas.openxmlformats.org/officeDocument/2006/relationships/notesMaster" Target="/ppt/notesMasters/notesMaster1.xml" Id="R25fab78cbb8c46b7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c0e106d3045f435d" /><Relationship Type="http://schemas.openxmlformats.org/officeDocument/2006/relationships/notesMaster" Target="/ppt/notesMasters/notesMaster1.xml" Id="R6e09050383ca4c3f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8adeaa2bf6144758" /><Relationship Type="http://schemas.openxmlformats.org/officeDocument/2006/relationships/notesMaster" Target="/ppt/notesMasters/notesMaster1.xml" Id="R335e362725314b22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d0d1cdcd384c46a3" /><Relationship Type="http://schemas.openxmlformats.org/officeDocument/2006/relationships/notesMaster" Target="/ppt/notesMasters/notesMaster1.xml" Id="Rd2cb827ff92f48f6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04596ffa141747af" /><Relationship Type="http://schemas.openxmlformats.org/officeDocument/2006/relationships/notesMaster" Target="/ppt/notesMasters/notesMaster1.xml" Id="R597846853b1f472d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e4410df6971a45d3" /><Relationship Type="http://schemas.openxmlformats.org/officeDocument/2006/relationships/notesMaster" Target="/ppt/notesMasters/notesMaster1.xml" Id="R62d46d29a737442f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779116479a9a46a3" /><Relationship Type="http://schemas.openxmlformats.org/officeDocument/2006/relationships/notesMaster" Target="/ppt/notesMasters/notesMaster1.xml" Id="R60bce393927b4d86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293a80f19b60474a" /><Relationship Type="http://schemas.openxmlformats.org/officeDocument/2006/relationships/notesMaster" Target="/ppt/notesMasters/notesMaster1.xml" Id="Re9db83e0bc074635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f51ff6f3d5204168" /><Relationship Type="http://schemas.openxmlformats.org/officeDocument/2006/relationships/notesMaster" Target="/ppt/notesMasters/notesMaster1.xml" Id="Rc5d4df12d13a44e7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37555cabde234f87" /><Relationship Type="http://schemas.openxmlformats.org/officeDocument/2006/relationships/notesMaster" Target="/ppt/notesMasters/notesMaster1.xml" Id="Ra4f967f591314663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f0944c79716747a4" /><Relationship Type="http://schemas.openxmlformats.org/officeDocument/2006/relationships/notesMaster" Target="/ppt/notesMasters/notesMaster1.xml" Id="R3f11211dcec24494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3d229cef96ed4001" /><Relationship Type="http://schemas.openxmlformats.org/officeDocument/2006/relationships/notesMaster" Target="/ppt/notesMasters/notesMaster1.xml" Id="Rb27bffd1a2664ebf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99048cabc9ff4186" /><Relationship Type="http://schemas.openxmlformats.org/officeDocument/2006/relationships/notesMaster" Target="/ppt/notesMasters/notesMaster1.xml" Id="Rf77d86797b10430c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0619aa02bcd14826" /><Relationship Type="http://schemas.openxmlformats.org/officeDocument/2006/relationships/notesMaster" Target="/ppt/notesMasters/notesMaster1.xml" Id="R95dd23669083471d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35a1d77b9aad426a" /><Relationship Type="http://schemas.openxmlformats.org/officeDocument/2006/relationships/notesMaster" Target="/ppt/notesMasters/notesMaster1.xml" Id="Rc57a804414b84494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ac5c391e972c40e7" /><Relationship Type="http://schemas.openxmlformats.org/officeDocument/2006/relationships/notesMaster" Target="/ppt/notesMasters/notesMaster1.xml" Id="Rf422685955834311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05303d4ecafb4d78" /><Relationship Type="http://schemas.openxmlformats.org/officeDocument/2006/relationships/notesMaster" Target="/ppt/notesMasters/notesMaster1.xml" Id="R1b42def425f84762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c8ce31be30b84bb3" /><Relationship Type="http://schemas.openxmlformats.org/officeDocument/2006/relationships/notesMaster" Target="/ppt/notesMasters/notesMaster1.xml" Id="Re64fbbb401fe4f02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3677041d1d84497d" /><Relationship Type="http://schemas.openxmlformats.org/officeDocument/2006/relationships/notesMaster" Target="/ppt/notesMasters/notesMaster1.xml" Id="R34c203d8cb7546c3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4dfc3e1b2f384967" /><Relationship Type="http://schemas.openxmlformats.org/officeDocument/2006/relationships/notesMaster" Target="/ppt/notesMasters/notesMaster1.xml" Id="Rda0d3915e91a4735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7fcfceaa8fab4016" /><Relationship Type="http://schemas.openxmlformats.org/officeDocument/2006/relationships/notesMaster" Target="/ppt/notesMasters/notesMaster1.xml" Id="Rd15730d5e2b34fbc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05076c432c634221" /><Relationship Type="http://schemas.openxmlformats.org/officeDocument/2006/relationships/notesMaster" Target="/ppt/notesMasters/notesMaster1.xml" Id="Ra3d7fe09a2124b95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cec22abf4b274093" /><Relationship Type="http://schemas.openxmlformats.org/officeDocument/2006/relationships/notesMaster" Target="/ppt/notesMasters/notesMaster1.xml" Id="R5434a959a80143f0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7ba9d34e6d914a8c" /><Relationship Type="http://schemas.openxmlformats.org/officeDocument/2006/relationships/notesMaster" Target="/ppt/notesMasters/notesMaster1.xml" Id="R01bb679362494a72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cc241cfb4c474f99" /><Relationship Type="http://schemas.openxmlformats.org/officeDocument/2006/relationships/notesMaster" Target="/ppt/notesMasters/notesMaster1.xml" Id="R3f6a13eff04749a1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de5d2db548c74718" /><Relationship Type="http://schemas.openxmlformats.org/officeDocument/2006/relationships/notesMaster" Target="/ppt/notesMasters/notesMaster1.xml" Id="R9800d15e65534032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73e70a3b67524f33" /><Relationship Type="http://schemas.openxmlformats.org/officeDocument/2006/relationships/notesMaster" Target="/ppt/notesMasters/notesMaster1.xml" Id="R439418f6e824477e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0dae0b9b7a264d8f" /><Relationship Type="http://schemas.openxmlformats.org/officeDocument/2006/relationships/notesMaster" Target="/ppt/notesMasters/notesMaster1.xml" Id="R2f0b55d91caf45cf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05b7e3ff72204e83" /><Relationship Type="http://schemas.openxmlformats.org/officeDocument/2006/relationships/notesMaster" Target="/ppt/notesMasters/notesMaster1.xml" Id="Rb329bd6472de445c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e19beb1938984d58" /><Relationship Type="http://schemas.openxmlformats.org/officeDocument/2006/relationships/notesMaster" Target="/ppt/notesMasters/notesMaster1.xml" Id="R1f4686b95243471f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2bcbcf39e8254125" /><Relationship Type="http://schemas.openxmlformats.org/officeDocument/2006/relationships/notesMaster" Target="/ppt/notesMasters/notesMaster1.xml" Id="Racd74c4ec9ee476f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2967a28af0a84ae3" /><Relationship Type="http://schemas.openxmlformats.org/officeDocument/2006/relationships/notesMaster" Target="/ppt/notesMasters/notesMaster1.xml" Id="R4067c97435ad487e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e124473b6c1b4c06" /><Relationship Type="http://schemas.openxmlformats.org/officeDocument/2006/relationships/notesMaster" Target="/ppt/notesMasters/notesMaster1.xml" Id="Rffa323dd23194e9c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d5321f881d2d4a7b" /><Relationship Type="http://schemas.openxmlformats.org/officeDocument/2006/relationships/notesMaster" Target="/ppt/notesMasters/notesMaster1.xml" Id="R78c6f414ab7744db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b9d75b447c1a454f" /><Relationship Type="http://schemas.openxmlformats.org/officeDocument/2006/relationships/notesMaster" Target="/ppt/notesMasters/notesMaster1.xml" Id="R783bbb4ebd92472c" /></Relationships>
</file>

<file path=ppt/notesSlides/_rels/notesSlide221.xml.rels>&#65279;<?xml version="1.0" encoding="utf-8"?><Relationships xmlns="http://schemas.openxmlformats.org/package/2006/relationships"><Relationship Type="http://schemas.openxmlformats.org/officeDocument/2006/relationships/slide" Target="/ppt/slides/slide221.xml" Id="R07d9f288a93649aa" /><Relationship Type="http://schemas.openxmlformats.org/officeDocument/2006/relationships/notesMaster" Target="/ppt/notesMasters/notesMaster1.xml" Id="Rf1d757071143437a" /></Relationships>
</file>

<file path=ppt/notesSlides/_rels/notesSlide222.xml.rels>&#65279;<?xml version="1.0" encoding="utf-8"?><Relationships xmlns="http://schemas.openxmlformats.org/package/2006/relationships"><Relationship Type="http://schemas.openxmlformats.org/officeDocument/2006/relationships/slide" Target="/ppt/slides/slide222.xml" Id="R0062d853acb241e3" /><Relationship Type="http://schemas.openxmlformats.org/officeDocument/2006/relationships/notesMaster" Target="/ppt/notesMasters/notesMaster1.xml" Id="R47fbac5ddc414d52" /></Relationships>
</file>

<file path=ppt/notesSlides/_rels/notesSlide223.xml.rels>&#65279;<?xml version="1.0" encoding="utf-8"?><Relationships xmlns="http://schemas.openxmlformats.org/package/2006/relationships"><Relationship Type="http://schemas.openxmlformats.org/officeDocument/2006/relationships/slide" Target="/ppt/slides/slide223.xml" Id="R64e52ee30b7e4864" /><Relationship Type="http://schemas.openxmlformats.org/officeDocument/2006/relationships/notesMaster" Target="/ppt/notesMasters/notesMaster1.xml" Id="R7a12b2be53ed4fcb" /></Relationships>
</file>

<file path=ppt/notesSlides/_rels/notesSlide224.xml.rels>&#65279;<?xml version="1.0" encoding="utf-8"?><Relationships xmlns="http://schemas.openxmlformats.org/package/2006/relationships"><Relationship Type="http://schemas.openxmlformats.org/officeDocument/2006/relationships/slide" Target="/ppt/slides/slide224.xml" Id="R2154c6ffeeb648c3" /><Relationship Type="http://schemas.openxmlformats.org/officeDocument/2006/relationships/notesMaster" Target="/ppt/notesMasters/notesMaster1.xml" Id="R2db4ab32ba4047f2" /></Relationships>
</file>

<file path=ppt/notesSlides/_rels/notesSlide225.xml.rels>&#65279;<?xml version="1.0" encoding="utf-8"?><Relationships xmlns="http://schemas.openxmlformats.org/package/2006/relationships"><Relationship Type="http://schemas.openxmlformats.org/officeDocument/2006/relationships/slide" Target="/ppt/slides/slide225.xml" Id="R938dd637bab74678" /><Relationship Type="http://schemas.openxmlformats.org/officeDocument/2006/relationships/notesMaster" Target="/ppt/notesMasters/notesMaster1.xml" Id="Rffd69e0dd90b4544" /></Relationships>
</file>

<file path=ppt/notesSlides/_rels/notesSlide226.xml.rels>&#65279;<?xml version="1.0" encoding="utf-8"?><Relationships xmlns="http://schemas.openxmlformats.org/package/2006/relationships"><Relationship Type="http://schemas.openxmlformats.org/officeDocument/2006/relationships/slide" Target="/ppt/slides/slide226.xml" Id="R622041f699744445" /><Relationship Type="http://schemas.openxmlformats.org/officeDocument/2006/relationships/notesMaster" Target="/ppt/notesMasters/notesMaster1.xml" Id="Reba5537d2fd7409e" /></Relationships>
</file>

<file path=ppt/notesSlides/_rels/notesSlide227.xml.rels>&#65279;<?xml version="1.0" encoding="utf-8"?><Relationships xmlns="http://schemas.openxmlformats.org/package/2006/relationships"><Relationship Type="http://schemas.openxmlformats.org/officeDocument/2006/relationships/slide" Target="/ppt/slides/slide227.xml" Id="R954dd89b125d459b" /><Relationship Type="http://schemas.openxmlformats.org/officeDocument/2006/relationships/notesMaster" Target="/ppt/notesMasters/notesMaster1.xml" Id="Rf5a31688b64f4ce5" /></Relationships>
</file>

<file path=ppt/notesSlides/_rels/notesSlide228.xml.rels>&#65279;<?xml version="1.0" encoding="utf-8"?><Relationships xmlns="http://schemas.openxmlformats.org/package/2006/relationships"><Relationship Type="http://schemas.openxmlformats.org/officeDocument/2006/relationships/slide" Target="/ppt/slides/slide228.xml" Id="Rf3e89ff4d7f14446" /><Relationship Type="http://schemas.openxmlformats.org/officeDocument/2006/relationships/notesMaster" Target="/ppt/notesMasters/notesMaster1.xml" Id="R34b22e7d22e44b0c" /></Relationships>
</file>

<file path=ppt/notesSlides/_rels/notesSlide229.xml.rels>&#65279;<?xml version="1.0" encoding="utf-8"?><Relationships xmlns="http://schemas.openxmlformats.org/package/2006/relationships"><Relationship Type="http://schemas.openxmlformats.org/officeDocument/2006/relationships/slide" Target="/ppt/slides/slide229.xml" Id="Redc20f7801864480" /><Relationship Type="http://schemas.openxmlformats.org/officeDocument/2006/relationships/notesMaster" Target="/ppt/notesMasters/notesMaster1.xml" Id="Ra400417367874a29" /></Relationships>
</file>

<file path=ppt/notesSlides/_rels/notesSlide230.xml.rels>&#65279;<?xml version="1.0" encoding="utf-8"?><Relationships xmlns="http://schemas.openxmlformats.org/package/2006/relationships"><Relationship Type="http://schemas.openxmlformats.org/officeDocument/2006/relationships/slide" Target="/ppt/slides/slide230.xml" Id="Re8948efa50b345e8" /><Relationship Type="http://schemas.openxmlformats.org/officeDocument/2006/relationships/notesMaster" Target="/ppt/notesMasters/notesMaster1.xml" Id="R799a01aba7d84204" /></Relationships>
</file>

<file path=ppt/notesSlides/_rels/notesSlide231.xml.rels>&#65279;<?xml version="1.0" encoding="utf-8"?><Relationships xmlns="http://schemas.openxmlformats.org/package/2006/relationships"><Relationship Type="http://schemas.openxmlformats.org/officeDocument/2006/relationships/slide" Target="/ppt/slides/slide231.xml" Id="R0f11ab3888124b20" /><Relationship Type="http://schemas.openxmlformats.org/officeDocument/2006/relationships/notesMaster" Target="/ppt/notesMasters/notesMaster1.xml" Id="Rfa31e1365ef94c3c" /></Relationships>
</file>

<file path=ppt/notesSlides/_rels/notesSlide232.xml.rels>&#65279;<?xml version="1.0" encoding="utf-8"?><Relationships xmlns="http://schemas.openxmlformats.org/package/2006/relationships"><Relationship Type="http://schemas.openxmlformats.org/officeDocument/2006/relationships/slide" Target="/ppt/slides/slide232.xml" Id="R03c3debea0344f63" /><Relationship Type="http://schemas.openxmlformats.org/officeDocument/2006/relationships/notesMaster" Target="/ppt/notesMasters/notesMaster1.xml" Id="Rf09f46decf454578" /></Relationships>
</file>

<file path=ppt/notesSlides/_rels/notesSlide233.xml.rels>&#65279;<?xml version="1.0" encoding="utf-8"?><Relationships xmlns="http://schemas.openxmlformats.org/package/2006/relationships"><Relationship Type="http://schemas.openxmlformats.org/officeDocument/2006/relationships/slide" Target="/ppt/slides/slide233.xml" Id="R3f08e90fd3a841cf" /><Relationship Type="http://schemas.openxmlformats.org/officeDocument/2006/relationships/notesMaster" Target="/ppt/notesMasters/notesMaster1.xml" Id="R936001ba24104c55" /></Relationships>
</file>

<file path=ppt/notesSlides/_rels/notesSlide234.xml.rels>&#65279;<?xml version="1.0" encoding="utf-8"?><Relationships xmlns="http://schemas.openxmlformats.org/package/2006/relationships"><Relationship Type="http://schemas.openxmlformats.org/officeDocument/2006/relationships/slide" Target="/ppt/slides/slide234.xml" Id="R26ffeb1874764481" /><Relationship Type="http://schemas.openxmlformats.org/officeDocument/2006/relationships/notesMaster" Target="/ppt/notesMasters/notesMaster1.xml" Id="R335ae36743344abd" /></Relationships>
</file>

<file path=ppt/notesSlides/_rels/notesSlide235.xml.rels>&#65279;<?xml version="1.0" encoding="utf-8"?><Relationships xmlns="http://schemas.openxmlformats.org/package/2006/relationships"><Relationship Type="http://schemas.openxmlformats.org/officeDocument/2006/relationships/slide" Target="/ppt/slides/slide235.xml" Id="R553a5bfc83da4cf1" /><Relationship Type="http://schemas.openxmlformats.org/officeDocument/2006/relationships/notesMaster" Target="/ppt/notesMasters/notesMaster1.xml" Id="Rb18311d8d2d84e4d" /></Relationships>
</file>

<file path=ppt/notesSlides/_rels/notesSlide236.xml.rels>&#65279;<?xml version="1.0" encoding="utf-8"?><Relationships xmlns="http://schemas.openxmlformats.org/package/2006/relationships"><Relationship Type="http://schemas.openxmlformats.org/officeDocument/2006/relationships/slide" Target="/ppt/slides/slide236.xml" Id="R285afe5216df431b" /><Relationship Type="http://schemas.openxmlformats.org/officeDocument/2006/relationships/notesMaster" Target="/ppt/notesMasters/notesMaster1.xml" Id="Rfb089a3e840d4426" /></Relationships>
</file>

<file path=ppt/notesSlides/_rels/notesSlide237.xml.rels>&#65279;<?xml version="1.0" encoding="utf-8"?><Relationships xmlns="http://schemas.openxmlformats.org/package/2006/relationships"><Relationship Type="http://schemas.openxmlformats.org/officeDocument/2006/relationships/slide" Target="/ppt/slides/slide237.xml" Id="R71dcf46c28694c87" /><Relationship Type="http://schemas.openxmlformats.org/officeDocument/2006/relationships/notesMaster" Target="/ppt/notesMasters/notesMaster1.xml" Id="R5545d6ac00e54c78" /></Relationships>
</file>

<file path=ppt/notesSlides/_rels/notesSlide238.xml.rels>&#65279;<?xml version="1.0" encoding="utf-8"?><Relationships xmlns="http://schemas.openxmlformats.org/package/2006/relationships"><Relationship Type="http://schemas.openxmlformats.org/officeDocument/2006/relationships/slide" Target="/ppt/slides/slide238.xml" Id="Re302562fcaef4a53" /><Relationship Type="http://schemas.openxmlformats.org/officeDocument/2006/relationships/notesMaster" Target="/ppt/notesMasters/notesMaster1.xml" Id="R5d87338a0ee34493" /></Relationships>
</file>

<file path=ppt/notesSlides/_rels/notesSlide239.xml.rels>&#65279;<?xml version="1.0" encoding="utf-8"?><Relationships xmlns="http://schemas.openxmlformats.org/package/2006/relationships"><Relationship Type="http://schemas.openxmlformats.org/officeDocument/2006/relationships/slide" Target="/ppt/slides/slide239.xml" Id="Re1241d25843944e4" /><Relationship Type="http://schemas.openxmlformats.org/officeDocument/2006/relationships/notesMaster" Target="/ppt/notesMasters/notesMaster1.xml" Id="Re1b7686791b1468a" /></Relationships>
</file>

<file path=ppt/notesSlides/_rels/notesSlide240.xml.rels>&#65279;<?xml version="1.0" encoding="utf-8"?><Relationships xmlns="http://schemas.openxmlformats.org/package/2006/relationships"><Relationship Type="http://schemas.openxmlformats.org/officeDocument/2006/relationships/slide" Target="/ppt/slides/slide240.xml" Id="R3589ca328c3b4c76" /><Relationship Type="http://schemas.openxmlformats.org/officeDocument/2006/relationships/notesMaster" Target="/ppt/notesMasters/notesMaster1.xml" Id="Rf72eb691827a4739" /></Relationships>
</file>

<file path=ppt/notesSlides/_rels/notesSlide241.xml.rels>&#65279;<?xml version="1.0" encoding="utf-8"?><Relationships xmlns="http://schemas.openxmlformats.org/package/2006/relationships"><Relationship Type="http://schemas.openxmlformats.org/officeDocument/2006/relationships/slide" Target="/ppt/slides/slide241.xml" Id="R80ebd5c512974ba7" /><Relationship Type="http://schemas.openxmlformats.org/officeDocument/2006/relationships/notesMaster" Target="/ppt/notesMasters/notesMaster1.xml" Id="Rf15e1ecbe181486d" /></Relationships>
</file>

<file path=ppt/notesSlides/_rels/notesSlide242.xml.rels>&#65279;<?xml version="1.0" encoding="utf-8"?><Relationships xmlns="http://schemas.openxmlformats.org/package/2006/relationships"><Relationship Type="http://schemas.openxmlformats.org/officeDocument/2006/relationships/slide" Target="/ppt/slides/slide242.xml" Id="R39fa76a57770432c" /><Relationship Type="http://schemas.openxmlformats.org/officeDocument/2006/relationships/notesMaster" Target="/ppt/notesMasters/notesMaster1.xml" Id="R43a2499983cc4343" /></Relationships>
</file>

<file path=ppt/notesSlides/_rels/notesSlide243.xml.rels>&#65279;<?xml version="1.0" encoding="utf-8"?><Relationships xmlns="http://schemas.openxmlformats.org/package/2006/relationships"><Relationship Type="http://schemas.openxmlformats.org/officeDocument/2006/relationships/slide" Target="/ppt/slides/slide243.xml" Id="Re61c0fbefde1482c" /><Relationship Type="http://schemas.openxmlformats.org/officeDocument/2006/relationships/notesMaster" Target="/ppt/notesMasters/notesMaster1.xml" Id="R15208c065c1f4a77" /></Relationships>
</file>

<file path=ppt/notesSlides/_rels/notesSlide244.xml.rels>&#65279;<?xml version="1.0" encoding="utf-8"?><Relationships xmlns="http://schemas.openxmlformats.org/package/2006/relationships"><Relationship Type="http://schemas.openxmlformats.org/officeDocument/2006/relationships/slide" Target="/ppt/slides/slide244.xml" Id="R3d0113223bfa41b8" /><Relationship Type="http://schemas.openxmlformats.org/officeDocument/2006/relationships/notesMaster" Target="/ppt/notesMasters/notesMaster1.xml" Id="R3457f16f41464689" /></Relationships>
</file>

<file path=ppt/notesSlides/_rels/notesSlide245.xml.rels>&#65279;<?xml version="1.0" encoding="utf-8"?><Relationships xmlns="http://schemas.openxmlformats.org/package/2006/relationships"><Relationship Type="http://schemas.openxmlformats.org/officeDocument/2006/relationships/slide" Target="/ppt/slides/slide245.xml" Id="Rcbf940b7c97345df" /><Relationship Type="http://schemas.openxmlformats.org/officeDocument/2006/relationships/notesMaster" Target="/ppt/notesMasters/notesMaster1.xml" Id="R8299cafc887a4345" /></Relationships>
</file>

<file path=ppt/notesSlides/_rels/notesSlide246.xml.rels>&#65279;<?xml version="1.0" encoding="utf-8"?><Relationships xmlns="http://schemas.openxmlformats.org/package/2006/relationships"><Relationship Type="http://schemas.openxmlformats.org/officeDocument/2006/relationships/slide" Target="/ppt/slides/slide246.xml" Id="R9a0fdbd5c3bd4fdd" /><Relationship Type="http://schemas.openxmlformats.org/officeDocument/2006/relationships/notesMaster" Target="/ppt/notesMasters/notesMaster1.xml" Id="R179186706d534b24" /></Relationships>
</file>

<file path=ppt/notesSlides/_rels/notesSlide247.xml.rels>&#65279;<?xml version="1.0" encoding="utf-8"?><Relationships xmlns="http://schemas.openxmlformats.org/package/2006/relationships"><Relationship Type="http://schemas.openxmlformats.org/officeDocument/2006/relationships/slide" Target="/ppt/slides/slide247.xml" Id="Rb2466d18927542ef" /><Relationship Type="http://schemas.openxmlformats.org/officeDocument/2006/relationships/notesMaster" Target="/ppt/notesMasters/notesMaster1.xml" Id="R91a76c250fff4e7f" /></Relationships>
</file>

<file path=ppt/notesSlides/_rels/notesSlide248.xml.rels>&#65279;<?xml version="1.0" encoding="utf-8"?><Relationships xmlns="http://schemas.openxmlformats.org/package/2006/relationships"><Relationship Type="http://schemas.openxmlformats.org/officeDocument/2006/relationships/slide" Target="/ppt/slides/slide248.xml" Id="Re4c4fb48efb44eb5" /><Relationship Type="http://schemas.openxmlformats.org/officeDocument/2006/relationships/notesMaster" Target="/ppt/notesMasters/notesMaster1.xml" Id="R5fd433bba08a4c8f" /></Relationships>
</file>

<file path=ppt/notesSlides/_rels/notesSlide249.xml.rels>&#65279;<?xml version="1.0" encoding="utf-8"?><Relationships xmlns="http://schemas.openxmlformats.org/package/2006/relationships"><Relationship Type="http://schemas.openxmlformats.org/officeDocument/2006/relationships/slide" Target="/ppt/slides/slide249.xml" Id="Re03a328967954d57" /><Relationship Type="http://schemas.openxmlformats.org/officeDocument/2006/relationships/notesMaster" Target="/ppt/notesMasters/notesMaster1.xml" Id="Rd87a76ba966c49e1" /></Relationships>
</file>

<file path=ppt/notesSlides/_rels/notesSlide250.xml.rels>&#65279;<?xml version="1.0" encoding="utf-8"?><Relationships xmlns="http://schemas.openxmlformats.org/package/2006/relationships"><Relationship Type="http://schemas.openxmlformats.org/officeDocument/2006/relationships/slide" Target="/ppt/slides/slide250.xml" Id="Rddaaeb71440647d2" /><Relationship Type="http://schemas.openxmlformats.org/officeDocument/2006/relationships/notesMaster" Target="/ppt/notesMasters/notesMaster1.xml" Id="R8ecba7b868824e06" /></Relationships>
</file>

<file path=ppt/notesSlides/_rels/notesSlide251.xml.rels>&#65279;<?xml version="1.0" encoding="utf-8"?><Relationships xmlns="http://schemas.openxmlformats.org/package/2006/relationships"><Relationship Type="http://schemas.openxmlformats.org/officeDocument/2006/relationships/slide" Target="/ppt/slides/slide251.xml" Id="Rb1b92db9f16d465e" /><Relationship Type="http://schemas.openxmlformats.org/officeDocument/2006/relationships/notesMaster" Target="/ppt/notesMasters/notesMaster1.xml" Id="R6919c5afc98f432f" /></Relationships>
</file>

<file path=ppt/notesSlides/_rels/notesSlide252.xml.rels>&#65279;<?xml version="1.0" encoding="utf-8"?><Relationships xmlns="http://schemas.openxmlformats.org/package/2006/relationships"><Relationship Type="http://schemas.openxmlformats.org/officeDocument/2006/relationships/slide" Target="/ppt/slides/slide252.xml" Id="R7277bd214a84410c" /><Relationship Type="http://schemas.openxmlformats.org/officeDocument/2006/relationships/notesMaster" Target="/ppt/notesMasters/notesMaster1.xml" Id="R2e4d8e52f1124b4f" /></Relationships>
</file>

<file path=ppt/notesSlides/_rels/notesSlide253.xml.rels>&#65279;<?xml version="1.0" encoding="utf-8"?><Relationships xmlns="http://schemas.openxmlformats.org/package/2006/relationships"><Relationship Type="http://schemas.openxmlformats.org/officeDocument/2006/relationships/slide" Target="/ppt/slides/slide253.xml" Id="Ra7adee60d4c64c36" /><Relationship Type="http://schemas.openxmlformats.org/officeDocument/2006/relationships/notesMaster" Target="/ppt/notesMasters/notesMaster1.xml" Id="R0c3e1638a4d34a89" /></Relationships>
</file>

<file path=ppt/notesSlides/_rels/notesSlide254.xml.rels>&#65279;<?xml version="1.0" encoding="utf-8"?><Relationships xmlns="http://schemas.openxmlformats.org/package/2006/relationships"><Relationship Type="http://schemas.openxmlformats.org/officeDocument/2006/relationships/slide" Target="/ppt/slides/slide254.xml" Id="Rbec4cf2138d84641" /><Relationship Type="http://schemas.openxmlformats.org/officeDocument/2006/relationships/notesMaster" Target="/ppt/notesMasters/notesMaster1.xml" Id="R6d4a07d0598547a6" /></Relationships>
</file>

<file path=ppt/notesSlides/_rels/notesSlide255.xml.rels>&#65279;<?xml version="1.0" encoding="utf-8"?><Relationships xmlns="http://schemas.openxmlformats.org/package/2006/relationships"><Relationship Type="http://schemas.openxmlformats.org/officeDocument/2006/relationships/slide" Target="/ppt/slides/slide255.xml" Id="Rb1eb80d87e7048f8" /><Relationship Type="http://schemas.openxmlformats.org/officeDocument/2006/relationships/notesMaster" Target="/ppt/notesMasters/notesMaster1.xml" Id="Ra1abd154280a47c6" /></Relationships>
</file>

<file path=ppt/notesSlides/_rels/notesSlide256.xml.rels>&#65279;<?xml version="1.0" encoding="utf-8"?><Relationships xmlns="http://schemas.openxmlformats.org/package/2006/relationships"><Relationship Type="http://schemas.openxmlformats.org/officeDocument/2006/relationships/slide" Target="/ppt/slides/slide256.xml" Id="R22ec8262eae74a6f" /><Relationship Type="http://schemas.openxmlformats.org/officeDocument/2006/relationships/notesMaster" Target="/ppt/notesMasters/notesMaster1.xml" Id="Raaefa1d628f04656" /></Relationships>
</file>

<file path=ppt/notesSlides/_rels/notesSlide257.xml.rels>&#65279;<?xml version="1.0" encoding="utf-8"?><Relationships xmlns="http://schemas.openxmlformats.org/package/2006/relationships"><Relationship Type="http://schemas.openxmlformats.org/officeDocument/2006/relationships/slide" Target="/ppt/slides/slide257.xml" Id="Rf42782c73f9841f3" /><Relationship Type="http://schemas.openxmlformats.org/officeDocument/2006/relationships/notesMaster" Target="/ppt/notesMasters/notesMaster1.xml" Id="R7372d0cd0e3a4f53" /></Relationships>
</file>

<file path=ppt/notesSlides/_rels/notesSlide258.xml.rels>&#65279;<?xml version="1.0" encoding="utf-8"?><Relationships xmlns="http://schemas.openxmlformats.org/package/2006/relationships"><Relationship Type="http://schemas.openxmlformats.org/officeDocument/2006/relationships/slide" Target="/ppt/slides/slide258.xml" Id="R5d5e91258ab54a22" /><Relationship Type="http://schemas.openxmlformats.org/officeDocument/2006/relationships/notesMaster" Target="/ppt/notesMasters/notesMaster1.xml" Id="R08b04b9686854331" /></Relationships>
</file>

<file path=ppt/notesSlides/_rels/notesSlide259.xml.rels>&#65279;<?xml version="1.0" encoding="utf-8"?><Relationships xmlns="http://schemas.openxmlformats.org/package/2006/relationships"><Relationship Type="http://schemas.openxmlformats.org/officeDocument/2006/relationships/slide" Target="/ppt/slides/slide259.xml" Id="Rd36c959161a54323" /><Relationship Type="http://schemas.openxmlformats.org/officeDocument/2006/relationships/notesMaster" Target="/ppt/notesMasters/notesMaster1.xml" Id="Rb57fabb5ced2429a" /></Relationships>
</file>

<file path=ppt/notesSlides/_rels/notesSlide260.xml.rels>&#65279;<?xml version="1.0" encoding="utf-8"?><Relationships xmlns="http://schemas.openxmlformats.org/package/2006/relationships"><Relationship Type="http://schemas.openxmlformats.org/officeDocument/2006/relationships/slide" Target="/ppt/slides/slide260.xml" Id="R066757ddd6184426" /><Relationship Type="http://schemas.openxmlformats.org/officeDocument/2006/relationships/notesMaster" Target="/ppt/notesMasters/notesMaster1.xml" Id="R25e33063fc744b09" /></Relationships>
</file>

<file path=ppt/notesSlides/_rels/notesSlide261.xml.rels>&#65279;<?xml version="1.0" encoding="utf-8"?><Relationships xmlns="http://schemas.openxmlformats.org/package/2006/relationships"><Relationship Type="http://schemas.openxmlformats.org/officeDocument/2006/relationships/slide" Target="/ppt/slides/slide261.xml" Id="R9f55328bfdb94f87" /><Relationship Type="http://schemas.openxmlformats.org/officeDocument/2006/relationships/notesMaster" Target="/ppt/notesMasters/notesMaster1.xml" Id="R0df58850f8c94777" /></Relationships>
</file>

<file path=ppt/notesSlides/_rels/notesSlide262.xml.rels>&#65279;<?xml version="1.0" encoding="utf-8"?><Relationships xmlns="http://schemas.openxmlformats.org/package/2006/relationships"><Relationship Type="http://schemas.openxmlformats.org/officeDocument/2006/relationships/slide" Target="/ppt/slides/slide262.xml" Id="Rf445367e7f1343ad" /><Relationship Type="http://schemas.openxmlformats.org/officeDocument/2006/relationships/notesMaster" Target="/ppt/notesMasters/notesMaster1.xml" Id="R3507688637954688" /></Relationships>
</file>

<file path=ppt/notesSlides/_rels/notesSlide263.xml.rels>&#65279;<?xml version="1.0" encoding="utf-8"?><Relationships xmlns="http://schemas.openxmlformats.org/package/2006/relationships"><Relationship Type="http://schemas.openxmlformats.org/officeDocument/2006/relationships/slide" Target="/ppt/slides/slide263.xml" Id="R73a4bd569c0147d6" /><Relationship Type="http://schemas.openxmlformats.org/officeDocument/2006/relationships/notesMaster" Target="/ppt/notesMasters/notesMaster1.xml" Id="Rafc0b91c03f64848" /></Relationships>
</file>

<file path=ppt/notesSlides/_rels/notesSlide264.xml.rels>&#65279;<?xml version="1.0" encoding="utf-8"?><Relationships xmlns="http://schemas.openxmlformats.org/package/2006/relationships"><Relationship Type="http://schemas.openxmlformats.org/officeDocument/2006/relationships/slide" Target="/ppt/slides/slide264.xml" Id="Ra4dea6fec7d247ec" /><Relationship Type="http://schemas.openxmlformats.org/officeDocument/2006/relationships/notesMaster" Target="/ppt/notesMasters/notesMaster1.xml" Id="Rdef4f50b4d414fff" /></Relationships>
</file>

<file path=ppt/notesSlides/_rels/notesSlide265.xml.rels>&#65279;<?xml version="1.0" encoding="utf-8"?><Relationships xmlns="http://schemas.openxmlformats.org/package/2006/relationships"><Relationship Type="http://schemas.openxmlformats.org/officeDocument/2006/relationships/slide" Target="/ppt/slides/slide265.xml" Id="R7085666a3af346c9" /><Relationship Type="http://schemas.openxmlformats.org/officeDocument/2006/relationships/notesMaster" Target="/ppt/notesMasters/notesMaster1.xml" Id="R3a296682157f4464" /></Relationships>
</file>

<file path=ppt/notesSlides/_rels/notesSlide266.xml.rels>&#65279;<?xml version="1.0" encoding="utf-8"?><Relationships xmlns="http://schemas.openxmlformats.org/package/2006/relationships"><Relationship Type="http://schemas.openxmlformats.org/officeDocument/2006/relationships/slide" Target="/ppt/slides/slide266.xml" Id="R1e9fa5089d38480c" /><Relationship Type="http://schemas.openxmlformats.org/officeDocument/2006/relationships/notesMaster" Target="/ppt/notesMasters/notesMaster1.xml" Id="Rde572794f39d40f4" /></Relationships>
</file>

<file path=ppt/notesSlides/_rels/notesSlide267.xml.rels>&#65279;<?xml version="1.0" encoding="utf-8"?><Relationships xmlns="http://schemas.openxmlformats.org/package/2006/relationships"><Relationship Type="http://schemas.openxmlformats.org/officeDocument/2006/relationships/slide" Target="/ppt/slides/slide267.xml" Id="R4b8a8a80d2594978" /><Relationship Type="http://schemas.openxmlformats.org/officeDocument/2006/relationships/notesMaster" Target="/ppt/notesMasters/notesMaster1.xml" Id="Rdb95b78e3f364e0b" /></Relationships>
</file>

<file path=ppt/notesSlides/_rels/notesSlide268.xml.rels>&#65279;<?xml version="1.0" encoding="utf-8"?><Relationships xmlns="http://schemas.openxmlformats.org/package/2006/relationships"><Relationship Type="http://schemas.openxmlformats.org/officeDocument/2006/relationships/slide" Target="/ppt/slides/slide268.xml" Id="R10672101a7f74a32" /><Relationship Type="http://schemas.openxmlformats.org/officeDocument/2006/relationships/notesMaster" Target="/ppt/notesMasters/notesMaster1.xml" Id="R72ede09cf51b43e5" /></Relationships>
</file>

<file path=ppt/notesSlides/_rels/notesSlide269.xml.rels>&#65279;<?xml version="1.0" encoding="utf-8"?><Relationships xmlns="http://schemas.openxmlformats.org/package/2006/relationships"><Relationship Type="http://schemas.openxmlformats.org/officeDocument/2006/relationships/slide" Target="/ppt/slides/slide269.xml" Id="Rc3e224185b574b91" /><Relationship Type="http://schemas.openxmlformats.org/officeDocument/2006/relationships/notesMaster" Target="/ppt/notesMasters/notesMaster1.xml" Id="R97c37a7d060444fc" /></Relationships>
</file>

<file path=ppt/notesSlides/_rels/notesSlide270.xml.rels>&#65279;<?xml version="1.0" encoding="utf-8"?><Relationships xmlns="http://schemas.openxmlformats.org/package/2006/relationships"><Relationship Type="http://schemas.openxmlformats.org/officeDocument/2006/relationships/slide" Target="/ppt/slides/slide270.xml" Id="R6c0a4608ba9c4194" /><Relationship Type="http://schemas.openxmlformats.org/officeDocument/2006/relationships/notesMaster" Target="/ppt/notesMasters/notesMaster1.xml" Id="Rc99f6ae7889c4a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과정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오프닝 2분. 40시간 동안 하나의 검증 가능한 업무 Agent를 완성한다고 선언한다.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첫날 운영 안내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강사의 오후 주요 일정 때문에 이번 주만 점심시간을 14:00-15:00에 운영한다. 11:30-12:00에는 빠른 점심 또는 간식을 미리 섭취하도록 안내한다. 쉬는 시간은 각 수업 구간의 맨 끝에 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첫날 전체 시간표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3쪽의 하루 지도다. 각 차시 표지에서 같은 시간·내용·산출물을 다시 찾아 현재 위치를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머신러닝·딥러닝·LLM을 거쳐, 지금은 Agent 제품을 만듭니다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금융→의료→교육→이커머스를 데이터 형태와 제품 책임의 확장으로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먼저 네 단어의 역할만 잡고 갑니다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재직자와 구직자는 같은 기술을 다르게 증명한다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수업은 네 번의 움직임을 반복합니다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막히면 “안 돼요”보다 네 가지를 알려주세요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속도가 달라도, 다음 행동은 분명합니다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완료는 “작동했다”가 아니라 “다시 확인할 수 있다”입니다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AI Agent를 만드는 일은, 책임 경계를 그리는 일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local://llm-agent-and-workflow-automation</a:t>
            </a:r>
          </a:p>
          <a:p xmlns:a="http://schemas.openxmlformats.org/drawingml/2006/main">
            <a:r>
              <a:t>- local://src/day1_agent.py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Codex CLI · 저장소를 읽고 실행하는 Agent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Claude Code · 터미널 중심 Harness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실제 VS Code 저장소 · 수업의 출발 화면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local://llm-agent-and-workflow-automation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실제 Agent 코드 · 표준 라이브러리부터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local://src/day1_agent.py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작업 요청을 먼저 spec으로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Agent의 최소 반복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Day 1 완료조건을 명령으로 표현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저장소가 말해주는 역할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강사 회의음성 Demo · 실패해도 수업은 계속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1 · 강사 Demo를 보고 내 업무를 고릅니다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06 MIN. 5분·2분·1분 전에 남은 시간을 공지한다. 구두 예시로 끝내지 않는다. 강사는 data/demo_meeting.wav 또는 본인이 녹음한 30–60초 WAV를 넣고 실제 코드 결과를 먼저 보여준다. 네트워크·모델 실패에 대비해 data/meeting_sample_ko.txt와 사전 생성 JSON을 즉시 여는 fallback을 준비한다. 온라인 개인 실습이므로 수강생에게 발표나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2 · 오늘 사용할 예시를 혼자 정합니다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05 MIN. 5분·2분·1분 전에 남은 시간을 공지한다. 온라인 개인 실습이다. 선택한 업무나 구직 상태를 공개하게 하지 않고, 개인 notebook에만 적게 한다. 발표는 진행하지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3 · 최종 데모 역산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실습 4 · 환경 신호등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06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1 · 문제 범위가 너무 크다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2 · 실제 회사 데이터를 가져온다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실패 3 · 모델 선택부터 시작한다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재직자 · 현업 PoC 승인 관점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09:00-09:50 · Agent와 문제 정의</a:t>
            </a:r>
          </a:p>
          <a:p xmlns:a="http://schemas.openxmlformats.org/drawingml/2006/main">
            <a:r>
              <a:t>이 장표의 역할: Gate 1 · 범위를 줄일 수 있습니까?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기준·남길 결과를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실행 전에 알아야 할 네 가지 계약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Calling은 실행 권한의 계약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Schema는 문서이자 방화벽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Registry가 실행 가능한 세계를 제한한다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최소 권한은 기능을 줄이는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Validation은 실행 전에 끝낸다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오류도 정상적인 결과 형식이다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Read와 Write는 위험도가 다르다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Audit event가 설명 가능성을 만든다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호출의 4단계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Prompt와 Schema를 만드는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파일 도구의 경로 검증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 분류 결정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테스트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https://docs.ollama.com/api/introduction</a:t>
            </a:r>
          </a:p>
          <a:p xmlns:a="http://schemas.openxmlformats.org/drawingml/2006/main">
            <a:r>
              <a:t>- https://docs.github.com/en/rest/authentication/authenticating-to-the-rest-api</a:t>
            </a:r>
          </a:p>
          <a:p xmlns:a="http://schemas.openxmlformats.org/drawingml/2006/main">
            <a:r>
              <a:t>- https://docs.pytest.org/en/stable/getting-started.html</a:t>
            </a:r>
          </a:p>
          <a:p xmlns:a="http://schemas.openxmlformats.org/drawingml/2006/main">
            <a:r>
              <a:t>- local://python3-m-pytest-q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Ollama API · 호출 형식을 공식 문서로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https://docs.ollama.com/api/introduction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GitHub REST · 인증은 코드와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https://docs.github.com/en/rest/authentication/authenticating-to-the-rest-api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pytest · 실패를 재현하는 가장 작은 도구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https://docs.pytest.org/en/stable/getting-started.html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실제 실행 · 9 tests 통과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local://python3-m-pytest-q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도구 schema · 허용 입력만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예상 밖 인자를 차단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경로 이탈을 막는 guard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오류를 공통 result로 정규화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Tool Calling Prompt의 최소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1 · 도구 한 개를 schema로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2 · 잘못된 호출 3개 만들기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3 · workspace guard 읽기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09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실습 4 · ToolResult 계약 검증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1 · 모델 JSON을 바로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2 · 범용 shell 도구 제공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실패 3 · 모든 오류를 retry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재직자 · Tool 권한 승인표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09:50-10:40 · Tool Calling과 실행 권한</a:t>
            </a:r>
          </a:p>
          <a:p xmlns:a="http://schemas.openxmlformats.org/drawingml/2006/main">
            <a:r>
              <a:t>이 장표의 역할: Gate 2 · 이 Tool Call을 실행할까요?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기준·남길 결과를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데이터를 읽는 네 가지 단위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PBL은 기술 목록이 아니라 사용자 문제에서 시작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K-Work Copilot의 공통 입력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한국어는 띄어쓰기보다 업무 맥락이 어렵다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실제 데이터처럼 보이는 최소 조건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데이터 공개와 사용 허가는 다르다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Dataset Card가 실습을 재현하게 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Transcript schema가 STT와 LLM을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Evidence가 요약의 근거를 고정한다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공개 데이터 선택 4단계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업무 Prompt의 기본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비식별 처리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Golden set 만드는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PBL canvas 네 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데이터의 핵심은 맥락과 책임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https://data.seoul.go.kr/</a:t>
            </a:r>
          </a:p>
          <a:p xmlns:a="http://schemas.openxmlformats.org/drawingml/2006/main">
            <a:r>
              <a:t>- https://kli.korean.go.kr/corpus/</a:t>
            </a:r>
          </a:p>
          <a:p xmlns:a="http://schemas.openxmlformats.org/drawingml/2006/main">
            <a:r>
              <a:t>- https://dataset.nanet.go.kr/</a:t>
            </a:r>
          </a:p>
          <a:p xmlns:a="http://schemas.openxmlformats.org/drawingml/2006/main">
            <a:r>
              <a:t>- https://support.google.com/meet/answer/12849897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서울 열린데이터광장 · 한국어 공공 데이터 탐색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https://data.seoul.go.kr/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국립국어원 모두의 말뭉치 · 한국어 원자료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https://kli.korean.go.kr/corpus/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국회 회의록 빅데이터 · 실제 발화 구조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https://dataset.nanet.go.kr/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Google Meet 전사 · Managed STT의 현재 위치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https://support.google.com/meet/answer/12849897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회의 segment schema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Action Item에 evidence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모호한 날짜는 추론하지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한국어 회의 Prompt · 모호하면 추론하지 않기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Dataset card 최소 필드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1 · 한국어 사례 후보 3개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2 · 이용 조건 확인표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3 · 상세 회의에서 근거 구간 찾기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실습 4 · Golden JSON과 비교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1 · 데이터가 너무 크다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2 · 공개 페이지를 그대로 재배포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실패 3 · 정답 없이 prompt를 튜닝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재직자 · 실제 업무를 안전하게 추상화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10:40-11:30 · 한국어 데이터와 PBL 사례</a:t>
            </a:r>
          </a:p>
          <a:p xmlns:a="http://schemas.openxmlformats.org/drawingml/2006/main">
            <a:r>
              <a:t>이 장표의 역할: Gate 3 · 이 Action Item을 믿어도 될까요?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기준·남길 결과를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설치보다 먼저 구분할 네 가지 환경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무료의 정의를 먼저 합의한다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필수 경로와 강사 가속 경로를 분리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Python은 실행기, VS Code는 작업 공간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가상환경은 프로젝트의 재현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Git과 GitHub는 변경의 증거와 검토 장소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Jupyter는 설명과 실행의 다리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Secret은 코드·노트북·캡처 밖에 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Harness Engineering은 PR에서 완료된다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https://learn.chatgpt.com/docs/third-party/github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환경 설치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VS Code interpreter 선택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GitHub branch와 Draft PR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Codex PR 검토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https://www.python.org/downloads/</a:t>
            </a:r>
          </a:p>
          <a:p xmlns:a="http://schemas.openxmlformats.org/drawingml/2006/main">
            <a:r>
              <a:t>- https://code.visualstudio.com/docs/python/python-tutorial</a:t>
            </a:r>
          </a:p>
          <a:p xmlns:a="http://schemas.openxmlformats.org/drawingml/2006/main">
            <a:r>
              <a:t>- https://git-scm.com/book/en/v2/Getting-Started-First-Time-Git-Setup</a:t>
            </a:r>
          </a:p>
          <a:p xmlns:a="http://schemas.openxmlformats.org/drawingml/2006/main">
            <a:r>
              <a:t>- https://docs.github.com/en/repositories/creating-and-managing-repositories/quickstart-for-repositories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Python 공식 다운로드 · interpreter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https://www.python.org/downloads/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VS Code Python 튜토리얼 · 세 구성요소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https://code.visualstudio.com/docs/python/python-tutorial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 첫 설정 · identity와 기본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https://git-scm.com/book/en/v2/Getting-Started-First-Time-Git-Setup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GitHub repository quickstart · 교육용 sandbox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https://docs.github.com/en/repositories/creating-and-managing-repositories/quickstart-for-repositories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환경 확인 네 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명령 · macOS/Linux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가상환경 명령 · Windows PowerShell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작은 branch에서 Draft PR까지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AGENTS.md · Codex가 볼 Review 기준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https://learn.chatgpt.com/docs/third-party/github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1 · 버전 확인 캡처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2 · 가상환경과 interpreter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3 · notebook 열기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실습 4 · Branch→Codex→Test→PR 준비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 강사는 연결된 sandbox repo에서 push와 Draft PR을 시연한다. 수강생은 계정·권한·gh 설치가 준비된 경우에만 PR까지 따라 한다. 자동 리뷰는 @codex review로 요청할 수 있지만 결과는 참고 의견이며, CI와 사람의 diff 확인 뒤에만 merge한다.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1 · 설치를 끝없이 붙잡는다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2 · 전역 Python에 모두 설치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실패 3 · Agent에게 저장소 전체 수정 허용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재직자 · 회사 PC 제약 lane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12:00-12:50 · Python·VS Code·Git 환경</a:t>
            </a:r>
          </a:p>
          <a:p xmlns:a="http://schemas.openxmlformats.org/drawingml/2006/main">
            <a:r>
              <a:t>이 장표의 역할: Gate 4 · 다른 PC에서도 다시 실행할 수 있을까요?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기준·남길 결과를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Agent 실행 루프를 나누는 네 역할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처음부터 LLM을 넣지 않는 이유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Planner는 “무엇을 할까”만 결정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Validator는 안전 경계를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Executor는 등록 함수만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ToolResult는 성공과 실패의 공통 언어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read_public_text는 의도적으로 좁다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count_action_markers는 LLM 전 fixture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코드 읽기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Run All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주입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pytest 빨강→초록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Git checkpoint 만들기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단계별 화면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화면을 보기 전에 전체 경로와 마지막 성공 신호를 먼저 공유한다.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https://jupyter.org/install</a:t>
            </a:r>
          </a:p>
          <a:p xmlns:a="http://schemas.openxmlformats.org/drawingml/2006/main">
            <a:r>
              <a:t>- https://code.visualstudio.com/docs/languages/python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https://docs.anthropic.com/en/docs/claude-code/terminal-guide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Jupyter 설치 · notebook 실행기의 공식 경로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https://jupyter.org/install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VS Code Python · editor와 interpreter 연결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https://code.visualstudio.com/docs/languages/python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Codex CLI · 작은 spec으로 수정 가속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https://developers.openai.com/codex/cli/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Claude Code · 동일 repo에서 검토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https://docs.anthropic.com/en/docs/claude-code/terminal-guide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규칙 기반 planner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SafeToolExecutor의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파일 확장자 allowlist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중복 호출 cache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Agent event 한 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1 · Notebook Run All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2 · 정상 도구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3 · 실패 4종 재현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실습 4 · pytest 9개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1 · Notebook과 module이 다른 Python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2 · 첫 실패 뒤 계속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실패 3 · 테스트를 통과시키려고 정책 완화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재직자 · Safe loop를 현업 tool에 매핑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12:50-13:40 · 안전한 Agent 실행 루프</a:t>
            </a:r>
          </a:p>
          <a:p xmlns:a="http://schemas.openxmlformats.org/drawingml/2006/main">
            <a:r>
              <a:t>이 장표의 역할: Gate 5 · 14:00 점심 전 실행 증거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14:00에 정확히 점심을 시작하고 14:55 복귀를 공지한다. 점심 변경 사유와 사과는 오프닝 운영 장표에서 이미 전달했으므로 여기서는 반복하지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기준·남길 결과를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모델을 교체하기 위한 네 가지 층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필수 목표는 “모델 설치 성공”이 아니다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Ollama는 CLI와 localhost API 경로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LM Studio는 GUI와 OpenAI-compatible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Jan은 desktop local API 대안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Provider adapter가 차이를 감춘다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OpenAI-compatible은 완전 동일을 뜻하지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작은 모델은 출력 계약을 더 엄격히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로컬 provider 선택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최소 실행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Adapter 네 단계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Structured output 처리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모델 오류 분류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무료 실습의 핵심은 교체 가능한 구조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https://ollama.com/download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https://lmstudio.ai/docs/developer/core/server</a:t>
            </a:r>
          </a:p>
          <a:p xmlns:a="http://schemas.openxmlformats.org/drawingml/2006/main">
            <a:r>
              <a:t>- https://www.jan.ai/docs/desktop/api-server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다운로드 · OS별 설치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https://ollama.com/download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Qwen3 model library · tag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LM Studio · Local LLM API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https://lmstudio.ai/docs/developer/core/server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Jan · Local API Server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https://www.jan.ai/docs/desktop/api-server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Ollama generate payload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https://docs.ollama.com/api/generate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연결 실패도 result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공통 Provider protocol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JSON parse와 schema validate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bounded repair · 한 번만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1 · Ollama health 확인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2 · 선택 provider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3 · 공통 contract 비교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실습 4 · 깨진 JSON 복구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1 · 큰 모델 다운로드를 기다림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2 · 연결 실패를 traceback으로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실패 3 · JSON처럼 보이면 통과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재직자 · 로컬 LLM 도입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15:00-15:40 · 무료·로컬 LLM과 Adapter</a:t>
            </a:r>
          </a:p>
          <a:p xmlns:a="http://schemas.openxmlformats.org/drawingml/2006/main">
            <a:r>
              <a:t>이 장표의 역할: Gate 6 · Local LLM이 꺼져도 계속하기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기준·남길 결과를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중단과 재개를 설명하는 네 단어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State는 다음 행동의 근거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Node는 한 가지 책임의 함수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Edge는 다음 node를 정하는 정책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Checkpointer가 중단과 재개를 가능하게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Interrupt는 “잠깐 멈춤”이 아니라 업무 상태다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공식 튜토리얼의 workflow를 보며 어디에서 중단하고 사람이 개입하는지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https://www.ibm.com/think/tutorials/human-in-the-loop-ai-agent-langraph-watsonx-ai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Approve·Edit·Reject는 다른 event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Retry는 일시 오류에만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Graph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오류 routing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Human review node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Interrupt payload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Idempotent publish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LangGraph는 중단과 재시작을 설계한다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https://docs.langchain.com/oss/python/langgraph/overview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LangChain overview · 조합 계층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https://docs.langchain.com/oss/python/langchain/overview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 overview · stateful orchestration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https://docs.langchain.com/oss/python/langgraph/overview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 interrupts · 사람 입력에서 중단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LangGraph persistence · checkpoint와 thread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https://docs.langchain.com/oss/python/langgraph/persistence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State schema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오류 route 함수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Interrupt로 검토 요청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Command로 같은 thread 재개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승인 event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1 · State 필드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2 · Node와 edge 카드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3 · Retry 정책표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실습 4 · Reviewer 역할극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12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실패 1 · State에 모든 것을 저장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실패 2 · interrupt를 try/except로 감쌈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실패 3 · 승인 전에 외부 쓰기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재직자 · Human Approval 운영표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15:40-16:20 · LangGraph와 사람 승인</a:t>
            </a:r>
          </a:p>
          <a:p xmlns:a="http://schemas.openxmlformats.org/drawingml/2006/main">
            <a:r>
              <a:t>이 장표의 역할: Gate 7 · 승인 뒤 같은 요청이 다시 왔습니다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온라인 개인 판단으로 진행한다. 발표나 공개 공유를 요구하지 않고, 질문이 있으면 채팅창에 첫 오류 또는 판단 근거 한 줄만 받는다. 강사가 대표 상황을 골라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차시 구분 표지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시간을 먼저 읽고, 지금 배울 내용·이해할 기준·남길 결과를 왼쪽부터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시간대 지도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필수 본편은 개념·화면·따라하기·증거다. 실패·복구와 확장은 반 속도에 맞춰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관측과 배포 판단을 잇는 네 단어 · 통합 용어표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네 용어를 개별 장표로 반복하지 않고 한 표에서 역할 차이를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Managed 회의 기능은 현업의 현재 출발점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수업의 local STT는 원리를 이해하는 최소 실습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품질은 WER 하나로 끝나지 않는다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trace는 실행의 계보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민감 데이터는 trace 전에 줄인다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Dataset이 평가 입력을 고정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전체 pipeline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실행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Trace 설계 순서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Dataset 구축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평가 루프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LangSmith는 배포 결정을 위한 증거다 도구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툴 이름을 나열하지 않고 역할·선택 이유·대안과의 차이를 먼저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https://github.com/ggml-org/whisper.cpp</a:t>
            </a:r>
          </a:p>
          <a:p xmlns:a="http://schemas.openxmlformats.org/drawingml/2006/main">
            <a:r>
              <a:t>- https://support.google.com/meet/answer/14754931</a:t>
            </a:r>
          </a:p>
          <a:p xmlns:a="http://schemas.openxmlformats.org/drawingml/2006/main">
            <a:r>
              <a:t>- https://docs.langchain.com/langsmith/observability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faster-whisper · Python 기반 local STT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whisper.cpp · 경량 local 대안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https://github.com/ggml-org/whisper.cpp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Google Meet 자동 노트 · 만들기보다 통합하기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https://support.google.com/meet/answer/14754931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observability · trace tree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https://docs.langchain.com/langsmith/observability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evaluation · dataset과 experiment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화면에서 메뉴·명령·성공 신호를 순서대로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faster-whisper 최소 호출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https://github.com/SYSTRAN/faster-whisper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STT 품질 flag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LangSmith 환경 변수 경계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Trace metadata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결정론적 evaluator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코드를 위에서 아래로 읽고, 바꿔도 되는 값과 고정해야 할 계약을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1 · Managed vs Local 선택표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07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2 · STT quality policy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3 · Trace에서 답할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08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실습 4 · Evaluation dataset 설계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실습 10 MIN. 5분·2분·1분 전에 남은 시간을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1 · STT 결과를 정답으로 간주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2 · 모든 trace에 원문 전송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실패 3 · trace만 보고 평가 완료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재직자 · 운영 dashboard 질문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실패를 숨기지 않고 재현한 뒤, 재시도·중단·사람 검토 중 하나를 선택한다.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구간: 16:20-17:00 · STT와 LangSmith</a:t>
            </a:r>
          </a:p>
          <a:p xmlns:a="http://schemas.openxmlformats.org/drawingml/2006/main">
            <a:r>
              <a:t>이 장표의 역할: 17:30–18:00 · Q&amp;A와 Exit Ticket</a:t>
            </a:r>
          </a:p>
          <a:p xmlns:a="http://schemas.openxmlformats.org/drawingml/2006/main">
            <a:r>
              <a:t>진행: 핵심 문장을 먼저 말하고, 화면의 항목을 위에서 아래로 1개씩 연결한다.</a:t>
            </a:r>
          </a:p>
          <a:p xmlns:a="http://schemas.openxmlformats.org/drawingml/2006/main">
            <a:r>
              <a:t>확인 질문: 학습자가 자신의 업무 또는 포트폴리오 상황에 같은 원리를 적용해 1문장으로 설명하게 한다.</a:t>
            </a:r>
          </a:p>
          <a:p xmlns:a="http://schemas.openxmlformats.org/drawingml/2006/main">
            <a:r>
              <a:t>빠른 반: 아래 항목 중 하나를 실제 코드·정책·평가 지표로 확장한다.</a:t>
            </a:r>
          </a:p>
          <a:p xmlns:a="http://schemas.openxmlformats.org/drawingml/2006/main">
            <a:r>
              <a:t>복구 반: 용어보다 입력·처리·출력·검증의 네 칸만 채우고 다음 장으로 이동한다.</a:t>
            </a:r>
          </a:p>
          <a:p xmlns:a="http://schemas.openxmlformats.org/drawingml/2006/main">
            <a:r>
              <a:t>17:30부터 30분을 Q&amp;A·실습 복구·Exit Ticket에 사용한다. 여기서만 Day 1 전체 구조를 짧게 회수한다. Day2–5는 일반 점심 12:00–13:00으로 운영한다고 공지한다.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1988c620c345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cfa4b865c3401e" /><Relationship Type="http://schemas.openxmlformats.org/officeDocument/2006/relationships/slideLayout" Target="/ppt/slideLayouts/slideLayout1.xml" Id="R97a0cf96b06e40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a0cf96b06e40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7127dc3154600" /><Relationship Type="http://schemas.openxmlformats.org/officeDocument/2006/relationships/notesSlide" Target="/ppt/notesSlides/notesSlide1.xml" Id="R934b82c44baf47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a3c25671bb48ed" /><Relationship Type="http://schemas.openxmlformats.org/officeDocument/2006/relationships/image" Target="/ppt/media/image.png" Id="R0bb6aa92a18740ce" /><Relationship Type="http://schemas.openxmlformats.org/officeDocument/2006/relationships/image" Target="/ppt/media/image.svg" Id="Reba444d6bf3e4299" /><Relationship Type="http://schemas.openxmlformats.org/officeDocument/2006/relationships/notesSlide" Target="/ppt/notesSlides/notesSlide2.xml" Id="R59743924cb5d40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887c87a953406f" /><Relationship Type="http://schemas.openxmlformats.org/officeDocument/2006/relationships/notesSlide" Target="/ppt/notesSlides/notesSlide3.xml" Id="Rfdc972cb409140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3cdd58fee4c28" /><Relationship Type="http://schemas.openxmlformats.org/officeDocument/2006/relationships/notesSlide" Target="/ppt/notesSlides/notesSlide4.xml" Id="Rd4eff30180ed47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4560d68cf47ff" /><Relationship Type="http://schemas.openxmlformats.org/officeDocument/2006/relationships/notesSlide" Target="/ppt/notesSlides/notesSlide5.xml" Id="R79b5a8d2bd8441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47917afe3488e" /><Relationship Type="http://schemas.openxmlformats.org/officeDocument/2006/relationships/image" Target="/ppt/media/image2.png" Id="R76ebfaed4d8c45c8" /><Relationship Type="http://schemas.openxmlformats.org/officeDocument/2006/relationships/image" Target="/ppt/media/image2.svg" Id="R0df200d40cd84fd6" /><Relationship Type="http://schemas.openxmlformats.org/officeDocument/2006/relationships/notesSlide" Target="/ppt/notesSlides/notesSlide6.xml" Id="R9c2f5b898e664f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647d76f6640e8" /><Relationship Type="http://schemas.openxmlformats.org/officeDocument/2006/relationships/notesSlide" Target="/ppt/notesSlides/notesSlide7.xml" Id="Re238323e8b1948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256daf9cc4249" /><Relationship Type="http://schemas.openxmlformats.org/officeDocument/2006/relationships/image" Target="/ppt/media/image3.png" Id="R46df0a3dccf74d93" /><Relationship Type="http://schemas.openxmlformats.org/officeDocument/2006/relationships/image" Target="/ppt/media/image3.svg" Id="R74e0690764114092" /><Relationship Type="http://schemas.openxmlformats.org/officeDocument/2006/relationships/notesSlide" Target="/ppt/notesSlides/notesSlide8.xml" Id="R7e8eb9a26dc14f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3d630c06d4de3" /><Relationship Type="http://schemas.openxmlformats.org/officeDocument/2006/relationships/notesSlide" Target="/ppt/notesSlides/notesSlide9.xml" Id="R8cb4ed93da1748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e1062ab274a82" /><Relationship Type="http://schemas.openxmlformats.org/officeDocument/2006/relationships/notesSlide" Target="/ppt/notesSlides/notesSlide10.xml" Id="R5166d267c1bf40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c37637cc14805" /><Relationship Type="http://schemas.openxmlformats.org/officeDocument/2006/relationships/notesSlide" Target="/ppt/notesSlides/notesSlide11.xml" Id="R8cb70e0406564c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39014f2774bdb" /><Relationship Type="http://schemas.openxmlformats.org/officeDocument/2006/relationships/image" Target="/ppt/media/image.jpeg" Id="R393212ac14094b83" /><Relationship Type="http://schemas.openxmlformats.org/officeDocument/2006/relationships/notesSlide" Target="/ppt/notesSlides/notesSlide12.xml" Id="Rff76600b52d642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01294b218441b" /><Relationship Type="http://schemas.openxmlformats.org/officeDocument/2006/relationships/image" Target="/ppt/media/image2.jpeg" Id="Re1a7cf25e35e4c54" /><Relationship Type="http://schemas.openxmlformats.org/officeDocument/2006/relationships/notesSlide" Target="/ppt/notesSlides/notesSlide13.xml" Id="R6eb1ed7f89624c0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b1dfdfaf884005" /><Relationship Type="http://schemas.openxmlformats.org/officeDocument/2006/relationships/image" Target="/ppt/media/image3.jpeg" Id="R606ec803fb9c477e" /><Relationship Type="http://schemas.openxmlformats.org/officeDocument/2006/relationships/notesSlide" Target="/ppt/notesSlides/notesSlide14.xml" Id="R11eb9aa3947f45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f04e50a014f27" /><Relationship Type="http://schemas.openxmlformats.org/officeDocument/2006/relationships/image" Target="/ppt/media/image4.jpeg" Id="R07c4969cb22e4a67" /><Relationship Type="http://schemas.openxmlformats.org/officeDocument/2006/relationships/notesSlide" Target="/ppt/notesSlides/notesSlide15.xml" Id="Rf628f81b33bf416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f859d84bf467b" /><Relationship Type="http://schemas.openxmlformats.org/officeDocument/2006/relationships/notesSlide" Target="/ppt/notesSlides/notesSlide16.xml" Id="R10cbe5d22bb14e9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7c96963584018" /><Relationship Type="http://schemas.openxmlformats.org/officeDocument/2006/relationships/notesSlide" Target="/ppt/notesSlides/notesSlide17.xml" Id="R216d527f5fe246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b31c4dd7c41b5" /><Relationship Type="http://schemas.openxmlformats.org/officeDocument/2006/relationships/notesSlide" Target="/ppt/notesSlides/notesSlide18.xml" Id="R56b588183aae40a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bfa0ccbba486f" /><Relationship Type="http://schemas.openxmlformats.org/officeDocument/2006/relationships/notesSlide" Target="/ppt/notesSlides/notesSlide19.xml" Id="R1f134635242d4f3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454607ab764574" /><Relationship Type="http://schemas.openxmlformats.org/officeDocument/2006/relationships/notesSlide" Target="/ppt/notesSlides/notesSlide20.xml" Id="R2b7015ef44c74af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2b4da456f4197" /><Relationship Type="http://schemas.openxmlformats.org/officeDocument/2006/relationships/notesSlide" Target="/ppt/notesSlides/notesSlide21.xml" Id="Re4dc0040d2664b4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92c3f521a41ff" /><Relationship Type="http://schemas.openxmlformats.org/officeDocument/2006/relationships/notesSlide" Target="/ppt/notesSlides/notesSlide22.xml" Id="Rddda52e10436458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798bc96924148" /><Relationship Type="http://schemas.openxmlformats.org/officeDocument/2006/relationships/notesSlide" Target="/ppt/notesSlides/notesSlide23.xml" Id="R11f88f751dc44c3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102b7a3514599" /><Relationship Type="http://schemas.openxmlformats.org/officeDocument/2006/relationships/notesSlide" Target="/ppt/notesSlides/notesSlide24.xml" Id="R522744907f854b3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8e2d9552648b3" /><Relationship Type="http://schemas.openxmlformats.org/officeDocument/2006/relationships/notesSlide" Target="/ppt/notesSlides/notesSlide25.xml" Id="Rc8feb2517bc840d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3092607bd44b1" /><Relationship Type="http://schemas.openxmlformats.org/officeDocument/2006/relationships/notesSlide" Target="/ppt/notesSlides/notesSlide26.xml" Id="R8f40d9fda0664be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4ae1dbc6f417a" /><Relationship Type="http://schemas.openxmlformats.org/officeDocument/2006/relationships/notesSlide" Target="/ppt/notesSlides/notesSlide27.xml" Id="R90cc11fae9ac464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68741294a4639" /><Relationship Type="http://schemas.openxmlformats.org/officeDocument/2006/relationships/notesSlide" Target="/ppt/notesSlides/notesSlide28.xml" Id="R6f76700c971b47d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d29f02b394cdc" /><Relationship Type="http://schemas.openxmlformats.org/officeDocument/2006/relationships/notesSlide" Target="/ppt/notesSlides/notesSlide29.xml" Id="Re5caeef88abd471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c38c262e74d01" /><Relationship Type="http://schemas.openxmlformats.org/officeDocument/2006/relationships/notesSlide" Target="/ppt/notesSlides/notesSlide30.xml" Id="Ra52a2cfc6882449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21dad726e405a" /><Relationship Type="http://schemas.openxmlformats.org/officeDocument/2006/relationships/notesSlide" Target="/ppt/notesSlides/notesSlide31.xml" Id="R3b21099e3b2c42c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025f80dff41a0" /><Relationship Type="http://schemas.openxmlformats.org/officeDocument/2006/relationships/notesSlide" Target="/ppt/notesSlides/notesSlide32.xml" Id="R3e6f9b8f67104b6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5d3ab14814c1c" /><Relationship Type="http://schemas.openxmlformats.org/officeDocument/2006/relationships/image" Target="/ppt/media/image4.png" Id="Rd1ba11c92118456d" /><Relationship Type="http://schemas.openxmlformats.org/officeDocument/2006/relationships/image" Target="/ppt/media/image4.svg" Id="Rfe39beea21e642fe" /><Relationship Type="http://schemas.openxmlformats.org/officeDocument/2006/relationships/notesSlide" Target="/ppt/notesSlides/notesSlide33.xml" Id="Rc208b70f8581473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fd472d7014830" /><Relationship Type="http://schemas.openxmlformats.org/officeDocument/2006/relationships/notesSlide" Target="/ppt/notesSlides/notesSlide34.xml" Id="R00db2d20ca9f4a6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6b157db52456a" /><Relationship Type="http://schemas.openxmlformats.org/officeDocument/2006/relationships/notesSlide" Target="/ppt/notesSlides/notesSlide35.xml" Id="Re87d4f7f20a84c3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2581841eb4ae5" /><Relationship Type="http://schemas.openxmlformats.org/officeDocument/2006/relationships/notesSlide" Target="/ppt/notesSlides/notesSlide36.xml" Id="R578b6129cfe4425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2f72c382343f0" /><Relationship Type="http://schemas.openxmlformats.org/officeDocument/2006/relationships/notesSlide" Target="/ppt/notesSlides/notesSlide37.xml" Id="Rf6c73de2fe8c482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66b55b0b6f4454" /><Relationship Type="http://schemas.openxmlformats.org/officeDocument/2006/relationships/notesSlide" Target="/ppt/notesSlides/notesSlide38.xml" Id="R326b0af2508c4a4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8437240114e3d" /><Relationship Type="http://schemas.openxmlformats.org/officeDocument/2006/relationships/notesSlide" Target="/ppt/notesSlides/notesSlide39.xml" Id="Rf3c46985876048e6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1a25deab4487c" /><Relationship Type="http://schemas.openxmlformats.org/officeDocument/2006/relationships/notesSlide" Target="/ppt/notesSlides/notesSlide40.xml" Id="Raad71b2920bf4ab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f8cc9bda04f8e" /><Relationship Type="http://schemas.openxmlformats.org/officeDocument/2006/relationships/notesSlide" Target="/ppt/notesSlides/notesSlide41.xml" Id="R17f57a5fd088476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93e2d95114806" /><Relationship Type="http://schemas.openxmlformats.org/officeDocument/2006/relationships/notesSlide" Target="/ppt/notesSlides/notesSlide42.xml" Id="R9bbd7b32ee3844c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8309ac98d478a" /><Relationship Type="http://schemas.openxmlformats.org/officeDocument/2006/relationships/notesSlide" Target="/ppt/notesSlides/notesSlide43.xml" Id="R44565d1135934f7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9713f042d474f" /><Relationship Type="http://schemas.openxmlformats.org/officeDocument/2006/relationships/notesSlide" Target="/ppt/notesSlides/notesSlide44.xml" Id="R78a2c9c951bd4a4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576b21c284006" /><Relationship Type="http://schemas.openxmlformats.org/officeDocument/2006/relationships/notesSlide" Target="/ppt/notesSlides/notesSlide45.xml" Id="Rd7dd0935d1be437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e44c670a148eb" /><Relationship Type="http://schemas.openxmlformats.org/officeDocument/2006/relationships/notesSlide" Target="/ppt/notesSlides/notesSlide46.xml" Id="Rf37a2b3b6150415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f7a4b0d5f420e" /><Relationship Type="http://schemas.openxmlformats.org/officeDocument/2006/relationships/image" Target="/ppt/media/image5.jpeg" Id="R8dc9a43157d940eb" /><Relationship Type="http://schemas.openxmlformats.org/officeDocument/2006/relationships/notesSlide" Target="/ppt/notesSlides/notesSlide47.xml" Id="Red516aa517914c22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8c1614a04469c" /><Relationship Type="http://schemas.openxmlformats.org/officeDocument/2006/relationships/image" Target="/ppt/media/image6.jpeg" Id="R9045279b122842fc" /><Relationship Type="http://schemas.openxmlformats.org/officeDocument/2006/relationships/notesSlide" Target="/ppt/notesSlides/notesSlide48.xml" Id="Rd1443d1664f4460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cb354f86b4bbc" /><Relationship Type="http://schemas.openxmlformats.org/officeDocument/2006/relationships/image" Target="/ppt/media/image7.jpeg" Id="R45ec954535f5416d" /><Relationship Type="http://schemas.openxmlformats.org/officeDocument/2006/relationships/notesSlide" Target="/ppt/notesSlides/notesSlide49.xml" Id="Rc1c0d35ece58419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8ce933f314c9b" /><Relationship Type="http://schemas.openxmlformats.org/officeDocument/2006/relationships/image" Target="/ppt/media/image8.jpeg" Id="Rd267b87c94184222" /><Relationship Type="http://schemas.openxmlformats.org/officeDocument/2006/relationships/notesSlide" Target="/ppt/notesSlides/notesSlide50.xml" Id="Racfe5e864605496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1299cf118449c" /><Relationship Type="http://schemas.openxmlformats.org/officeDocument/2006/relationships/notesSlide" Target="/ppt/notesSlides/notesSlide51.xml" Id="R2070975802624f77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f5026ddf24812" /><Relationship Type="http://schemas.openxmlformats.org/officeDocument/2006/relationships/notesSlide" Target="/ppt/notesSlides/notesSlide52.xml" Id="Rf620ad2d257f448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b6b1e6a714e97" /><Relationship Type="http://schemas.openxmlformats.org/officeDocument/2006/relationships/notesSlide" Target="/ppt/notesSlides/notesSlide53.xml" Id="Rf92f2dc778ac4cd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8579ca21d4a8a" /><Relationship Type="http://schemas.openxmlformats.org/officeDocument/2006/relationships/notesSlide" Target="/ppt/notesSlides/notesSlide54.xml" Id="Ra3933985995042c5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3405e82b14786" /><Relationship Type="http://schemas.openxmlformats.org/officeDocument/2006/relationships/notesSlide" Target="/ppt/notesSlides/notesSlide55.xml" Id="R5045e0f62b0c48e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61e15b4c442b4" /><Relationship Type="http://schemas.openxmlformats.org/officeDocument/2006/relationships/notesSlide" Target="/ppt/notesSlides/notesSlide56.xml" Id="Rfa7e2a634fb74ba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ab1d5ee3a4fd0" /><Relationship Type="http://schemas.openxmlformats.org/officeDocument/2006/relationships/notesSlide" Target="/ppt/notesSlides/notesSlide57.xml" Id="R9e49bfbe33254ba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8b8b8da0c43e1" /><Relationship Type="http://schemas.openxmlformats.org/officeDocument/2006/relationships/notesSlide" Target="/ppt/notesSlides/notesSlide58.xml" Id="Reef88de4cd9f4777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a659b28a4451a" /><Relationship Type="http://schemas.openxmlformats.org/officeDocument/2006/relationships/notesSlide" Target="/ppt/notesSlides/notesSlide59.xml" Id="R7cf16c1500d94bd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984d4d7eb4bc2" /><Relationship Type="http://schemas.openxmlformats.org/officeDocument/2006/relationships/notesSlide" Target="/ppt/notesSlides/notesSlide60.xml" Id="Rcea8b11e1fc74a65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9185482f143b8" /><Relationship Type="http://schemas.openxmlformats.org/officeDocument/2006/relationships/notesSlide" Target="/ppt/notesSlides/notesSlide61.xml" Id="Rf21c2cd3f85747ec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8863698ad4ec0" /><Relationship Type="http://schemas.openxmlformats.org/officeDocument/2006/relationships/notesSlide" Target="/ppt/notesSlides/notesSlide62.xml" Id="R5f8159dc09864606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5a8f5b1404502" /><Relationship Type="http://schemas.openxmlformats.org/officeDocument/2006/relationships/notesSlide" Target="/ppt/notesSlides/notesSlide63.xml" Id="Rf350694a14a943a9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5b5b9ee7b4565" /><Relationship Type="http://schemas.openxmlformats.org/officeDocument/2006/relationships/notesSlide" Target="/ppt/notesSlides/notesSlide64.xml" Id="R818dd21560c94563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995de951541fa" /><Relationship Type="http://schemas.openxmlformats.org/officeDocument/2006/relationships/notesSlide" Target="/ppt/notesSlides/notesSlide65.xml" Id="R6f0c6dcd55e048b7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f4c1430184538" /><Relationship Type="http://schemas.openxmlformats.org/officeDocument/2006/relationships/notesSlide" Target="/ppt/notesSlides/notesSlide66.xml" Id="R0804e937dc6f49c5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161f6e6e747a4" /><Relationship Type="http://schemas.openxmlformats.org/officeDocument/2006/relationships/notesSlide" Target="/ppt/notesSlides/notesSlide67.xml" Id="R3442624515594e2d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7b24e120e4e60" /><Relationship Type="http://schemas.openxmlformats.org/officeDocument/2006/relationships/image" Target="/ppt/media/image5.png" Id="R635a1402ab594388" /><Relationship Type="http://schemas.openxmlformats.org/officeDocument/2006/relationships/image" Target="/ppt/media/image5.svg" Id="R916cdd7ca90d4a65" /><Relationship Type="http://schemas.openxmlformats.org/officeDocument/2006/relationships/notesSlide" Target="/ppt/notesSlides/notesSlide68.xml" Id="R5857a64e390340b4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8f3c0e06e4859" /><Relationship Type="http://schemas.openxmlformats.org/officeDocument/2006/relationships/notesSlide" Target="/ppt/notesSlides/notesSlide69.xml" Id="R9c9dc3e0d55f4ba8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00f0a512a4b6e" /><Relationship Type="http://schemas.openxmlformats.org/officeDocument/2006/relationships/notesSlide" Target="/ppt/notesSlides/notesSlide70.xml" Id="R40c67b046b594c2f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a7ef5dbfd4b3d" /><Relationship Type="http://schemas.openxmlformats.org/officeDocument/2006/relationships/notesSlide" Target="/ppt/notesSlides/notesSlide71.xml" Id="Raddf24f5e16e4f23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74f480ae94c37" /><Relationship Type="http://schemas.openxmlformats.org/officeDocument/2006/relationships/notesSlide" Target="/ppt/notesSlides/notesSlide72.xml" Id="R32e9dc8ae0dc4afc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38ea5787f46ac" /><Relationship Type="http://schemas.openxmlformats.org/officeDocument/2006/relationships/notesSlide" Target="/ppt/notesSlides/notesSlide73.xml" Id="R315f27b14fae4556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1a9a32fc94101" /><Relationship Type="http://schemas.openxmlformats.org/officeDocument/2006/relationships/notesSlide" Target="/ppt/notesSlides/notesSlide74.xml" Id="R043a0ce385724609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7154b3c5c418d" /><Relationship Type="http://schemas.openxmlformats.org/officeDocument/2006/relationships/notesSlide" Target="/ppt/notesSlides/notesSlide75.xml" Id="Rb0179890d3374f82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5b52fb15764440" /><Relationship Type="http://schemas.openxmlformats.org/officeDocument/2006/relationships/notesSlide" Target="/ppt/notesSlides/notesSlide76.xml" Id="R70691a68b68f4d61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a20cd275c45a5" /><Relationship Type="http://schemas.openxmlformats.org/officeDocument/2006/relationships/notesSlide" Target="/ppt/notesSlides/notesSlide77.xml" Id="R6533237729434a5a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327e2fc890476b" /><Relationship Type="http://schemas.openxmlformats.org/officeDocument/2006/relationships/notesSlide" Target="/ppt/notesSlides/notesSlide78.xml" Id="R95ba5187eb6c457b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e8892b5194192" /><Relationship Type="http://schemas.openxmlformats.org/officeDocument/2006/relationships/notesSlide" Target="/ppt/notesSlides/notesSlide79.xml" Id="Re2c2e871e7b2494c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4cfca4141b4ec4" /><Relationship Type="http://schemas.openxmlformats.org/officeDocument/2006/relationships/notesSlide" Target="/ppt/notesSlides/notesSlide80.xml" Id="Rfc3d68033a2f4e1f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f2273d1764407" /><Relationship Type="http://schemas.openxmlformats.org/officeDocument/2006/relationships/notesSlide" Target="/ppt/notesSlides/notesSlide81.xml" Id="R18c1e5762fc047b0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e57e32f2b4a75" /><Relationship Type="http://schemas.openxmlformats.org/officeDocument/2006/relationships/image" Target="/ppt/media/image9.jpeg" Id="Rd727e8214b584d3d" /><Relationship Type="http://schemas.openxmlformats.org/officeDocument/2006/relationships/notesSlide" Target="/ppt/notesSlides/notesSlide82.xml" Id="R2511bcbea6b940fc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65cfdd72b417a" /><Relationship Type="http://schemas.openxmlformats.org/officeDocument/2006/relationships/image" Target="/ppt/media/image10.jpeg" Id="Rdd1c5262dbf547e2" /><Relationship Type="http://schemas.openxmlformats.org/officeDocument/2006/relationships/notesSlide" Target="/ppt/notesSlides/notesSlide83.xml" Id="R819f3fc89d714b76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ca6bcd1f64a8c" /><Relationship Type="http://schemas.openxmlformats.org/officeDocument/2006/relationships/image" Target="/ppt/media/image11.jpeg" Id="R63d947d6228d49c8" /><Relationship Type="http://schemas.openxmlformats.org/officeDocument/2006/relationships/notesSlide" Target="/ppt/notesSlides/notesSlide84.xml" Id="R229fb4a2511d417b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8d48944824738" /><Relationship Type="http://schemas.openxmlformats.org/officeDocument/2006/relationships/image" Target="/ppt/media/image12.jpeg" Id="R88bf4e776cd2424b" /><Relationship Type="http://schemas.openxmlformats.org/officeDocument/2006/relationships/notesSlide" Target="/ppt/notesSlides/notesSlide85.xml" Id="R6ba021d67344436d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1dff6bb1949eb" /><Relationship Type="http://schemas.openxmlformats.org/officeDocument/2006/relationships/notesSlide" Target="/ppt/notesSlides/notesSlide86.xml" Id="R3117c01438d348ea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cc0bc03804120" /><Relationship Type="http://schemas.openxmlformats.org/officeDocument/2006/relationships/notesSlide" Target="/ppt/notesSlides/notesSlide87.xml" Id="R2c7c87cdb98a4a7c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d43ef16394dfa" /><Relationship Type="http://schemas.openxmlformats.org/officeDocument/2006/relationships/notesSlide" Target="/ppt/notesSlides/notesSlide88.xml" Id="R0ee3048bfe6d4c12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42e87f1954da8" /><Relationship Type="http://schemas.openxmlformats.org/officeDocument/2006/relationships/notesSlide" Target="/ppt/notesSlides/notesSlide89.xml" Id="Rf7d107ec624a4191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57ff7fde5441e7" /><Relationship Type="http://schemas.openxmlformats.org/officeDocument/2006/relationships/notesSlide" Target="/ppt/notesSlides/notesSlide90.xml" Id="R0357870802f8417e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28d9fad574989" /><Relationship Type="http://schemas.openxmlformats.org/officeDocument/2006/relationships/notesSlide" Target="/ppt/notesSlides/notesSlide91.xml" Id="R7c51db19fe844e24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9e049bcef4f79" /><Relationship Type="http://schemas.openxmlformats.org/officeDocument/2006/relationships/notesSlide" Target="/ppt/notesSlides/notesSlide92.xml" Id="R1835a219f41146cd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8c574721d40a3" /><Relationship Type="http://schemas.openxmlformats.org/officeDocument/2006/relationships/notesSlide" Target="/ppt/notesSlides/notesSlide93.xml" Id="R4ccb98109dd640a0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269d1a4614555" /><Relationship Type="http://schemas.openxmlformats.org/officeDocument/2006/relationships/notesSlide" Target="/ppt/notesSlides/notesSlide94.xml" Id="R5e77137c00cb408f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04eab666f4c28" /><Relationship Type="http://schemas.openxmlformats.org/officeDocument/2006/relationships/notesSlide" Target="/ppt/notesSlides/notesSlide95.xml" Id="R3667c9df264a45c9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0e10a290447ab" /><Relationship Type="http://schemas.openxmlformats.org/officeDocument/2006/relationships/notesSlide" Target="/ppt/notesSlides/notesSlide96.xml" Id="Rfb5b254e3dd34173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54e20ad76498f" /><Relationship Type="http://schemas.openxmlformats.org/officeDocument/2006/relationships/notesSlide" Target="/ppt/notesSlides/notesSlide97.xml" Id="R16a27ed380364272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d03031fa84351" /><Relationship Type="http://schemas.openxmlformats.org/officeDocument/2006/relationships/notesSlide" Target="/ppt/notesSlides/notesSlide98.xml" Id="Re802930d3e3b4066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d2b8dbf5854689" /><Relationship Type="http://schemas.openxmlformats.org/officeDocument/2006/relationships/notesSlide" Target="/ppt/notesSlides/notesSlide99.xml" Id="Rc4abad6886404b75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a025a49d8436b" /><Relationship Type="http://schemas.openxmlformats.org/officeDocument/2006/relationships/notesSlide" Target="/ppt/notesSlides/notesSlide100.xml" Id="Rd63549dcb3ce4b8a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e52a52d9b4b72" /><Relationship Type="http://schemas.openxmlformats.org/officeDocument/2006/relationships/notesSlide" Target="/ppt/notesSlides/notesSlide101.xml" Id="R51987fe99b694b8c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6510af5db43cc" /><Relationship Type="http://schemas.openxmlformats.org/officeDocument/2006/relationships/notesSlide" Target="/ppt/notesSlides/notesSlide102.xml" Id="Ra351bb0328da4e3f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9c4f614db40bc" /><Relationship Type="http://schemas.openxmlformats.org/officeDocument/2006/relationships/image" Target="/ppt/media/image6.png" Id="R3f7c5775b0ca4bbe" /><Relationship Type="http://schemas.openxmlformats.org/officeDocument/2006/relationships/image" Target="/ppt/media/image6.svg" Id="Rf8ce0e821ff04027" /><Relationship Type="http://schemas.openxmlformats.org/officeDocument/2006/relationships/notesSlide" Target="/ppt/notesSlides/notesSlide103.xml" Id="Rcb5418b430c84c4a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5ff6d03c244fa" /><Relationship Type="http://schemas.openxmlformats.org/officeDocument/2006/relationships/notesSlide" Target="/ppt/notesSlides/notesSlide104.xml" Id="Rf9ca572283f349fa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7dd24ed5c47a4" /><Relationship Type="http://schemas.openxmlformats.org/officeDocument/2006/relationships/notesSlide" Target="/ppt/notesSlides/notesSlide105.xml" Id="R895a30235eea49c7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15353a8424903" /><Relationship Type="http://schemas.openxmlformats.org/officeDocument/2006/relationships/notesSlide" Target="/ppt/notesSlides/notesSlide106.xml" Id="R3a1ee4a8df0946b3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23ecc98f84414e" /><Relationship Type="http://schemas.openxmlformats.org/officeDocument/2006/relationships/notesSlide" Target="/ppt/notesSlides/notesSlide107.xml" Id="Rc393428592e94bf6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c5f5b611354dd4" /><Relationship Type="http://schemas.openxmlformats.org/officeDocument/2006/relationships/notesSlide" Target="/ppt/notesSlides/notesSlide108.xml" Id="R6bb68e281aaa46a7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3a9f53fdd4437" /><Relationship Type="http://schemas.openxmlformats.org/officeDocument/2006/relationships/notesSlide" Target="/ppt/notesSlides/notesSlide109.xml" Id="R42694f739a564a17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6f5dad7424a90" /><Relationship Type="http://schemas.openxmlformats.org/officeDocument/2006/relationships/notesSlide" Target="/ppt/notesSlides/notesSlide110.xml" Id="Rc90c985c16c64eb4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b2a05cb704cf0" /><Relationship Type="http://schemas.openxmlformats.org/officeDocument/2006/relationships/notesSlide" Target="/ppt/notesSlides/notesSlide111.xml" Id="R4ac0fe2f78d149cf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8f1c316b74060" /><Relationship Type="http://schemas.openxmlformats.org/officeDocument/2006/relationships/notesSlide" Target="/ppt/notesSlides/notesSlide112.xml" Id="R18e5d884426a4bc6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50b3eb25748f2" /><Relationship Type="http://schemas.openxmlformats.org/officeDocument/2006/relationships/notesSlide" Target="/ppt/notesSlides/notesSlide113.xml" Id="Ree5f50144f8d4aed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d1b9e7ed7452f" /><Relationship Type="http://schemas.openxmlformats.org/officeDocument/2006/relationships/notesSlide" Target="/ppt/notesSlides/notesSlide114.xml" Id="Rcef73cbdf597487c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0c8ca5f4640d8" /><Relationship Type="http://schemas.openxmlformats.org/officeDocument/2006/relationships/notesSlide" Target="/ppt/notesSlides/notesSlide115.xml" Id="Re96499d3d5ab4922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6db36a2ac4343" /><Relationship Type="http://schemas.openxmlformats.org/officeDocument/2006/relationships/notesSlide" Target="/ppt/notesSlides/notesSlide116.xml" Id="R8d16104747ac4a90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0e24d1fd64182" /><Relationship Type="http://schemas.openxmlformats.org/officeDocument/2006/relationships/image" Target="/ppt/media/image13.jpeg" Id="R4a4529754aa64c5e" /><Relationship Type="http://schemas.openxmlformats.org/officeDocument/2006/relationships/notesSlide" Target="/ppt/notesSlides/notesSlide117.xml" Id="Rd5e988b431634afc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727f5e8ab14f4a" /><Relationship Type="http://schemas.openxmlformats.org/officeDocument/2006/relationships/image" Target="/ppt/media/image14.jpeg" Id="Rb5fe75628ea34ff9" /><Relationship Type="http://schemas.openxmlformats.org/officeDocument/2006/relationships/notesSlide" Target="/ppt/notesSlides/notesSlide118.xml" Id="Rf85e23cb7a354889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df5f59be3458c" /><Relationship Type="http://schemas.openxmlformats.org/officeDocument/2006/relationships/image" Target="/ppt/media/image15.jpeg" Id="R37ed105fe9b74706" /><Relationship Type="http://schemas.openxmlformats.org/officeDocument/2006/relationships/notesSlide" Target="/ppt/notesSlides/notesSlide119.xml" Id="Rd1cba7f815f7425f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80dc1f149f4f51" /><Relationship Type="http://schemas.openxmlformats.org/officeDocument/2006/relationships/image" Target="/ppt/media/image16.jpeg" Id="R1c138051aee145a2" /><Relationship Type="http://schemas.openxmlformats.org/officeDocument/2006/relationships/notesSlide" Target="/ppt/notesSlides/notesSlide120.xml" Id="Re1b2d0f762494d7f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a4d5556fb24971" /><Relationship Type="http://schemas.openxmlformats.org/officeDocument/2006/relationships/notesSlide" Target="/ppt/notesSlides/notesSlide121.xml" Id="Rc8fc4e7e6ac64d98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fd1baa7b54add" /><Relationship Type="http://schemas.openxmlformats.org/officeDocument/2006/relationships/notesSlide" Target="/ppt/notesSlides/notesSlide122.xml" Id="Rd91958921c304a96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61eb151fe4408" /><Relationship Type="http://schemas.openxmlformats.org/officeDocument/2006/relationships/notesSlide" Target="/ppt/notesSlides/notesSlide123.xml" Id="R52d7271c3a1a4d66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f362818044345" /><Relationship Type="http://schemas.openxmlformats.org/officeDocument/2006/relationships/notesSlide" Target="/ppt/notesSlides/notesSlide124.xml" Id="R2462a79ffd914051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bc395c3f8a4290" /><Relationship Type="http://schemas.openxmlformats.org/officeDocument/2006/relationships/notesSlide" Target="/ppt/notesSlides/notesSlide125.xml" Id="R6d313ffc75fc4dc0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0cb78785c4eeb" /><Relationship Type="http://schemas.openxmlformats.org/officeDocument/2006/relationships/notesSlide" Target="/ppt/notesSlides/notesSlide126.xml" Id="R13e25038e9064bfb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86e87b11d74a99" /><Relationship Type="http://schemas.openxmlformats.org/officeDocument/2006/relationships/notesSlide" Target="/ppt/notesSlides/notesSlide127.xml" Id="Radeb61577ee547cc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a1a478b49e4863" /><Relationship Type="http://schemas.openxmlformats.org/officeDocument/2006/relationships/notesSlide" Target="/ppt/notesSlides/notesSlide128.xml" Id="Rf0659fc4f0be4966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4466660774f20" /><Relationship Type="http://schemas.openxmlformats.org/officeDocument/2006/relationships/notesSlide" Target="/ppt/notesSlides/notesSlide129.xml" Id="R9157e394fcae485d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c3eeca408c4165" /><Relationship Type="http://schemas.openxmlformats.org/officeDocument/2006/relationships/notesSlide" Target="/ppt/notesSlides/notesSlide130.xml" Id="R22da278a74cb4700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619f269144d68" /><Relationship Type="http://schemas.openxmlformats.org/officeDocument/2006/relationships/notesSlide" Target="/ppt/notesSlides/notesSlide131.xml" Id="R4f7855632209479d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7fac08204148f4" /><Relationship Type="http://schemas.openxmlformats.org/officeDocument/2006/relationships/notesSlide" Target="/ppt/notesSlides/notesSlide132.xml" Id="R648cc27993d34e0c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b4fcad1974c70" /><Relationship Type="http://schemas.openxmlformats.org/officeDocument/2006/relationships/notesSlide" Target="/ppt/notesSlides/notesSlide133.xml" Id="R0c99212d73b145de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218bc386e64fab" /><Relationship Type="http://schemas.openxmlformats.org/officeDocument/2006/relationships/notesSlide" Target="/ppt/notesSlides/notesSlide134.xml" Id="R83d84cfa2f224533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a336432db47c4" /><Relationship Type="http://schemas.openxmlformats.org/officeDocument/2006/relationships/notesSlide" Target="/ppt/notesSlides/notesSlide135.xml" Id="R6f7baf27c7ef4836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70b5461e048e9" /><Relationship Type="http://schemas.openxmlformats.org/officeDocument/2006/relationships/notesSlide" Target="/ppt/notesSlides/notesSlide136.xml" Id="R9f5f930e01384018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2dc87afa64b8a" /><Relationship Type="http://schemas.openxmlformats.org/officeDocument/2006/relationships/notesSlide" Target="/ppt/notesSlides/notesSlide137.xml" Id="R4fff281f38d9423f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8823d55fc42cf" /><Relationship Type="http://schemas.openxmlformats.org/officeDocument/2006/relationships/image" Target="/ppt/media/image7.png" Id="Re63b10cd500f413f" /><Relationship Type="http://schemas.openxmlformats.org/officeDocument/2006/relationships/image" Target="/ppt/media/image7.svg" Id="R69ba7e52328944c9" /><Relationship Type="http://schemas.openxmlformats.org/officeDocument/2006/relationships/notesSlide" Target="/ppt/notesSlides/notesSlide138.xml" Id="R84c5473f136f4d89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aa9af6b9d48b3" /><Relationship Type="http://schemas.openxmlformats.org/officeDocument/2006/relationships/notesSlide" Target="/ppt/notesSlides/notesSlide139.xml" Id="R9865b6561b984247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6be48594641cc" /><Relationship Type="http://schemas.openxmlformats.org/officeDocument/2006/relationships/notesSlide" Target="/ppt/notesSlides/notesSlide140.xml" Id="R06bc009059ff462b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20b59d0134471" /><Relationship Type="http://schemas.openxmlformats.org/officeDocument/2006/relationships/notesSlide" Target="/ppt/notesSlides/notesSlide141.xml" Id="Re32c6e61d9be4f0f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308ad2cda482a" /><Relationship Type="http://schemas.openxmlformats.org/officeDocument/2006/relationships/notesSlide" Target="/ppt/notesSlides/notesSlide142.xml" Id="R2fe25a4b8edf4840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5a217616e46fd" /><Relationship Type="http://schemas.openxmlformats.org/officeDocument/2006/relationships/notesSlide" Target="/ppt/notesSlides/notesSlide143.xml" Id="R23b0d0f09961440a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49413c1954199" /><Relationship Type="http://schemas.openxmlformats.org/officeDocument/2006/relationships/notesSlide" Target="/ppt/notesSlides/notesSlide144.xml" Id="R25adda96539b45fa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b4c46ddd54605" /><Relationship Type="http://schemas.openxmlformats.org/officeDocument/2006/relationships/notesSlide" Target="/ppt/notesSlides/notesSlide145.xml" Id="R95b147c6188a40de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d16685581426a" /><Relationship Type="http://schemas.openxmlformats.org/officeDocument/2006/relationships/notesSlide" Target="/ppt/notesSlides/notesSlide146.xml" Id="Rd3910b91e86748ed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b80000d4f4a1c" /><Relationship Type="http://schemas.openxmlformats.org/officeDocument/2006/relationships/notesSlide" Target="/ppt/notesSlides/notesSlide147.xml" Id="R27c5608c32d64196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c5fcfbd7f243d0" /><Relationship Type="http://schemas.openxmlformats.org/officeDocument/2006/relationships/notesSlide" Target="/ppt/notesSlides/notesSlide148.xml" Id="R99187926a1fc418a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2a39a289294689" /><Relationship Type="http://schemas.openxmlformats.org/officeDocument/2006/relationships/notesSlide" Target="/ppt/notesSlides/notesSlide149.xml" Id="R0fbc80b657e44d79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bee19c79b47cf" /><Relationship Type="http://schemas.openxmlformats.org/officeDocument/2006/relationships/notesSlide" Target="/ppt/notesSlides/notesSlide150.xml" Id="Rd7cc855b4f7a4634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a24f64a7040df" /><Relationship Type="http://schemas.openxmlformats.org/officeDocument/2006/relationships/image" Target="/ppt/media/image17.jpeg" Id="R9f71062410824dfb" /><Relationship Type="http://schemas.openxmlformats.org/officeDocument/2006/relationships/notesSlide" Target="/ppt/notesSlides/notesSlide151.xml" Id="Rdb1e7da9c1894bef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84f8f29964036" /><Relationship Type="http://schemas.openxmlformats.org/officeDocument/2006/relationships/image" Target="/ppt/media/image18.jpeg" Id="Rce5015fe9d5249ab" /><Relationship Type="http://schemas.openxmlformats.org/officeDocument/2006/relationships/notesSlide" Target="/ppt/notesSlides/notesSlide152.xml" Id="R2c37d5e6517e4745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e2d61fca44b44" /><Relationship Type="http://schemas.openxmlformats.org/officeDocument/2006/relationships/image" Target="/ppt/media/image19.jpeg" Id="R54e0f997f26d4925" /><Relationship Type="http://schemas.openxmlformats.org/officeDocument/2006/relationships/notesSlide" Target="/ppt/notesSlides/notesSlide153.xml" Id="Re4bbee4c773b4b13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9ea3bd7344443" /><Relationship Type="http://schemas.openxmlformats.org/officeDocument/2006/relationships/image" Target="/ppt/media/image20.jpeg" Id="R8a5f8093cba34853" /><Relationship Type="http://schemas.openxmlformats.org/officeDocument/2006/relationships/notesSlide" Target="/ppt/notesSlides/notesSlide154.xml" Id="Ra4a852c32f864e94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8ed6e5e57420c" /><Relationship Type="http://schemas.openxmlformats.org/officeDocument/2006/relationships/notesSlide" Target="/ppt/notesSlides/notesSlide155.xml" Id="R368ff15c8ea547bd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67b78776714f41" /><Relationship Type="http://schemas.openxmlformats.org/officeDocument/2006/relationships/notesSlide" Target="/ppt/notesSlides/notesSlide156.xml" Id="R2cd7b7547485463a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18cff05a6485a" /><Relationship Type="http://schemas.openxmlformats.org/officeDocument/2006/relationships/notesSlide" Target="/ppt/notesSlides/notesSlide157.xml" Id="Rb04510d9377b43b5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e095168964409" /><Relationship Type="http://schemas.openxmlformats.org/officeDocument/2006/relationships/notesSlide" Target="/ppt/notesSlides/notesSlide158.xml" Id="R30598b6577194a92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032da7fc14565" /><Relationship Type="http://schemas.openxmlformats.org/officeDocument/2006/relationships/notesSlide" Target="/ppt/notesSlides/notesSlide159.xml" Id="Raab5a70775d24c80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f28f54f554004" /><Relationship Type="http://schemas.openxmlformats.org/officeDocument/2006/relationships/notesSlide" Target="/ppt/notesSlides/notesSlide160.xml" Id="Rb05db185d3314e61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5721777804969" /><Relationship Type="http://schemas.openxmlformats.org/officeDocument/2006/relationships/notesSlide" Target="/ppt/notesSlides/notesSlide161.xml" Id="R6a8e325781f04f15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9c809550f45d9" /><Relationship Type="http://schemas.openxmlformats.org/officeDocument/2006/relationships/notesSlide" Target="/ppt/notesSlides/notesSlide162.xml" Id="R9ab11f07093e4fac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ef7c265f54493" /><Relationship Type="http://schemas.openxmlformats.org/officeDocument/2006/relationships/notesSlide" Target="/ppt/notesSlides/notesSlide163.xml" Id="Re413756b5c834411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dc92e68484fd5" /><Relationship Type="http://schemas.openxmlformats.org/officeDocument/2006/relationships/notesSlide" Target="/ppt/notesSlides/notesSlide164.xml" Id="R691bf8db56f74dfe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f15eafa034bb2" /><Relationship Type="http://schemas.openxmlformats.org/officeDocument/2006/relationships/notesSlide" Target="/ppt/notesSlides/notesSlide165.xml" Id="R7f11a16343494543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123df0c944b4d" /><Relationship Type="http://schemas.openxmlformats.org/officeDocument/2006/relationships/notesSlide" Target="/ppt/notesSlides/notesSlide166.xml" Id="Rf6ea428b3ad34720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1df346c6049c6" /><Relationship Type="http://schemas.openxmlformats.org/officeDocument/2006/relationships/notesSlide" Target="/ppt/notesSlides/notesSlide167.xml" Id="R25bf4779cc2e4641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cf9247ec1a4d4e" /><Relationship Type="http://schemas.openxmlformats.org/officeDocument/2006/relationships/notesSlide" Target="/ppt/notesSlides/notesSlide168.xml" Id="R8426908d508242cf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2feee55bab4374" /><Relationship Type="http://schemas.openxmlformats.org/officeDocument/2006/relationships/notesSlide" Target="/ppt/notesSlides/notesSlide169.xml" Id="R2f88e4ff7d9044d3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29841a7c64f5b" /><Relationship Type="http://schemas.openxmlformats.org/officeDocument/2006/relationships/notesSlide" Target="/ppt/notesSlides/notesSlide170.xml" Id="R78953397cde449ed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ec0506cc646fe" /><Relationship Type="http://schemas.openxmlformats.org/officeDocument/2006/relationships/notesSlide" Target="/ppt/notesSlides/notesSlide171.xml" Id="Rd16695346a3447b2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da9a805d94d46" /><Relationship Type="http://schemas.openxmlformats.org/officeDocument/2006/relationships/image" Target="/ppt/media/image8.png" Id="Rf4e1359b4efc4c0e" /><Relationship Type="http://schemas.openxmlformats.org/officeDocument/2006/relationships/image" Target="/ppt/media/image8.svg" Id="R948991241aff44c1" /><Relationship Type="http://schemas.openxmlformats.org/officeDocument/2006/relationships/notesSlide" Target="/ppt/notesSlides/notesSlide172.xml" Id="R719f9cc451b749f7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ee915e5874f0c" /><Relationship Type="http://schemas.openxmlformats.org/officeDocument/2006/relationships/notesSlide" Target="/ppt/notesSlides/notesSlide173.xml" Id="Rc46a644fdf4c4898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688ccfd31245eb" /><Relationship Type="http://schemas.openxmlformats.org/officeDocument/2006/relationships/notesSlide" Target="/ppt/notesSlides/notesSlide174.xml" Id="R93467d5a98154073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800778fa44fc8" /><Relationship Type="http://schemas.openxmlformats.org/officeDocument/2006/relationships/notesSlide" Target="/ppt/notesSlides/notesSlide175.xml" Id="Rd1057b7ff4cf4c2f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e66839fdf4146" /><Relationship Type="http://schemas.openxmlformats.org/officeDocument/2006/relationships/notesSlide" Target="/ppt/notesSlides/notesSlide176.xml" Id="R56c0140617ff4a9b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487541115428f" /><Relationship Type="http://schemas.openxmlformats.org/officeDocument/2006/relationships/notesSlide" Target="/ppt/notesSlides/notesSlide177.xml" Id="Rafdb0424c58742b8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604b45bcf84ea0" /><Relationship Type="http://schemas.openxmlformats.org/officeDocument/2006/relationships/notesSlide" Target="/ppt/notesSlides/notesSlide178.xml" Id="Rd7418f9a08ac44ef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9378c01104184" /><Relationship Type="http://schemas.openxmlformats.org/officeDocument/2006/relationships/notesSlide" Target="/ppt/notesSlides/notesSlide179.xml" Id="R5faf505463544996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ba29ac78e4977" /><Relationship Type="http://schemas.openxmlformats.org/officeDocument/2006/relationships/notesSlide" Target="/ppt/notesSlides/notesSlide180.xml" Id="Ra402309dddab425d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86d9deab1475d" /><Relationship Type="http://schemas.openxmlformats.org/officeDocument/2006/relationships/notesSlide" Target="/ppt/notesSlides/notesSlide181.xml" Id="R851dde86789b4a19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2dfcc909f4cae" /><Relationship Type="http://schemas.openxmlformats.org/officeDocument/2006/relationships/notesSlide" Target="/ppt/notesSlides/notesSlide182.xml" Id="R493815560459464e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f96375ec249da" /><Relationship Type="http://schemas.openxmlformats.org/officeDocument/2006/relationships/notesSlide" Target="/ppt/notesSlides/notesSlide183.xml" Id="R39e0a9d1506c4cd2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ad2321a7f4397" /><Relationship Type="http://schemas.openxmlformats.org/officeDocument/2006/relationships/notesSlide" Target="/ppt/notesSlides/notesSlide184.xml" Id="Rf80ad9f904df44a3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99522dcdc43dd" /><Relationship Type="http://schemas.openxmlformats.org/officeDocument/2006/relationships/image" Target="/ppt/media/image21.jpeg" Id="Rf9fa1c29a07f4889" /><Relationship Type="http://schemas.openxmlformats.org/officeDocument/2006/relationships/notesSlide" Target="/ppt/notesSlides/notesSlide185.xml" Id="R3cded7a18e79420c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33d10dc2b4753" /><Relationship Type="http://schemas.openxmlformats.org/officeDocument/2006/relationships/image" Target="/ppt/media/image22.jpeg" Id="Ra7d4552bfe404d8a" /><Relationship Type="http://schemas.openxmlformats.org/officeDocument/2006/relationships/notesSlide" Target="/ppt/notesSlides/notesSlide186.xml" Id="R02dca63f1dcd43dc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e3c6fea8a4010" /><Relationship Type="http://schemas.openxmlformats.org/officeDocument/2006/relationships/image" Target="/ppt/media/image23.jpeg" Id="R098c636343e84a70" /><Relationship Type="http://schemas.openxmlformats.org/officeDocument/2006/relationships/notesSlide" Target="/ppt/notesSlides/notesSlide187.xml" Id="Rbe5d4273db654532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90adf31734b3e" /><Relationship Type="http://schemas.openxmlformats.org/officeDocument/2006/relationships/image" Target="/ppt/media/image24.jpeg" Id="R95d2549488ca485c" /><Relationship Type="http://schemas.openxmlformats.org/officeDocument/2006/relationships/notesSlide" Target="/ppt/notesSlides/notesSlide188.xml" Id="R4a5d5992558247ea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694fb84184a07" /><Relationship Type="http://schemas.openxmlformats.org/officeDocument/2006/relationships/notesSlide" Target="/ppt/notesSlides/notesSlide189.xml" Id="R64657270634647ba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90e803b8b4e35" /><Relationship Type="http://schemas.openxmlformats.org/officeDocument/2006/relationships/notesSlide" Target="/ppt/notesSlides/notesSlide190.xml" Id="R8485a22a0c324cdf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339d2ce6b46c9" /><Relationship Type="http://schemas.openxmlformats.org/officeDocument/2006/relationships/notesSlide" Target="/ppt/notesSlides/notesSlide191.xml" Id="R46b022fd9f744836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bd55783f34dab" /><Relationship Type="http://schemas.openxmlformats.org/officeDocument/2006/relationships/notesSlide" Target="/ppt/notesSlides/notesSlide192.xml" Id="R5f3fe67891ac4297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370b674c94c22" /><Relationship Type="http://schemas.openxmlformats.org/officeDocument/2006/relationships/notesSlide" Target="/ppt/notesSlides/notesSlide193.xml" Id="R46a01279b54f4436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ade01919d4e39" /><Relationship Type="http://schemas.openxmlformats.org/officeDocument/2006/relationships/notesSlide" Target="/ppt/notesSlides/notesSlide194.xml" Id="Rde4e7666526940ae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66ce7cc624ce9" /><Relationship Type="http://schemas.openxmlformats.org/officeDocument/2006/relationships/notesSlide" Target="/ppt/notesSlides/notesSlide195.xml" Id="R340d89008d7e4636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e695ea920442e" /><Relationship Type="http://schemas.openxmlformats.org/officeDocument/2006/relationships/notesSlide" Target="/ppt/notesSlides/notesSlide196.xml" Id="R45c7ef0385c842ca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1e4917bd64511" /><Relationship Type="http://schemas.openxmlformats.org/officeDocument/2006/relationships/notesSlide" Target="/ppt/notesSlides/notesSlide197.xml" Id="R8526222a54f040d1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d0ff8942248fa" /><Relationship Type="http://schemas.openxmlformats.org/officeDocument/2006/relationships/notesSlide" Target="/ppt/notesSlides/notesSlide198.xml" Id="Rd2beab84db2a4f6c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35cdae0484e99" /><Relationship Type="http://schemas.openxmlformats.org/officeDocument/2006/relationships/notesSlide" Target="/ppt/notesSlides/notesSlide199.xml" Id="Rb05b7262d0ce4608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57131b0fa40f6" /><Relationship Type="http://schemas.openxmlformats.org/officeDocument/2006/relationships/notesSlide" Target="/ppt/notesSlides/notesSlide200.xml" Id="R225a6060ce3d4c9e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0571889a5400d" /><Relationship Type="http://schemas.openxmlformats.org/officeDocument/2006/relationships/notesSlide" Target="/ppt/notesSlides/notesSlide201.xml" Id="Rcc4ac706bfbe42ae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7e3fd09a14c0b" /><Relationship Type="http://schemas.openxmlformats.org/officeDocument/2006/relationships/notesSlide" Target="/ppt/notesSlides/notesSlide202.xml" Id="R2a7d8d1cad824dff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44dbed54342c6" /><Relationship Type="http://schemas.openxmlformats.org/officeDocument/2006/relationships/notesSlide" Target="/ppt/notesSlides/notesSlide203.xml" Id="R226c769d14f94521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62d70c1054db6" /><Relationship Type="http://schemas.openxmlformats.org/officeDocument/2006/relationships/notesSlide" Target="/ppt/notesSlides/notesSlide204.xml" Id="R46ac946eeb334b67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d5e5574b24d0e" /><Relationship Type="http://schemas.openxmlformats.org/officeDocument/2006/relationships/notesSlide" Target="/ppt/notesSlides/notesSlide205.xml" Id="Rdbd4a578eaed4bbe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170a61aa44505" /><Relationship Type="http://schemas.openxmlformats.org/officeDocument/2006/relationships/image" Target="/ppt/media/image9.png" Id="R12de76755f694009" /><Relationship Type="http://schemas.openxmlformats.org/officeDocument/2006/relationships/image" Target="/ppt/media/image9.svg" Id="R970f405027ce4833" /><Relationship Type="http://schemas.openxmlformats.org/officeDocument/2006/relationships/notesSlide" Target="/ppt/notesSlides/notesSlide206.xml" Id="Rc2641bba9d864a3b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ea53f4b6a4766" /><Relationship Type="http://schemas.openxmlformats.org/officeDocument/2006/relationships/notesSlide" Target="/ppt/notesSlides/notesSlide207.xml" Id="Rd2fe6cb97df543d8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892457c8d4a0a" /><Relationship Type="http://schemas.openxmlformats.org/officeDocument/2006/relationships/notesSlide" Target="/ppt/notesSlides/notesSlide208.xml" Id="Rde7bdf4ef3994260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b85d697faa445c" /><Relationship Type="http://schemas.openxmlformats.org/officeDocument/2006/relationships/notesSlide" Target="/ppt/notesSlides/notesSlide209.xml" Id="R89a25a167ff648f5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d97f354f54f33" /><Relationship Type="http://schemas.openxmlformats.org/officeDocument/2006/relationships/image" Target="/ppt/media/image10.png" Id="Reefbd17772334ee5" /><Relationship Type="http://schemas.openxmlformats.org/officeDocument/2006/relationships/notesSlide" Target="/ppt/notesSlides/notesSlide210.xml" Id="R012310e5f59b47e5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3b84e6d464c94" /><Relationship Type="http://schemas.openxmlformats.org/officeDocument/2006/relationships/notesSlide" Target="/ppt/notesSlides/notesSlide211.xml" Id="R6c19e193e2904246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75f291b8d4bc0" /><Relationship Type="http://schemas.openxmlformats.org/officeDocument/2006/relationships/notesSlide" Target="/ppt/notesSlides/notesSlide212.xml" Id="Ra12bc7ef0c0f4aed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58c821e524b16" /><Relationship Type="http://schemas.openxmlformats.org/officeDocument/2006/relationships/notesSlide" Target="/ppt/notesSlides/notesSlide213.xml" Id="R61113beb794f4a5b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8d6dd5d3ef4127" /><Relationship Type="http://schemas.openxmlformats.org/officeDocument/2006/relationships/notesSlide" Target="/ppt/notesSlides/notesSlide214.xml" Id="R16cf11932c5a4a15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d0f4604224340" /><Relationship Type="http://schemas.openxmlformats.org/officeDocument/2006/relationships/notesSlide" Target="/ppt/notesSlides/notesSlide215.xml" Id="R18c429438f7b42a1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7e31432fe4cf5" /><Relationship Type="http://schemas.openxmlformats.org/officeDocument/2006/relationships/notesSlide" Target="/ppt/notesSlides/notesSlide216.xml" Id="Rbc774d04692e42b3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acb9929cd4ad6" /><Relationship Type="http://schemas.openxmlformats.org/officeDocument/2006/relationships/notesSlide" Target="/ppt/notesSlides/notesSlide217.xml" Id="Reae8621e3d34428e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fec3fa7214b52" /><Relationship Type="http://schemas.openxmlformats.org/officeDocument/2006/relationships/notesSlide" Target="/ppt/notesSlides/notesSlide218.xml" Id="R7a02ff81d3c24c84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394b22acb406d" /><Relationship Type="http://schemas.openxmlformats.org/officeDocument/2006/relationships/image" Target="/ppt/media/image25.jpeg" Id="Rf57ad76fce104b67" /><Relationship Type="http://schemas.openxmlformats.org/officeDocument/2006/relationships/notesSlide" Target="/ppt/notesSlides/notesSlide219.xml" Id="Rc1c67729396742a4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a5c8946e5440f" /><Relationship Type="http://schemas.openxmlformats.org/officeDocument/2006/relationships/image" Target="/ppt/media/image26.jpeg" Id="R98438b78167446d9" /><Relationship Type="http://schemas.openxmlformats.org/officeDocument/2006/relationships/notesSlide" Target="/ppt/notesSlides/notesSlide220.xml" Id="R9467d3871acc4eb1" /></Relationships>
</file>

<file path=ppt/slides/_rels/slide2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7a3ded05c4c0d" /><Relationship Type="http://schemas.openxmlformats.org/officeDocument/2006/relationships/image" Target="/ppt/media/image27.jpeg" Id="Rc9c4d6449a6f4964" /><Relationship Type="http://schemas.openxmlformats.org/officeDocument/2006/relationships/notesSlide" Target="/ppt/notesSlides/notesSlide221.xml" Id="Rbbfbb55873be43ca" /></Relationships>
</file>

<file path=ppt/slides/_rels/slide2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aa6b8d20184e96" /><Relationship Type="http://schemas.openxmlformats.org/officeDocument/2006/relationships/image" Target="/ppt/media/image28.jpeg" Id="Rfae00f03d26d445c" /><Relationship Type="http://schemas.openxmlformats.org/officeDocument/2006/relationships/notesSlide" Target="/ppt/notesSlides/notesSlide222.xml" Id="Rb69be0d9f5aa4482" /></Relationships>
</file>

<file path=ppt/slides/_rels/slide2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9ba90ef614aaa" /><Relationship Type="http://schemas.openxmlformats.org/officeDocument/2006/relationships/notesSlide" Target="/ppt/notesSlides/notesSlide223.xml" Id="Rd7c019b200914647" /></Relationships>
</file>

<file path=ppt/slides/_rels/slide2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4d4be60603417e" /><Relationship Type="http://schemas.openxmlformats.org/officeDocument/2006/relationships/notesSlide" Target="/ppt/notesSlides/notesSlide224.xml" Id="R9fe4629ca5774fa6" /></Relationships>
</file>

<file path=ppt/slides/_rels/slide2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823797bd64108" /><Relationship Type="http://schemas.openxmlformats.org/officeDocument/2006/relationships/notesSlide" Target="/ppt/notesSlides/notesSlide225.xml" Id="R67072fa31a5f462e" /></Relationships>
</file>

<file path=ppt/slides/_rels/slide2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a8b160277645c7" /><Relationship Type="http://schemas.openxmlformats.org/officeDocument/2006/relationships/notesSlide" Target="/ppt/notesSlides/notesSlide226.xml" Id="Rcf218903dbf14937" /></Relationships>
</file>

<file path=ppt/slides/_rels/slide2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b57e14a8c4172" /><Relationship Type="http://schemas.openxmlformats.org/officeDocument/2006/relationships/notesSlide" Target="/ppt/notesSlides/notesSlide227.xml" Id="Rc081bdafd7d44005" /></Relationships>
</file>

<file path=ppt/slides/_rels/slide2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14a4d5fb84058" /><Relationship Type="http://schemas.openxmlformats.org/officeDocument/2006/relationships/notesSlide" Target="/ppt/notesSlides/notesSlide228.xml" Id="R0731cea7d4e84604" /></Relationships>
</file>

<file path=ppt/slides/_rels/slide2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5a3f0a315445a" /><Relationship Type="http://schemas.openxmlformats.org/officeDocument/2006/relationships/notesSlide" Target="/ppt/notesSlides/notesSlide229.xml" Id="R88925150110f4a60" /></Relationships>
</file>

<file path=ppt/slides/_rels/slide2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6283263ed4abb" /><Relationship Type="http://schemas.openxmlformats.org/officeDocument/2006/relationships/notesSlide" Target="/ppt/notesSlides/notesSlide230.xml" Id="Rb95f414d18cc4a00" /></Relationships>
</file>

<file path=ppt/slides/_rels/slide2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2bea19a1f4328" /><Relationship Type="http://schemas.openxmlformats.org/officeDocument/2006/relationships/notesSlide" Target="/ppt/notesSlides/notesSlide231.xml" Id="R86d6acc7c1da4f0e" /></Relationships>
</file>

<file path=ppt/slides/_rels/slide2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2d7fce5a34c8d" /><Relationship Type="http://schemas.openxmlformats.org/officeDocument/2006/relationships/notesSlide" Target="/ppt/notesSlides/notesSlide232.xml" Id="R0364d42b35324114" /></Relationships>
</file>

<file path=ppt/slides/_rels/slide2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ae0fa4b544b3c" /><Relationship Type="http://schemas.openxmlformats.org/officeDocument/2006/relationships/notesSlide" Target="/ppt/notesSlides/notesSlide233.xml" Id="R8238e04b79bf48cf" /></Relationships>
</file>

<file path=ppt/slides/_rels/slide2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b5101ba024c2c" /><Relationship Type="http://schemas.openxmlformats.org/officeDocument/2006/relationships/notesSlide" Target="/ppt/notesSlides/notesSlide234.xml" Id="R47bd9874ea2f448d" /></Relationships>
</file>

<file path=ppt/slides/_rels/slide2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5dd534f7f4dcf" /><Relationship Type="http://schemas.openxmlformats.org/officeDocument/2006/relationships/notesSlide" Target="/ppt/notesSlides/notesSlide235.xml" Id="Rdd02df28fba449eb" /></Relationships>
</file>

<file path=ppt/slides/_rels/slide2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4efb729f04c51" /><Relationship Type="http://schemas.openxmlformats.org/officeDocument/2006/relationships/notesSlide" Target="/ppt/notesSlides/notesSlide236.xml" Id="Re58b0ae60e5645f7" /></Relationships>
</file>

<file path=ppt/slides/_rels/slide2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bef3005234977" /><Relationship Type="http://schemas.openxmlformats.org/officeDocument/2006/relationships/notesSlide" Target="/ppt/notesSlides/notesSlide237.xml" Id="R44934105061c4a15" /></Relationships>
</file>

<file path=ppt/slides/_rels/slide2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71714bd0144ba" /><Relationship Type="http://schemas.openxmlformats.org/officeDocument/2006/relationships/notesSlide" Target="/ppt/notesSlides/notesSlide238.xml" Id="Rb051abab617d4870" /></Relationships>
</file>

<file path=ppt/slides/_rels/slide2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26e0dc2864693" /><Relationship Type="http://schemas.openxmlformats.org/officeDocument/2006/relationships/notesSlide" Target="/ppt/notesSlides/notesSlide239.xml" Id="Ra73f4750289e43d0" /></Relationships>
</file>

<file path=ppt/slides/_rels/slide2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f981657284449" /><Relationship Type="http://schemas.openxmlformats.org/officeDocument/2006/relationships/image" Target="/ppt/media/image11.png" Id="R24999784417e4b32" /><Relationship Type="http://schemas.openxmlformats.org/officeDocument/2006/relationships/image" Target="/ppt/media/image10.svg" Id="R95367984d31a43f3" /><Relationship Type="http://schemas.openxmlformats.org/officeDocument/2006/relationships/notesSlide" Target="/ppt/notesSlides/notesSlide240.xml" Id="R6d5bc6994e4046f6" /></Relationships>
</file>

<file path=ppt/slides/_rels/slide2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9cd2e04ca412c" /><Relationship Type="http://schemas.openxmlformats.org/officeDocument/2006/relationships/notesSlide" Target="/ppt/notesSlides/notesSlide241.xml" Id="R244aacedb5db43e1" /></Relationships>
</file>

<file path=ppt/slides/_rels/slide2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d7fdeed7c4029" /><Relationship Type="http://schemas.openxmlformats.org/officeDocument/2006/relationships/notesSlide" Target="/ppt/notesSlides/notesSlide242.xml" Id="Rdffdcf7638e34ee9" /></Relationships>
</file>

<file path=ppt/slides/_rels/slide2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697326f6143b8" /><Relationship Type="http://schemas.openxmlformats.org/officeDocument/2006/relationships/notesSlide" Target="/ppt/notesSlides/notesSlide243.xml" Id="Rb3edad72eb5d45fe" /></Relationships>
</file>

<file path=ppt/slides/_rels/slide2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44a3a799a4b77" /><Relationship Type="http://schemas.openxmlformats.org/officeDocument/2006/relationships/notesSlide" Target="/ppt/notesSlides/notesSlide244.xml" Id="R6259c1cf96b1446a" /></Relationships>
</file>

<file path=ppt/slides/_rels/slide2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48bdc40e64dd2" /><Relationship Type="http://schemas.openxmlformats.org/officeDocument/2006/relationships/notesSlide" Target="/ppt/notesSlides/notesSlide245.xml" Id="Re40109e19d0641ce" /></Relationships>
</file>

<file path=ppt/slides/_rels/slide2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463cdb55444df" /><Relationship Type="http://schemas.openxmlformats.org/officeDocument/2006/relationships/notesSlide" Target="/ppt/notesSlides/notesSlide246.xml" Id="Re737f191a42043d0" /></Relationships>
</file>

<file path=ppt/slides/_rels/slide2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42542f4df43c4" /><Relationship Type="http://schemas.openxmlformats.org/officeDocument/2006/relationships/notesSlide" Target="/ppt/notesSlides/notesSlide247.xml" Id="Ra53c1b3901694fb5" /></Relationships>
</file>

<file path=ppt/slides/_rels/slide2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9fa5476b24552" /><Relationship Type="http://schemas.openxmlformats.org/officeDocument/2006/relationships/notesSlide" Target="/ppt/notesSlides/notesSlide248.xml" Id="R13ebd8687cf3408e" /></Relationships>
</file>

<file path=ppt/slides/_rels/slide2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fa6d0cdca4d14" /><Relationship Type="http://schemas.openxmlformats.org/officeDocument/2006/relationships/notesSlide" Target="/ppt/notesSlides/notesSlide249.xml" Id="R2d7d6fb778014eb0" /></Relationships>
</file>

<file path=ppt/slides/_rels/slide2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435ccac4e4c0a" /><Relationship Type="http://schemas.openxmlformats.org/officeDocument/2006/relationships/notesSlide" Target="/ppt/notesSlides/notesSlide250.xml" Id="Re445d36b1cb74de7" /></Relationships>
</file>

<file path=ppt/slides/_rels/slide2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f49a3692b47fa" /><Relationship Type="http://schemas.openxmlformats.org/officeDocument/2006/relationships/notesSlide" Target="/ppt/notesSlides/notesSlide251.xml" Id="Rbb063d9df02741ca" /></Relationships>
</file>

<file path=ppt/slides/_rels/slide2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12b7f0e7f49f6" /><Relationship Type="http://schemas.openxmlformats.org/officeDocument/2006/relationships/image" Target="/ppt/media/image29.jpeg" Id="R313b24f897ee4210" /><Relationship Type="http://schemas.openxmlformats.org/officeDocument/2006/relationships/notesSlide" Target="/ppt/notesSlides/notesSlide252.xml" Id="Rb8ddc38f85914feb" /></Relationships>
</file>

<file path=ppt/slides/_rels/slide2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67475f58544e1" /><Relationship Type="http://schemas.openxmlformats.org/officeDocument/2006/relationships/image" Target="/ppt/media/image30.jpeg" Id="R43dc6c9595be4822" /><Relationship Type="http://schemas.openxmlformats.org/officeDocument/2006/relationships/notesSlide" Target="/ppt/notesSlides/notesSlide253.xml" Id="Rf4e698cc11ac4d83" /></Relationships>
</file>

<file path=ppt/slides/_rels/slide2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5a7e542a5450a" /><Relationship Type="http://schemas.openxmlformats.org/officeDocument/2006/relationships/image" Target="/ppt/media/image31.jpeg" Id="R69340c2494a049a1" /><Relationship Type="http://schemas.openxmlformats.org/officeDocument/2006/relationships/notesSlide" Target="/ppt/notesSlides/notesSlide254.xml" Id="Rc4e6bc870df4408a" /></Relationships>
</file>

<file path=ppt/slides/_rels/slide2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3cbf6cfff482f" /><Relationship Type="http://schemas.openxmlformats.org/officeDocument/2006/relationships/image" Target="/ppt/media/image32.jpeg" Id="R45397376e0de4ad5" /><Relationship Type="http://schemas.openxmlformats.org/officeDocument/2006/relationships/notesSlide" Target="/ppt/notesSlides/notesSlide255.xml" Id="R9d6ac189abf2440c" /></Relationships>
</file>

<file path=ppt/slides/_rels/slide2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cdd5bfe684d0d" /><Relationship Type="http://schemas.openxmlformats.org/officeDocument/2006/relationships/image" Target="/ppt/media/image33.jpeg" Id="R8a777cb910cb484b" /><Relationship Type="http://schemas.openxmlformats.org/officeDocument/2006/relationships/notesSlide" Target="/ppt/notesSlides/notesSlide256.xml" Id="R9dead0b7afa348ca" /></Relationships>
</file>

<file path=ppt/slides/_rels/slide2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4fba0f0c1432e" /><Relationship Type="http://schemas.openxmlformats.org/officeDocument/2006/relationships/notesSlide" Target="/ppt/notesSlides/notesSlide257.xml" Id="R93cc80ccf7a4477e" /></Relationships>
</file>

<file path=ppt/slides/_rels/slide2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95eac5f434d80" /><Relationship Type="http://schemas.openxmlformats.org/officeDocument/2006/relationships/notesSlide" Target="/ppt/notesSlides/notesSlide258.xml" Id="R8f80d496038d4bf7" /></Relationships>
</file>

<file path=ppt/slides/_rels/slide2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f2db15ca24157" /><Relationship Type="http://schemas.openxmlformats.org/officeDocument/2006/relationships/notesSlide" Target="/ppt/notesSlides/notesSlide259.xml" Id="R63b392bd64254e7e" /></Relationships>
</file>

<file path=ppt/slides/_rels/slide2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ebf3e9e024159" /><Relationship Type="http://schemas.openxmlformats.org/officeDocument/2006/relationships/notesSlide" Target="/ppt/notesSlides/notesSlide260.xml" Id="R5abfcf70697c4f7f" /></Relationships>
</file>

<file path=ppt/slides/_rels/slide2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c54b812614474" /><Relationship Type="http://schemas.openxmlformats.org/officeDocument/2006/relationships/notesSlide" Target="/ppt/notesSlides/notesSlide261.xml" Id="Ra7e3035881ef4f16" /></Relationships>
</file>

<file path=ppt/slides/_rels/slide2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d7fe72ccfb419e" /><Relationship Type="http://schemas.openxmlformats.org/officeDocument/2006/relationships/notesSlide" Target="/ppt/notesSlides/notesSlide262.xml" Id="R78b56aa0b6ff4794" /></Relationships>
</file>

<file path=ppt/slides/_rels/slide2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0e9fe39784311" /><Relationship Type="http://schemas.openxmlformats.org/officeDocument/2006/relationships/notesSlide" Target="/ppt/notesSlides/notesSlide263.xml" Id="Rbf84b457b1434567" /></Relationships>
</file>

<file path=ppt/slides/_rels/slide2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5a21353eb42f3" /><Relationship Type="http://schemas.openxmlformats.org/officeDocument/2006/relationships/notesSlide" Target="/ppt/notesSlides/notesSlide264.xml" Id="R9d1beed53f0742fb" /></Relationships>
</file>

<file path=ppt/slides/_rels/slide2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4fb4d16cec45c4" /><Relationship Type="http://schemas.openxmlformats.org/officeDocument/2006/relationships/notesSlide" Target="/ppt/notesSlides/notesSlide265.xml" Id="Rb13edc38e03b4775" /></Relationships>
</file>

<file path=ppt/slides/_rels/slide2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2454776434824" /><Relationship Type="http://schemas.openxmlformats.org/officeDocument/2006/relationships/notesSlide" Target="/ppt/notesSlides/notesSlide266.xml" Id="R7fd7097bb55b4e83" /></Relationships>
</file>

<file path=ppt/slides/_rels/slide2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e30f077c34f9f" /><Relationship Type="http://schemas.openxmlformats.org/officeDocument/2006/relationships/notesSlide" Target="/ppt/notesSlides/notesSlide267.xml" Id="Ra433b412b5cc45bc" /></Relationships>
</file>

<file path=ppt/slides/_rels/slide2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e659275a9477f" /><Relationship Type="http://schemas.openxmlformats.org/officeDocument/2006/relationships/notesSlide" Target="/ppt/notesSlides/notesSlide268.xml" Id="R77bb69f080ec4090" /></Relationships>
</file>

<file path=ppt/slides/_rels/slide2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9054f60a094884" /><Relationship Type="http://schemas.openxmlformats.org/officeDocument/2006/relationships/notesSlide" Target="/ppt/notesSlides/notesSlide269.xml" Id="Re701b824d9a64559" /></Relationships>
</file>

<file path=ppt/slides/_rels/slide2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ad28f23714efe" /><Relationship Type="http://schemas.openxmlformats.org/officeDocument/2006/relationships/image" Target="/ppt/media/image12.png" Id="R581804e261f0462d" /><Relationship Type="http://schemas.openxmlformats.org/officeDocument/2006/relationships/image" Target="/ppt/media/image11.svg" Id="Rd5dabcd2e32449a7" /><Relationship Type="http://schemas.openxmlformats.org/officeDocument/2006/relationships/notesSlide" Target="/ppt/notesSlides/notesSlide270.xml" Id="R9b0b617d450b47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079C24-978F-4908-99AA-B342F9A2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158707-2F76-4F7E-B493-79E3AE45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770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IPA · 40H PROJECT BASED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FEC61-E463-4385-A44E-49596956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1일차 1차시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A9908-F76E-4452-B7A4-D1A10ED4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1009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LLM Agent &amp;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FD35D-4D4D-46B4-AF33-46869E3C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971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답을 잘하는 AI에서, 일을 끝내는 Workflow로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E9151E-186E-499A-9743-EAF8B69B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971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Agent와 문제 정의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94FCA-3EB3-40B8-8E34-8222D5D9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09:00-09:12 강의 · 09:12-09:20 강사 시연 · 09:20-09:42 개인 실습 · 09:42-09:50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3903B-0914-469E-B6DB-6EC54A5D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3467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43ED12-17DD-4DF0-B72E-C34D06F5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3200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AB446-B631-4A98-9F65-FB8D6401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52950"/>
            <a:ext cx="3467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C8885-47D1-42B2-AC17-1D882AC1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291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Chatbot과 Agent의 차이 · 자동화 범위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C77FBE-0F14-41F5-86F0-9ECA190A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25C2C-F05D-42C9-8C36-3C56B3A9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24350"/>
            <a:ext cx="3829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2D0AF-6E64-4101-908B-E764D4C5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529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380A00-DE95-4695-901E-FE8EABB7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29150"/>
            <a:ext cx="3829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모델보다 먼저 입력·결과·금지 행동을 정한다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D8FD2B-219E-4C28-BE67-49938F9D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67200"/>
            <a:ext cx="2838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11CA05-654A-4EE6-9653-1D299BE6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2435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C08C0-62B9-48EE-9A95-AED14C9F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52950"/>
            <a:ext cx="283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F23707-AB81-4D74-A6AA-31EA52BC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자동화할 일 한 문장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6057D1-3C89-4FB8-B4E2-1C6726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차성재 · 무신사 Agentic AI Side PM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서울시립대·아주대 AI 겸임교수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1A349C-4B4E-4E8E-9680-5FCBD29F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05450"/>
            <a:ext cx="3162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4000"/>
              </a:lnSpc>
              <a:buNone/>
              <a:defRPr sz="1050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2026.08.23 SUN</a:t>
            </a:r>
          </a:p>
          <a:p xmlns:a="http://schemas.openxmlformats.org/drawingml/2006/main">
            <a:pPr algn="r">
              <a:lnSpc>
                <a:spcPct val="124000"/>
              </a:lnSpc>
              <a:buNone/>
              <a:defRPr sz="1050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09:00-18:00 · LUNCH 14:00-15:00</a:t>
            </a:r>
          </a:p>
        </p:txBody>
      </p:sp>
    </p:spTree>
    <p:extLst>
      <p:ext uri="{BB962C8B-B14F-4D97-AF65-F5344CB8AC3E}">
        <p14:creationId xmlns:p14="http://schemas.microsoft.com/office/powerpoint/2010/main" val="16223524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DBDD4B-BDE3-4AFB-A665-AAE5B026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DAY 1 · 운영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8670E-EAD0-4C3A-BFCB-9FAAD1A3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첫날은 점심시간이 14시입니다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FF70F-31C5-4593-8E2A-631EC953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5B63D-1B53-4584-BBC2-F2EC74B3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4289F-E1E1-42D7-BE34-ADBA106B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1B9CF-6541-4DB0-8067-AA304565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002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b6aa92a18740ce">
            <a:extLst>
              <a:ext uri="{96DAC541-7B7A-43D3-8B79-37D633B846F1}">
                <asvg:svgBlip xmlns:asvg="http://schemas.microsoft.com/office/drawing/2016/SVG/main" r:embed="Reba444d6bf3e42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20350" y="685800"/>
            <a:ext cx="819150" cy="819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5B7CB-663F-46E2-9886-5FB984E1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923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강사의 오후 주요 일정으로 이번 주만 1시간 점심시간을 14:00-15:00에 운영합니다.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2F889-3AAC-4906-B9EF-CE68FEBA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1055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D48074-89E1-49F3-9F2B-C1320510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1017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11:30-12:00 쉬는 시간에는 빠른 점심 또는 간식을 미리 드시길 권합니다.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1BBB5-D489-4931-9233-419B88F9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12-13시에 점심시간을 드리지 못하게 되었습니다. 불편을 드려 죄송합니다. ㅠ.ㅠ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996103-5091-4BD1-80E0-DE3BAB8C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195AD2-CFEB-4B5D-A95D-EFAE666D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765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09:00-12:00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48C2F7-83C6-4EAE-AAFB-A54B7C69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575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1-3차시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75AC6E-ECA9-4B0A-AE36-C376784A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09:00-11:30 수업 (11:30-12:00 쉬는 시간)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F8FD03-1873-4450-AFA9-7AACFA84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575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빠른 점심·간식 권장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EE7814-1A46-4FD4-A316-D9B1DF87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575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8A26F6-9256-4EBD-9427-1E914B00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05B055-9C36-439C-B1D8-81F6FD33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290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12:00-14:00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5629F7-3B70-4692-BC90-226996D8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0997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4-5차시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E902AF-E578-4F4D-8699-3ED2E31C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99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12:00-13:40 수업 (13:40-14:00 쉬는 시간)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C4B3DD-A419-439E-83E9-10BD880B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99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총 2시간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21215A-7C38-4AEF-B016-46C0E20E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002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1CBE1B-67BB-4C23-82E1-80DEEFDE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1B6FE9-D81D-4DE0-B529-16F2F74B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14:00-15:00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3CCDC4-80C8-4B40-8E2E-72F29BAD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624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LUNCH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63AC73-2F8E-48C6-A149-0AC8EB1C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624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점심시간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A05C5B-2979-4F41-ACD8-BB250D1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624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이번 주만 14시 시작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F8DF7D-A79E-4652-94AD-DDD6C155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624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0327B0-3C06-4298-81A6-2D4A1F8E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AEB4CF-C460-44CF-B19A-6B11D0AD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3392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15:00-17:30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3F4832-AA70-4EB4-8077-9072B04B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1487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6-8차시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88F459-A546-4140-9C3E-E7CDBA04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148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15:00-17:00 수업 (17:00-17:30 쉬는 시간)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7E3B83-0382-4461-9273-6103B68D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148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총 2시간 30분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21F814-459D-4528-B4E2-A3F35C07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1492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DCFEDC-7E1B-4A87-9680-CAA0025B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543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228340-8C92-43CD-81A0-07CC7D0A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17:30-18:00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5ABEF8-FFD8-4289-A5EB-744DB304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67325"/>
            <a:ext cx="1352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Q&amp;A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1DC8467-6B60-4561-8DEC-9868E0F7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질문·실습 복구·Exit Ticket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D49828-27D8-4A0D-99EE-5994CED1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6732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쉬는 시간 뒤 시작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4BCC7A-4648-46D4-ADC0-1D80016D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667375"/>
            <a:ext cx="872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61843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D669B9E-BF62-494A-A8CC-15A9257C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첫날 전체 시간표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3C4FB-6528-4E5B-902B-10C17F99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1일차는 여덟 개 차시로 진행합니다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B911EE-5531-4FD8-9518-6828CB80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35658A-A2DB-4045-B371-5CA75B0C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B7223-560A-4615-B487-154F7119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27389-1728-4F39-AAC3-4A866704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7DF8A-CA47-4A17-81D5-A76FC574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76350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현재 차시의 시간·내용·결과를 확인하고, 쉬는 시간에는 실습 상태를 저장합니다.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CFD58-B4F7-43A1-AE44-7648A8CE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1BE6D-D2C6-44D9-A50B-AD7097FB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0497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0F417-BAB1-450D-B721-C9B57B5E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0497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슬라이드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EEF842-D83D-4102-BC7F-1417AA21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04975"/>
            <a:ext cx="2743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진행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651A6-895B-4589-A5B6-BA82AEF8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704975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강의·시연·실습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93E29B-0936-4501-930F-7C4F376B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049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수강생이 남길 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2648B0-557A-476C-A139-62CBF978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621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AD3AB6-782D-4F22-BE12-553C4707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621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4E3BEA-50FB-4650-BC3B-1F06A91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763637-637A-4133-9CCB-94DD4F54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0193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1-29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C8B1C-355C-4F88-8F7E-EC6DCEAB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193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1차시 · Agent와 문제 정의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DBBA7D-A0AE-4C29-9AA7-A44F0B60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193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12 · 시연 8 · 실습 22 · 확인 8분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C6092-E5A3-438A-B555-6802825C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193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자동화할 일 한 문장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EB666A-609F-4C33-AC71-1200B661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ACA15-D832-4FEB-982E-41FF6927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9DAEFE-CA01-4274-AC9F-E467F738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DFA17A-A584-4C13-ACB4-4121301B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D9FC7A-4146-4FB7-A193-B559AE84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30-64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F9F3D4-C06A-483B-8FA0-99233E8A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431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2차시 · Tool Calling과 실행 권한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D3653C-C458-475E-A241-9B6FE8EC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431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15 · 시연 10 · 실습 20 · 확인 5분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772B62-78FE-4F35-A95B-A839CC85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431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허용할 도구와 막을 행동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EF85F7-5386-451A-8570-27CDBB79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06FD-D521-4070-BB59-1DA99BB7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6128DF-FED1-4D0B-9699-86A53696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F1A213-049B-46E5-A473-8D14BEFD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10:40-11:30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D81092-3B15-4706-A3CC-1C786D29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670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65-99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646404-E912-475B-A127-62225A8C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670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3차시 · 한국어 데이터와 PBL 사례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AB8555-5379-4FC4-8D3D-14B00779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670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14 · 시연 10 · 실습 21 · 확인 5분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64770B-7BA8-46D6-A403-E6E41AC3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670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입력·결과·근거 예시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BA6C9C-A1A8-496D-98BC-E9CB76B4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45041D-42E8-4DBF-A192-AD69ADA7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261334-F012-4269-A56A-0C4DCAF1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11:30-12:00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39AE03-576D-4819-8E80-91ED984E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90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19F97F-5A1E-4406-AC8D-02F46145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쉬는 시간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EDBD6E-AC02-4317-BD1A-9EA9A49B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908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1-3차시 종료 후 휴식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803014-4C1C-4747-8D39-571FD831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908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빠른 점심 또는 간식 권장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AE6320-BE9E-46BF-9F80-2C437904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9C03CF-F4D6-4F59-A4D7-F06C11E4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4398374-4417-49DB-8DF6-82DCC548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F0C2BC-CB65-4BD5-9131-7440C787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69C53E-3A31-43A1-B544-6C6F6FA0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3147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100-134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EE9375-578B-4DC9-9DF7-37A4E826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147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4차시 · Python·VS Code·Git 환경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F7927CA-C4E0-4D2F-BC8E-41E2C692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3147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10 · 시연 15 · 실습 20 · 확인 5분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AAEF307-C1C0-4A65-A6C3-38A4AEE6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147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버전·경로·PR 준비 상태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996ABB-EF47-4C44-82B1-94D6F3CC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1E904D1-999B-465A-970E-6248892E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4728B4-87A0-4385-A87D-DF13476D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CB3C7C-6923-4286-9242-288F4FD0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12:50-13:40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B0A923-D082-432D-ADB1-09223210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385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135-168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A0CE855-49FC-47C9-84E6-36EC663D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6385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5차시 · 안전한 Agent 실행 루프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F745DA-F301-42B6-A3F9-90CF1834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385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10 · 시연 10 · 실습 25 · 확인 5분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05F1C5-6686-4273-912C-A5970545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385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정상·실패 test 결과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DA3045-60AB-4EFC-81C1-5B5F9208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0E3648D-ED99-42DD-81B5-1CB6BF7A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8C8F6BD-E25C-42B3-98C8-E74BB03C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624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13:40-14:00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0BB8432-84AC-4E87-9B57-4124E308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9624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10F00F-281A-47E3-B557-96BEB14C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9624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쉬는 시간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04C0F8C-47F7-469E-B3A3-D0C4FDDC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624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4-5차시 종료 후 휴식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989B50-2FE3-45B5-828F-341363D5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점심 전 실습 상태 저장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200EC0B-78AC-4866-8B16-81CB2608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5DA257-D801-4DBD-965E-E093E4AD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2910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FD7BCFD-F77E-41D1-881C-C5E5A464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14:00-15:00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FB5C9C6-B451-4D7E-BDAC-DE06CB4A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862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D623D93-CF79-4D4F-BEEC-6A9FFA85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862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점심시간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FBE116-723F-4074-8398-BAA7BD5D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862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1시간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A4783B5-20A7-4AE0-8EDC-4838FFD0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862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14:55까지 복귀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2A21B99-74EE-42A4-872A-AA330C2D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CFB6A3F-6A81-4FA6-B576-2DA218DB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45400C6-5CE2-4802-859B-55BF3768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8EE34F1-5F94-4096-BAC5-6E931A86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4740A23-A69B-4138-90D2-E9EDF477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6101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169-202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A21FA3C-A9FA-499F-8C76-00D5AAED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6101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6차시 · 무료·로컬 LLM과 Adapter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F0C0A6A-F147-4DE2-AD94-81CD9352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101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8 · 시연 10 · 실습 17 · 확인 5분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833F0FC-BF9C-4E4D-9037-585792A8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101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성공 또는 예상된 실패 결과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674CB0A-7EFE-42D7-AD29-0AF10BD5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2C0C493-9A07-4CB5-A0E0-7143DD6A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A8F8535-66F1-4208-9942-2C6349B4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7680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136F724-11A3-4EB9-9B42-A44C0682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7F612F8-3A0C-48ED-B83C-BBBEEE8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339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203-236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6C31BCF-07DB-4951-B28A-9229B37A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7차시 · LangGraph와 사람 승인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663AFC0-9310-4A4D-84D3-9AFFECED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9339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8 · 시연 12 · 실습 15 · 확인 5분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B4AE3C5-AB87-413F-943C-EC5F645A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339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승인·수정·거절 상태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12C2184-BC5A-4A86-8C88-9A0CE08E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C6D878D-60D4-4A67-B725-60BA4040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922FFF1-5BB2-46F2-A198-2CA29A5B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B4783FB-19D5-4381-BC71-2EE95E82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52C403F-F49C-4E71-8FAE-FC9AD53E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578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237-269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400F321-C8FF-4944-9391-744BC35A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578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1일차 8차시 · STT와 LangSmith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736EBB4-CA08-460A-83DF-14F5A550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2578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8 · 시연 10 · 실습 15 · 확인 7분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0BD9DF2-F511-436C-96B7-9416E4AB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2578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품질 기준과 READY/HOLD 판단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DE75368-612A-48A5-A280-987FF606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6C5CED9-2EBA-4355-9947-5FB76792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0504875-E2A6-4F42-8939-07B9EB71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17:00-17:30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8DF1A7C-9588-4B45-BB67-C31882BA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816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-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A616313-5B1D-4AA6-85F0-D59402DB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58165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쉬는 시간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4CF0177-A86C-4A82-936E-A5358BE2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58165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6-8차시 종료 후 휴식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47AC7A9-9EF6-45CD-83BA-2F177186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8165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질문 정리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95D7F65-07D6-44A4-9275-589F1767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E80C63F-EB7E-4423-BC2E-DA9A6C90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10553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1ABAE6C-790A-44AB-BD8B-0636C63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47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5CF70D6-67AE-4FA4-BA25-C4E0E650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17:30-18:00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517DBB1-89FB-49DB-9CD9-B9CF0B5B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90550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270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A4F5F50-FB44-404B-8607-E0C13922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905500"/>
            <a:ext cx="2743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Q&amp;A · 실습 복구 · Exit Ticket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45A0D66-D0AB-4A57-A189-CBB55F85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055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질문 15 · 복구 10 · Exit 5분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45985F6-AA81-4161-8116-92381A9D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905500"/>
            <a:ext cx="2590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63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오늘의 핵심 세 문장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12FE2B45-27F5-44D1-8578-C75F0A7A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722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323626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3824E2-8E02-4938-92B4-024C180D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강사 소개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40A011-3442-43FE-95CD-CF243830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머신러닝·딥러닝·LLM을 거쳐, 지금은 Agent 제품을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86843-216E-4356-A7FC-08D40704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5B875-798F-43A2-BEE8-721AF1C8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E5051-E466-4CA1-B0F3-DFB07DB6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E26BB5-69D7-49D2-9D53-80B984E2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3528D-4F84-4A6A-8B6E-50464C7B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차성재 · 무신사 Agentic AI Side PM · 서울시립대/아주대학교 AI 부문 겸임교수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E1FC8-6802-41A9-80A3-2272C33B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10553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D450E-B9BA-4318-886F-98250F3B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산업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5DB25-E19C-4B04-9AC0-DEBDDE83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0574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데이터·AI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146606-C1CD-4EA0-A29B-5AE5C080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542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풀었던 문제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2BCC58-1D18-42C3-B466-D6C8C445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574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역할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2A6A8D-DF07-4360-9EE5-47308C63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금융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C5A52-A687-4A50-A8AF-E3FFA24C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384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정형 데이터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AutoML·MLOps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FB8C0-3A29-4737-9FA6-3D7309C1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은행·카드·보험사의 예측과 의사결정을 자체 AutoML 솔루션으로 자동화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078C8B-E837-449B-8BAA-DA1FA6A1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384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에이젠글로벌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ML Team Leader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32CA1-E833-4FC7-80CE-E17C067A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448464-CABF-4097-9A0C-C6D11634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055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FF0CD1-238C-45E2-828E-9B7236C4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의료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74878-207B-4E59-B39E-B46C0917C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813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대장내시경 영상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DL·CVOps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BC9A41-4983-4E08-9630-2A9C8382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실시간 영상에서 용종 탐지·진단을 보조하는 의료 AI 서비스를 제작·운영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F5CA60-CFA5-48F4-A8DC-5BC0C116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8135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아이넥스코퍼레이션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AI Engineer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834C5A-9BAD-4122-B454-404D5AC4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9CE245-2970-4580-94F6-706ECE1A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교육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1F60DB-5C71-4082-B725-13738C25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9243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말하기·글쓰기·상담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LLMOps·AICC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712228-4E4E-40D7-8106-782C02EC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7만 명 영어 평가를 3-5일에서 약 10초로 단축하고 상담 전·중·후 AI를 총괄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01E515-090C-4745-9FBF-B6337496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243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크레버스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AI Engineer·AI PM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EFCB98-ECBB-4DC3-BF18-25A787BA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764350-9C34-4EE3-95A9-DE453672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05537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937520-8186-4E88-8961-A9E86CA9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876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이커머스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DCD26B-D7EC-45F7-992E-654BF682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6725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고객·상품 맥락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Agentic AI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8F2BE5-6499-4D06-9E26-B3B86F6D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67250"/>
            <a:ext cx="542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AID Chat·쇼핑 탐색·Voice·AI 해설·SEO/GEO 등 고객 접점 Agent 제품을 담당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51FF26-4CA1-4B16-9E31-126DADFC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6725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무신사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Agentic AI Side PM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73590A-BB6B-4EA8-9633-2A61CF37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E2053F-B5EE-42F6-8496-9B466D18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55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9CFDB-AAA8-43BF-B4D3-3D259B9F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81650"/>
            <a:ext cx="1017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강의·멘토 · 2개 대학원 AI 겸임교수 / KT·Kakao AX / 연구 AX / 재직자·취준생 AI Native / 출제·심사</a:t>
            </a:r>
          </a:p>
        </p:txBody>
      </p:sp>
    </p:spTree>
    <p:extLst>
      <p:ext uri="{BB962C8B-B14F-4D97-AF65-F5344CB8AC3E}">
        <p14:creationId xmlns:p14="http://schemas.microsoft.com/office/powerpoint/2010/main" val="4224377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5D903A-1CEC-45F8-9732-DD14E325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B2923F-1A23-4634-B50F-723D9CF9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먼저 네 단어의 역할만 잡고 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E464A-FA5B-4201-BF37-673949A7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69D95-21C8-415B-A104-5F660022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AF483-B1AD-4460-BB3C-067262D9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362C6-A2E8-41CA-B26F-46CFEC6B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D42AA-5F20-4EBF-909D-17C8D862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CDA60-2985-4892-9F1E-9293BFBC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5DA77-4561-4687-B7AF-2F45547D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89175-878B-4E9B-9058-C34771BA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CD24F5-1E12-4B88-A765-F59B366E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생성형 AI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Generative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D3A03-AEB5-497E-8D8B-EFAB2E69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학습한 패턴을 바탕으로 새로운 텍스트·이미지·코드를 만들어내는 AI이다.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E5517E-6277-4B12-8FAB-CB12179B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회의 원문을 읽고 요약 초안을 만든 뒤 사람이 검토한다.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1065F3-B7DC-4F80-91F8-A0DE0C9C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3587D-3C1B-462A-B0C4-491688F4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7F7DF-62C0-41EB-B260-6E6821DE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LLM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Large Language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C6047-6C28-452B-9459-44AFC2E4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아주 많은 텍스트로 학습해 다음에 올 말의 가능성을 계산하는 언어 모델이다.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F83DF6-A5D0-48F5-8100-AE6DCA5D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회의에서 결정·담당자·기한 후보를 구조화한다.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98FE6D-8911-45C4-ADB1-FB339DE5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1786A1-96BE-40F6-89C5-5A5B6FA7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Goal + State + Tools + 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F028BE-509E-4A86-8991-9CA3A5F7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목표를 받아 현재 상태를 보고, 도구를 선택하고, 결과를 확인하며 다음 행동을 정하는 실행 구조이다.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443600-F798-4743-95D2-548E8ACC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파일 읽기 → 요약 → 검증 → 승인 → 기록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95F93B-F198-4BDA-9F7C-E40C1DD5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F0AE63-57D9-40F3-B416-8A457992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57942A-D81A-4162-8B1B-0A161DB3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Harness Engineering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Instructions + Tools + 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0A751A-DFFC-42DA-9486-04B40434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주변에 지시문·도구·권한·테스트·관측 장치를 설계하는 방식이다.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FF6E1D-02A9-4188-962D-A92218C4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Codex·Claude에 작은 작업을 주고 테스트와 diff로 결과를 확인한다.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539B9D-6A75-4B18-AAFC-6E76BD8E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6484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9C0EE-A436-4346-B755-6C376848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재직자와 구직자는 같은 기술을 다르게 증명한다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D1069-25E8-4EB4-BED4-975B93B5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38110E-A9E0-40FF-8343-D8B23747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A6079-F6B9-44D3-944B-3B9360EF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9EAB28-9FDC-4717-A558-A2846258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ED3E7-E52F-4B12-A9A2-51D8178F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08FCB5-4D90-481E-982B-59D35961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재직자는 도입 통제, 구직자는 재현 가능한 포트폴리오를 강조한다.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ebfaed4d8c45c8">
            <a:extLst>
              <a:ext uri="{96DAC541-7B7A-43D3-8B79-37D633B846F1}">
                <asvg:svgBlip xmlns:asvg="http://schemas.microsoft.com/office/drawing/2016/SVG/main" r:embed="R0df200d40cd84f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5003EB-DECA-4B7D-851D-B71420EC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2F923C-C4A3-40AC-8A6A-5A63B885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재직자: 보안·업무시간·승인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D9090-1F04-40A3-BAEA-A7BF4117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21BDFF-1ECF-4395-9F15-A7BA8F36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구직자: README·테스트·Git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29F73-9D0A-4BA8-A527-6D2A0626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865A54-7982-4C51-AA47-A0C59D07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공통: 실제 demo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C7CF9-D89C-4A18-B1B9-962AE987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D0C5A-2CBA-47A4-8128-13768358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제품과 데모가 갈리는 지점  |  데모는 ‘된다’를 보여주고, 제품은 ‘안 될 때’를 설명한다.</a:t>
            </a:r>
          </a:p>
        </p:txBody>
      </p:sp>
    </p:spTree>
    <p:extLst>
      <p:ext uri="{BB962C8B-B14F-4D97-AF65-F5344CB8AC3E}">
        <p14:creationId xmlns:p14="http://schemas.microsoft.com/office/powerpoint/2010/main" val="1197907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2250B2-68F9-4C9C-8965-DC5EB421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9ACE7-822A-4C0C-B794-CA542758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수업은 네 번의 움직임을 반복합니다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100ED-9F8C-4126-9DEA-78917DD1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EB69D-49BA-4958-80E6-7E939D47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B5B61-E415-4F1A-BA03-006011C6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C82AA-7697-43B6-8627-DA1FA8CD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5CABC-8C00-4C71-8DEF-206A63B3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먼저 보고, 그대로 따라하고, 일부러 틀려본 뒤, 성공 증거를 남깁니다.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FD418-7FAE-4D09-97FF-CC6C5FAD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718E2-CCC7-48F3-9F59-4261194D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657CA8-BCDF-4002-A035-FAD573DF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050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먼저 봅니다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605BAA-2E83-47AE-A1B0-F03CFF1B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완성 결과와 클릭·명령 순서를 먼저 확인합니다.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8B75A-42E0-499C-9D1B-9A42E132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622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5150A-3FB7-4D3D-B13C-13FF65ED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D1C037-CF80-486B-ABCD-D5BC8D8F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146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78F3AA-0C86-4A9C-A1E6-39827393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432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화면을 따라 만듭니다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7AB819-582B-464C-827F-49116BFC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432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한 단계씩 멈추며 내 화면과 비교합니다.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75E6C3-B817-47C0-9E04-8B08CA2D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004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D2AE96-3638-49D2-89F7-DADC868B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47A00-04E2-4783-A75B-AFB29136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6D235-8133-4390-A370-A50BBDF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814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일부러 한 번 틀려봅니다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DDA4B6-31F6-4C08-9302-5B54D1BD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814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입력값 하나를 바꿔 실패 메시지를 직접 확인합니다.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DBF616-C415-4B15-A330-92083DD2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386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C1FB42-E915-4ECB-B07D-F703F153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42E94B-58E3-4ED1-A9A7-AAA18F53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702801-90BD-416A-AB63-689AB8F0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19625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다시 실행해 확인합니다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7A38AD-96A1-486C-8B78-C0811D37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619625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원상 복구한 뒤 test와 결과 파일을 남깁니다.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E1C679-4A47-4966-B448-73B3C992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76850"/>
            <a:ext cx="937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21315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E6C51C-C7A7-4A01-82CF-E7D4CE5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672CB-21ED-4AAE-B747-3CF6B472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막히면 “안 돼요”보다 네 가지를 알려주세요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DA788-B637-4DE5-AAF8-CE7546FE0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2B8AE-9C4C-4200-AD4D-8078D043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826A5-560A-420D-A3C5-2B625A7C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4D5C0-4015-4A49-8623-9614DE8D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44761-583F-4283-834C-CAEF6D3D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37338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df0a3dccf74d93">
            <a:extLst>
              <a:ext uri="{96DAC541-7B7A-43D3-8B79-37D633B846F1}">
                <asvg:svgBlip xmlns:asvg="http://schemas.microsoft.com/office/drawing/2016/SVG/main" r:embed="R74e06907641140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52500" y="1981200"/>
            <a:ext cx="666750" cy="6667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E66C5-2ACB-4549-BE3D-76052FE0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“안 돼요”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8C6D9C-05F9-4E01-921B-3969864A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285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어디서부터 확인해야 할지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알기 어렵습니다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A5701-55AE-4B3F-9904-AA005FD9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5811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대신 아래 네 가지를 알려주세요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DB4CE-2A34-4149-8617-49F374AA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717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46C434-C96C-40E4-890E-596C4086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1717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첫 오류 문장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D71454-0EDE-466F-ABD6-C80BA4B2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717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화면에 보이는 그대로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E90B6F-4326-4949-9676-6C892B0E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289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01B3C6-E36D-4E7D-8E6D-9FD0E11E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956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975C57-1EC3-437A-8579-566F2B7C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956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직전 행동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0AB559-521F-48D6-BD08-3BD68149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956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누른 버튼 또는 입력한 명령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578233-B244-4520-9CC2-53EB949C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C53252-0EC8-448B-9C67-0CDE7ADA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195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6F7749-C13C-4747-B157-CA77DFB0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195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내 실행 환경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61908-5B0A-455F-A5C0-715F3ABE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195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운영체제와 Python 버전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A8393A-A3B2-400E-B4F5-0B42DCCB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767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A9EE3D-D06D-4671-93B3-7551C5CC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434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EFC452-2BA2-4BAD-AEE7-B5600AB5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434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기대한 결과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C00DE7-012E-497F-B63C-4D82CA8D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원래 나와야 했던 화면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394973-E50C-40AD-83A9-ADB241EA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800600"/>
            <a:ext cx="546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1C611-F9B7-453F-8F05-F01F1B70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10553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91FAFD-9A27-4726-803D-F1077CFE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91175"/>
            <a:ext cx="1017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예시  |  macOS · Python 3.11 · pip install 뒤 ModuleNotFoundError · notebook가 열릴 것으로 기대</a:t>
            </a:r>
          </a:p>
        </p:txBody>
      </p:sp>
    </p:spTree>
    <p:extLst>
      <p:ext uri="{BB962C8B-B14F-4D97-AF65-F5344CB8AC3E}">
        <p14:creationId xmlns:p14="http://schemas.microsoft.com/office/powerpoint/2010/main" val="15538512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722297-CE8F-4E7E-BE29-739966AA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CCFBD-3D4D-4D30-ABCA-C9A096F3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속도가 달라도, 다음 행동은 분명합니다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ECABF-7298-489C-A051-78545BE6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213BB-CA89-48F6-8A6C-9C057F21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C1E84-A4D4-4783-9745-50E909E0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ED60F8-8D40-4B9E-8000-C6E66AC6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6E859-255B-4134-A57A-CC000522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빠르거나 느린 것이 아니라, 지금 내 상태에 맞는 행동 하나를 고르면 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FBDDA6-5A8A-44C2-BF17-93A0DADF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D709E-F6CD-4169-B4BA-5162FCFB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2114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내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1E3456-EEA1-4552-805C-DC81EF3A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33600"/>
            <a:ext cx="449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할 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9D464-802A-4987-AAEC-82381518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다음에 남길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560B9E-FBA7-41E9-8D60-8E803A7B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바로 다시 실행할 수 있어요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504E9F-CD38-426C-9D35-306533AE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336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혼자 한 번 더 실행하고 결과를 비교합니다.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4AA98-E325-4BCE-81F9-9F68E752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336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성공 화면 1장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75B772-74ED-4FA8-8CBD-3EB6B408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E1FE47-BBAF-4CF3-A53A-C0D591F5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10553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EBAC8-7353-4485-AD8A-CB5A2993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장표를 따라가는 중이에요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5AB1D-C582-4ED1-9870-E88467CE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575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현재 표시된 단계까지만 끝내고 강사 화면과 비교합니다.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0C318-E151-4A5C-8634-12016638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현재 단계 체크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80A480-4825-4C7D-9F94-E4D108B9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A65C83-D281-4822-8403-12A5081D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오류에서 멈췄어요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DBBDBC-DDD6-4354-96FF-56080DCD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814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채팅창에 첫 오류 한 줄을 남긴 뒤 복구 파일에서 다시 시작합니다.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4CC4DE-E90A-4A4F-99B3-25BC01E9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814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오류 문장 1줄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0E9D1B-235F-49C8-BA80-8E2B95DF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888825-AA0E-42A2-ADEE-78116282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10553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E4C8CE-FB07-40F0-B483-09E30FC7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2114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먼저 끝냈어요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7CE61B-AD6A-454C-84BB-EC691AC3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05350"/>
            <a:ext cx="449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입력을 하나 더 넣고 왜 막혔는지 기록합니다.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0CE027-6024-4CA5-950C-8C028A8C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053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반례와 이유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912E05-D55F-468E-9986-A8EEFEC4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3FBC75-8B4E-4750-B83A-61290806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10401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막혔을 때 조용히 기다리지 않아도 됩니다. 첫 오류 한 줄이 가장 좋은 질문입니다.</a:t>
            </a:r>
          </a:p>
        </p:txBody>
      </p:sp>
    </p:spTree>
    <p:extLst>
      <p:ext uri="{BB962C8B-B14F-4D97-AF65-F5344CB8AC3E}">
        <p14:creationId xmlns:p14="http://schemas.microsoft.com/office/powerpoint/2010/main" val="2952055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FE7F14-C65C-491E-A1EA-6D600702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 실습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1B135-3A18-4C85-94FF-43DFD4E4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완료는 “작동했다”가 아니라 “다시 확인할 수 있다”입니다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0D9F4-995A-4348-B292-83B64E33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B53B41-FB31-4374-B9A7-C7503B83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948D-D275-4D45-92B4-27C38AE8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5A2D8-CE4B-4CF1-BD30-00B025E9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AE7D3-E2C9-4386-B92A-ED6ECFD4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5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다음 네 가지 중 하나라도 없으면, 아직 실습이 끝난 것이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34E74-4AFC-48CA-BA4E-97D398C7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완료 체크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3F1A0-2BA6-4F74-BFAA-EC0D4958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B5BA3-AFF5-40B7-B173-C79F629B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85A5D-E29A-4816-ACBC-FA973166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결과 파일이 저장되어 있습니다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9070F-5C44-4582-ADF7-C6B3E886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E579A-D5B3-43E7-AA2A-ECEE1038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65D50D-B418-4631-8E71-DE08B9DB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956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명령을 다시 실행해도 성공합니다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7D220-1266-45BB-A084-1045EE59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78868-6C54-4C77-8E00-90350A51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AFAF7E-AB22-4D15-B8F8-44DE9293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test 또는 schema 검사가 통과합니다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D44389-7BDB-4D08-9EC3-8269AFDA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3867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5FB316-BB51-479E-94E4-BABF05EC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B189FC-C1BB-44AB-95A4-46353B363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910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왜 안전한지 한 문장으로 설명할 수 있습니다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B52060-721D-4FC3-8FFB-43DE26CC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55816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0603A0-B41B-4279-9C92-C1BEB19F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571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B5DE35-D391-48AE-B2DD-BE503367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669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다시 확인할 수 있는 화면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C8073D-1237-4908-9465-00B0CF39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4953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python3 -m src.day1_agent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status: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python3 -m pytest -q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9 passed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$ git status --short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 src/day1_agent.py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A7B3C0-EB0B-4326-99C0-8AC6D05D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553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DD9BA7-63D6-4F61-A684-571F01A7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17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오늘 남길 것  |  실행 화면 1장 + test 결과 1줄 + 내가 설명한 안전 기준 1문장</a:t>
            </a:r>
          </a:p>
        </p:txBody>
      </p:sp>
    </p:spTree>
    <p:extLst>
      <p:ext uri="{BB962C8B-B14F-4D97-AF65-F5344CB8AC3E}">
        <p14:creationId xmlns:p14="http://schemas.microsoft.com/office/powerpoint/2010/main" val="1993076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DB086C-65FB-4A15-AE25-3D993A76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D1AF7-7D9D-4A92-8A4F-44BEF74A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강사의 완성 흐름은 이 네 화면에서 시작합니다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8609F-0D29-4F38-AA80-3D7FDDEC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4208A-EDB2-4C78-A396-9323D57E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294978-E942-407E-A27F-01EDD669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19279-D54E-425D-9714-364584A0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A6EE4-6C6A-46E7-8002-721AFA7E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Agent 도구 → 저장소 → 실제 코드 → test 증거로 이어지는 출발 경로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71331-B819-4E7B-9C26-1D9EC80E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7328AC-1201-46C3-935C-DB199B81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A014D-D5EC-4F0F-8CC6-609B39667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5F4B9-6332-47BF-8936-25F9AC7A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7F9C1-18E9-4142-BA1C-F1E9820F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758D5E-E87B-4996-AC59-7728B1CC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VS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47A4F-01EA-4F1F-B862-31D66AE2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IDE·주 실습 공간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F25B3-2307-4E49-9C76-0B85529C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코드·터미널·Notebook·Git을 한 화면에서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55E37-46EE-4F61-9AB3-CD14EDFD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PyCharm보다 가볍고 확장 기반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F0FD4-5026-431F-A212-013C1778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398EE-D6B8-4A1B-A0D0-2A39E6B6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148F2D-C283-45CD-8342-21D1BD2D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Jupyter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523D4F-3CB4-41F6-A5A1-F3DA6C6F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설명과 셀 실행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EB5037-CB6E-4012-B029-8CF126AA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처음 배우는 사람이 단계별 결과를 바로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064306-7FA7-4BD6-BD2F-DF11B4AC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Colab은 설치가 없지만 세션·자원 제약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DD2EC6-01DE-4515-8693-17C99401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A820D0-771B-40E8-B0E7-0AF31442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Git·GitHub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1687C-91C8-4382-92B0-6FBB9266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버전·포트폴리오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8D5101-5AB3-4044-81E4-D1725718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diff·commit·README로 완료 증거를 남김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0C5EB4-1B18-4A6E-A17F-E69E6B57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Drive 공유보다 변경 이력이 선명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81C496-95F8-48C0-B8C8-7922DF26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A0AFD6-702F-4ED0-BEE1-2C098E87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E43524-5474-414B-8AEF-B45F83DE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Codex·Claude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7E92CB-8C3A-4B4D-8950-508BD3F3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Coding Agent·가속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957B63-2D1E-4972-8EEB-25A961DD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spec→diff→test 데모와 코드 검토를 빠르게 반복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4C1991-4CD3-4496-86ED-A887008E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 도구가 아닌 선택적 Harness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71F489-0AA9-45D9-8DF8-6A6E3944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640463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1775B-AA87-4019-8590-6827712D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55D8E5-3AA9-48C9-9995-230A09C1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Codex CLI · 저장소를 읽고 실행하는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504AC8-AFE9-4C95-B9E5-2FD947C2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2FA60-3A56-4409-A243-09E205D4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B17AA-1E79-4A09-82A5-15678FF5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F96C0-3721-4B4C-8E42-7B800CCF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54B2F-94BF-4F56-B593-859F9A97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DE45CD-9929-4AC8-A73A-8CE9F409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D9D31-1100-4F8A-A24A-9B0492A6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작업 디렉터리에서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4AA573-103D-416D-91A1-6E4DCCA0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FE61A-26BB-4C0D-ABDE-BB956773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요구사항을 파일·테스트로 구체화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AA8C2-7E7B-4230-8087-53122741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C30BFC-9DD8-4EAE-9865-900DCD04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diff와 명령 결과를 사람이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2DCF3-5C1E-4CD5-ADD7-9F140889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6ACCDD-5692-45FD-AF04-483642CB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학생 필수 경로는 로컬 코드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CCAACE-F0B1-4A8A-BE12-3563191A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3212ac14094b83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A48CA-4AAD-438B-A0D1-97595511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OpenAI Codex CLI 공식 문서 화면</a:t>
            </a:r>
          </a:p>
        </p:txBody>
      </p:sp>
    </p:spTree>
    <p:extLst>
      <p:ext uri="{BB962C8B-B14F-4D97-AF65-F5344CB8AC3E}">
        <p14:creationId xmlns:p14="http://schemas.microsoft.com/office/powerpoint/2010/main" val="7876663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216FAD-E117-4226-AFCE-2C56734B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C09CAA-B6C1-4711-AF82-6F5B749E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Claude Code · 터미널 중심 Harness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204B4-B0A0-46C1-BCBF-6B4A296E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A2C0B-9BAD-487B-888A-6A8ABBD0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7A165F-CFCD-424F-BF6D-F14BC0A5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C0BBF-0D92-4280-A6EF-FDFF86AB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8E38DE-264F-4670-B8BE-301E84B0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1E8147-F41C-4840-9BBE-F8121890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EC3E55-9346-42B1-B5F5-7D191AC5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코드베이스 맥락 읽기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96606-D7D0-40E9-872D-3C56F0E1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E44C9-C165-4B81-BD6D-25EEF820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작업을 작은 단계로 지시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D5F0D-9761-4F98-8C9A-F06F31CC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49E9D-12A7-4103-946C-930DE3FF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변경·테스트·설명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D6F1E-4FBC-4A2D-BC6E-DFF99346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77497B-35FA-4DA8-9808-408AA469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구독·정책은 별도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49DEA-720C-4129-8F76-4A8419F2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7cf25e35e4c54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398315-8817-40C4-8F84-F5509F6B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Anthropic Claude Code 공식 Overview</a:t>
            </a:r>
          </a:p>
        </p:txBody>
      </p:sp>
    </p:spTree>
    <p:extLst>
      <p:ext uri="{BB962C8B-B14F-4D97-AF65-F5344CB8AC3E}">
        <p14:creationId xmlns:p14="http://schemas.microsoft.com/office/powerpoint/2010/main" val="19572350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93EA3-16BC-4294-BF1E-87A251FF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B9C2E-D19A-4915-BEB1-DA40E02A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실제 VS Code 저장소 · 수업의 출발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11D49-5DED-4DEE-B4EC-2875AC00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63D68-002F-43FB-A8B7-1DB14F078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9ADD7-487D-484E-A8A2-3EA409E0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96BCA-C19F-41B5-BEF8-D41D8AEE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688FE-99BE-48E4-A566-5B5C6158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A0200-ED77-4333-802B-90597BAC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C882E-EBE2-4AB4-A05F-94425D90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src·tests·materials를 먼저 찾기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796F04-A45E-40E9-B7B4-787658E2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04D52-A44D-4C2C-A005-AAE2FFB3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.env는 열지 않기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B9C35B-A094-44DD-84FB-B77D4C70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4A6B48-4D5A-4B48-B943-D62EC55A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강사와 같은 폴더 구조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78A9E-CEF5-41BC-807F-9EE268CCF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4D9FCF-F94B-4029-A64B-65A9142A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시작 화면으로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B49E7D-06C7-4C43-A075-A1375FA6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ec803fb9c477e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66D7CD-CAF0-403D-AE15-E798D126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로컬에서 연 강의용 저장소</a:t>
            </a:r>
          </a:p>
        </p:txBody>
      </p:sp>
    </p:spTree>
    <p:extLst>
      <p:ext uri="{BB962C8B-B14F-4D97-AF65-F5344CB8AC3E}">
        <p14:creationId xmlns:p14="http://schemas.microsoft.com/office/powerpoint/2010/main" val="11893251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3B9195-E794-4BE0-A844-76E21B27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7EB33-E207-4C8A-9B90-E038E0F6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실제 Agent 코드 · 표준 라이브러리부터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732B6-B4D2-4E2A-B423-7FE3DD34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691AF-0E49-4591-B6EB-F05325D2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A248D5-E8FD-4B7D-BD28-FCD6B02A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8E87E-954A-4562-A6CF-B7FE2AA0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539DB-2295-4800-BDC8-637526C8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7CCBD-26FB-4526-86EC-E92F5684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4F502-6EBC-4561-88F3-E400FDDF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처음에는 framework 없이 제어 루프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8B3F8-2668-424C-9AC1-99CCE38E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492A8-EF4B-4CA1-819C-10DCF4D9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읽기 도구만 허용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86C25-0F1E-4D5C-A900-38D39EBA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B0764-EC4F-43B4-8CD8-58292FCA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오류를 결과 객체로 정규화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A1BCD3-122D-4F03-A84D-45CE11A4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37190-A1E7-4CCE-9FF0-4EFEA50E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Ollama는 선택 adapter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45F082-E16A-4A49-BDAF-DE0040ED8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c4969cb22e4a67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89FD9F-E6B9-471B-9134-8245F0EA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VS Code에서 연 src/day1_agent.py</a:t>
            </a:r>
          </a:p>
        </p:txBody>
      </p:sp>
    </p:spTree>
    <p:extLst>
      <p:ext uri="{BB962C8B-B14F-4D97-AF65-F5344CB8AC3E}">
        <p14:creationId xmlns:p14="http://schemas.microsoft.com/office/powerpoint/2010/main" val="21290123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EB2B79-25C6-43AA-A257-0B45C76B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07B878-D0F9-472D-A2F9-F8BD6FC3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작업 요청을 먼저 spec으로 고정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6290F0-80F1-413E-87C3-3160A761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3B3A3-61D0-44E0-BB07-4626DA5F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C9C0A-4F92-418B-9D16-5AC38528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47DE2-2B2D-45B6-8400-B9C4A529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A36B0A-175B-4443-B952-5737AB5F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29261-D88B-44D8-813C-4139D1D9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A08EF-46B1-4AFD-B725-9B7F87B3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목표를 한 문장으로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CFF5CA-1AFB-4254-B758-DAF4E853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239785-7498-4DCE-A9D6-2541748B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입력·출력 형식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F42BF4-83F5-420F-A7E9-3F954094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F384D-39AD-45CF-84D9-CF406810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 행동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50D30-2E4B-4A97-B708-FBFB1CA8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21118-CB5B-450D-89A4-BD915B6A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중단과 완료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CC955-4FFD-41E0-A92D-F973E05A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359C7-6F17-48C2-8826-4B50BC30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C379DF-A07D-4EF8-8925-8C54A4BA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goal: 안전한 파일 읽기 Agent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input: 공개 txt/md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allowed_tools: [read_public_text]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stop: validation_error | success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evidence: pytest + output json</a:t>
            </a:r>
          </a:p>
        </p:txBody>
      </p:sp>
    </p:spTree>
    <p:extLst>
      <p:ext uri="{BB962C8B-B14F-4D97-AF65-F5344CB8AC3E}">
        <p14:creationId xmlns:p14="http://schemas.microsoft.com/office/powerpoint/2010/main" val="107326614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371985-8133-4EFF-A85F-F5D6FBC9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B4CA0-286F-445D-A7BE-01AD2A03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Agent의 최소 반복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4D0B5E-A6E1-49B3-B0DA-E9F8F1B1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C7FF8A-41C4-4883-885C-3DC4E9A1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1E884-E1CA-45C5-923F-710B557A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265A1E-D49A-4379-A135-951BFF42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6C28C-EB14-4A1E-88F4-9C697DF2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127B9-A1AB-4FA7-9220-2DF64AE0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07CCF-7A3A-4437-AE0D-08019BB6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판단과 실행을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74BC6-9333-48CE-9163-4F34211B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EF045-DC20-42A2-B592-5E365C50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매 step 결과 관찰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8CA74-5535-4FAE-8C7B-B6279511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69F790-581B-48BD-8849-CC80F675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무한 반복 금지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9AB703-41D4-42BB-B750-70CD4E3C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2F7289-A038-4089-8222-84A2FC6D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state로 감사 가능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626522-70F5-4710-B506-19D89581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0A0EFC-2A1B-4B40-87D5-EC0EC094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D236C5-8504-4E9D-B55B-EB89849D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while state.status == "RUNNING":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call = planner(state)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checked = validate(call)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result = execute(checked)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state = observe(state, result)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return state</a:t>
            </a:r>
          </a:p>
        </p:txBody>
      </p:sp>
    </p:spTree>
    <p:extLst>
      <p:ext uri="{BB962C8B-B14F-4D97-AF65-F5344CB8AC3E}">
        <p14:creationId xmlns:p14="http://schemas.microsoft.com/office/powerpoint/2010/main" val="160651959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3FFBEF-A995-4848-B612-3AB69CA3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A3484-2D53-4827-AE2A-9838212C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Day 1 완료조건을 명령으로 표현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B30521-2737-42F5-964A-23BD817A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5065E-61C4-49A0-95F6-613F81E1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39F25-2FC8-433F-B7C1-545EEEB6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910126-BA6D-4187-BF74-B4D29870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ED87E-7023-4362-945D-F3727A2A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0964D0-2AF0-47E1-8A86-AB92FF8D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BCF6E-D483-4540-8F33-50D0F0E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715AF4-2AD0-4E34-81D9-29284828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D01D0-6ABC-4460-AEC8-5ED5E0DB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7A904F-61C3-42E3-92C3-22C6498A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FE357-1767-4B36-847A-5DF718A0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변경 범위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44B30E-F70B-4C9D-B65F-A9730509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DC230B-0954-472F-B0B8-678942BC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설명 가능한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B5F98-82F3-4E45-BCCF-5049042E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FED4CD-A2EA-4991-A620-4A51EAF8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CDF9F2-D5BF-4474-8FB8-5D016722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python3 -m src.day1_agent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python3 -m pytest -q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status --short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diff -- src tests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success: 9 passed</a:t>
            </a:r>
          </a:p>
        </p:txBody>
      </p:sp>
    </p:spTree>
    <p:extLst>
      <p:ext uri="{BB962C8B-B14F-4D97-AF65-F5344CB8AC3E}">
        <p14:creationId xmlns:p14="http://schemas.microsoft.com/office/powerpoint/2010/main" val="89812113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9790B6-77E4-41A0-948A-4014D7A9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83EBFF-374B-4877-AD05-ECC89F69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저장소가 말해주는 역할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59C415-9314-4C6A-8626-63584A96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B148BB-FC29-47A0-A850-B4FD0CB2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8A2A9-81CA-4089-A2CA-4AC3FF1C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D2C1D-076A-43F4-8975-959321B9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D26B4E-823E-41CA-B8AE-1551A023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EC7382-DB0D-4BE3-82B1-74DDD2D3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E8BF9F-DAC2-41C8-9DD4-296C66AE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코드와 데이터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782160-6CE6-492C-80FC-F2198A3B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8B5CB-1D85-4D3D-8FBF-5214D84E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노트북과 모듈 분리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D44EF-58A4-48FE-856D-5174F3F0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370A27-3791-4F34-99CD-AE1439CC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테스트를 1급 산출물로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8C3B90-26A4-4975-843B-759D876D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91F52-7370-4893-9B89-CD20563E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장표와 파일명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B446A4-F85A-4113-9163-94AE7775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1950AA-4CCE-490E-98EF-7DB6108B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67B868-15F6-4867-B914-78FFFAA3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src/        # 실행 코드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tests/      # 실패·정상 증거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materials/  # 따라하기 notebook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data/       # 공개·합성 입력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slides/     # 수업 화면</a:t>
            </a:r>
          </a:p>
        </p:txBody>
      </p:sp>
    </p:spTree>
    <p:extLst>
      <p:ext uri="{BB962C8B-B14F-4D97-AF65-F5344CB8AC3E}">
        <p14:creationId xmlns:p14="http://schemas.microsoft.com/office/powerpoint/2010/main" val="12140370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C383AE-9109-4261-A3BC-ECCC9BF4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2DC7FD-F89D-4971-AD1B-FB882DC7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회의음성 Demo · 실패해도 수업은 계속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195E0-2B90-4618-BFEE-ABC83656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16CC3-7876-4DBE-A31B-0CF84440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393A36-8AD9-4A2A-8DEB-BC0A8A98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A2F58-CA8B-4D1F-A6AB-6CED2B8F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0C544-2BF5-4A0D-B31C-938ECFFC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C310E-70FC-47FE-B78D-B305A330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4EC93-5308-44E9-B134-889BD76F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오디오가 있으면 Local STT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BB52C-5254-4E87-B5CF-7800390D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5FE22-C490-4D65-AF21-EF08D9DF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실패하면 같은 60초 transcript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7C733-D07D-47A2-AFC5-96B3D941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467845-72DD-4EF6-8580-F9207838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사전 생성 JSON 즉시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BBC215-11F7-4737-B5A1-1B73D3E2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B45E55-EDAA-4E93-B83E-3B63442B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자동 메일 false·사람 승인 true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E79A9D-0BBF-44CC-8BCF-69E1E932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67633-10EC-4E0E-9194-806036D2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65607-3433-4BD0-A311-251FA948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python3 -m src.meeting_demo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--audio data/demo_meeting.wav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--transcript data/demo_meeting_transcript.txt \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--out output/day1-demo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outputs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transcript.json + meeting_result.json</a:t>
            </a:r>
          </a:p>
        </p:txBody>
      </p:sp>
    </p:spTree>
    <p:extLst>
      <p:ext uri="{BB962C8B-B14F-4D97-AF65-F5344CB8AC3E}">
        <p14:creationId xmlns:p14="http://schemas.microsoft.com/office/powerpoint/2010/main" val="29534050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1B9D88-5786-4B6C-952F-35DCC354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A5E8B-B6A4-40CF-92E1-95BF54CF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강사 Demo를 보고 내 업무를 고릅니다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F7549-8AA4-441D-BA5E-163575FE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3D83C-8DF9-4367-98E4-C04E4A6E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AD793-E603-42B3-9B02-87581305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9909B8-3C73-4587-9BE5-AB122DA4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4D011-F5A4-489C-BD18-73D4882B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06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9121BD-0468-48A9-AEBC-6C4A5E74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F9A99-AD0C-4514-AF72-52B3DD9B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FB427-A674-4E7C-B65B-2F838C92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A66249-432C-4CD4-B8F3-A8FDF63B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54CAB0-2E12-4EA9-9758-32C6397B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강사가 준비한 짧은 회의 음성을 코드에 넣습니다.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3461F-81BC-42B3-8EBD-1CDC4C2A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F081D-BEB4-4130-BE5D-3171233C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DBD72-788E-4716-A466-8258B1E4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전사문·회의 요약·할 일 JSON이 만들어지는 화면을 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959B72-B9C6-454C-9C7B-4B5B4357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9DD82B-B930-44FF-AE8D-718A3D04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E8E0AF-3513-44F8-92D1-9A02BD71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자동 메일 발송이 차단되는 결과를 확인합니다.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7805E2-7627-4C25-9D61-72EA9A13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745DD-CEF3-4E21-9531-ADBD3515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FB4CB-FEFE-4FEF-994F-32D1874F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형식으로 내가 자동화할 일을 한 문장으로 적습니다.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BC56D2-FA03-4951-8967-00F11405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7173E7-6535-4BFE-91A0-5D0B155D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예시  |  강사 시연  |  demo_meeting.wav → transcript.json → meeting_result.json / 자동 메일 발송은 하지 않음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2D0021-7F6A-4D8B-A241-BBC3084B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0402AB-FCBA-4787-BBAE-2B58CBBE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입력 1개 + 결과 1개 + 금지 행동 1개</a:t>
            </a:r>
          </a:p>
        </p:txBody>
      </p:sp>
    </p:spTree>
    <p:extLst>
      <p:ext uri="{BB962C8B-B14F-4D97-AF65-F5344CB8AC3E}">
        <p14:creationId xmlns:p14="http://schemas.microsoft.com/office/powerpoint/2010/main" val="36750940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3569CA-21B5-4132-B4D3-E3C00053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FA555-8031-41CA-B777-2E4EA379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오늘 사용할 예시를 혼자 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BFEC20-ED7D-462B-AE88-ADDB0BB4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3F681-E61B-44DF-89F5-C37B5CEC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56A293-997C-4E56-982E-BB5CD757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241B5-B682-4C18-A2B4-4F148DC4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C398E-58D6-406B-BABA-6F6339DC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05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04503-514A-4B68-B7A1-CC9B1299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A483D-4348-4E0C-AB2F-5633E482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6CB2D-55D7-4BEE-A4F1-56A65595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BF6B2-82FA-4483-895A-902B10E9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5168F8-1B5A-4FD4-82AB-D3C6B1F6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재직자는 회사명·고객 정보를 뺀 반복 업무를 고릅니다.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DCAD7-3CA8-4EC8-9667-BEF69DE8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E56EFC-B1DE-4285-BEBE-F0764B33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54D36-23DF-4E68-8EA6-64163B00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구직자는 제공된 공개·합성 예시 중 하나를 고릅니다.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DAB90B-E87E-47E5-B04F-05D15FFA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A68FE-9592-4EB6-ABA5-0EE532E6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5DD682-8AB2-4855-9EBA-4A243820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 자료와 원하는 결과를 한 줄씩 적습니다.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495C30-8CB6-424B-87FF-0712A95A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2481DE-C28D-4BBA-82D7-582B190D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C934C7-7E0F-4437-AB7A-C89901DE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이후 실습에서 같은 예시를 계속 사용합니다.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37EE80-8F16-4B93-80C5-7FBE64A7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24D829-8C01-41A8-97E7-1CD1719B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예시  |  회의 음성 → 결정·담당자·기한이 있는 회의 기록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0BF690-5281-4B13-81FC-8B38A5B7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97C308-CF59-42A7-AD82-B126CCCC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내가 사용할 예시 한 문장</a:t>
            </a:r>
          </a:p>
        </p:txBody>
      </p:sp>
    </p:spTree>
    <p:extLst>
      <p:ext uri="{BB962C8B-B14F-4D97-AF65-F5344CB8AC3E}">
        <p14:creationId xmlns:p14="http://schemas.microsoft.com/office/powerpoint/2010/main" val="83839729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4254BB-698D-4FC9-A782-2497EE65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6A02E-ED9B-45CA-BF69-B949BA8C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최종 데모 역산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ECB66-878D-4E8C-B299-94E52264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EDB3C-981A-4DA2-B643-A539E836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11E91-B7F2-4CA4-9FFC-7E1CF3B8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20183D-E461-4714-BAE1-8C96A9B9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CA792E-0DD0-440A-8A33-8944E2DA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2E0209-D7AB-4B1D-8869-851C7573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EF4A47-136A-4D34-B69E-C643849E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30F1F-E331-4F10-9503-B714584B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0B0B7-D71C-435B-A734-8FA93DA6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8B6D0-F15A-4480-9936-702F7B82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최종 입력 한 건을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CCF99-818F-438A-8033-DE39A9B3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9AE925-9234-4465-B3A5-FFEFB04F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0391F1-EA47-46CE-B1AB-4F4D3AFE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보여줄 출력 JSON을 그린다.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BD019-D4A4-4155-8017-57136EC0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397639-B319-4FD2-9A7E-8D57968B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E4CAE0-2E88-42D3-9DB8-D6591C1A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사람이 승인할 지점을 표시한다.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7554F8-BA8D-4994-A779-4139E66D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D2638-36A4-479C-A66A-6B6759CB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565F28-3533-4FCE-9612-5077516A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LangSmith에서 보고 싶은 실패를 적는다.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54A464-2AA1-4653-970E-1F07FDD7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2E2C87-E309-43AA-9C4A-B0497F77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3532B6-AB04-4C0D-AEA8-4421E94F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입력→출력→승인 sketch</a:t>
            </a:r>
          </a:p>
        </p:txBody>
      </p:sp>
    </p:spTree>
    <p:extLst>
      <p:ext uri="{BB962C8B-B14F-4D97-AF65-F5344CB8AC3E}">
        <p14:creationId xmlns:p14="http://schemas.microsoft.com/office/powerpoint/2010/main" val="164254477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FCB4C5-57E1-4A5A-AC99-696A9024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CF44C-C485-4437-A720-D212B912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환경 신호등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6A4752-0496-4D8F-B8DB-827A8E6F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73F07-B6E3-41E6-9CBA-CAA13604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F0E6E-E312-4998-9590-05A56C3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CE16C-C77C-4BB2-B5D4-880817A7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93097-3650-45B8-AF22-FFCFB798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06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F9750D-6BA4-40BA-919E-84D8E6DC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3BF42D-A404-404D-964F-34675BFB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AAF24-C8B9-40D7-86E9-F8D6CD0C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15881-87F3-46EF-A954-04D8811D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CEC84-F8E8-4D38-8B23-21B21293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Python·VS Code·Git 설치 여부를 표시한다.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B2C237-618B-4322-8EB4-FF768584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46F35-DAA1-4C5F-A9E8-A5C64D32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126BC7-1171-440C-8E39-FDD9F015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관리자 권한 여부를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A3A4A0-DB2B-4954-87FC-ED8ACB3F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FF2D9-70A6-493B-BE2F-57E66D1B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C83FF7-5795-49F4-8EC5-1895AAEB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RAM·디스크 제약을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A8A4C7-9E15-401B-B148-E588578B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303A68-B231-4DDB-B36F-10A81E01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D13D7-4D44-48EA-A0A5-8A881595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GREEN/YELLOW/RED lane을 선택한다.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7BA7BD-0895-423A-A49B-B7A3BB43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144A74-EA6E-4093-A20C-AC11B85E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F9F9BB-EB76-4306-A702-F127B6E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개인 환경 진단표</a:t>
            </a:r>
          </a:p>
        </p:txBody>
      </p:sp>
    </p:spTree>
    <p:extLst>
      <p:ext uri="{BB962C8B-B14F-4D97-AF65-F5344CB8AC3E}">
        <p14:creationId xmlns:p14="http://schemas.microsoft.com/office/powerpoint/2010/main" val="42523201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7863CA-351F-436A-A82D-E39F9041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4149F-24CA-47FE-B8EF-872D62D0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문제 범위가 너무 크다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B0D7E-98C5-465E-B972-47F4D063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D6C82-6037-4269-9D12-4CD8A89C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6E300-500B-4591-99A4-BB2C6F0D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761229-EE80-440F-BC63-430EEEE8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70F9D3-AA6A-41C4-9111-769ED419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BB780F-4664-42B1-8833-05E0120A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338FC-DEAE-4F4B-B3C5-6FF3002D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D4E5F-46D3-4633-987B-F3AD948C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99DD32-7C47-4531-BCDE-DA067B62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전사·요약·메일·ERP를 한 번에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9E83F0-E56F-43C2-A9D3-98654CA1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6B0DEC-BF84-4AE7-862D-8321BA72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사용자가 여러 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F7E019-67AE-4E41-982D-5786DFB6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CDE57-9A98-4345-A9E3-9EF3F90A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정답 기준 없음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974179-C8CB-4E4E-A371-EC9B459F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2588B-DBD2-483E-903C-5A0BC079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데모 입력도 미정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93FBD7-6117-418F-9C57-988781DC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54F884-E37F-43CB-9ED9-08C82D3C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사용자·한 입력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C071B-C298-4E04-A7AA-9BAA7369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D69751-96DE-4BF5-869A-4CD890EA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구조화 출력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E556EA-20F3-40EA-B7A9-942DA7DA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E3401E-9A58-4880-8272-F812DF21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승인 행동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D28F43-5FF2-472A-8580-84798F6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FCBCF7-3699-474A-BC06-2D87CA2E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개의 golden example</a:t>
            </a:r>
          </a:p>
        </p:txBody>
      </p:sp>
    </p:spTree>
    <p:extLst>
      <p:ext uri="{BB962C8B-B14F-4D97-AF65-F5344CB8AC3E}">
        <p14:creationId xmlns:p14="http://schemas.microsoft.com/office/powerpoint/2010/main" val="6024989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32063D-1CE0-4332-B60C-A0ABEA55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406B0-3338-4EAD-9972-DE661FF2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실제 회사 데이터를 가져온다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E9331C-D257-4A30-B945-B3C8756F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84D55-C8EA-41F8-BEC4-5D196A8D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63B7A-CFF8-472F-AA4E-EDF8EF02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12DDB-FBB6-47DB-9CFA-BB7B5498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C3F53-252B-42CB-B37F-4634CC1C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763799-E88B-4FE0-939E-0A7CC4742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0DCBD7-FCA3-4F3A-854C-4278803E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C6E6F1-94F5-45E1-8CE8-E42B14CA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17EAF-FC7F-4B4D-82F9-B5E80D5D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고객명·이메일 포함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885D63-7ABC-4B6C-B085-FCA8D9C2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BD731C-B16C-4139-838A-4233E644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비공개 회의 업로드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B7ED1-6D4C-44E4-92B5-DFB834DC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F9AA91-0F0B-4F63-9AE8-A63D038A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회사 repo token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3C8190-A965-4630-B7A9-716735FA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C57BA9-FBFF-47F7-8221-4A8C58C4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 계정에 trace 전송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3EAC09-D1BB-4032-9B00-FC83F7E4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7DB1A-32F1-4430-AAE4-77E07468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공개·합성 데이터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012083-45EF-4343-8F9E-5DF898C5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2F572D-90A8-4A78-B21C-9F036C14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이름·금액 범주화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3D4B39-FAD9-4672-8438-41824A03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72B385-CA15-443E-AC0C-94545D55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sandbox repo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29A704-AF19-46FD-9086-0F2AE64B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5F077E-DDDE-4BAE-ABA5-9F2208AE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민감 필드 masking</a:t>
            </a:r>
          </a:p>
        </p:txBody>
      </p:sp>
    </p:spTree>
    <p:extLst>
      <p:ext uri="{BB962C8B-B14F-4D97-AF65-F5344CB8AC3E}">
        <p14:creationId xmlns:p14="http://schemas.microsoft.com/office/powerpoint/2010/main" val="92225205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6B3CC4-28C1-41AA-860B-8E34DCCC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30D57-39A5-4FC2-9BB4-52DA2884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모델 선택부터 시작한다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7D844-45A9-45DA-BB70-351A4232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322ED-4C83-4D07-BC9E-74D0BC7B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D7249-238B-427B-88CD-A447B058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E85F9-9D6E-47E1-987B-D35950FF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ABB40-20B7-409C-9125-7BE48CD5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CE954-9BA8-4935-AEB1-C57BEBE1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2DCD1-B2EB-4079-9A1F-FBC79AEB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44F71-908C-4852-84CE-2E12B8C8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E7955-3618-4AF3-B3E4-3E5D6220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벤치마크 순위만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B2463-BB01-4063-A10E-73AB539C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0590AC-BAAA-4AEA-B6A2-C9A5BAD3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큰 모델 다운로드 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AB7FCA-FB5C-4601-918E-B131A783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9BDF3-C2C9-4268-9FCC-513401F1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문제 정의 지연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32F032-A3CC-4D4A-B717-13585FC7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9FD726-BB81-4F1C-B7EF-A321C939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조건 미정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0BDE55-85BB-48AE-98B5-44D2EB40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C93BF3-E182-41FE-B5A0-FB9EDBD0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fixture로 흐름 먼저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1483ED-B399-433E-A1A1-D55832B1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A5F093-CCBE-43CE-8FC9-DDDE14B6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작은 모델은 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772978-D396-4FD2-B443-144FDB79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23C179-6A26-400D-AD66-4474EB58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계약과 test 우선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96DD9B-5495-4CDC-8671-4C9E6180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426928-C6F2-4869-A580-977B08D9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provider 교체 가능</a:t>
            </a:r>
          </a:p>
        </p:txBody>
      </p:sp>
    </p:spTree>
    <p:extLst>
      <p:ext uri="{BB962C8B-B14F-4D97-AF65-F5344CB8AC3E}">
        <p14:creationId xmlns:p14="http://schemas.microsoft.com/office/powerpoint/2010/main" val="496768528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617306-6C28-40A4-9946-F854EB2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39F85E-4F1A-4F6A-9D63-118F4456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현업 PoC 승인 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D51D44-69D8-4DEB-ADE0-69E5D230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5BC3B-E571-4FE3-A721-9CF10241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70ECF-FB0D-4F92-82BD-93679E16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AA0F34-EB4B-4757-ABD8-9AD39807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71901-0768-4742-95DB-E25CFF40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5A08E-04A4-4461-B850-6C62C29D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남길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E2466-8091-4B6C-AD0D-728DB57C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710A3-245E-4E16-97CE-553DB18D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1B91F-1189-4364-81B5-659E3AE5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어떤 시간을 줄이나?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0151E-5C76-4E3A-A181-86ACAB83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7CAB7-5819-4575-B614-96FB4A43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어디서 사람이 승인하나?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8005BD-3CA1-4F70-8456-4D251AB3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F310D-BBF6-47B1-AF2E-C4EB8A8C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어떤 데이터가 나가나?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049CE-7E30-498E-B844-0B7F3DF3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69DFD5-7B71-4E10-B421-905B1421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장애 시 누가 복구하나?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DB8C03-92F2-489B-BDD2-B5F090DC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C78A7D-4603-495E-B94B-73E42191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before/after 시간 가설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2A365F-0DD0-4DCA-8E9A-76D05AFE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4145A7-346D-4C3C-8B0B-2D51C22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approval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6E5AA2-1729-47BD-9300-6AAD33BC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60A76-5264-48E9-8066-2753BE6E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 boundary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56336C-5D62-43E8-9822-CEBE8EF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3371A0-503D-4A6B-A2B2-670F1BBE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운영 runbook</a:t>
            </a:r>
          </a:p>
        </p:txBody>
      </p:sp>
    </p:spTree>
    <p:extLst>
      <p:ext uri="{BB962C8B-B14F-4D97-AF65-F5344CB8AC3E}">
        <p14:creationId xmlns:p14="http://schemas.microsoft.com/office/powerpoint/2010/main" val="62944719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83BA20-3507-4F70-97B8-74D50217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821B92-FD75-47ED-BFA7-B1229061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 1 · 범위를 줄일 수 있습니까?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1B752-CDFE-4CF0-BEEF-232081AB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2DA4C2-A4E4-4B65-A367-977A569F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DA223-1306-4365-8755-0EDD24B9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09:00-09:50 ·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ACD60-3DEF-44F7-8657-64BD0D5B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12E58-01F7-48E7-9978-90D9526E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상황: “회의 업무를 전부 자동화하자”는 요청을 받았습니다. 오늘 만들 수 있는 한 조각으로 잘라봅니다.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AC344-F77A-47E6-9127-D66A960F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65EB8-A083-44C2-AA73-768BD555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3DFF86-5F58-49BB-A152-FAD9ACFD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사용자 한 명과 입력 한 건을 무엇으로 정할까?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909E9E-5DA9-4640-AAFF-00F70732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B4F0A3-398F-426C-B411-DB36153D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BC065-EE65-4EF8-B253-A37B9F9F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AI가 하면 안 되는 행동을 어디까지 막을까?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1C4153-F751-4A73-B981-ADFE5DEF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80C048-8455-42B7-BA2A-F66F774E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C19E4E-19D7-49A3-ADF1-BDF64405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완료를 증명할 파일·test·demo는 무엇일까?</a:t>
            </a:r>
          </a:p>
        </p:txBody>
      </p:sp>
    </p:spTree>
    <p:extLst>
      <p:ext uri="{BB962C8B-B14F-4D97-AF65-F5344CB8AC3E}">
        <p14:creationId xmlns:p14="http://schemas.microsoft.com/office/powerpoint/2010/main" val="186018295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E1E87-4670-4263-9D10-7C77D898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FEB23-4F5F-43F8-9C3F-CE751CCB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B1C88B-2357-43C5-B49E-2183A91E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1일차 2차시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6E3D7D-2579-4D07-90A1-84B15BA4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Tool Calling과 실행 권한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715E0B-A926-4420-B6B7-CD67EE89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09:50-10:05 강의 · 10:05-10:15 코드 시연 · 10:15-10:35 개인 실습 · 10:35-10:40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CD2E8-C3C3-4F17-A9D5-0F84073A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32CFA-B21F-429C-95A3-D95BBFE8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F1C3F-760F-4CD8-B36D-C3C5FD4A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E445A-BF4D-445E-8791-55187083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 schema · 허용 목록 · 실행 전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93871-54D4-45E4-B04E-588C030E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54F255-139E-4704-9528-D352729D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40210A-26A9-406F-AB43-6E47DF51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337980-3799-4597-9FC3-0E27A174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모델의 제안과 실제 실행 권한은 다르다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F186F-3B7A-4C51-B5D2-26871538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CD15C-FD0B-43AF-8FD7-16F847AE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73365F-A35D-4729-A566-D054A5D4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EFC8AE-FA9B-4BB0-BDFC-44A367D9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허용할 도구와 막을 행동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319EF-E917-45C0-824C-37CA9959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DA575-C029-452B-9ECA-9A26D070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슬라이드 30-64</a:t>
            </a:r>
          </a:p>
        </p:txBody>
      </p:sp>
    </p:spTree>
    <p:extLst>
      <p:ext uri="{BB962C8B-B14F-4D97-AF65-F5344CB8AC3E}">
        <p14:creationId xmlns:p14="http://schemas.microsoft.com/office/powerpoint/2010/main" val="119144629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DC32F1-50B8-4A6B-996D-2832D28E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802694-9D17-4918-8A31-686B6E67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모델의 JSON은 아직 실행이 아닙니다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BDBDA-DCF5-4CE0-92FE-0B285713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64731-2503-4F40-BEE1-FD9EC3E1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81D2D-9F47-4F1F-806E-91CD0B27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A5C9CE-66B9-461D-A7D7-D4D9DBD6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C7A1F-4915-4F96-99BD-A0040535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모델의 제안을 실제 행동으로 바꾸기 전에 누가 마지막으로 검사하는가?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4A793-BCF5-4484-A84F-33FC472C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D421B-90D5-4517-9903-37F768F7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요청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49D3C-7518-4DF4-98C2-90E9107C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 name과 arguments를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48DAE-74BD-41A7-88FC-D4088EA4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7D7A9D-7870-4AB8-AB56-F24EBEFD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계약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501CC-95F4-471B-8F73-20D7C668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required·type·추가 필드를 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EBBCC-54A6-42E2-8196-6AA4DE12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8B080-6CAF-4B7C-872C-160720D5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권한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3A48CE-7B04-4A1B-B971-5C04E3BD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allowlist와 workspace 경계를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25A5C2-1A26-45BA-87B8-07402745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06D0E9-BF9F-4C49-BADD-5DF63A63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A41953-2810-4190-B6CD-AEF1F175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registry에 등록된 함수만 호출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FCACB2-23D3-47CF-AEF8-9C2A2E28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FBC4C5-E046-4059-BA9E-70283ED1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A9BCA0-4A72-485D-96A9-5255E6DC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result와 audit event를 함께 남김</a:t>
            </a:r>
          </a:p>
        </p:txBody>
      </p:sp>
    </p:spTree>
    <p:extLst>
      <p:ext uri="{BB962C8B-B14F-4D97-AF65-F5344CB8AC3E}">
        <p14:creationId xmlns:p14="http://schemas.microsoft.com/office/powerpoint/2010/main" val="209203549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335E40-BD76-4946-822F-EAEFDAF9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F5CB8-B389-4207-A7A0-AC7E2884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전에 알아야 할 네 가지 계약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C8A0D-5585-4198-93AF-D13275D4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31F37-03BB-46C0-ACFD-19CB8BD2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E18A1-1FE1-4F35-B854-4F82CEF1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3D896-CC37-4CB1-A442-6A552CB6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09605B-5AE6-4232-A1E0-19638D4F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00322-A793-45A4-924C-074A7A0F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10F83A-CEE2-4A00-ACDA-EF880779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00293A-8C7A-484B-9858-E209C84E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B0731-FC96-49B4-AFB3-4482FFC9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 Calling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Structured Tool Request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38164A-18FB-41C7-BB0D-0A9E44D6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모델이 자유문장 대신 도구 이름과 인자를 구조화해 요청하는 방식이다.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A69F0-DF50-45ED-8D23-56CB19F9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read_public_text(path=...) 요청을 만들고 실행기는 따로 검증한다.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0B3B9-5AA6-4A54-84A2-B05B43B6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4AF0CE-ECDA-4FC4-A255-A2DB428D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21AE60-90BE-444D-9C97-D226B2D6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 Contract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39EC8-13E3-48F0-9310-7D378EEE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입력과 출력에 어떤 필드가 필요하고 어떤 타입인지 정한 계약이다.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47F2E8-A138-4D15-8AAB-AE51B042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path는 문자열, action_items는 배열, due는 날짜 또는 null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4FD3B5-F459-4EBE-878D-FB342147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68B47-3451-4634-A6E0-29A78104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Validation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Contract Check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0BA18B-352E-464D-BA70-8134BFC2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전에 입력이 Schema와 정책을 지키는지 검사하는 단계이다.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98E425-A41A-44E4-AF88-4A111017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 확장자가 txt/md가 아니면 validation_error로 중단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93808D-73B2-4025-B0E6-748E3321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DE982F-24C3-4B8D-9E9E-4A2ECE0A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06089A-9452-4CBC-BBB3-76E985AA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Side Effect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External Change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32051A-619F-46A0-B3B6-F776A597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파일 쓰기·메일 발송·DB 변경처럼 외부 상태를 바꾸는 행동이다.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AE5E33-9EFF-40FD-BF4D-93F7F5CE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회의 요약을 Slack에 게시하는 행동은 승인 뒤 한 번만 실행한다.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5981FC-D12A-4117-9309-A87FB785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0580910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6C4A4-179F-42B8-B7F7-89EA1036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 Calling은 실행 권한의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6E9F3-F185-4AAA-A52F-A92702D8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A0269-853E-4371-B544-2B74854A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F248D1-EB3B-4FA8-91FC-DAB04B0B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C21CD-B651-412E-8AB7-731B36F6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80AAD-56CE-4A2C-B01C-7C2F4018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C33FD-B7B3-4D3E-8D29-DA4F5EAC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모델의 JSON은 제안일 뿐, 실행 허가는 애플리케이션이 결정한다.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a11c92118456d">
            <a:extLst>
              <a:ext uri="{96DAC541-7B7A-43D3-8B79-37D633B846F1}">
                <asvg:svgBlip xmlns:asvg="http://schemas.microsoft.com/office/drawing/2016/SVG/main" r:embed="Rfe39beea21e642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C6156-67FB-4432-8CCB-067645F8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5EA27B-FFE1-4D03-A882-2E9C2F92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name·description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297A6E-5A27-414D-BC9D-1B8A26A4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91CC0-8889-4BEA-8AFB-636C4C99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arguments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5072E0-610F-4015-B270-07937EB9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EE4458-4D77-4B4C-B2E3-FBD900C6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allowlist·policy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113EE-7FE8-4185-8ADF-5FAD6D2F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B7D370-895B-4255-AE75-2A421466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권한 설계의 핵심  |  Tool schema가 친절할수록 모델은 똑똑해 보이고, allowlist가 단단할수록 제품은 안전해진다.</a:t>
            </a:r>
          </a:p>
        </p:txBody>
      </p:sp>
    </p:spTree>
    <p:extLst>
      <p:ext uri="{BB962C8B-B14F-4D97-AF65-F5344CB8AC3E}">
        <p14:creationId xmlns:p14="http://schemas.microsoft.com/office/powerpoint/2010/main" val="30574041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1AFFAA-A8EB-4532-8046-4A6CE3B3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Schema는 문서이자 방화벽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980B0-44E8-477D-B5C3-2C368274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B9763-8CDB-4F35-9871-F189EC19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6E5CE-7928-4B07-A63D-F491CD84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6FE73-E247-4640-8626-523DA67E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FC175-B215-4127-AF33-BB4DBE70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필수 필드·타입·열거값·추가 필드 금지를 코드로 고정한다.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436AB-4BF1-4443-910B-1D6B5785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446BDC-0078-42D2-B0AB-4E16AC3B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9D1F1-855B-4865-98BF-7C910BD9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4F9C1-034A-4225-944B-BD21F8E3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type·enum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8805ED-BDDD-43CC-A07B-4AEC089C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9B099-AD80-4BF5-9EF6-7CA98C12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additional properties</a:t>
            </a:r>
          </a:p>
        </p:txBody>
      </p:sp>
    </p:spTree>
    <p:extLst>
      <p:ext uri="{BB962C8B-B14F-4D97-AF65-F5344CB8AC3E}">
        <p14:creationId xmlns:p14="http://schemas.microsoft.com/office/powerpoint/2010/main" val="71466568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7C220-1D13-40A7-AC34-644123FF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Registry가 실행 가능한 세계를 제한한다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EDAE3-D183-45BD-A7AB-B5D9848A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C73D3A-0C80-40DC-A5A9-3FD251D5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68910E-F984-4B72-B7C4-94F583D1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F974A-C4FF-416B-925B-AAB21116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848A4-00F0-4A8A-9406-D3855A00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DACD3-B3C5-43CB-B94C-44D49CA7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모델이 아는 도구와 실제로 등록된 도구를 분리한다.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7FBFD9-61F0-4FCD-9C8B-DEFD50EF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922873-A3EF-4FDC-836E-41610742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TOOL_SCHEMAS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A4EF6-1F79-4A60-96FF-3170856C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50BEB-A6C4-4FA1-82CB-2A1D1256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TOOL_REGISTRY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89D464-9CEE-4184-B366-F301F37B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DB5D0-000F-41A9-AB49-0111CD58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unknown tool 차단</a:t>
            </a:r>
          </a:p>
        </p:txBody>
      </p:sp>
    </p:spTree>
    <p:extLst>
      <p:ext uri="{BB962C8B-B14F-4D97-AF65-F5344CB8AC3E}">
        <p14:creationId xmlns:p14="http://schemas.microsoft.com/office/powerpoint/2010/main" val="202959987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8CB2B-8D18-42BF-83B8-F682E07E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최소 권한은 기능을 줄이는 설계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B12AA-FF27-4752-85EA-163D2E31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E393F9-3F9D-47D8-A671-CBB761C3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72300-3066-4DD7-89B1-0B6E4403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1EB31-7809-4F51-BE06-342A4904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FD38F-56E3-4033-8F91-34F18C43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범용 shell보다 목적별 좁은 도구가 더 안전하고 평가하기 쉽다.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D1B33C-298D-496B-B800-3278FD30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6698B-CBBA-4F93-A8EE-CAADB2A93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read_public_text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A88AB3-E90F-475A-ACA6-D270DBEB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8496B5-FBA0-44AC-9C2E-E50EE2F3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확장자 제한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79D8AA-CF23-4894-B72A-99AD673E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083FD-9EBA-4DD2-8009-7B7116AE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workspace 경계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45990-24F6-4947-8018-733E2631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3218B4-29DD-4A01-9948-8A6E1904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권한 설계의 핵심  |  오류 메시지도 제품 계약이다. 복구할 수 없는 오류는 관측되지 않은 오류다.</a:t>
            </a:r>
          </a:p>
        </p:txBody>
      </p:sp>
    </p:spTree>
    <p:extLst>
      <p:ext uri="{BB962C8B-B14F-4D97-AF65-F5344CB8AC3E}">
        <p14:creationId xmlns:p14="http://schemas.microsoft.com/office/powerpoint/2010/main" val="122485637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386E5-107C-444B-BA82-D949E239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Validation은 실행 전에 끝낸다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16D67-8921-4358-A134-B78FDF87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9E7C2-A6B5-42D1-95B3-2FC86DAA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47DC7-A100-4E49-AB4D-70D3634C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4562A-BD2E-4C8A-9620-EEF50E3F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DA949-D273-4FD4-B5D7-EF853A7B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487D9-3154-4244-A86B-239994B8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누락·타입·예상 밖 인자는 side effect 전에 거부한다.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F9B63-2A95-4C30-AC2B-F322E0F0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84A8B5-4EE1-4A06-99B4-BFEE7AB7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missing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84511-1D6E-4E74-A14C-C3D9BF38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254E5-C6F4-4EC3-AEB6-CD2DF508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unexpected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0A2FF-CEE4-4E1D-BED3-5141F7E8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DCE27-E8C7-4B87-B7AB-FA30EA6B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wrong type</a:t>
            </a:r>
          </a:p>
        </p:txBody>
      </p:sp>
    </p:spTree>
    <p:extLst>
      <p:ext uri="{BB962C8B-B14F-4D97-AF65-F5344CB8AC3E}">
        <p14:creationId xmlns:p14="http://schemas.microsoft.com/office/powerpoint/2010/main" val="10002777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B91EAF-D244-44C5-BDD4-A6827C25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오류도 정상적인 결과 형식이다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950DB-F008-43F3-941F-0FE5DA98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449C5-2B40-4285-92E6-C9443BA8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5540D-8671-47F9-86EE-A8FFB4E2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CD72B-87C3-4A6B-8EC0-02768C5E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48A031-86E4-485C-88CB-3F2E8DC5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traceback 대신 ok·error_code·message를 downstream에 전달한다.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D74E14-B7E6-4428-A265-3EA9286B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7B572-4F75-48D2-A796-E129C651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VALIDATION_ERROR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D0DCD4-7757-4A2E-A5C1-74D77694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AB67F-D030-4AEF-9ABA-B981CEF8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NOT_FOUND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0474FF-B208-4E90-B010-04AB8A1D6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E9208-376A-44ED-AA0F-19D94585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POLICY_BLOCKED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F3AF78-B052-4507-AAF8-A82C81C0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06972-E33A-44CB-A818-3FFE1E7D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TOOL_RUNTIME_ERROR</a:t>
            </a:r>
          </a:p>
        </p:txBody>
      </p:sp>
    </p:spTree>
    <p:extLst>
      <p:ext uri="{BB962C8B-B14F-4D97-AF65-F5344CB8AC3E}">
        <p14:creationId xmlns:p14="http://schemas.microsoft.com/office/powerpoint/2010/main" val="108564003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37CD5B-2822-42FD-89A4-A727E1D5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Read와 Write는 위험도가 다르다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F078F-3D73-463C-8896-C254EAE4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7E77D8-7D22-4D14-9C8F-0186804F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FB1C7-AAFB-47C7-AD48-07A54E52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C7718-6504-48AC-9AA3-00DF08F1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60C6C-F990-4CE7-B46F-925D8607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99BE89-0670-45D7-AF2E-1A116A58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외부 쓰기는 승인·중복 방지·감사 로그가 추가로 필요하다.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8099F-C4B4-48B4-B09F-4EC4B428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C780D2-D1D4-4207-8C1C-B9316430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read: 자동 가능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B8332F-44D7-4742-87E8-30089ABB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AA5B8D-D357-417D-B54D-3272640A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draft: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A47E32-BE3B-4809-A6FB-0C32D4B8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C8E5F-3AB7-4752-884E-A121F72A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publish: 승인 필수</a:t>
            </a:r>
          </a:p>
        </p:txBody>
      </p:sp>
    </p:spTree>
    <p:extLst>
      <p:ext uri="{BB962C8B-B14F-4D97-AF65-F5344CB8AC3E}">
        <p14:creationId xmlns:p14="http://schemas.microsoft.com/office/powerpoint/2010/main" val="133863306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373979-E7A5-431A-AED6-90858DF5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Audit event가 설명 가능성을 만든다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77DB7-00EE-4BC4-BB86-04213008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5E559-5CC9-4415-8F35-BDCD25C7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27F05-F350-4D70-9378-010D6D6E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27723-077E-4B5F-9DC3-DE1EF609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86BC0C-C69E-435D-A727-11368650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누가 무엇을 요청했고 무엇이 차단됐는지 구조화해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E28E8-236D-4D60-8AF5-504022DD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2D38F-CFB3-433B-87EE-F4C594CA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input 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775E6-13FC-4F61-B306-2EBEB473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90ECA3-24D4-4812-8821-7B14AD8C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tool·args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EDBEF2-1C10-48E2-9F29-92201EA1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7FCD5-0558-4976-A23D-AB90C052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decision·result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A54563-8930-44CA-9AEF-7AB20963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3709AE-D617-4151-BF45-0545B226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timestamp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F2568-0165-4A59-994E-A857A693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BC452-D220-44A3-B872-1BB844B7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권한 설계의 핵심  |  외부 쓰기 권한은 기능이 아니라 책임의 이전이다.</a:t>
            </a:r>
          </a:p>
        </p:txBody>
      </p:sp>
    </p:spTree>
    <p:extLst>
      <p:ext uri="{BB962C8B-B14F-4D97-AF65-F5344CB8AC3E}">
        <p14:creationId xmlns:p14="http://schemas.microsoft.com/office/powerpoint/2010/main" val="77827488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499C6F-5C3B-4F17-9220-C0A0B163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FCAC3-841B-45B5-9B9E-4E0824B6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 호출의 4단계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C3F52-15F1-4FC7-B2C7-7F4107F3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8E682-6600-4502-BFC3-F2C41CD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9E2DD-814A-4EF2-A2F4-1844EFAE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5FCFFF-01F6-4101-8CE3-FE4E05BC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D0F41-2846-47D8-954C-0AC08C7C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04887-3C7E-4423-8FB8-8CCC2D42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6930F5-D8E8-41A0-888F-ADC275A6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8FAAD-50DF-4CE4-A916-32942144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도구·인자 제안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0C1FF-7874-4E19-8429-CA7CB02B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FA3BA9-E3D6-421F-B356-98F14542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95DB6D-10CC-4647-A1F1-19CF3E42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5EAC9-8DAD-435B-BB85-5BEC7313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schema·policy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4C8CA7-A1AD-4521-B8B2-45A1C8D5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9295B9-86EF-41DE-8503-6C4B167C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26BE1-AFE8-4EF6-B6EA-3D8D4940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D81EEE-7162-417F-97CE-1AF47EF0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등록 함수만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1F15D7-7559-46E4-99C3-85873833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4DE8DC-3B7C-4956-955D-5427BE73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FAB87C-60D3-4933-B4AF-B601B759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OBSERVE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0C4005-B706-41E0-8918-77BC3B88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결과·오류 기록</a:t>
            </a:r>
          </a:p>
        </p:txBody>
      </p:sp>
    </p:spTree>
    <p:extLst>
      <p:ext uri="{BB962C8B-B14F-4D97-AF65-F5344CB8AC3E}">
        <p14:creationId xmlns:p14="http://schemas.microsoft.com/office/powerpoint/2010/main" val="15111240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8081D-7637-4D05-A74E-197EFFD1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E8BB2-768C-4569-9051-64A96FC9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 Prompt와 Schema를 만드는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A294E-8F79-4FBF-877B-AFC281F2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FB782-0339-4CAD-BD31-9DCCC077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071E8-EABD-42A1-B174-096960AE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EBA13-476D-41F3-B204-53C4907B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8D4AE-BE78-4B12-9ACC-DF4E616D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AEBE9A-2A72-4519-AECD-513A6BCE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8AE3F-25E0-497F-A244-366D2EAB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D63F08-0429-4AC5-A064-D4FA6E4C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역할·허용·금지 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FC8B89-F55D-4BF9-8B56-3BA39AAF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1E1D4-811F-4A1F-9206-FF9DBE12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A645FC-4531-4769-A51E-F1EE34C5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TASK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7EB9D9-DEF9-4DF0-B424-8676054E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입력과 원하는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CF3021-B852-4F69-8710-8F2AC168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EB284-6D73-43A7-896D-92AD142F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7264EC-C34D-4F11-B3EC-658AB44A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7436A4-B5A0-4435-8DB8-B0012C24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name·설명·인자 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9E4F92-C342-47D7-B287-7E936827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DD195B-DC05-46BE-9471-BE55A2B5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E99F8B-250E-49AD-9B15-14B54E8C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F16837-65DE-4321-8A87-1A8D5A9C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정상 호출·차단 호출</a:t>
            </a:r>
          </a:p>
        </p:txBody>
      </p:sp>
    </p:spTree>
    <p:extLst>
      <p:ext uri="{BB962C8B-B14F-4D97-AF65-F5344CB8AC3E}">
        <p14:creationId xmlns:p14="http://schemas.microsoft.com/office/powerpoint/2010/main" val="203518380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BBE530-A57A-4A1D-947D-A24B8275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FE1B8-D0F4-4389-88BB-760CB2B3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파일 도구의 경로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D2EF0-7CF6-478A-B36B-EE7F1FFF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30FC3-7036-40C4-AA85-1C36DA92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F2B6D-2B51-4785-B9FE-C4D1F2DF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F978AB-6710-4FE9-A981-13BA74DB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057688-03B1-4735-818D-A3F5C63F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0A02C-241C-40A1-9AAA-57B28462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875AA0-09A2-49DD-B257-ACE1315A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0D59A-3056-4FAE-8735-37D897DB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workspace+path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A35CD-A3FC-414F-8390-653F195F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BA969-5EBE-4DA0-9D13-EE89580F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D9CE30-3B98-46FF-B9B1-CF5E3912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RESOLVE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78BDD9-9A6C-46E2-AC27-4E2C0E44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절대경로 정규화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804C2-792D-4364-9B77-F40988A4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9830E-2499-403A-A970-10481C88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4995BF-E614-45D3-BBA3-5C089D9A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45287-54A7-4DAB-A49A-A2E23416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root 하위인지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25FFD9-235D-438B-B76C-2461F4F7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A07B0-C74E-4865-AC36-36F61EBF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1BD1B-B3BF-4A83-9C35-68CFA403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ALLOW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5D2B2B-1FED-4E68-9CB1-A2EFC5A2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확장자·존재</a:t>
            </a:r>
          </a:p>
        </p:txBody>
      </p:sp>
    </p:spTree>
    <p:extLst>
      <p:ext uri="{BB962C8B-B14F-4D97-AF65-F5344CB8AC3E}">
        <p14:creationId xmlns:p14="http://schemas.microsoft.com/office/powerpoint/2010/main" val="50957564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02A9C6-6428-4592-85B8-67FD034E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55ECD-D191-4381-9F29-90EBD3E5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분류 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6FFFF-D358-4D77-86C2-5FD07280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9571F-D8E7-49CE-BB43-08EFDB43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63A22-7122-4606-BD63-790F8D5D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F49CA-7ABA-4F85-9463-B2D0D50F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6E63A-61D9-4C89-B505-E3FB25A4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3A491-B891-4FCE-A648-555E4079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000F17-CBE1-4BCC-9447-52F61A86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E3594F-1DEA-44A0-A623-A0092068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재시도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E19D7B-0CE2-4AF3-9C3A-84129A7C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DD914-FBD0-43DE-9C53-C6DE06A2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80626-201B-467F-9ED5-D718D764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2131E-8CE8-4CCD-8200-B7BE3CC8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입력 수정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CDE8EF-A715-4B12-806E-CEDBDA51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357E42-ABCD-4228-A6F8-B00DA400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0D9E8-F1A7-4E5D-A6C9-489F9917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일시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7AF089-BD4C-4417-BB88-5C55F693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제한 retry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25C709-2624-4964-B631-333D9869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7D53BA-08BC-4C4C-BA4B-A8115284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A8A37D-EDEC-4620-9A39-79C9D3CA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미지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5D843F-1444-4898-898C-7CDEDA70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중단·trace</a:t>
            </a:r>
          </a:p>
        </p:txBody>
      </p:sp>
    </p:spTree>
    <p:extLst>
      <p:ext uri="{BB962C8B-B14F-4D97-AF65-F5344CB8AC3E}">
        <p14:creationId xmlns:p14="http://schemas.microsoft.com/office/powerpoint/2010/main" val="172779392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D84C2B-E4A6-48EC-BA9B-D94C5CED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5EBE70-5C03-45A5-8CF5-D7EDD623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테스트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A7F10-50A4-4962-B829-3C5872AC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009D0-EBA5-4857-90CA-F9DD6AA2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B37284-C79C-4ABF-961E-2BC93E9B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D8206-3BDD-40E4-9FFF-0968BB68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CDEA8-538B-4759-90DB-EAAA68D6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2E74B-EE1C-4C81-9ED9-5C2A5471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55CE1-5820-4B5C-96B6-8488167F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46E8D7-1ED5-48E8-B4DC-139AF6CC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happy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03F02-EC0E-4575-88D4-830BBA15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D064E-4AE7-459A-99B3-26793F8F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311F0-E766-4949-BDB8-E8DD5CA7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경계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763AF4-E2CD-44DE-ABA1-D7EEC368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최소·최대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149AC9-D3C3-4A8D-B728-7293D5B0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5A467-42C3-4673-98BD-977677BD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56F9DF-39CA-499E-95EE-23F43A02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D0E070-46F8-42EB-ACF5-1027823B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path traversal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684303-2EDE-4782-84C6-FCABFA9C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19C22E-9E0D-4A03-9689-8A7481D4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B323E4-EAF1-4302-91F0-605C7640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7B24B-AE27-45F6-9E37-E486D260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cached result</a:t>
            </a:r>
          </a:p>
        </p:txBody>
      </p:sp>
    </p:spTree>
    <p:extLst>
      <p:ext uri="{BB962C8B-B14F-4D97-AF65-F5344CB8AC3E}">
        <p14:creationId xmlns:p14="http://schemas.microsoft.com/office/powerpoint/2010/main" val="111765720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7A848E-798C-4E39-87A0-FE6E44DD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B19AA-183E-43E5-A72E-34C05DB6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‘실행 허가’가 생기는 화면을 순서대로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4B2322-F260-4195-BC8C-3D414DD3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0271FD-B6CC-4639-8F24-F3C8C22D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25E220-4BD1-41D4-A3AD-B80F8409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4E378-E177-4DE0-883A-BD4828B6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B24530-901A-4716-8F06-BB5B1222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API 형식 → 인증 경계 → test 규칙 → 실제 통과 화면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5F32E-D6A5-4696-9F23-4C495296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F30F6-5E41-4290-8FA7-A5C6BD0E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5DA6B-D761-44F7-B970-1705D05A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요청·응답 형식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81D80-7B5F-4EEA-9E66-994576EE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base URL·payload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EBAE28-793A-466B-A8E3-329F5C4C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AC3E75-0E17-49B0-AC1D-BBA022DB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E6C48-48CA-4393-B6DC-4B5C23DD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FE31DF-3947-44A1-844E-186E4031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인증을 코드 밖으로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DB7665-1BC7-426F-82A7-19674877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환경 변수·최소 권한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41B57-2794-488D-B1D1-2DA68F98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DE069C-1864-4B1F-ABC3-F7ED27B3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408FD0-E202-4827-9CCD-FB67B044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333DB2-6760-40FF-8ED6-2572BCC7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실패를 test 함수로 고정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07E8C2-71C6-4AF3-B98F-4837B405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assert·error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1D572F-B8B7-41B8-8A1A-6A193AAB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F30D13-0FC3-4E1B-AF57-96421ACC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A657A2-D4F8-4FC0-820B-6E502136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8D963E-75D0-4CBC-87EA-30C58F0C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정상·예외를 한 번에 실행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313709-50C5-42BE-B74D-60158E2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9 passed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1CA9A9-326D-4122-BC61-A5540F77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2977890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2D0645-5653-4CF3-85CC-C29230F6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6C12F-83E6-4370-AF6A-47A1B668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 API · 호출 형식을 공식 문서로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6A297-F9B8-490C-A0C6-DC7002A5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877743-382B-4F61-908B-D2F493AB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2573C-3446-4462-BF48-90E164C9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A439E-E7AD-4730-B3C4-DE540D12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B592F5-3C6C-476D-B826-24D432D4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BBD76-F1EE-4E11-B001-9B03ED84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C9E7F-FC63-40C6-BECD-23070978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base URL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1852D-5B1A-4F78-A278-D53C0AEC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16D361-B422-4F42-9801-3358C12E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request/response 형식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43499-30AC-42D1-A1F0-3ECCBAC0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7D0168-036C-4790-B4B6-D7C98418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timeout·stream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73A4FA-9EDF-4024-B854-9E92384B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A3B91-CA16-4292-BFC3-4EBAB563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adapter 뒤에 감추기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94800E-B951-472A-9A08-4B2FEAD9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c9a43157d940eb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AC43A9-335C-4944-9031-EBE75B7AF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Ollama API Introduction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86251590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D6458-FE9F-4867-8FC6-5B7D48BD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20018-36C2-4090-AAF7-98BD2884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GitHub REST · 인증은 코드와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BAD31-1E8B-4809-8455-104E5264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84983-3AF0-4DC5-B2CB-A1F51931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39D52-70E1-4ED7-A71E-C2D9CEF0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F2777-0236-4213-9838-9F1EF4AB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187C7-5341-46E0-83B7-1585B48C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38E98-4EE1-40CE-A6DC-3DC0F512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1D37E-47E9-458D-8EA3-46E268B6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token은 환경 변수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2EC0FC-D87B-40BF-8E15-A1417769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E7988-988A-4A58-8BF3-719CEB8A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학생 필수 실습은 dry-run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03F34-2104-4FF9-896F-81DF5C95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401A33-7B21-4D53-8BB6-3882EE2E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최소 권한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2A07C-655A-4168-B4D0-9D78784A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431A36-9245-4706-A535-29448860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화면에 secret 노출 금지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475F39-EB63-43E4-ACA2-0AB2C295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5279b122842fc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B1D3D0-6F87-454A-9EBF-AFA7E270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GitHub REST authentication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70020109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0339B-A2C7-4EC4-9ECF-B9AADCEA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66668-68AB-4A17-A7FE-1424C814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pytest · 실패를 재현하는 가장 작은 도구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633615-E7AC-48E7-BB6B-50CD752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64A07-2000-40BB-A311-BA6390AD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D127D-C412-4856-A5FF-5471DF18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CF02C-BFC9-4539-B3E5-111F8D59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B2BFD1-FBC1-40AD-8F41-9D33746B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BF31B-A8E8-4471-B2F1-226DAE9D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E8EC6-621C-4915-B0F6-82D308D4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test_ 함수 규칙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C896EF-5A9E-42BB-979D-456DBCE9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B9EED-EF6A-41BD-A393-BD3C5DC1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assert로 계약 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06DBAC-647B-4083-8032-F41CE354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A7136D-2A9E-4BD9-843D-88E1970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정상·예외 함께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553C6-EACA-4B03-8579-76DC757E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70EB93-C83D-4DD5-9C18-66DA479A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짧은 명령으로 반복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20FDA-6886-4304-8EC9-D9A9CF53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c954535f5416d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FCCC2F-81B3-4818-BA05-06367C62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pytest Get Started 공식 문서</a:t>
            </a:r>
          </a:p>
        </p:txBody>
      </p:sp>
    </p:spTree>
    <p:extLst>
      <p:ext uri="{BB962C8B-B14F-4D97-AF65-F5344CB8AC3E}">
        <p14:creationId xmlns:p14="http://schemas.microsoft.com/office/powerpoint/2010/main" val="33088517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9522E3-C144-4368-8438-E32FA112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B0A74F-0A9F-4F8A-8B22-8DBCBB08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실제 실행 · 9 tests 통과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309D1-AAC5-421C-AD92-BEDFCDCF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320B28-2729-4DDE-8480-A53E7090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05A58-AA78-41A3-8D37-90B89E16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33F07-55C9-44D5-A08E-E9DF5C80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E4B49D-C9FC-4841-A9A1-C361CC9D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06397-0782-4525-8BF5-D4A0AEFA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9FAEA-ECCD-4C8E-976F-C6BD2638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......... 9개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1BE6E6-E421-4059-8E63-8731611B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A17A5C-F72B-4ACC-880C-F98C212E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[100%] 완료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D57E1-FF5E-4C95-B037-7FC68C2A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205ED0-89E1-4F44-BD49-24B9A2CD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시간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2B213C-307F-4B7A-AFBD-42C44FB8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2C9BF-9EB4-41A0-AD26-23072838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완료 증거로 캡처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41F57-953C-4F9B-B84D-4C91AA27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67b87c94184222"/>
          <a:stretch xmlns:a="http://schemas.openxmlformats.org/drawingml/2006/main"/>
        </p:blipFill>
        <p:spPr>
          <a:xfrm xmlns:a="http://schemas.openxmlformats.org/drawingml/2006/main">
            <a:off x="5166626" y="1695450"/>
            <a:ext cx="6011648" cy="37719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B5EE96-0648-4ADA-82B6-8F42CBE2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VS Code 통합 터미널의 실제 pytest 결과</a:t>
            </a:r>
          </a:p>
        </p:txBody>
      </p:sp>
    </p:spTree>
    <p:extLst>
      <p:ext uri="{BB962C8B-B14F-4D97-AF65-F5344CB8AC3E}">
        <p14:creationId xmlns:p14="http://schemas.microsoft.com/office/powerpoint/2010/main" val="94033193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4D4773-FCF2-40C4-920D-F3028AFA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945D1-6C90-4861-B894-A33F071A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도구 schema · 허용 입력만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E6AC3D-59EC-4F5F-A950-9955CBD4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7189C-EC81-411A-9E93-95F798C4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A918D9-6965-414C-81A7-7F6E54E0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D6B34-A157-4809-89AB-F41894ED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F6B5E8-774C-44E2-B308-BC9065B8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2C6B7-0A14-4A99-911A-1DF7BC24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55EFCE-5482-4608-878B-854B8A17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도구 한 책임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8DBBAB-E559-4BD1-82B4-25BC5129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F7445C-26F2-45C2-82F6-FBFAB278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 인자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F51FB-EB17-4553-90A9-587F8303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0B8944-6BFF-4FFD-8035-31FE6D9E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설명은 모델용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52EC9-2291-4093-BD97-09392A75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C1EE47-950B-4041-B038-2FF25F69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함수와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282BC-3E68-47CC-A824-6A599FDB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34DEFC-714D-4FEE-B385-ACB03AAB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F28AE0-93DF-47D0-A7E6-D3A787F2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TOOL_SCHEMAS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"read_public_text":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"required": {"path": str},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"description": "공개 txt/md 읽기"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7889574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90B8F2-6C28-4037-B9A6-CB109A05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A8178-03C5-4B93-82A8-E892984B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예상 밖 인자를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2DCCE6-67B0-4715-9C30-449708F4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04DD22-8224-4943-A5B7-7F92F501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27264C-E476-49C0-A2E4-F2447565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1A882B-DBA7-48BF-97EA-4A1BFE34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EBB26-3955-435C-9BDE-C3C014CE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ECB6B-7997-4AEF-A96D-B4B7BA8D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CF5A00-53E8-48A9-9452-2AE6E17C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누락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2A974-1C26-427A-B0DA-E0051B34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26843-ACFA-4711-9BFE-BCA77ABC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추가 필드 금지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E8248-FA4B-4BDC-80E6-EBABB3F7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AADE7C-4C8B-42D6-A921-05CD5438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전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D48CB9-F28E-42A6-90A6-37846494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E74764-AB38-41F2-B666-29CDBD9A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코드로 변환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7ECB5-73F9-4099-99C7-6DC46684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B3C7C6-81C1-4BAE-8858-B7187819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33DB05-69DE-4D5A-BEB5-39F90926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required = schema["required"]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missing = [k for k in required if k not in args]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unexpected = set(args) - set(required)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missing or unexpected: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raise ToolValidationError()</a:t>
            </a:r>
          </a:p>
        </p:txBody>
      </p:sp>
    </p:spTree>
    <p:extLst>
      <p:ext uri="{BB962C8B-B14F-4D97-AF65-F5344CB8AC3E}">
        <p14:creationId xmlns:p14="http://schemas.microsoft.com/office/powerpoint/2010/main" val="4786166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FD9D5D-B783-4F50-9A7E-E8AD8830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9FD8F-3689-47FB-B743-9C8AA22E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경로 이탈을 막는 guard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516EE-646C-48FF-A3B3-C1AF07ED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6DB66A-8F68-4569-8258-82AE44D8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07AE4-EC75-4E71-931C-58957F5A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C5C472-900B-4EFE-B160-0D4D8A42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16F7D6-1107-47DD-88B7-59F6324D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E438E-0399-49BC-9A06-C17650BB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B37D8-FAEA-404B-8C52-D676F251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../ 정규화 후 검사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493E28-1258-40B3-9043-2087A5A4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5B46DE-8414-4EFB-8159-E6C1BE49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절대경로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CD3B6-7E0A-40C7-BFEE-22745B8F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DB061-1310-449C-965F-5FE0EE12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symlink 고려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FCD2BF-E74F-482C-9ACA-64C52A9A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8E25A-1A25-4976-ABC5-34F10016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테스트로 공격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F19E79-0171-4038-9208-9B5BB24B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177CC-CD4C-4126-95B1-67BF4F4A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EFAF93-9E37-4ACD-99E8-36FEF22F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root = workspace.resolve()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candidate = (root / path).resolve()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root != candidate and root not in candidate.parents: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raise ToolValidationError("outside workspace")</a:t>
            </a:r>
          </a:p>
        </p:txBody>
      </p:sp>
    </p:spTree>
    <p:extLst>
      <p:ext uri="{BB962C8B-B14F-4D97-AF65-F5344CB8AC3E}">
        <p14:creationId xmlns:p14="http://schemas.microsoft.com/office/powerpoint/2010/main" val="22394925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E91743-2CA5-40AD-9E00-E78CA6B5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0F3CC-1C9F-4A7E-AA35-483870D4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오류를 공통 result로 정규화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255098-989E-4F36-B4AB-F1DD6012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9FDB64-9CEA-4298-9074-0182F6B0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3CF60-C9C4-4DB3-8857-6A8F67F5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05D9D6-C242-4B70-8109-CE2F878E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F7133-D003-456D-8849-68A4D286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A2FB91-ACB5-4703-B6DB-9B75BB3D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4DE8A-A4EB-44D9-9CD1-6788A115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exception 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50CD9-EB91-46C3-8588-C691A4C7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5BB487-9E21-40B1-B6D7-B00CD9B6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안정된 error_code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074E95-752F-4F18-BEF3-6D67CBDD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4153C-F41F-42AA-B407-5A394970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사용자 메시지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BFD75-8766-4462-9A3F-13975ED6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799245-3F6B-4DAE-A02E-93AFA31B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trace에는 상세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115A06-FD49-40FA-A57F-5C891363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DEA515-2435-4D9B-BCC0-39B96A5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03F2EE-FFF4-46B5-9E72-229B52A1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return ToolResult(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ok=False,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tool=tool_name,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error_code="POLICY_BLOCKED",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message=str(exc)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844061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733280-12A5-4EA6-B9CC-2A17ADF2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8EFC3-63ED-4A03-92C6-D1A98FFB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 Calling Prompt의 최소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03F6D-9E73-4024-8959-2FDB299A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169FE-E73D-4BE6-8449-B7B5A6AC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A3EBC-C99B-45B0-8A32-2C3135A6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DABD0-61AB-42DD-8F38-09FBF7E7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378AFA-8F29-4C89-ACBB-0961DE61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DE4843-937C-4146-9280-540CF72B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8D90B-29C5-44CD-B71C-4EE04993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역할과 금지 행동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182CE-B71D-4772-86EF-2423123F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0786CF-36AD-48C8-83AC-FCE14EA9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입력·목표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9AD2C-1901-4454-A461-90291033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07DB2-D5B3-4FE5-B6E5-7863B6503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도구 설명·schema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59F917-4BF5-4697-8B50-D96C5D35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AAF88C-2D0B-4674-BC37-1222E783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 예시 한 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92DD0E-147D-44D1-AB65-581B0B07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D787A-B1C6-43FE-AC43-2D100373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CD1193-BD08-46FA-9736-C2A11D2C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SYSTEM: 허용된 도구만 사용한다. 메일은 보내지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TASK: 회의 문서를 읽고 할 일을 찾는다.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TOOLS: read_public_text(path: str)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OUTPUT: 필요한 경우 tool call JSON만 반환한다.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EXAMPLE: {"name":"read_public_text","arguments":{"path":"data/meeting.txt"}}</a:t>
            </a:r>
          </a:p>
        </p:txBody>
      </p:sp>
    </p:spTree>
    <p:extLst>
      <p:ext uri="{BB962C8B-B14F-4D97-AF65-F5344CB8AC3E}">
        <p14:creationId xmlns:p14="http://schemas.microsoft.com/office/powerpoint/2010/main" val="497161623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FE7532-F7A7-47BB-BCA0-9621C6EE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D9FDA-89FD-4B22-8819-D24CEE45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도구 한 개를 schema로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73818-D174-4ED7-A028-FE06F28F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CC1054-0076-4D82-9EEC-E334517B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B56CD-8BB4-424A-97EE-FE2399BC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1FCB0-262E-46AE-A4B6-A4A3D25F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25A8D-F55D-409F-95D5-A80F4E13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217B7-138D-4563-B7FA-716161A8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C6F3A-DA05-43D6-9DCA-74562B28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08329-6AA0-42E1-ADCD-6E7DD3B8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533044-BEE5-43D7-952F-D1342E85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7F48DD-82BC-464B-B4B7-48CC6516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업무 동사를 한 개 고른다.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4F4A92-A77D-4631-B535-80FE357B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8283-BC12-4A1E-9A15-2BF0A9B8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1A5623-5A4F-4063-8728-BDA526B4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 인자를 1-2개로 제한한다.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755324-E640-40E4-830B-4E65C431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317EA0-2CDF-4102-BE53-E60DAFB2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EAE24F-1826-489D-9615-3A5404AD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타입과 허용값을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CCE50-C1A2-4810-88E2-EBC25BC6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4B9E37-0138-424C-AF1D-0ACF12C9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0D2C56-ACE8-4096-9934-5AC06B86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 호출 예시를 JSON으로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54DFD0-54C8-42E7-9C54-7D84883E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332DF4-E6B6-4CA1-A993-2A914EAC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0CE50D-24FA-4400-ABC7-BDE4A0D8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tool schema 1개</a:t>
            </a:r>
          </a:p>
        </p:txBody>
      </p:sp>
    </p:spTree>
    <p:extLst>
      <p:ext uri="{BB962C8B-B14F-4D97-AF65-F5344CB8AC3E}">
        <p14:creationId xmlns:p14="http://schemas.microsoft.com/office/powerpoint/2010/main" val="164532589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C683FA-5140-4EF0-976C-38B42F90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C5361-1760-47BC-B99B-1C67D8D8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잘못된 호출 3개 만들기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0ABBA-DA1C-4165-B1CF-8BD34A6E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F87D2-54F2-4257-A5F6-CC7FB30E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741E1-63AC-4A3F-BC73-1800EB55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2CB98-D655-4CD1-A707-F50832CF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344E9-B323-4CDB-87E0-2F06111E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C30802-B7D8-422E-92CA-C99B0709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2AD6C-C349-4F4E-BFC3-CF281E6C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15E7E0-0780-44D6-B812-F5F10170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D82E36-1213-4A1D-A4CE-6750D643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265F2-D9F9-4FBD-866F-0BC8CA59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unknown tool 호출을 만든다.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5ED1A1-C3B2-46BF-B337-CCAA391D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54E0EC-AD87-4A48-94C5-82CA520E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C22C05-C2E8-4D82-9983-ED86D320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 인자를 하나 지운다.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3492C-4E4F-4576-8406-C24C1A58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6D6639-05DC-4BC9-9803-C82D2260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516802-9035-4810-A83D-34C3532C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예상 밖 인자를 하나 넣는다.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75C71D-26BC-428D-904C-66C37DE9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13B3B5-0819-4229-9AC6-43F77F76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83CD95-FFD5-48F8-9206-A5B72B30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 error_code를 예상한다.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6E62FA-3A45-4A58-8C1A-89FAF16F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4A1EDF-488A-4926-B961-D0A80A75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C319F4-3AA4-446D-937D-6FA7CE54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실패 fixture 3개</a:t>
            </a:r>
          </a:p>
        </p:txBody>
      </p:sp>
    </p:spTree>
    <p:extLst>
      <p:ext uri="{BB962C8B-B14F-4D97-AF65-F5344CB8AC3E}">
        <p14:creationId xmlns:p14="http://schemas.microsoft.com/office/powerpoint/2010/main" val="51881619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21E906-C639-4015-A06E-71B59F20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34832-F475-49A6-ABFB-D839F63F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workspace guard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B3016B-6F5A-4282-9395-AF348CC2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2C714-9713-4856-A9F2-0A19AAA5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93BA0-0DC0-4ECA-AAD4-D4913998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6CB85C-B09A-41D2-856F-5E1E14B1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00E63D-7253-400A-A6B9-04B5C170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09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1C20B-586F-4D6F-A595-5562FD89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BC6625-552F-4841-AD22-1F14EBB5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5B204-1B6C-4EE1-BAC3-0407EAA5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B9C407-5A60-4707-BE1B-8B9CA9DC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CFF10-237A-4F23-876B-C04AAA51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 상대경로를 넣는다.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9A1BDD-F5F0-48B9-9BD4-00421C93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093D3-9B85-46E8-B88C-A085660A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CDDBF-D2CA-4FDE-A36B-ED58DAF7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../를 포함한 경로를 넣는다.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92BC8D-1B66-4580-879D-EE0D5276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26A833-5983-403B-9F7D-592E17C1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92C297-5326-4348-A085-0722C5E9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.py 확장자를 넣는다.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32F84-C56D-434A-BC65-C3A38D3E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EE0ABD-BC62-4D6E-82B2-33FCB2F2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AA77BF-19F4-473C-9125-A30D4E9A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어느 단계에서 차단되는지 표시한다.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2E67E-8449-47C2-B5DE-9F833F37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F20635-FB24-4664-B68F-7E1A3D16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8354D0-86CF-4F4E-8ABC-3B2ACBAB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정상 1 + 차단 2</a:t>
            </a:r>
          </a:p>
        </p:txBody>
      </p:sp>
    </p:spTree>
    <p:extLst>
      <p:ext uri="{BB962C8B-B14F-4D97-AF65-F5344CB8AC3E}">
        <p14:creationId xmlns:p14="http://schemas.microsoft.com/office/powerpoint/2010/main" val="985246348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70145D-4B1B-4401-9EDB-F065A30B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0F3EA3-C2CE-4ED9-8BC9-013A70E2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ToolResult 계약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3EAD7-2731-48E2-8A9D-CDE48A31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47CEF-9D92-4D85-8961-AEFC4828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52531-AAF1-471E-9ED3-F2BEA494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24EE9-F1E2-4F0E-A61C-C625B376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45A5B9-CE89-4B3D-82B5-516F20BD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A3D9C-9AC1-45E6-AA2C-0967103A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241EF-A967-4893-9BD8-98EF153F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D311B-CC09-4049-9EA8-EFB0BA84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82D6D1-1F90-44D5-B2B5-89862DCB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3B9462-E829-4DA4-A5F6-A50DA362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성공 result 필드를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84D34-0643-444E-AA73-906D1D5D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FF028A-D039-4077-8810-0326EDB7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D1D665-CFDC-4C40-9A37-94699810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result 필드를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F00CAA-F937-4448-A9AF-D6817644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0751D8-5454-4E46-8609-3F96E0F5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C472B9-69E1-4C28-85F6-DF023297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downstream이 exception을 몰라도 되는 이유를 쓴다.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65D9BE-797C-469A-98B1-4188F6EA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7A6C5A-30F0-4BE3-828A-24C3D458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DFBBCE-BE60-4565-8711-90ECABA2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needs_human_review 조건을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85619C-E7C5-4DA7-89D9-055895712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EB3692-FEA7-4A8D-A144-9294208C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7CE0F2-F69C-49FA-94A4-2CC4B96B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공통 result 표</a:t>
            </a:r>
          </a:p>
        </p:txBody>
      </p:sp>
    </p:spTree>
    <p:extLst>
      <p:ext uri="{BB962C8B-B14F-4D97-AF65-F5344CB8AC3E}">
        <p14:creationId xmlns:p14="http://schemas.microsoft.com/office/powerpoint/2010/main" val="793618453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CBBA11-C4D2-443E-BC8E-EA2DF60D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74549-CFD8-4D9F-AFCE-5ED92FC9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모델 JSON을 바로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90D57-2B9A-4A7D-BFB4-9599C9C5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75E5BC-D3D8-46D5-B322-17CE499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5D5ED-D5B5-4C57-A527-A0762344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73B52-1818-40E0-972A-313BE50D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9C4CD-1683-4EF0-8030-A340B6D7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E678A5-EEC4-4874-BA82-36892D05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7161E-A2BD-4A67-8C84-314D48CF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7580C-28E1-42E9-B24E-EE59D6D5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DBA810-F9B5-4BAD-9A67-DF1C7BA9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 검증 생략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784F9-6F09-4142-965E-F1FC0000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278C33-7850-45F5-8190-E6E26794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임의 도구 이름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D08C8-4728-4D80-9CE8-2E5B700A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1345C3-7DE0-48C5-85B5-8A4407D4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추가 인자 허용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4446B8-C295-40CC-ABA6-99FB13B4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E8DFB-D459-4C13-8B0A-7A23CDC3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side effect 직행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4E69A-11DE-400A-95B6-E1222585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1E031A-6659-4A7E-9378-6EF96371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plan은 제안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9F569C-9906-461C-9964-38BFBCB7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C7BCB-7017-40B8-9C89-5C65693E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validator가 허가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601708-6FFB-4B4D-BDFA-20232FA0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618006-A773-40AF-805A-37861CEF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registry 함수만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48D6E3-BAFA-4F36-A4AD-0B28B343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CF0D1A-A4EE-479D-B3A7-0C2079F7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쓰기 전 preview</a:t>
            </a:r>
          </a:p>
        </p:txBody>
      </p:sp>
    </p:spTree>
    <p:extLst>
      <p:ext uri="{BB962C8B-B14F-4D97-AF65-F5344CB8AC3E}">
        <p14:creationId xmlns:p14="http://schemas.microsoft.com/office/powerpoint/2010/main" val="124214009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3CAAC6-57F0-45E7-AF5E-4CF0685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37F06-0660-4A77-B693-B60F6071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범용 shell 도구 제공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99A5A6-6751-48E3-98DC-0424AB4C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7BCE38-6ABF-495E-B8DC-D0FFC8EC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9866F-5D5D-42A1-AEEB-E1DE88DB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255ECD-3141-410A-AC91-C834A48A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8A1FD-F6C6-4517-9538-84F1E934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DDD9D-09A5-4680-B1A2-F8309E72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98FE1-ED2F-4AA3-8A3F-3F5FF318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0DC3B-5D78-4B17-979A-C7E4D8EA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008DF-FE77-4E24-B8C8-12A1388B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rm·curl까지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6B51D2-17C9-4AAD-9B1D-D22AF23F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68FE8F-C1BA-4031-B518-BF303DDF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명령 문자열 해석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CECE39-289E-4B70-BE0B-C0B1A541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7CD11F-B0F2-427E-819F-DC753A93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권한 범위 불명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CCE839-F9F1-4295-AD10-DDB4DEA6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802745-20D0-4F80-9CF0-ADF42B22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평가 불가능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0B4D0B-4A47-427F-96AB-90AFE5FE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FF0193-8709-465C-A01D-8BFB9E4A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목적별 함수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571005-F2FB-408B-B3E7-7DA85A7A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071C1D-594D-4CCE-A27C-F90FC825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typed arguments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0436F-EC9C-4163-AB41-0D8466E7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DF8AF7-4F01-4C47-9676-5BBF8AB9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최소 파일 범위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786F11-35AE-4659-AEE2-6DD1D985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BEE694-D8B6-4EF3-BEFD-D2B6E3DB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정상·실패 test</a:t>
            </a:r>
          </a:p>
        </p:txBody>
      </p:sp>
    </p:spTree>
    <p:extLst>
      <p:ext uri="{BB962C8B-B14F-4D97-AF65-F5344CB8AC3E}">
        <p14:creationId xmlns:p14="http://schemas.microsoft.com/office/powerpoint/2010/main" val="1311954006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66E26-0CCF-417F-85BD-5AAA85A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A9C04-D0C4-4E53-8625-4C2B6318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모든 오류를 retry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921F16-0E3E-4B2E-8332-DD198C75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3361-7938-42D3-8120-B072053B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A208A2-52CA-4166-9845-34431097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0D50B-62AC-4379-B92E-94B35B3D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4569B-FF57-44F4-BF6F-4067FF29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51916D-6319-4FA2-9F80-F38565A6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4ADE2-E5B7-48A7-BE8D-16CF5389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7D661-287A-4137-A678-5419B1B6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25D90-9B04-4C3E-9119-BAD9B9E5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정책 오류 반복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A2DD0-C443-47C4-AF11-26B3CAFB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4A8DF-ED37-4592-8DE3-298E8528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비용·시간 증가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E92070-1684-4612-BF9F-9D4469D3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1D7835-2C23-4636-B340-31273C5B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중복 쓰기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EA4AF2-5CB4-453D-8282-DD0728F1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F3685-9056-467D-9595-F20FE25D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원인 은폐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6EB543-A486-4BF7-A815-A5291B99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995E8-03E4-404D-9FA2-A1E9F70F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class 분류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D74931-C080-4246-A310-BC123BE6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E16851-5D23-4872-A0FE-1597E15F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일시 오류만 retry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0F47F0-543B-409E-A7A5-396EA79F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CFE5D7-EDD1-4EF1-B5A4-231C1BB6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max attempts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039CED-2BF3-4748-B91B-F7D24C90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825293-D985-4897-BF25-2912DB73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중단 후 사람 검토</a:t>
            </a:r>
          </a:p>
        </p:txBody>
      </p:sp>
    </p:spTree>
    <p:extLst>
      <p:ext uri="{BB962C8B-B14F-4D97-AF65-F5344CB8AC3E}">
        <p14:creationId xmlns:p14="http://schemas.microsoft.com/office/powerpoint/2010/main" val="430587450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D76A57-209E-404A-A7C0-E88819E8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985104-74F1-4B34-A377-E8A5DAA7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Tool 권한 승인표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E5E35-468E-4D1A-AC47-21EF04FC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C5B05-6A31-4CA7-86D4-E5026B5A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04A40-49FA-40F4-84C1-CDF82DAE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3DC5A-F8CF-47DF-85C8-1B44B23E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A87FB-E45C-4C14-8949-3D320CB8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자동 허용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D0DA4-3EE7-41FD-9D0F-73704531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사람 승인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095B54-A1C6-432E-8B81-CEEC48CE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4B50B7-1A29-42B0-877E-52671026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127C9-017E-4679-B954-6099305B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 문서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ADD27-B46A-4ED4-9772-F70B28C2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814B19-5F20-4994-BB63-CD4B67C1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로컬 parsing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8C54A8-59E2-4C7B-8877-B4659AB4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0BD201-7811-409B-A6E1-3141363A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7D928-3382-465D-862C-B16C8138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03A9FD-31A0-49EE-887A-50C57A6D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draft 저장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AC8C72-74D6-45B7-9824-074FB0F0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A9513-08DF-42D1-9591-1D634CEE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메일·Issue 게시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27E638-9009-4948-A368-D6065842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2AD768-B4C9-4047-B7DF-69F80CD2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고객정보 접근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C06620-22D5-4AB9-9FFC-D7901F36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C92AAE-3EBA-4F47-B446-669BD067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결제·삭제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2DAA1B-74F6-4A0C-B09F-93782B10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34F909-60B2-4396-BB7E-77D34616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비공개 repo 쓰기</a:t>
            </a:r>
          </a:p>
        </p:txBody>
      </p:sp>
    </p:spTree>
    <p:extLst>
      <p:ext uri="{BB962C8B-B14F-4D97-AF65-F5344CB8AC3E}">
        <p14:creationId xmlns:p14="http://schemas.microsoft.com/office/powerpoint/2010/main" val="145489331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D7C493-0EAC-4E1B-8C20-152C5093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F07EB-8CD9-42B3-AF0E-9C56B5F8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 2 · 이 Tool Call을 실행할까요?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645FA-2F88-4CE6-9DE4-7254B4BB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B58E9-B1FB-4C5C-B420-06D279EF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85EC0-520F-4FF3-8D79-F4490D60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09:50-10:40 · TOOL CALLING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A776A-9217-419A-953D-28D7829F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8641C-272C-42E4-BF97-CA1D4919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상황: 등록되지 않은 send_email 도구에 예상 밖의 admin=true 인자가 들어왔습니다.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A4E60B-18FD-4C10-B3ED-D1CC4EF5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722FA-7FF6-48DE-AB1D-589B42E8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1976C-5D4F-4C38-9E39-E9E54220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실행·차단·사람 검토 중 무엇을 선택할까?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C60FF-B4E0-4B01-842D-FE462D8A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74B3E-B2EC-4B6F-9117-01D8D66A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ECFF83-DFFF-4FD9-A18C-71CC9CE4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downstream에 돌려줄 error_code는 무엇일까?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A8FF72-96B0-4A97-AC3D-CB5AE822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2AE32-6977-4A87-8415-2FC37E64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9232AF-C578-4AB5-94F9-E84129F0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감사 event에 어떤 요청·판단·결과를 남길까?</a:t>
            </a:r>
          </a:p>
        </p:txBody>
      </p:sp>
    </p:spTree>
    <p:extLst>
      <p:ext uri="{BB962C8B-B14F-4D97-AF65-F5344CB8AC3E}">
        <p14:creationId xmlns:p14="http://schemas.microsoft.com/office/powerpoint/2010/main" val="2009958512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7D023F-DC0D-473D-AEF0-03F29424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B4268-6093-4795-9A24-AFFA083A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10:40-11:30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90136-EB57-43DF-AC75-3D4D944E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1일차 3차시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1871C-1208-40C8-BE59-93AED5B4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한국어 데이터와 PBL 사례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28B8F-056D-4396-879A-45E75E53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10:40-10:54 강의 · 10:54-11:04 Prompt·데이터 시연 · 11:04-11:25 개인 실습 · 11:25-11:30 저장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A70CA-2AF3-4D0B-A710-17503DDE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A2FD1-EAB7-4E4D-A27C-630D1F5A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BB8B1-5C93-4157-9EFF-A56C4500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A3414-36F5-4F43-96A8-ECC71E55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회의 데이터 · 담당자·기한·원문 근거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453A65-F75F-4E5A-95D5-53057293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A96E9-198A-4CEA-842C-E3334627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A609D7-4DC8-4E3A-9811-0A7C70A5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DBFE6E-A11C-44FA-81EC-C23DAE80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자연스러운 요약보다 근거가 남아야 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D9129-5E26-4689-91D8-0BE5343E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B4CB75-C674-4FB9-AA53-66AF3F75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D52E99-4772-420F-AF1A-819F21DB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E0F1B2-29E0-4853-9F49-681BAFA2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입력·결과·근거 예시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3E3B05-4A94-47E1-AD47-5F607AD7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74E48-A7AD-48F2-A7B9-0FE18B09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슬라이드 65-99</a:t>
            </a:r>
          </a:p>
        </p:txBody>
      </p:sp>
    </p:spTree>
    <p:extLst>
      <p:ext uri="{BB962C8B-B14F-4D97-AF65-F5344CB8AC3E}">
        <p14:creationId xmlns:p14="http://schemas.microsoft.com/office/powerpoint/2010/main" val="307676262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2603CC-EC28-4795-8BB5-328A1599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517AD-C346-4582-98DB-07D6DD08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요약보다 먼저 근거 단위를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F339C-DC5B-46DE-BB66-6FCCCBD0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D294B-1D1A-4572-AFC8-0453740A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DAA8C-5A8D-4918-A708-1D5C39C4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24CE8-8E98-4CB1-927E-D5CFA014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983F1-3A37-4A31-93DE-77E56380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요약이 그럴듯해도 원문 근거를 찾지 못하면 업무 결과라고 부를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03057-A87D-4999-A8A7-C8FAEB23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4AD55-0AAB-4EAB-9BFE-8ADD3D8B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출처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FC7585-41E8-4D02-A1DD-1BD804E7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공식 원문과 이용 조건을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5FE48C-D660-44D7-A00C-25A01957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469D52-799F-46F3-8E4A-DD2713D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단위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D5913-BC84-48B2-8878-E2C1385B3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발화를 segment와 timestamp로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F72A45-A863-4445-8637-60FDEDE0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0B8DEA-8531-428D-9BD6-83B6EF7E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민감성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5AE24F-4BE6-469C-8439-F6DE0928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개인정보와 회사 정보를 비식별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70C2BD-ACD0-4EE9-BE08-16E60A93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E7C2EE-BF00-4672-AD59-F9539CD8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정답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BE64E3-1F56-4413-85D8-CD1E260D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결정·담당자·기한·근거를 연결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4A3EA1-00C8-447C-9BC5-D7DBB5E5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5C87FE-0B37-4E14-9B56-A319417B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고정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531A09-88A8-45BA-8F06-BBDEDD3B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대표 실패를 Golden Dataset에 추가</a:t>
            </a:r>
          </a:p>
        </p:txBody>
      </p:sp>
    </p:spTree>
    <p:extLst>
      <p:ext uri="{BB962C8B-B14F-4D97-AF65-F5344CB8AC3E}">
        <p14:creationId xmlns:p14="http://schemas.microsoft.com/office/powerpoint/2010/main" val="630004863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5B63C8-6751-4D24-B16B-AB8A6F26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2855F-9715-440C-8317-643D0F72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데이터를 읽는 네 가지 단위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70409-D955-4BE3-90A7-6F6B2AC6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90552-055B-4D49-88F7-D0081E38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541C45-2EE9-4575-8ECC-7A1BF0CD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F969F2-0E14-4554-AC64-62497727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43D5A1-5635-4C74-8ED1-4CCDE96B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9B42D0-6ED7-4014-94B5-1535CE9A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DDF0A-FDFF-44CF-A300-177FF414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BD205-7EEA-4C50-9106-D1511E27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DF0DE8-DFFB-4FDD-95C3-A1C8FBCE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Transcript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Speech as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EC637E-B0DE-4E98-8D8F-A6E9A584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음성 내용을 시간 순서대로 문자로 옮긴 기록이다.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06FB37-F3FB-41BF-844D-620F7C96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회의 발언과 타임스탬프를 함께 저장한다.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6A289-CB9B-4B79-889D-080B91B6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B9FAA5-E99D-4A16-8DDE-1B12B7FE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FA1B33-301C-4F0D-95B8-F642E65E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Segment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Timed Utterance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CF21A-9B5D-4B2D-A57C-A059ED0C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Transcript를 시작·종료 시각이 있는 짧은 발화 단위로 나눈 것이다.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09464B-51D8-44FB-B2FD-6E2D6C64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41.2-48.7초의 ‘금요일까지 초안’ 발화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C2AC56-D5CD-4D54-BB84-39D67BC2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1EB09E-C653-4AF1-BEED-70F66A76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Golden Dataset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Reference Examples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3C8DD3-BF51-4298-A48E-5E9851CB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정답 또는 검토 기준이 붙은 소량의 대표 예시 모음이다.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8A56D4-D084-47E2-8CA1-2C4D565B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 회의·무음·모호한 기한·근거 누락 5건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2A760E-0267-4746-BECF-EEFDA4F7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C6FADA-664E-40BB-B4E7-7CA271C2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397244-7C3A-4CB9-9809-6ECA99B6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Source Grounding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390A5C-75AA-4BC4-BAF3-0B3EB5ED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결론이나 Action Item이 어디에서 나왔는지 가리키는 원문 근거이다.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B17D3B-F5D7-4199-9943-64F5F6D2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Action Item마다 segment_id를 연결한다.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2C1B5-AEBF-440D-8447-6EBF1899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34875844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80912A-CC9C-407B-8E1E-CC2B1310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PBL은 기술 목록이 아니라 사용자 문제에서 시작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CA495-324D-4AB2-8DD5-777A83AB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A1779-EE81-4A60-A636-5FC1B837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E0409-C553-40F7-89DE-CDBD294C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20FE04-D046-4EEF-95B4-3A0EB28E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782EA-4EE8-427F-B041-A1103EEB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9E77B7-1114-4F2C-829A-0CD898AF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STT·LLM·LangGraph를 모두 쓰되, 한 사용자의 한 업무 흐름에 묶는다.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a1402ab594388">
            <a:extLst>
              <a:ext uri="{96DAC541-7B7A-43D3-8B79-37D633B846F1}">
                <asvg:svgBlip xmlns:asvg="http://schemas.microsoft.com/office/drawing/2016/SVG/main" r:embed="R916cdd7ca90d4a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F27A70-7FE2-4E0F-BCCE-EAA0526F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F2CD8-72B7-4834-9432-323AC7BF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사용자·상황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63326-4EE5-467E-A0B6-A99A58D9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7B6C5-BC7E-4DB1-BA82-8E8EB5F1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반복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EF0DB7-216F-40A3-9961-5C7E348A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3F6709-CF1B-4D36-9B93-BAD4309D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원하는 결정·행동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1C4999-1A2D-472F-AD5E-79F921A8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E7D7E5-4B26-4123-BA91-ECA2C5FA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한국어 업무 데이터의 함정  |  한국어 회의록에서 가장 비싼 오류는 문법이 아니라 사람·숫자·날짜 오류다.</a:t>
            </a:r>
          </a:p>
        </p:txBody>
      </p:sp>
    </p:spTree>
    <p:extLst>
      <p:ext uri="{BB962C8B-B14F-4D97-AF65-F5344CB8AC3E}">
        <p14:creationId xmlns:p14="http://schemas.microsoft.com/office/powerpoint/2010/main" val="1640349218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06872-B310-4FBF-81A1-AB87F6BE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K-Work Copilot의 공통 입력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DCA3E-8041-4BC1-A1BA-657C01E3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02B8F-51BB-44EA-9589-0EC5092E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EF632-5C50-4455-A06A-7F7DFF10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B5F47-9F72-4540-976B-581C4E0B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0553A-C50E-4A64-A8D3-FA894619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강사는 17분 합성 회의 전체를 보여주고, 수강생은 같은 파일의 2-3분 구간부터 검증한다.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BE6049-B2B9-4D63-AC1E-D61637B6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DE6569-647D-4203-9E51-246F81D8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meeting_sample_ko_12min.wav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DC8A13-EFFE-4539-B271-08B714E6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335F9-3449-4850-ACC8-EDB0C64E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timestamp transcript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A0CF1-D63E-4CFD-AB83-4DE5998A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EBC2E0-7E47-4253-B66B-1284E191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expected JSON·Dataset Card</a:t>
            </a:r>
          </a:p>
        </p:txBody>
      </p:sp>
    </p:spTree>
    <p:extLst>
      <p:ext uri="{BB962C8B-B14F-4D97-AF65-F5344CB8AC3E}">
        <p14:creationId xmlns:p14="http://schemas.microsoft.com/office/powerpoint/2010/main" val="90834790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52CEA6-8DBD-4943-BCB0-7A4ED6B6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한국어는 띄어쓰기보다 업무 맥락이 어렵다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ED25FC-33F6-4364-8FE0-58FBE2DC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0EC233-C382-4D8A-A3F2-7F50FF0F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CB124-3A1B-42D8-B98E-F8C33667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4B3DC-733E-4FB5-B863-E3ADBADF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DD45E-F547-4098-9A46-E206AD7E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771580-9399-4C7B-AFFF-F5074B8F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존칭·생략·동음어·숫자·날짜·담당자 모호성을 별도 오류로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95E8F-8E1D-4D74-9151-7F87AD78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64B36-7E0D-4FFA-B0F3-4A39CBB8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화자 생략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369656-578B-40EC-9D91-F23F21E0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75424C-1053-4B28-B5F3-1CAFB6AC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“다음 주” 기준일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94F18-5500-4DE9-B1F6-66DBE904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26F56B-454D-4360-B7EC-360D302C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제품명·약어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4F9CE2-D80A-4425-9234-F65C6C5B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B34CD-1EBA-405C-A51C-19CC8DF8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책임자 추론 금지</a:t>
            </a:r>
          </a:p>
        </p:txBody>
      </p:sp>
    </p:spTree>
    <p:extLst>
      <p:ext uri="{BB962C8B-B14F-4D97-AF65-F5344CB8AC3E}">
        <p14:creationId xmlns:p14="http://schemas.microsoft.com/office/powerpoint/2010/main" val="183260346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5C7D72-7AC5-4305-B852-F3A7FFB7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실제 데이터처럼 보이는 최소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AC0DF-4E42-411C-BB4E-BB11F06E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08E97-22F8-4FD1-B2AB-7F33515A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5ED31B-48AE-406C-8AFB-ACDEAD13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F17D7-8252-4B15-B754-EB9ECF9E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2744A-1352-4DD8-BF8C-75948604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자연스러운 맥락·역할·결정·마감이 있으면서 개인 식별정보는 없어야 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7E9759-DEFC-4087-B7A9-7E3A429C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D3CD43-3FD8-439E-A4F9-4A52C93B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가상 조직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E84BF-E755-4951-AF59-7A1ADCD4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734599-DAAD-44F4-921E-9A219E44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역할명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54BBBD-55DE-4265-8FD0-0394BCAE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EBDA2D-771E-4F16-897D-C2894BEC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합성 금액 범주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6E1D50-B0CA-452A-84B5-1C8A0F2E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A44A7-C0CF-4FCA-B8C5-76049376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 가능한 업무 관계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9A936-A102-47F5-AAA4-4744E0B4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ED9F4-088A-432A-BC44-8EE35D56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업무 데이터의 함정  |  공개 데이터는 무료이지만, 사용할 수 있는 맥락까지 무료로 주지는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1268420334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1C0C73-864C-46EF-8A43-D2411960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데이터 공개와 사용 허가는 다르다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827FF8-75CE-4D9E-BC72-0534D3E6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AC75D-5C23-4E6B-88A8-9FD3F18A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10611-456F-41A4-A946-B4E3738F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B38CAC-68AA-49F2-B03B-04D0981C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87663-A4EE-413A-AA68-8DED8B64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8B7DD-A5B3-40BF-8746-4E93F483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웹에서 보인다는 사실만으로 재배포·수업 배포가 허용되지는 않는다.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FDEE2-1D54-4C1F-8B34-CCBE9FF2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BC500-30CF-4D4D-AF88-5EE7BFB1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이용 조건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3064E0-B443-4A9A-B681-E3928BF4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7EA44-A366-42FE-808F-496E7574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다운로드·신청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E17F5E-7E1A-49F2-B1EB-2F66453C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F9CFA-02AA-452B-B48C-742BFEE3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재배포 범위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829F35-AC3E-4D8B-BD24-2F7255EE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D49832-08F0-4B48-B95A-40DD12C8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출처 기록</a:t>
            </a:r>
          </a:p>
        </p:txBody>
      </p:sp>
    </p:spTree>
    <p:extLst>
      <p:ext uri="{BB962C8B-B14F-4D97-AF65-F5344CB8AC3E}">
        <p14:creationId xmlns:p14="http://schemas.microsoft.com/office/powerpoint/2010/main" val="1590038846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8DA8F-4574-44FC-8613-34E5994D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 Card가 실습을 재현하게 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41A114-996D-4BEC-A9BB-7F31AD3A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0C85BF-71B1-45E7-B25D-45D458B6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E90F4-0450-4D25-A83C-FA5F9CE6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664329-7C0A-405D-AE9D-45614B4C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C8033-0B5D-436D-921D-BDFF9C18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출처·버전·샘플링·민감성·변환을 한 페이지에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098CF-0FBF-4D05-8C36-9608456F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F5792-DC76-4A6A-81AD-7BA2335E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source URL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FA319C-09AB-4289-B586-F313421E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7667E5-05B8-4D4F-BBFE-D536815F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collected_at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2DE07C-24F4-4EE9-ADC9-5484C1F1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E2808-9516-45FA-A365-DC6E2161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license·terms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C552B-49CE-4704-93C5-C7B731FF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7F4A8F-7679-4867-A93B-146CC0A2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preprocessing·limitations</a:t>
            </a:r>
          </a:p>
        </p:txBody>
      </p:sp>
    </p:spTree>
    <p:extLst>
      <p:ext uri="{BB962C8B-B14F-4D97-AF65-F5344CB8AC3E}">
        <p14:creationId xmlns:p14="http://schemas.microsoft.com/office/powerpoint/2010/main" val="132626245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E4A75-6F7E-4DB6-A3C7-6EE5B72E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Transcript schema가 STT와 LLM을 연결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91E90-362D-4803-A82B-67DBFC34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A6DA2-D37A-4251-8EE2-31786B7D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9BA2C-7CDD-4560-A3DC-1AEF2FC3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5A472-1512-4CC0-9895-EC7E159F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1CB27-9FB9-47BE-A300-FA70A6FB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08F6C-B8D2-406B-90D6-2E259C13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텍스트만 넘기지 말고 segment·time·speaker·quality flag를 유지한다.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A4661A-8508-46D7-8F10-59E8456B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EA0C94-733A-4302-AF74-96D9B7A7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start·end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EE21E-2516-4831-8E79-02981A0D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A6027-52CC-4949-AD08-F9E8E713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speaker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5807CF-F48E-4281-B1F0-D225625B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EDE1F2-0E9C-4482-AEFC-223C1BC4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20CCC-AF94-48E2-BB37-54274760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421B43-5963-4425-87B5-CA6E2A4D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no_speech·language</a:t>
            </a:r>
          </a:p>
        </p:txBody>
      </p:sp>
    </p:spTree>
    <p:extLst>
      <p:ext uri="{BB962C8B-B14F-4D97-AF65-F5344CB8AC3E}">
        <p14:creationId xmlns:p14="http://schemas.microsoft.com/office/powerpoint/2010/main" val="403373331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049AB8-45BD-46B3-81AF-5A5DF125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Evidence가 요약의 근거를 고정한다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A472AD-C717-41D0-8B2E-3B59408E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C715E-C062-4B3F-9E73-2227A6BE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6FAE3-020E-4DB8-819A-BDB89D9C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FEB69-5D4D-441C-981A-24D314A5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C8F78-18E8-49C2-B7B7-AC8E3429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결정과 Action Item마다 원문 segment ID를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F0A612-7F27-405B-BCDE-EF723262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32A7A-948A-4826-B537-D57DB551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claim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9E9702-9309-4F07-94B1-831D7936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96B599-6217-45E3-B18E-AEDD4A37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evidence_ids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ACF26-288F-42EF-87E9-F11D8860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E651C5-070E-4880-A225-D9FB00C5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confidence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138260-4EDA-4ABA-8806-CEA306FA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75DD0-5797-4B17-A9E7-223E2658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needs_review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E00A6-F5EE-4F55-8091-4EC6C88F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1B6DF-C0D3-49C5-984E-BD9A209E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업무 데이터의 함정  |  Golden Dataset은 정답 모음이 아니라 팀이 합의한 품질의 경계다.</a:t>
            </a:r>
          </a:p>
        </p:txBody>
      </p:sp>
    </p:spTree>
    <p:extLst>
      <p:ext uri="{BB962C8B-B14F-4D97-AF65-F5344CB8AC3E}">
        <p14:creationId xmlns:p14="http://schemas.microsoft.com/office/powerpoint/2010/main" val="36464038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5A5534-30CF-40CA-88FE-0E55F7F8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1220B-9FD5-450E-BBC1-E80FFDA2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 데이터 선택 4단계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CBF88-AFFF-4AD5-8677-39367493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1F453A-E782-40B0-B2AF-87CAD9FE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1A422-8AE1-406D-93E5-C27B1E11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8753B-BE21-4CE4-9A64-22018D7E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61679-1DA2-4A6E-9203-D858C868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F1E92-CAB4-4468-935F-62F55DC2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83AC4-5569-4B41-92EC-0E2F8777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DISCOVER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B9E53-5BB9-493B-BFD6-23A20AE7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공식 원자료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24F207-98E4-4910-94CE-03884E72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319269-78EB-4874-9F5D-B10A6335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4C774-8D49-4BE3-B69F-BFD05298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VERIFY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3D9F05-9043-4BEB-8E8C-495BE0B3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이용 조건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F1D958-FCAC-4E47-88DD-B4D28CE5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F78639-F3D5-4CE0-AF54-69CFEF29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633C0F-D2D8-4AB1-B1DE-DEC2045B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513A03-FF39-441B-A052-0B6D19EB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소량·목적 적합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0F2785-E2D2-4903-AEEB-C08C678D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BDAE8-1E5B-4267-B3F5-29919B2A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98F45-637E-49A0-93A7-5E3CC6C5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DOCUMENT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DBEA33-45B9-4D55-8AC7-6CCE1BB4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출처·변환 기록</a:t>
            </a:r>
          </a:p>
        </p:txBody>
      </p:sp>
    </p:spTree>
    <p:extLst>
      <p:ext uri="{BB962C8B-B14F-4D97-AF65-F5344CB8AC3E}">
        <p14:creationId xmlns:p14="http://schemas.microsoft.com/office/powerpoint/2010/main" val="640345174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C4E065-CAF8-4BA8-A27B-204DF2D5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8165C-3290-4DBB-A02A-5E39D6B2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업무 Prompt의 기본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609681-095F-4DE7-A304-3C36D4F9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F664C-A837-4350-AF56-8087FBC0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84723-C00F-468A-9C31-91FF4926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C3E10-C5D8-4980-8611-CBDD1119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94615F-3094-4BB5-B015-96D3A167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75F94-E0D4-49E4-9D75-49EA3956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CF28FF-0973-4BC2-99DC-C4C4BAFE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ROLE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640C23-3DBF-426D-8A57-EFC3DCCD3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회의 기록 보조자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252D82-1841-418F-AACB-AE9A0112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2DCC91-0BF2-4CA8-9808-4C777A0E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147FFA-A0CE-49A7-B272-88EF8E35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CC51AF-E6B5-440D-8573-F46A269F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segment·기준일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6A6365-3C61-4257-9B6C-0D5EA6D8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4B6DAA-36F5-4D70-857D-035FB414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B6763C-D21A-4AE8-BE54-C6BF54FB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002EC-6314-4569-914F-7B30E8A3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summary·decision·action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9420FE-046B-4618-A4BD-497DC6BE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DBB22-2938-4058-9716-4D47F5DD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976795-87E9-4ADF-9651-22990FF4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36824E-529E-42ED-908C-7ED72D55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추론 금지·근거 필수</a:t>
            </a:r>
          </a:p>
        </p:txBody>
      </p:sp>
    </p:spTree>
    <p:extLst>
      <p:ext uri="{BB962C8B-B14F-4D97-AF65-F5344CB8AC3E}">
        <p14:creationId xmlns:p14="http://schemas.microsoft.com/office/powerpoint/2010/main" val="1249697011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73CB99-E10D-45EA-9D00-DEF59775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BD022-580A-4738-B3E1-2EB9DD38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비식별 처리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9FF60-C3F3-4001-891C-276E6EBB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28C7C-896B-4662-93BC-2AD31FCC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CCD025-2E96-416E-8701-0B221245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D3795-7AA5-47C2-856A-98A7AC8A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27FD9-5BC5-4525-9410-A7F7F3F9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7C011F-02C3-46E4-B503-45B5516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805A0-D3E8-499B-8FDA-4DDBC504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DETECT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C4C03-D3AA-4EB4-A4F3-EBC2F3F8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이름·연락처·ID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4F2C4-EF5D-46AC-8915-5E9AB33B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256F7C-D828-4EA7-93EA-2CF0DB02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803F83-24C2-4E34-BEAA-45CCBF05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REPLACE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9CAEB-AD3E-438B-A259-403BFDBC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역할·범주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1AA24-FC1E-4C8B-8435-F0BFC5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BEA6E8-281D-4723-9160-B7EF3E4C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1F5782-B341-4A32-9F33-B54703E8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49D0F3-E2D9-42BB-8929-01390746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문맥 재식별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1A5E5-603B-49BA-8E38-99659F66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C455E3-2662-4FE9-8153-4D6DCA9F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D4FC6-0D94-4AA9-9184-F8190DF0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A9737D-E337-466A-B353-CD4E9C4A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변환 규칙</a:t>
            </a:r>
          </a:p>
        </p:txBody>
      </p:sp>
    </p:spTree>
    <p:extLst>
      <p:ext uri="{BB962C8B-B14F-4D97-AF65-F5344CB8AC3E}">
        <p14:creationId xmlns:p14="http://schemas.microsoft.com/office/powerpoint/2010/main" val="1024363682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45F223-7313-4907-AF1D-D5B99E4F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1F5A0-0F0F-4320-8351-7EBDAD1F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Golden set 만드는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B6733-CC57-46E4-A891-A0A49AF1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D2423-5CBF-4D7F-B34A-895220E6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34C483-431C-41C6-B9E3-7125CF99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8DF42-EF5E-46B7-AE38-FCC8D198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5A10FE-BC3D-4BE4-BC70-659ECF31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5A63C1-F406-4D8A-B74F-3CF13FD7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32F1CA-0BCC-439D-83FC-19E3DC5F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F842B2-CFC8-4468-B2CB-35E318BB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사람 정답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DEEAA5-3A9A-4BB4-A9A3-48F78519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7A6CD-5180-4D57-81CE-C6E6BE07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22CA9-1A14-4BF9-B8CA-62D3B63E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ANNOTATE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B90A57-B2F1-40A9-8C66-FDC4F231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결정·행동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B51B7-0AE4-4681-B739-3E6E5379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4CBAF3-2090-49E1-8DBA-7F14ABCC5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0AA57A-0B1F-4C1D-8F74-65B3D731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LINK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B96CD3-2A91-44D4-BA5F-F436A03B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evidence segment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8B7053-A443-472B-87A8-4F20DD83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951A6A-CAC2-440C-B170-0463B2A8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DC081C-B8FF-4C26-9866-5AD6BF39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AGREE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C54B58-A220-4AA5-B831-44FEA5AA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2인 합의</a:t>
            </a:r>
          </a:p>
        </p:txBody>
      </p:sp>
    </p:spTree>
    <p:extLst>
      <p:ext uri="{BB962C8B-B14F-4D97-AF65-F5344CB8AC3E}">
        <p14:creationId xmlns:p14="http://schemas.microsoft.com/office/powerpoint/2010/main" val="1122457706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9D94D2-FF05-41A6-B6DB-4BBBAF5D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7C07A8-FD81-4D71-BDB0-7A096035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PBL canvas 네 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05F6FB-8BF3-49EF-BBCF-FAC3B71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4FB98-06B0-4BD0-8474-08FF2A73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86769-E487-439A-80B6-DBC09DC89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F4C66-EC15-4FA3-83C0-1C56B48A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E876A-45FE-4DA8-8660-EAD50C82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1C3206-D264-41D6-ADFF-63FC365E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A57E4-A8AC-4EED-A73B-A40C4A9E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56ECBF-436A-4030-86AF-0EE3C411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누가 쓰나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C5710-2151-4DE7-B369-A443694E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E4029-E8CA-4DAB-869E-9EB8B1B8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21A79-97BF-441A-BECB-F1E95A22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A5B0F-8CC4-424E-A0F0-E8C356E4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무엇이 누락되나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D523A2-8F0E-4ABB-AADE-AE98AD2A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86481B-CECE-4E03-A4B2-48E53CF1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012BF-1A76-47FE-8065-4DAB0CFE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84FAD-6501-4B3E-AF57-60090049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AI와 사람 역할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D99908-3E8B-498A-8E02-BD1F0564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DB8161-7925-4EDC-B27B-88C5EBA7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B769FA-76A7-478B-89CE-4A0D5EAC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PROOF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58169A-21DC-492D-9F7B-97FEE312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무엇으로 좋아졌나</a:t>
            </a:r>
          </a:p>
        </p:txBody>
      </p:sp>
    </p:spTree>
    <p:extLst>
      <p:ext uri="{BB962C8B-B14F-4D97-AF65-F5344CB8AC3E}">
        <p14:creationId xmlns:p14="http://schemas.microsoft.com/office/powerpoint/2010/main" val="225108731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B09F41-D086-4225-BC92-D398F02A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A03DC-E202-4366-9E6E-D7113209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데이터보다 먼저 출처와 발화 구조를 확인합니다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EA117-56CF-434C-AB1D-3C81AE0A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33377-725B-4CC0-9409-7478DEA1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046A7-60A9-4B2D-B1C4-C2A8E52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BB943-1974-492D-97C1-45F1D68E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6017E3-EDE2-41D8-BC98-EF50ECB1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공공 데이터 → 말뭉치 → 회의록 → Managed 전사 화면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B15FA-7AD9-4C0A-8F0B-C5A67673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9C469-A655-4A35-967E-6C2276D2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90811-E3D0-429A-90D7-0CD6EB1F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1753FD-4C6E-4105-808D-6657F439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5961CB-1AFF-4B2E-BAB9-38D88CFE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865AD7-E487-44AD-810F-822CAA2F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서울 열린데이터광장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B9F713-42DA-4A39-B9E9-9EFEC89E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공공·행정 데이터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D597D2-7398-4200-BA64-C52345AB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공개 데이터의 출처와 갱신 주기를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E9DD6C-C8D4-470F-A50F-9DAB08EC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회의 발화 데이터는 별도 가공 필요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1AEA94-ABF0-42B0-A3DF-4A32B65E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D43A4C-B722-40AF-ADC5-ABE61012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666A3-8C3D-48CB-A34B-B5DB07BD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모두의 말뭉치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D5E8A1-9165-4EF1-9624-B20D8ABA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원자료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2A5AA0-44FE-4F33-839D-341DAB6B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문장·대화 자료의 언어 특성을 이해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64F1E0-A330-4C87-8D79-B15FB48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이용 신청과 재배포 조건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CB2BBE-F07D-45F9-B43A-5196376C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21CAED-5037-475D-B048-04F5FF40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국회 회의록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6A011C-B459-460C-AF3F-05A0B4B0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공식 회의 발화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A233FE-8DC0-414E-8AA4-B5E562FB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화자·안건·발언 구조가 실제 업무와 가까움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EDA042-3ACF-43BC-BEBA-985EB8D8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목표 업무에 맞는 정답 라벨은 없음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CEA32A-6752-4B1B-AFC0-4E4AA9C3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D1B31A-67A0-44FF-A102-51CA935F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0E859A-7885-4B20-A6C5-8EE157F7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Google Meet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799127-A3A4-4229-B425-A0A18EDD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Managed STT·노트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CC1222-C5FC-42D9-83C5-F36B4BD9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현업에 이미 있는 전사·요약 기능을 활용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87558E-A66F-43A6-AFD8-35B8744A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구독·edition·관리자 정책 의존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214C22-AFDF-4595-A120-C16EFDCB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89939300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E0B74B-E506-4D91-B530-33418AFC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C45AB-9E86-4AAD-813E-78B09407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서울 열린데이터광장 · 한국어 공공 데이터 탐색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E07C4-174C-4B7F-8594-BEE863D3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93D26-16F0-4BAD-897F-744C5E1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1B5C9-EE34-4162-9426-0325541F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ECB3CC-5D4A-4354-BAE4-A19293BE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01EBC-864B-438D-8CE5-D044D9AA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BAC9A5-560C-41FB-8504-55813444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BE4F53-C9D4-46E3-B84F-4978D7CE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공식 제공처를 먼저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631ED-BBBF-4CB2-BB8E-67A3B3F1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CF0D8-1544-45C0-9464-C6E519C7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검색어·제공기관 기록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CE2286-87D5-4A04-A283-1CFB4F34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078FC3-7899-4F38-8125-B0DE329E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다운로드 형식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FF75B4-B2F6-49C8-84CE-8F48E210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9017A-F572-4B89-A408-916461D1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소량 샘플부터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474D4-BC89-4B62-82CF-B5E5FA9F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27e8214b584d3d"/>
          <a:stretch xmlns:a="http://schemas.openxmlformats.org/drawingml/2006/main"/>
        </p:blipFill>
        <p:spPr>
          <a:xfrm xmlns:a="http://schemas.openxmlformats.org/drawingml/2006/main">
            <a:off x="4876800" y="1727104"/>
            <a:ext cx="6591300" cy="3708593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F12E4-8EF0-4C80-AD95-CC7AECE4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서울 열린데이터광장 공식 화면</a:t>
            </a:r>
          </a:p>
        </p:txBody>
      </p:sp>
    </p:spTree>
    <p:extLst>
      <p:ext uri="{BB962C8B-B14F-4D97-AF65-F5344CB8AC3E}">
        <p14:creationId xmlns:p14="http://schemas.microsoft.com/office/powerpoint/2010/main" val="854894856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43B2BE-AFBB-4D99-8C25-EDF515CA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E1D8A-9606-43C8-8D0F-A5C42376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국립국어원 모두의 말뭉치 · 한국어 원자료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2214E9-0CEE-4847-B544-021077CD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4BC65-45B1-4810-8FBE-9F81CEDF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184FC-E752-4A48-B767-37C4C41F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67413-1A13-44C6-B50A-C4426C32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E783A7-687E-46DB-A113-4A9A8B9D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115187-B7D8-40CB-BC32-05CFC658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40379-7764-42F8-9741-9BDB574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신청·이용 조건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CE7C6A-7CAF-4B0B-B82A-0761CE0F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CE017-B9B6-443C-974A-6F692F51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말뭉치 종류와 목적 구분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4A1DF-64B2-4A7C-9028-805BB5C9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35B319-6B02-48B5-9849-0B6F6CBE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원문 재배포 주의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131BD5-2D0F-45FA-A6A5-897D2999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52821C-FDB6-4E90-90F1-FF22C77A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 card에 출처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D88143-781C-4564-907B-951321A7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1c5262dbf547e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5CF7A-A09D-40B3-810A-94CFCE0B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국립국어원 모두의 말뭉치 화면</a:t>
            </a:r>
          </a:p>
        </p:txBody>
      </p:sp>
    </p:spTree>
    <p:extLst>
      <p:ext uri="{BB962C8B-B14F-4D97-AF65-F5344CB8AC3E}">
        <p14:creationId xmlns:p14="http://schemas.microsoft.com/office/powerpoint/2010/main" val="884792186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D5BD80-D2C7-4350-81FD-325AD47D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B63BC-5C0E-47D3-9A1F-BB7EC008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국회 회의록 빅데이터 · 실제 발화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A0BD81-D2A7-4CA2-8511-25DFAC3E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6B596-B747-4758-888D-36619B0F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895EE-22D3-4F82-846F-82A04674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59E79-9198-4013-B40F-68EF8A09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D81A74-7F3E-4FBD-A41D-037B54EC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38BCA-FE0C-405C-87D4-F3D50E12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52151-4EAA-4D9B-9A76-49DAF4F0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발언자·회의 맥락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ACC5F-F102-496D-96C9-CC764B71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A8BD80-2C12-47E5-8F2D-7208BBC8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 회의 기록 사례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A6CD3-DCC9-4881-997B-B5D417B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A94C46-947C-4EAD-BD08-AD03D8E1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페이지·첨부 공개 범위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20F7A5-63D6-4A13-B6A1-82F86CD8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E4CEC9-DBA9-439E-BED9-1CAB76C0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학습용 소량 사례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7F71F5-343F-4447-AB0F-A776E016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947d6228d49c8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CC2637-1A13-4334-9F2C-F1E03BFB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국회 회의록 빅데이터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84127355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0C10FD-883B-43F6-8158-1EB8D86B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4C47DD-B922-445B-823A-7E7572BC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Google Meet 전사 · Managed STT의 현재 위치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22BBC-1E3F-4489-AE9B-C636E388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5875E9-F5D0-4F7B-82A4-20779A3E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13A0B-BF08-40A8-948E-B68D2C02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C8B70-6E66-4E31-AD72-74102175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66878C-B0A0-4E02-A74A-EE7592CC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6487C-A54C-4C9F-8ECE-11269636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42800E-818D-456E-B3C6-AA4A565A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계정·edition 의존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41B62-F84E-4F6D-8A66-32AEE516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0A848-974F-493C-8383-DF69FED9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지원 여부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1A844-F93D-485F-8F38-7613CE62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CF53D-F7ED-4AA7-9FB4-32BB64DA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원문 보존·권한 정책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2A6958-E249-4EF9-886E-8A9227F9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516C3-D0A8-4516-B969-F87AAEBB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수업은 local 원리 중심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A7D200-CA14-49CA-BCB5-6EF872D2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bf4e776cd2424b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5C0A35-DF4D-4475-A73F-164F3EBE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Google Meet transcript 도움말</a:t>
            </a:r>
          </a:p>
        </p:txBody>
      </p:sp>
    </p:spTree>
    <p:extLst>
      <p:ext uri="{BB962C8B-B14F-4D97-AF65-F5344CB8AC3E}">
        <p14:creationId xmlns:p14="http://schemas.microsoft.com/office/powerpoint/2010/main" val="769296617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7DF7E6-1D91-490A-A8DF-B1DCEBB9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14D63-6419-46FB-8538-FDD1456B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회의 segment schema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85C81-ACB5-4EF5-8F9B-70A517B5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745DB-A4B4-4873-9210-BAC58534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26E39-6AFE-4062-9B3A-9CC5AB91E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A3828-D252-4F98-A66A-E667D0BE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74739-3C32-4DC8-B227-00FB3F30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04D145-6C10-41D5-96A5-0F8CF50B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1237F-B123-411B-B8A5-35231E42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timestamp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CE756A-29D1-4C3A-8BCC-B0E67167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FBE0DF-5C0A-49D7-B90C-E94C91D9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speaker는 모르면 null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F9CF95-FBDB-4153-AFF8-869808EC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60DA0-ACB2-41DE-B860-9FA6CD4E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원문 text 보존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6B5574-1B73-4446-8634-DB5AF408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5FE54D-31E8-473C-A191-6B7743EA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품질 flag 별도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B9E4FA-6BD3-4360-ACDE-754677F9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BD12A4-5660-485E-8483-1C46BA23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F56D4D-2270-494B-977A-C6A2ACF8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segment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"id": "s12",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"start": 41.2,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"end": 48.7,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"speaker": "역할1",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"text": "금요일까지 초안을...",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"quality_flags":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7844645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3E5286-5054-47EE-9ACF-43C4BC20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B92303-E918-4253-A845-046EBF09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Action Item에 evidence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36CE3-1E9A-42AF-A98F-CF82C379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09AB4-6134-4F77-A604-A045DDDC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A2CB2E-1C13-472A-BAA4-476DE3AD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561060-D427-4804-AD8C-6B1035C6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CA61D-AFDF-4A14-B1D9-41FA344A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8B52C-580B-4586-B86C-A7DAD3AE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C3776-53E1-4C8C-B7DE-656DE350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task·owner·date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75474-FC76-4224-8119-BE5348D6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ED93CD-35B8-4F00-92AB-69F74CAC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근거 segment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17B47-913A-4C92-BDFC-DB4596E5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67034-CF38-4050-A3FB-AF5508A2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confidence 정책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C9EEE-5EE9-40B8-BCA8-335AC254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DC4392-70E6-4DB9-812A-444C7A79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누락 시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7B25C-A676-4B12-B71C-85C57B9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74B150-FF5F-4FD0-805B-810D5188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47C012-C7DE-452F-8199-4E25ED91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action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"task": "FAQ 30건 정리",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"owner": "역할1",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"due_date": "2026-08-27",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"evidence_ids": ["s12"],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"confidence": 0.92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8464851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BB8ECA-107E-4165-BCEA-A32FEF02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CD6A16-5F4E-4A15-A930-EF00D5F6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모호한 날짜는 추론하지 않는다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19ED5-AACF-47AA-94EE-3586469E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BFF645-DD54-4ECE-857D-58C02DA2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0CA46-7536-40B1-8AC5-F5EBDD2C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D4CB2-0424-4E7D-80ED-B209D35F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277C45-5A94-4424-BDD0-3DC4C1B5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343980-1E34-41EA-AE29-2E3BC89A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8BB6E-614C-4B67-9ABC-DDE07E30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기준일 필요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9397B-D6DA-408B-9475-3BECB3C0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5D719-0D78-410D-891E-0D31B5E7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null 허용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C45F0-3FE7-426E-A58F-D1EBC439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F9CA0F-8042-4B92-A0D6-D4FF00EB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모호성 코드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C48402-4A24-4FA5-BFE8-54F5F4D8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6E99C4-5113-4C94-94F5-107246F1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사람에게 질문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620D6-774C-4F6B-8778-692AB1A4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694D9-023F-4477-9998-F05F3730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8B9DB9-F786-4C71-8CEF-C02A32721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due_text in ["다음 주", "조만간"]: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"due_date": None,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"needs_review": True,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"reason": "RELATIVE_DATE"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1495737785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76140C-E199-468A-B611-9F1A6BBC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DAEB1-551E-41F5-93C6-C91EA79C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회의 Prompt · 모호하면 추론하지 않기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D8D7D0-0100-4D3B-BBE7-20F7B132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851B5-BE25-4528-82D8-D4771105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23F3F-FFF5-4CFB-9913-BC6679FB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7DD3F-5344-46B5-8BC2-FF69AF90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ABA9E-3FBA-4E9C-8D93-881CA21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85A2B-B57D-41D8-8457-A7D041B9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71CD8-EF7E-4DC4-8270-414DEA92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역할을 한 문장으로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30442D-B8F0-452C-AC6D-B34D4585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6AD8FA-34D1-4E47-A830-A0ACD873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금지 행동을 먼저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3B3BC-C9A0-4B95-B9D5-DC6EE91F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3ADE1-2381-4568-843C-E67DA2FB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출력 schema 고정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F1063-EE9E-4EBF-AE5F-DB3568F0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40F471-E568-4220-8069-B791D731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원문 근거 요구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7C8B4C-EA53-454E-92EA-1DE00359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1DCE29-A8B8-4DC2-8196-A2C87993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E66355-ECDF-4C86-AB2E-3DEB270D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SYSTEM: 한국어 회의 기록 보조자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RULES: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원문에 없는 담당자·기한을 추론하지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모호하면 null과 needs_review를 반환한다.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INPUT: segments[] + meeting_date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OUTPUT: MeetingResult JSON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EVIDENCE: 모든 결정·할 일에 evidence_ids를 연결한다.</a:t>
            </a:r>
          </a:p>
        </p:txBody>
      </p:sp>
    </p:spTree>
    <p:extLst>
      <p:ext uri="{BB962C8B-B14F-4D97-AF65-F5344CB8AC3E}">
        <p14:creationId xmlns:p14="http://schemas.microsoft.com/office/powerpoint/2010/main" val="359134901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1A080A-6E10-4DFF-B73A-68DB1A8F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C4F36-CBEE-42AC-A44D-F0C9611A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 card 최소 필드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384A85-4FEF-4D7B-B256-EEB72133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07AF7D-3BFF-4604-8048-D8DBEC0F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6EC6E-6C04-4B0B-B260-F585CBE4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E7C0F-BCD5-4F71-8962-A0733560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324D01-645B-4ACB-B451-BEC87853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800C7-92B6-4F20-BB4D-8E7EDC4F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43579D-89F6-43E3-9263-57DC9D50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출처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6C76A5-38E8-49D7-BDE6-037E338A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E49160-D503-4F94-8D76-817819BE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수집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A2F9FC-7A2C-43F5-A114-B43020CD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5642B4-637A-47CE-A4C9-F913AADB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민감성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3BBAA-60DF-4290-A74A-0633CD66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776138-5DA6-4F03-B371-F5CCA6A0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변환·제한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EE3FCB-4EB9-480A-89E3-E07FD99C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4BDB57-F434-453E-B149-EA3870B9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809B74-0D85-4F3E-8A46-AACA6C41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dataset: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source: official_url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collected_at: 2026-08-22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purpose: classroom_demo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contains_pii: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transformations: [sampling, anonymize]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limitations: [synthetic_speakers]</a:t>
            </a:r>
          </a:p>
        </p:txBody>
      </p:sp>
    </p:spTree>
    <p:extLst>
      <p:ext uri="{BB962C8B-B14F-4D97-AF65-F5344CB8AC3E}">
        <p14:creationId xmlns:p14="http://schemas.microsoft.com/office/powerpoint/2010/main" val="132685463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4A861D-C421-487B-B0DA-59291121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663CB-2022-450F-B12C-C10DBA98D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한국어 사례 후보 3개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D1BEB-E04F-44C8-8542-520E3584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76BA4-D590-4DF8-AA25-BA328D0C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BD2F66-21C7-4249-A8D2-5BA7E7B9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7940B-E0FA-4D5F-BC40-5BD15980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38172-B792-4A02-A3A6-6FFBDF64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5302F-6B67-4B3C-B507-B15F5B11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7C5435-5E49-4A28-B7DA-70BFF5FC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1F3430-8C2B-4291-9971-76EAC08A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AA709-026F-4806-A7A0-CE6823C2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22253-9838-4512-810A-D4742652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공식 데이터 사이트에서 검색어를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591361-AF3C-4DF4-8C3B-15E6F2D2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B28AD8-5D01-49DF-BE6B-F004A457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BBBFDB-252B-4EB0-B5B4-AA0BC6ED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사례 후보를 세 개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72F385-CBBC-4113-979D-FA7AC7F1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A62FE-9934-4AE6-8A5B-C37DAFD3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1D817-0F64-4697-932D-02F8C49F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업무 흐름과 가장 가까운 한 개를 고른다.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77231F-61B8-4449-99E6-04B174CD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55A7A-B655-4340-95AE-F2190EAE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641AEF-F4F4-4A64-A196-64A967EA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선택 이유를 한 문장으로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763D11-4E54-4497-B898-BF09E116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F2E212-52A8-4B5C-9EC8-B5950DEF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0CBEE4-B793-4865-BE53-A6539EB2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후보 3개 + 선택 1개</a:t>
            </a:r>
          </a:p>
        </p:txBody>
      </p:sp>
    </p:spTree>
    <p:extLst>
      <p:ext uri="{BB962C8B-B14F-4D97-AF65-F5344CB8AC3E}">
        <p14:creationId xmlns:p14="http://schemas.microsoft.com/office/powerpoint/2010/main" val="1219763891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2FF4F9-6EC7-4BEB-9763-EAB0DB06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93D44B-2F75-466A-AA7F-14C162D5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이용 조건 확인표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BC1311-9E05-43ED-9A8F-D6F240CF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786B0-830B-44BF-A1BB-9A6C6BF2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ADFE2-D295-4AC5-B0D0-21866376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6E05D-3A05-45FC-A761-E00AC472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089D9-78EB-4AF2-A39F-15F7E89F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9ECEB2-89B8-4FF5-B7DA-E9F5DE6D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10870-D394-4A25-8535-65405AB0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A1AF5-7388-41F7-94AB-0E2C098B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87DBA6-F5B6-43F8-8A1A-69CC32A5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E77735-9452-4712-AFC9-6AC96A74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제공 기관과 URL을 기록한다.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3906E-3C16-4C3A-A69C-7C614BE8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67B4A4-E8F7-4A36-9269-A1D27DE9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7A6282-BCA7-4689-9D16-21C014F1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다운로드·신청 필요 여부를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0BABFD-F1B0-4EE1-AE5D-0FBCFA11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F880BF-E9F2-43C8-8C24-F34ED2BC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D14512-7FB2-47C2-A7B0-8C3FE7BE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재배포 가능 여부를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A38B45-82B0-4CA6-BD3C-122278F3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06DBA5-10A4-4506-A513-C4C9B299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0DB1E-F680-447B-A7E5-5BDD3B81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불확실하면 강사 fixture를 선택한다.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C4EEBB-CA58-4417-9933-DCAAC499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FB75A5-D9AC-4E8F-89B9-9F2838CA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86DEA1-7F95-4B91-9D4D-3EF3FA2F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source checklist</a:t>
            </a:r>
          </a:p>
        </p:txBody>
      </p:sp>
    </p:spTree>
    <p:extLst>
      <p:ext uri="{BB962C8B-B14F-4D97-AF65-F5344CB8AC3E}">
        <p14:creationId xmlns:p14="http://schemas.microsoft.com/office/powerpoint/2010/main" val="914102257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5F7A73-775B-4C42-86D4-6BF8AB93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FA5A4-EF60-49EA-8CE6-B12D4E96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상세 회의에서 근거 구간 찾기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60D96-6573-4254-8CD8-4D22F77F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255111-D8AF-45E0-97CD-9D8FE312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F88FE-055E-4EF0-B99D-FFBD7EB2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F1E33-4B8E-42A7-A137-31C29942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8FA07-6B62-424E-B671-22FE8407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CF77C-7383-496D-988C-D37133DF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51B34-DF15-4EDE-829A-06B91FAB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FF6EB-B888-445D-8586-DFFDA629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7556E-8FB6-4AA4-BC7D-3256CAF5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0FD5F-C522-4232-98AC-4E73B0C6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meeting_sample_ko_12min.txt를 엽니다.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1E0E0-7492-485E-98C4-F35578D3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0BF050-F241-41DA-B56D-48D482D9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88522D-64AA-49E1-BF3C-736C40DB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결정 1개와 정정 발언 1개를 찾습니다.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C10BFF-77E0-4C07-B3CD-60AE1AA5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C9F845-F783-42D2-AA67-D92EB0B8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AB64E-8309-4D6F-A3E6-93C2DEEB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담당·기한 Action Item 2개를 찾습니다.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319351-50ED-4F83-8586-B62AE5F6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126659-8CC3-4B1E-A64F-9DC7CB35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CFACFD-C419-49FB-B069-42B56CBA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“다음 주 중”을 needs_review로 표시합니다.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5B066-B89C-49BB-8E2F-7EEBB783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66BB29-4BF0-4A34-A38F-FF4BE5E3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F366DB-D403-4152-85B2-B025F07D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evidence segment 4개</a:t>
            </a:r>
          </a:p>
        </p:txBody>
      </p:sp>
    </p:spTree>
    <p:extLst>
      <p:ext uri="{BB962C8B-B14F-4D97-AF65-F5344CB8AC3E}">
        <p14:creationId xmlns:p14="http://schemas.microsoft.com/office/powerpoint/2010/main" val="1051775104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DC1CA3-1BDC-466A-9111-6F4C4E5D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7C63B-FF05-428E-881F-9574D37E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Golden JSON과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11401-733D-4313-90B8-0010511E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10FAD6-9494-4970-AF80-BDBD209C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E1236-C16E-40CC-B707-03E25107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0BC98-4FC8-4017-B536-8E90C34A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F457DA-63F9-4454-A12F-488A8970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8F2F6-5149-42EB-99C8-9392DE3A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948F3-04BE-44BD-9FCE-6F6800DA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EAD23-B0D4-470A-B7C5-FE14D2CE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CC998-D32A-40B8-9CF8-F633040D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14DA89-648D-4B0B-977A-41BE27AA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내가 찾은 title·decision을 구조화합니다.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523020-39C9-4C1D-B849-92A36369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5D2110-4887-4C7B-92DC-4CAABA27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ABEA95-9E38-4DFD-B28B-D213445B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Action Item 두 개에 evidence ID를 연결합니다.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03BC01-F290-42A2-9C10-4B09113E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22B708-BCBD-4811-8C8B-31564F5F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2840A-3E06-427D-8A81-D167423B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meeting_sample_ko_12min_expected.json과 비교합니다.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C73EA-5B8B-432E-ABA3-1219665A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DF056-7E06-43C8-823E-6A1B510C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38622A-FC05-4A70-938F-707487D6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다른 부분을 오류·허용 표현 차이로 나눕니다.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439249-C37F-4F0C-8D16-330A7258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0557F9-0BB3-44AA-82E4-5DD5DA78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1D7C3B-AC41-4897-999D-7E0A3AA4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내 JSON + 기준 JSON diff</a:t>
            </a:r>
          </a:p>
        </p:txBody>
      </p:sp>
    </p:spTree>
    <p:extLst>
      <p:ext uri="{BB962C8B-B14F-4D97-AF65-F5344CB8AC3E}">
        <p14:creationId xmlns:p14="http://schemas.microsoft.com/office/powerpoint/2010/main" val="66201878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8DB226-F251-40CD-9593-1CF05FCE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3C4F8F-2202-49A3-9502-BB11D05F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데이터가 너무 크다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AB3CD-0E7D-4DF9-B219-92E95241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90FD8-F773-4B45-A923-D9A6E7B1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93AA7-F7F4-4B1E-8F7F-A07DE318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68597-106B-410F-9BA5-EFFFFD4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57FAC5-4AA7-4067-B09F-9193DD0D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66207-9169-419F-83AE-2EB562B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07EA6-BD66-4FA6-B245-4B7E2A3C1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C25DEB-D479-4803-AEE8-AC5CC83B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69E149-CBFF-4919-8197-33DA4A61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수십 시간 audio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97238-CD75-4107-8272-562A0854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FA2AE1-1DF8-424E-B3F2-9D08E5C5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수백 MB 전체 말뭉치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841694-8E5D-4339-908C-CBEF16D3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12EB1-A793-4DDD-B709-69268C98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전처리만 수업 소진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D7CCF-CA9F-4A92-8662-D99C2D5A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C9A11A-397B-4319-AD17-14FC5984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정답 만들기 불가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209541-E18E-46B3-8A83-556F611C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4EEF4F-F78B-4A02-85F6-F778431E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2-3분 audio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6FD735-933F-4B53-BA2D-55AC8FFA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437299-23A5-4E70-99EA-5D884B5D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10-30건 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910534-6D5D-4339-9E0F-ACAF2A04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3A64B-C583-4ED0-A51D-E891BDC0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golden 3-5건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4DD936-06AA-471A-B93D-1984B211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BA2A1E-AC88-4EE1-93A7-8AD31AB9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확장 과제는 별도</a:t>
            </a:r>
          </a:p>
        </p:txBody>
      </p:sp>
    </p:spTree>
    <p:extLst>
      <p:ext uri="{BB962C8B-B14F-4D97-AF65-F5344CB8AC3E}">
        <p14:creationId xmlns:p14="http://schemas.microsoft.com/office/powerpoint/2010/main" val="115663735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A219E8-1286-46A0-AEC8-E4AD708E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669F9-8B00-4447-957F-B824A505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공개 페이지를 그대로 재배포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2C300-4597-46B4-B821-67F8D2C6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F4438-D7BB-46D1-830F-013F34CB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53778-9360-4F53-82B9-B8B77EC7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28BC8A-5F01-4499-85F6-69857637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53625-4B78-4703-A3D9-1C783238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D5ADF-5DC0-4D13-8250-050B9911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426F7F-8EED-43F3-AE47-B7E10926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3FB70-10D5-430E-971E-55D0BC0B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E9B1D-3C33-443D-8EDD-BFA3C821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이용 조건 미확인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5A483-6EE0-4ED0-98CC-47651B7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93AC6A-026C-4961-BE00-4D2A2EAB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첨부 전체 공유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BA38EB-5C16-450F-A43D-0FBE1522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3B145-CCEA-44AE-86EC-CE35BE80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출처 누락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D028F-BB8F-432D-84CE-DA69936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22101-D7C3-4157-BE34-F8C66341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신청 계정 공유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E053E-7434-49B0-B348-77A4553B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BDA52-DE5C-42A1-9638-4D6F28B5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공식 링크 제공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549EF6-99D9-4A07-A817-6F4BE3BF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2E1D67-81E4-4C9F-82F0-A7CC1237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허용된 소량 샘플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8F0585-F96E-4334-8F4B-366E1EB7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9B6BE-0B13-47B3-9CFE-35D679A5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출처·날짜 기록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A460CF-DD75-4BC6-BD5D-7E860810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BE9CA7-E0A9-4CC5-8DDD-CC799B4C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 대체</a:t>
            </a:r>
          </a:p>
        </p:txBody>
      </p:sp>
    </p:spTree>
    <p:extLst>
      <p:ext uri="{BB962C8B-B14F-4D97-AF65-F5344CB8AC3E}">
        <p14:creationId xmlns:p14="http://schemas.microsoft.com/office/powerpoint/2010/main" val="480346163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207FA1-C1A3-4F34-A066-E3DF2B7F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4D3EB-49DC-40A8-9E61-E516BFD4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정답 없이 prompt를 튜닝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E0645-AC96-47C8-926C-D81C1A7D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C45D4-47D4-4FA5-AF7F-A37A3100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D6315-D543-45ED-A6BA-E227DFD1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79661-0387-4E00-8FF9-43866CA3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14F8D-690E-44CC-A635-49C51BC7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29FEC5-2999-4F6E-832F-06AF8EEB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EB6443-3B3C-48D6-96DA-5D5F1789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11753-4215-49D5-9083-67E70742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7413C1-950A-4CFC-AD4F-4D75C0AD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좋아 보이는 출력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C75B7A-CBCB-421F-8908-BB269FB0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23917-E83A-45F9-AF5C-4BE5AF00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기준 매번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F0F3F8-D62D-475C-8E01-1229B9BA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CDA582-27D1-456F-8739-40F04A6F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비교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43F5C6-C078-418C-ACA3-93EB6FF5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22D6AB-120E-4468-8B21-5A9FC2AE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회귀 모름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AA6FA9-FBF3-466B-BCCB-EF123E13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9E9053-EC79-44EA-BFC3-6836F7BD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golden example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02C166-09C2-4B00-9BD1-BD92599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505ADA-5FD7-45A6-AEA3-DAB5A60E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rubric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439CE8-C364-4392-85E1-EDE24869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9E722B-F368-4AEA-B6E8-F92A8508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고정 dataset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96E971-01CB-436E-92CD-AAA118D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FBBDD3-63EB-4E41-9FF5-190D196B6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experiment 비교</a:t>
            </a:r>
          </a:p>
        </p:txBody>
      </p:sp>
    </p:spTree>
    <p:extLst>
      <p:ext uri="{BB962C8B-B14F-4D97-AF65-F5344CB8AC3E}">
        <p14:creationId xmlns:p14="http://schemas.microsoft.com/office/powerpoint/2010/main" val="1383254671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A26FDE-29A6-4326-B2E6-0046546C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56F315-6BF5-4421-A433-ABE53A78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실제 업무를 안전하게 추상화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C1BCE-C6F7-47B0-8ADD-D99500BB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ADD11-A7F0-498B-AB2A-E88CEF62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696EDE-F7CF-4A17-A1AC-CD7E4130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6C2B17-0753-4941-A675-B66A3B88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81A32-600D-4884-8CA7-B63D6271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가져오지 않을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1500C-7A57-4DD2-BD38-A2600C9C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남길 관계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FE056-8EAB-4DA3-8F68-A7C4F050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427CF-22B0-4302-B4ED-1D0F4C64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FFD471-C726-40AA-AA22-5461232A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실명·고객번호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22F80-68B3-43FB-A49E-0853AAC9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E60697-A01A-4D5D-94F6-F4724FAB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계약 금액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2CA537-875F-487C-835B-8FF64488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F8AEC-0DDF-4643-B4DD-65DD9780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회사 URL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8E376F-324A-4C0C-B581-17CF0C6F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C43A0B-136E-4A82-94B1-44975FA6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내부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82022D-EE71-40BE-85AA-CF9C8D5D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14066C-ACFB-4E7F-B0DB-BF081218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역할 간 의사결정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D8B89-33E8-419C-BB7E-25B57F29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6FA0BD-37A9-4524-BDBB-80F00C44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업무 단계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961689-B651-4AF6-94AA-4F1F166F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2FC0E6-1F42-45FA-9401-E75067B0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승인 조건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FAD8A2-20C9-425F-8C51-B6813921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F4F6A9-F16B-4E92-B56E-5FAB016C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비용</a:t>
            </a:r>
          </a:p>
        </p:txBody>
      </p:sp>
    </p:spTree>
    <p:extLst>
      <p:ext uri="{BB962C8B-B14F-4D97-AF65-F5344CB8AC3E}">
        <p14:creationId xmlns:p14="http://schemas.microsoft.com/office/powerpoint/2010/main" val="1494789934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F772AF-7FBF-4B6E-A29C-889C773D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0C673-0F98-4037-854E-D2E6111D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 3 · 이 Action Item을 믿어도 될까요?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55F17F-E449-4BA8-B348-BB01FE58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DBF50-A0C2-44AA-8E75-34C4B040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DDFE2E-5A2A-4FCE-9BB4-1E05D3D8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10:40-11:30 · PBL &amp; K-DATA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A5788-C39E-4AB4-9C35-CB9268D0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099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751F9-BB42-420A-AA5C-0E2D39C8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상황: 요약에는 “다음 주에 민지가 배포”라고 적혔지만 원문에는 담당자와 날짜가 명확하지 않습니다.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44CF99-C30A-4C10-A742-736DE81F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ACBD3-20F4-4525-AD82-1EB1B604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6C471E-8800-4398-9252-9DA508DF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어떤 segment를 evidence로 다시 확인할까?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F1A011-4CA6-4FA6-8211-5EA1387B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25946-7424-4490-83E6-9A423047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5D7BB-E114-4A98-ADBD-510CD1E0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담당자·기한을 null로 둘지 사람에게 물을지 결정하자.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20F41-7C0C-4727-859C-07FDB18D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CD94A-CFAC-4914-9BA0-4A01156A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A1D544-53B8-489E-A3D9-4103B8E3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 사례를 Golden Dataset에 어떤 실패 유형으로 남길까?</a:t>
            </a:r>
          </a:p>
        </p:txBody>
      </p:sp>
    </p:spTree>
    <p:extLst>
      <p:ext uri="{BB962C8B-B14F-4D97-AF65-F5344CB8AC3E}">
        <p14:creationId xmlns:p14="http://schemas.microsoft.com/office/powerpoint/2010/main" val="1715344601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6F1125-7EDB-4739-B26F-AA090E5B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18A4A-C6A8-4A6A-86F7-2ECE4195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32CED-9677-4E59-B970-4AB4288D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1일차 4차시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A49FA-5EF2-4307-936F-D383F155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Python·VS Code·Git 환경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F4FF5B-8ADD-4369-8D81-535ECEB8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12:00-12:10 강의 · 12:10-12:25 강사 세팅 시연 · 12:25-12:45 개인 실습 · 12:45-12:50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ADBB0-DC44-4889-8240-5FACE508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441E5-146C-457B-8DA9-1A7DF419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5D976-3712-4EE6-AAA2-F2983C3D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D9E05-33D6-456E-83B1-91C56101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경로 · Interpreter · Git branch·PR · Codex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BD4AA-9952-4979-893F-FF9EDBFD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E9F03D-46B2-4B2D-AFF0-1E2CE498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C3C68-6023-4CAE-BB87-CAE466D1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F2909C-7A9A-4BD0-A433-4BC9E99B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설치보다 같은 명령으로 다시 실행되는 것이 중요하다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446E00-289C-405F-9195-B00B9252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55E555-52E8-4827-B59F-9B163EC5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BFC6AA-9494-4BC8-8BD7-CAC8A800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80334-3E76-4954-8486-06C03D0A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버전·경로·Draft PR 또는 local diff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3AE655-324C-4159-85DA-D810D8E5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418A4E-7701-4EDC-8490-A3E480F0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슬라이드 100-134</a:t>
            </a:r>
          </a:p>
        </p:txBody>
      </p:sp>
    </p:spTree>
    <p:extLst>
      <p:ext uri="{BB962C8B-B14F-4D97-AF65-F5344CB8AC3E}">
        <p14:creationId xmlns:p14="http://schemas.microsoft.com/office/powerpoint/2010/main" val="720015147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9935E8-A57E-4F3A-942E-AE5267D6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BE17A-E6B6-45FD-98BA-DC1F46B0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명령이 같은 Python을 가리켜야 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E629B-40A1-4BC7-BA60-F2B3D6EA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0B848-0969-4353-A53C-185A634D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9B3A1-4F61-419A-A289-F13CCCF5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AF5467-6928-4FC0-BC38-7722EB76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515CDE-0810-4BFA-80CF-95097893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설치가 실패해도 수업과 프로젝트를 계속할 수 있는 두 번째 경로가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B6EC81-A71B-4EAF-B1BE-A52AF8CF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DAD040-2374-481E-8C54-3957DB4B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B57CE-02B9-4B5C-8C6C-2F062DAF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OS·Python·Git 버전을 먼저 캡처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D6E85D-110B-4E45-A9F8-CBFA7BD9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2D305-8737-4F16-8BF1-8DD462BD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격리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D6D99-45A2-4721-A4C7-D0F6E1FD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프로젝트 .venv를 생성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B6CC00-BEB6-416C-91A8-ED1DC855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B78079-37A2-4938-8733-FEF8E29B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F69DBD-B02B-4CCF-B0A5-F0822D29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Code와 Notebook interpreter를 맞춤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E2AF32-81BF-4E19-9BE6-E999BF6A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69EAA4-E333-4B65-AE4F-32E364E5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보호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B81B5F-32E8-4B6F-804B-A3F1507C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secret·대용량 파일을 Git 밖에 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D68499-C769-4CBC-AE76-704EDA74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5617D7-D27A-4939-9472-7363BB86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복구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9B0269-8040-4EB7-8A26-83524030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첫 commit과 fixture 경로를 남김</a:t>
            </a:r>
          </a:p>
        </p:txBody>
      </p:sp>
    </p:spTree>
    <p:extLst>
      <p:ext uri="{BB962C8B-B14F-4D97-AF65-F5344CB8AC3E}">
        <p14:creationId xmlns:p14="http://schemas.microsoft.com/office/powerpoint/2010/main" val="872672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943605-47CE-4C04-ACCA-FB00B83C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DF514-DE33-41E7-8340-56F12A55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설치보다 먼저 구분할 네 가지 환경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5FFE68-1F43-432F-B8D5-90F52FD3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5517A-46DE-46C2-84E6-4DF06BC1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748A64-7364-46F0-9727-6FE1F8C5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3CA5D-CA95-4F86-A251-DCEB6BCA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5D3AD-5AFE-4FF2-A38E-AA52E42E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BD50F-D4CA-4509-84B8-C40F7F9B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C2AAD-45EC-4029-9D46-390011EB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39B067-26E1-47CB-A77C-11BBFA54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C98FF0-9187-43A4-B8DE-99C4E88E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Runtime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Execution Environment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949161-254A-452B-8261-FEA5CCE0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코드가 실제로 실행되는 Python·운영체제·패키지 환경이다.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77FD6-D0A8-4571-BE53-F4954405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python3 --version과 실행 경로를 먼저 확인한다.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464888-B377-43FF-A4A6-EFF6ABA3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2968B9-31C4-4F17-93FC-7E6BCDB9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047CCE-05B7-4BA2-978F-D8C18DDC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Selected Python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F8381B-23AF-439B-A86E-9A0C242A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Code나 Notebook이 사용할 특정 Python 실행 파일이다.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B3A10-3EC0-4E52-8393-E325EDE9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.venv/bin/python을 VS Code Interpreter로 선택한다.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8F2E91-EF0D-4F4C-BB36-8617B621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B04793-A4D3-462E-82BD-43291F65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Virtual Environment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Isolated Packages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DAF08A-F54B-4FE6-8007-D76C6641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프로젝트별 Python 패키지를 격리하는 폴더이다.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EF4CF1-8FBB-4928-8CC4-F179C803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python3 -m venv .venv 후 같은 환경에서 설치·실행한다.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DA5C5-CAB9-434A-AECD-7BD88BF1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8A88AC-A93B-46D1-A21C-4D91A21B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F926E7-AFC5-4D26-9B15-DF3B20B7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Versioned Project Folder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5FA398-95D8-4799-B5E1-32981032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코드·문서·데이터와 변경 이력을 함께 관리하는 프로젝트 폴더이다.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D386C5-6EA5-4A39-86F6-35880E32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src·tests·data·materials 폴더를 하나의 저장소로 관리한다.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569164-75D3-4179-8B76-4D3A25F1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89446806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C9487-43C5-49AB-9BBE-83B7B970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무료의 정의를 먼저 합의한다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7A33E-D525-4A1E-9CFF-7B3C45BE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D6040-6038-4953-9739-3BF1CFC7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27BE7-A108-40FB-A590-11C7806E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63902-1A2B-4FDE-85E2-92BC95C7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0D16F-16F0-4ABC-A8BB-2980C129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898C3C-840E-43DA-9A88-FAE45F0D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학생은 외부 LLM API 비용 없이 필수 실습을 완주할 수 있어야 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c5775b0ca4bbe">
            <a:extLst>
              <a:ext uri="{96DAC541-7B7A-43D3-8B79-37D633B846F1}">
                <asvg:svgBlip xmlns:asvg="http://schemas.microsoft.com/office/drawing/2016/SVG/main" r:embed="Rf8ce0e821ff040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92324-8C04-471C-8D48-9E12D223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7460D-8356-4F97-8C30-7DB35A97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Python·Git·VS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C1BFC-53D6-4E1F-AF2B-9E1B90AC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6DC281-1744-4BBE-9B02-C0987465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fixture·local LLM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47281-292A-4130-A7B0-8B6D318F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577EA-7E86-4A92-971C-E9EF7354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선택 서비스 초과 과금 주의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860A71-3019-408A-BDE7-035A9842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4CE1ED-65D5-44BA-91B2-1AE5F911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수업을 살리는 기준  |  환경 문제의 절반은 패키지가 아니라 ‘지금 어떤 Python을 쓰는가’에서 시작한다.</a:t>
            </a:r>
          </a:p>
        </p:txBody>
      </p:sp>
    </p:spTree>
    <p:extLst>
      <p:ext uri="{BB962C8B-B14F-4D97-AF65-F5344CB8AC3E}">
        <p14:creationId xmlns:p14="http://schemas.microsoft.com/office/powerpoint/2010/main" val="1682221066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C0A9E1-C598-457B-8801-8AB2F18B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 경로와 강사 가속 경로를 분리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06D0A-9127-42E1-8C34-D8798F33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044B0-37D4-4B74-8E4D-173B4E05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2AE03-ACF7-4F00-AE72-57DC9554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42C8-3CED-4D4D-A9BA-1782AD57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6BE24-D4BA-4D9E-8843-E974D950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학생은 로컬·결정론적 코드, 강사는 Codex·Claude live demo를 사용한다.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940293-EB2D-400C-920A-6E4C629C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3A7228-EE8B-4807-B368-F430F2D6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필수: 직접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549EC-A537-406A-9D8F-992DCCF6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8945CD-6CA7-47B2-B0DA-C09C95AC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강사: 생성·수정 가속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680F48-7D72-4FAD-86FA-456A599B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63B18B-C48B-45AD-A2C5-FCEA2681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공통: diff·test 검토</a:t>
            </a:r>
          </a:p>
        </p:txBody>
      </p:sp>
    </p:spTree>
    <p:extLst>
      <p:ext uri="{BB962C8B-B14F-4D97-AF65-F5344CB8AC3E}">
        <p14:creationId xmlns:p14="http://schemas.microsoft.com/office/powerpoint/2010/main" val="409676593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59E154-5D28-46A1-947D-72D389FD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Python은 실행기, VS Code는 작업 공간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B722EF-6CED-484B-85C0-11D115D1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007047-BF4E-46FB-ADFB-9A133BC21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56A6A-AC0D-4EB0-A281-BBC4D231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AC3AB-3433-4C9A-90B0-90C287B6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219434-0E06-47EA-8A69-2CBD81E5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C1B30-B21C-46CB-9CB4-E79A0943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extension이 Python 자체를 설치해 주는 것은 아니다.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B563E-248C-4032-A382-EE87FC33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49A30-1713-4D7C-A0BC-B9AE143C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interpreter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26BC1E-85AF-4382-B8AB-D5B3295F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9B62B-913F-4CC7-AC06-D8BFA4F3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 editor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42893-E9B5-4230-A71C-154F976A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46562-8B53-4518-9A0C-E1549558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Python·Jupyter extension</a:t>
            </a:r>
          </a:p>
        </p:txBody>
      </p:sp>
    </p:spTree>
    <p:extLst>
      <p:ext uri="{BB962C8B-B14F-4D97-AF65-F5344CB8AC3E}">
        <p14:creationId xmlns:p14="http://schemas.microsoft.com/office/powerpoint/2010/main" val="948510344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16CB1B-CBBF-4F22-8FAF-B121FD9A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가상환경은 프로젝트의 재현 경계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4DF85-DBC4-47C5-B50A-59E2EDB7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061E5-7F06-4B94-9CEC-B1367FAA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E82C8-1622-4FFC-9665-DBAAA177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26780-B67A-4888-9991-137DB904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24103E-087D-4927-BF6A-48075BA8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전역 환경 대신 프로젝트별 dependency를 격리한다.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5F89CE-8EE8-4E4D-A6AA-ABB86059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10E83-2F6F-4F2D-9A96-0E7CDBA2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-m venv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97A2B-9B0F-447B-8C0D-9FD67EFC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AB1CC-FD39-4DDF-8ECE-1A6193E2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interpreter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6873B-1CB5-4FE1-AC93-8915C7E2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036BB-231A-48A6-B942-1CCC11D7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requirements·pyproject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4EBEEF-EF56-4D17-888A-2AAE2324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773AF1-986C-41C5-A481-B57D4EB8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수업을 살리는 기준  |  첫 commit은 저장이 아니라 복구 지점을 만드는 일이다.</a:t>
            </a:r>
          </a:p>
        </p:txBody>
      </p:sp>
    </p:spTree>
    <p:extLst>
      <p:ext uri="{BB962C8B-B14F-4D97-AF65-F5344CB8AC3E}">
        <p14:creationId xmlns:p14="http://schemas.microsoft.com/office/powerpoint/2010/main" val="1963212458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64CA01-5DBF-4652-92DD-0755C107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Git과 GitHub는 변경의 증거와 검토 장소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91D899-9DB5-448A-A0DA-D0FFB29E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F0A4C-9042-4AB6-8153-D5B81C36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05CE4-1E64-4116-8CEA-2CC185FE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31BF9-29BA-46C6-9B39-0B14770B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29067-6A75-42ED-A06A-416FAF31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57953-4976-474D-8DDF-907826E1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작은 commit을 branch와 PR로 연결하면 무엇을 바꿨고 누가 확인했는지가 남는다.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EF76E-878F-4A95-AC91-FEF5B091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7F271-362D-4E5A-B00F-3D1D8E3E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status·diff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E8007C-4F2D-4344-8501-20C72816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170FA-08CA-4770-865E-BBA24305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branch·commit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0CC027-22CD-44B3-A648-39377303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0B785-3CD6-418A-A674-A61853B7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push·draft PR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B958A1-859F-4F19-AF9A-E0C3A7FB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8D7093-CF12-407F-98CF-4FA2F364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review·merge</a:t>
            </a:r>
          </a:p>
        </p:txBody>
      </p:sp>
    </p:spTree>
    <p:extLst>
      <p:ext uri="{BB962C8B-B14F-4D97-AF65-F5344CB8AC3E}">
        <p14:creationId xmlns:p14="http://schemas.microsoft.com/office/powerpoint/2010/main" val="346654642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AFAEDF-BD9B-4688-8E10-1176944C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Jupyter는 설명과 실행의 다리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C3B3E-F89D-4403-9891-CEAFB843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88E10F-10E5-4C32-80E9-91FA9B3C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F3D8F-384A-4B04-AC9D-9F14B2F7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2305A-9A3B-4C7C-BC59-91AAA54C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653C50-2009-40FC-8376-97972492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한 셀 한 개념으로 결과를 보고, 모듈 코드는 src에 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67F65-5A08-45D1-A6EB-F105C882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1A8148-DD7C-4122-B0E1-615A53BF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Markdown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01A26-6FDA-4F80-BF81-5D0741A3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9AE6C-25B3-44FF-B664-64AA8E70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886B52-5DD2-428B-A177-56D0D27A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1C2CB1-ED32-4474-A765-69B17F72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output 증거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09CD23-FD1D-4A4D-B4C8-F2797210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232942-219D-4249-8861-6F548D73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Restart &amp; Run All</a:t>
            </a:r>
          </a:p>
        </p:txBody>
      </p:sp>
    </p:spTree>
    <p:extLst>
      <p:ext uri="{BB962C8B-B14F-4D97-AF65-F5344CB8AC3E}">
        <p14:creationId xmlns:p14="http://schemas.microsoft.com/office/powerpoint/2010/main" val="554324353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CC8D09-776A-47F5-975B-90F8153C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Secret은 코드·노트북·캡처 밖에 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717BE-033E-44D0-B983-C71BC812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8B9B3-0014-4A68-8D79-B749DF80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5D3E5-6E0B-4640-B730-79597897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461E8A-D791-43AA-9C2D-F307C757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3744D5-AA63-4511-88FA-3FA3AAE7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7A23E-2C45-4D21-B0A4-F0200397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실제 값은 환경 변수, 저장소에는 이름만 있는 example을 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D2651-CE85-40B8-A164-7EFAE849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EF7F3-724A-441F-8FCE-52F17F9F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.env.example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17A17-F5EE-4F4E-A004-5DF5411F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4DF34-7B81-4967-B8FF-B1CDC1BE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05E64A-BF4E-4259-B4C0-E767DD9A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BA2A5-B053-45E9-A896-A961827E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화면 비식별</a:t>
            </a:r>
          </a:p>
        </p:txBody>
      </p:sp>
    </p:spTree>
    <p:extLst>
      <p:ext uri="{BB962C8B-B14F-4D97-AF65-F5344CB8AC3E}">
        <p14:creationId xmlns:p14="http://schemas.microsoft.com/office/powerpoint/2010/main" val="213607794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85FA4E-CDC3-4A2C-8D4C-C5F02D46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Harness Engineering은 PR에서 완료된다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A3CC05-9DBB-4230-B1B7-3D8F5C58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90E3B7-313F-4292-B5E5-E4F2AE1C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B2D92-3A8C-4BB0-B165-DE523F61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E78AF-24CB-4F1E-AA2D-08624A10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362C93-AB37-4777-A558-6A324D1D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Spec·허용 파일·test·review rule을 저장소에 두고 Codex 결과를 사람이 merge 전에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56128B-D52B-418B-80E7-3FC92EF3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491275-8BE6-4D68-A137-3A957592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CF0F4-FBE8-44CF-BF52-DB747776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89BF9-5B98-4201-9C02-0F22D675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small diff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751B3-F406-4339-83E4-D9C5EC2A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4C2A4-3C39-4D79-BDE4-F0CAD8A8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CI·unit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01271-4B8F-4C17-A2B9-80E0F800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67EE1D-2C17-4D4F-8761-73E75BAD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Codex review 초안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A84475-3C63-4D83-9FDA-71DAFB19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553B66-496D-4BBA-9FF4-76BEE1EE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수업을 살리는 기준  |  Harness Engineering의 출발은 좋은 프롬프트보다 깨끗한 작업공간이다.</a:t>
            </a:r>
          </a:p>
        </p:txBody>
      </p:sp>
    </p:spTree>
    <p:extLst>
      <p:ext uri="{BB962C8B-B14F-4D97-AF65-F5344CB8AC3E}">
        <p14:creationId xmlns:p14="http://schemas.microsoft.com/office/powerpoint/2010/main" val="52094294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1D5F85-2880-4399-858F-1E520490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AB82B-74A6-45A5-B67C-3789E02A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환경 설치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6B1E8-8A7C-438F-AAC2-903F5091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B5342-9BCB-45FE-B9AD-78E21370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E2AF6-FD3F-4650-9B1F-55E0A0D4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4D2FF-6FD7-43E4-907C-4E326509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BD6257-728A-488F-AF6E-61E3F6C5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DF446-6D13-4879-8D3C-F394507B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EFC10-4534-4752-A879-B0DAD486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AA748-501B-436F-9F99-4328C9B8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버전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24429-9689-47FB-9B7E-742AFBEF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09FABB-9A15-4637-92EB-B7FF51FA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43328-9BFF-43F6-9A06-CF5A2C39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EBCFD7-B356-41D3-A29B-972588DA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extension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19EDC6-77BF-47CA-9EF3-1517630B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7AFF1-7150-40F4-93B2-02EFEB08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40E44-EBC8-4FD6-9F8E-4EC0AF5E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5B8955-929F-4A46-811A-BE3A590F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identity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53D16D-7ADC-47D8-8879-DB2C212B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3C6938-1FE9-4F94-A8FD-93DBD3C3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B21CF1-7A4D-42C5-8E98-B2FA4DED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86B43C-703E-4C25-A0CF-3502CF30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clone·open</a:t>
            </a:r>
          </a:p>
        </p:txBody>
      </p:sp>
    </p:spTree>
    <p:extLst>
      <p:ext uri="{BB962C8B-B14F-4D97-AF65-F5344CB8AC3E}">
        <p14:creationId xmlns:p14="http://schemas.microsoft.com/office/powerpoint/2010/main" val="577948515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A12772-5AED-4159-964C-716EE142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9A4B0-0A50-43DA-A316-BB6A957A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가상환경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5A226C-89D8-49A6-BD50-0CE17EE4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341A9B-A834-400D-98B6-529E8BB5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C008E-2564-4FC4-9917-CAC082DA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CE550-4162-4E10-A1B2-725451E1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86918-1884-4442-B904-81EC7F81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F5D7F-320F-4C89-92E1-9B80D2D5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38CB9-D159-40F1-81CC-2811B931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53DEE-8941-46E9-968C-1F75E815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python -m venv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A74E8-0A09-49D6-B04F-607A238C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621349-3963-43E3-9DF6-0A7E2321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33C99E-FC8A-493A-9EBF-0E27C2B0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ACTIVATE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BED5C0-239B-4680-BDCC-383712BC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OS별 명령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7EEF14-6F05-46BE-AF22-599C9BB9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0FB16-CE18-4258-8A3C-3784F0B2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926607-6FD1-49A7-9B4E-A66545D0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INSTALL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A319FB-F9A9-4D1F-BE45-D1D2CFBB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requirements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CBC872-0D87-4DEB-8594-A7D9B85F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F295DB-CC45-47F9-8189-068C4201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0C5B55-046B-4F0E-9489-174F357A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D046BD-3961-4771-8642-BD223A26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python -m pip</a:t>
            </a:r>
          </a:p>
        </p:txBody>
      </p:sp>
    </p:spTree>
    <p:extLst>
      <p:ext uri="{BB962C8B-B14F-4D97-AF65-F5344CB8AC3E}">
        <p14:creationId xmlns:p14="http://schemas.microsoft.com/office/powerpoint/2010/main" val="251580518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BDE7C7-2AEA-4ECC-91EB-DD5330CA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62D353-85E8-4097-B490-7FCCDB40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 interpreter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81F91-2AB6-45D2-868F-38687AD5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66C84B-17E5-4196-B61D-2059FE4A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31C86-1740-4342-96BA-CE7AC7C4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E1436-8C69-4A13-A10C-DDAD799E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3245DD-31E2-4EC6-BF5E-6DCAEC91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E8A8F-AE78-4307-BAA1-0E13C00D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81285-6013-4626-90B9-0E7B9C12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PALETTE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B2007-6701-47B1-B527-F3F6D917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Command Palette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652AEB-57BB-46F1-BB06-CB8862CC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FEBA20-E9BF-4480-92F9-1A76D2DC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6F432E-F409-46A5-B436-B6BD4A52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SELECT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B8F7E-5CB9-48E2-9D16-8409CCB5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Python interpreter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B22FC-C476-4E30-A3BE-407DA263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FF5894-FFB5-4F08-AE09-64CD97E4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3C4ED-69EB-40B8-839C-63336C0E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KERNEL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34431D-D4CC-4E6B-B052-1D4D527D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notebook kernel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A56DD2-7519-4B1F-B3DE-ABCA0AA0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8BD3D5-72E0-4BE6-8C0A-3D798AED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8A9922-0466-44A2-AD00-5D84D008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3FB5EA-102B-41B9-BD76-4CA6D164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sys.executable</a:t>
            </a:r>
          </a:p>
        </p:txBody>
      </p:sp>
    </p:spTree>
    <p:extLst>
      <p:ext uri="{BB962C8B-B14F-4D97-AF65-F5344CB8AC3E}">
        <p14:creationId xmlns:p14="http://schemas.microsoft.com/office/powerpoint/2010/main" val="326559103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63B551-41F6-4AC3-9816-F50D2A84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3C203-9854-4495-826B-FCDD4A2F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GitHub branch와 Draft PR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C41BF-9958-4957-A48A-402BE0CF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837E3-0B4C-47EE-8EB8-E1CC389E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752F3-B728-4490-A250-9B6D0FC1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1610E-D8FA-4AD6-A8E9-E761772C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55CCB-9F57-47A4-B610-A418A029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743B2-5284-4C58-9FBD-2F637129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2FDE0-BFBC-4C19-8278-82BC02B0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BRANCH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08A389-C40A-438F-A43D-FAD66A65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작은 목적 한 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310840-9275-4BB9-ABA5-17EF4175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BEEE11-7B5E-4742-A682-63A9D760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3DCF5-DD28-481A-89CD-390E17A2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1C271C-4D7A-4D99-8BFE-FD92ED85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변경 범위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BFFAFE-2F10-4D9A-969E-CBA0F959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B55E00-B3B0-411A-B94E-B063492D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3A85A4-33F2-489C-BD2F-B150F6A1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PUSH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31C191-3FEA-49ED-A6B7-DE906193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교육용 remote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2747A0-A215-4BED-AA1D-CB70864C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DFC214-6A37-49FF-9FB0-4A3E9F10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3EA313-6AC2-4A6D-848A-CD0F944F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DRAFT PR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0F102A-2A8A-4302-A5EE-AC4BD027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목표·test·위험</a:t>
            </a:r>
          </a:p>
        </p:txBody>
      </p:sp>
    </p:spTree>
    <p:extLst>
      <p:ext uri="{BB962C8B-B14F-4D97-AF65-F5344CB8AC3E}">
        <p14:creationId xmlns:p14="http://schemas.microsoft.com/office/powerpoint/2010/main" val="1421609361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4A7ACC-794E-4C40-AD38-69FCFCC1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8DF0A-3801-45F7-8C6F-3A9D26E0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Codex PR 검토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F8F7C0-A651-484A-8621-84C504AE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4B1766-3556-4271-8CF8-07967816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54555-CB2F-4839-A358-2CF329C7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2CB04-C2A5-452B-A4B2-97C28652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EE83DD-5DFC-4940-8467-665AC172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576137-2E6D-4A7D-87C3-5B3F0920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34901-0FD6-4B39-AA4D-B2F734A4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SPEC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A0C1A-B586-4EB5-B885-D546FD7D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허용 파일·완료조건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6D171-549D-4CFF-8392-FD14FAC6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A6C53B-B94E-4D58-A71A-D1310E6D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86A40-05A0-4E29-A7DA-B3794BBE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CODE+TEST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21C865-7304-4A84-B511-2CABAED3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변경·unit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A657DD-DC30-49D9-85CF-121CD76C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D16B66-BAD0-4A84-B262-A1E253C4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A6A119-2CE0-4478-AF5E-1CF3F860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B5D64F-BBCA-4114-821A-E9EF25DA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@codex review·CI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AE2D70-CCF7-473D-8742-CFE74B14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E9A7C2-86D2-488D-A094-C5B3D754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CD5EB7-E4D3-49C1-9DD0-3A6562E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HUMAN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C5AF10-A75B-4A9D-9230-269A3373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diff 확인 후 merge</a:t>
            </a:r>
          </a:p>
        </p:txBody>
      </p:sp>
    </p:spTree>
    <p:extLst>
      <p:ext uri="{BB962C8B-B14F-4D97-AF65-F5344CB8AC3E}">
        <p14:creationId xmlns:p14="http://schemas.microsoft.com/office/powerpoint/2010/main" val="1357648685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C34560-0484-4403-B0BC-A75AC949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ABED6-8136-44AE-81EC-09E1C4AB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설치 화면은 ‘어디서 받는가’보다 ‘무엇을 확인하는가’가 중요합니다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9419FC-CF4D-4F67-B8A5-B5C104C5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C25594-23DD-4113-BBA8-079AB7B9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C9188-1CDF-4644-B3B7-C6185038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A5E64-64C0-4DCA-B9E7-CC743C88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A10ED-8B03-4D1A-BF7E-F8B7311A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Python → VS Code interpreter → Git identity → sandbox repository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0FC77-5321-44B2-A090-7B19786B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2CDF40-E902-4073-BF17-2512A9C4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B5831A-9A3E-4C6F-B760-598CF9CB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내 OS에 맞는 runtime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9AF7EE-DA96-48DE-A968-8DB5E75E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버전·실행 경로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220BF7-4DF3-478C-B340-5B574B06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49FB2-5787-439B-9EC7-D05A0F65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07EFAB-D082-4480-9190-CFFC5905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6468C-C3F1-4006-964E-C29EF1E1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editor가 쓸 Python 지정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4E31F6-B627-4973-A7DC-127383D6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.venv interpreter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E88947-AB37-4180-B021-6836CE0C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50E462-9CF0-4C03-B7E4-5F0A6BA7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DCD73C-E025-46F8-8CEF-7F8E2C9C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7EFAED-64DD-4A57-BAAC-DF4966DB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 작성자와 기본 상태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91CCD6-9C8F-4945-9167-66A71D30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identity·status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93E0FC-B49A-4D2A-9082-121355A6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A0ECE4-E430-4F8D-8083-2BFCBDB6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11FCAD-020C-41B4-8752-05DA38CA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68553F-36A8-4F5B-A796-0E9A3D53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교육용 저장소만 연결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43CBB0-A7AC-4A17-B877-142F338F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sandbox remote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364D38-7BA7-4C53-9A23-52FD3079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8800408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D20C96-D81C-4C07-A663-DE658047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7E557-7081-423F-891C-0D3C77AB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공식 다운로드 · interpreter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7525E-9263-419F-AAE5-BA44DD98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69D0F-E2B1-4B2A-B796-DF7D868C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25A88-4A02-47C3-ACF3-B6A2E73D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0D2447-8A1E-479F-AE29-81367155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47E04-65A1-4106-8E4F-B2771C6E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3B4C37-FA14-42C8-8832-761E0F6D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66B0B2-AEEB-4951-9814-D031257E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OS와 버전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69A8C-2B74-445A-A12C-38F4EB21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30DBA-68AB-4277-9983-FAFDCD90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설치 후 새 terminal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A3D97F-7B04-466C-8539-9E7174B1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EAF3A-6E54-499F-AA48-2080752B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python3 --version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52CE48-C5FC-425D-8640-64158AEB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083AC-E5E2-4E15-B6D6-6E86D2E7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회사 PC는 권한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F3113C-BA4A-48B7-852D-38D69B37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4529754aa64c5e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B35860-C2D1-47B8-9A06-90928219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Python.org Downloads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02158035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2594C-D261-44D9-91BE-23E9D1B2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BB0868-D23D-41E9-957A-1F63B921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 Python 튜토리얼 · 세 구성요소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3DCE61-FC84-4D46-A0AA-6A5B44C8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F2315-95C9-4A59-BA81-67FD673D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27E1F-D80C-47A9-8845-EFD7D6FA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8937A-F014-4DA4-86BE-C75333BC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A138E3-309D-4731-A4CD-CAC4DB4E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F5846-8D9C-44D0-93F1-9DE3973A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6C42C-6CBE-414E-AA65-6A2635E9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34E37-E54C-447B-892B-57F7E265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16B6E3-E26E-44DE-94B6-C1A9FAA9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extension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FBB50-CA87-4121-8766-F38BDCB3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0B07B5-9DB6-465D-96CE-57961F01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interpreter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B596E-1B88-4CC7-B533-CEDD62E7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8B56FC-AE47-44F6-B58A-4085AE49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virtual environment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CAA96E-7B89-4270-A1F1-00529BEF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fe75628ea34ff9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FC963E-D188-476A-B2BA-5030CB7D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VS Code Python Tutorial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493467483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9B49C-598E-488F-97BA-531DBAEC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13A6FE-0BE2-4D71-87F2-1E12CDC0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 첫 설정 · identity와 기본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8DDED-5B23-4358-811A-61D85B23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FB2CB-1658-46D0-8605-729E28FF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42454C-0A1D-41DA-BD9F-64962DC1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86FFF-3B64-43AE-98A4-280A96BD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A692C-5AB1-49E4-BA62-889520DC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9AE776-FCA8-47FF-AE56-CA5CD01F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B9B60-2C3A-4633-8F08-38DDE16B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A22B0A-30EE-4C0B-9EE3-4BAA4B95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DEB46-0C1B-4339-928E-245B8E7B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user.name·user.email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623F1-33E1-4AF8-BE50-3DCC801B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FE763-AE21-4D34-9FC4-219D24D3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회사 계정과 교육 계정 구분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87110B-12FF-4C8E-91ED-02D15BAA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3E279B-C44B-40CF-A47A-AB630D6F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설정 범위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FBAE7-F22E-44A4-832B-161BE34D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ed105fe9b74706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914F4-0B4F-4BD9-87B7-80F29836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Pro Git First-Time Git Setup</a:t>
            </a:r>
          </a:p>
        </p:txBody>
      </p:sp>
    </p:spTree>
    <p:extLst>
      <p:ext uri="{BB962C8B-B14F-4D97-AF65-F5344CB8AC3E}">
        <p14:creationId xmlns:p14="http://schemas.microsoft.com/office/powerpoint/2010/main" val="76893890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0CA36B-E470-4D0C-A930-1096CC93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24ED1-BB47-46A1-BAF5-CE40B3F3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GitHub repository quickstart · 교육용 sandbox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40CDD-5B41-4CF2-AF2B-38B3B8A9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97ED9-7CEB-4B43-B64C-80B52815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E0B49-4F3F-4D23-BD2C-FCE9CC13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F3592E-ED2A-472F-8BCC-BE6227C1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630AD-63B4-4971-B100-EF7A0768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34C4B-4841-4BF9-84F1-E5F7EC1C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8B3F59-16B8-4E6E-A2AA-0421DEFD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공개/비공개 선택 주의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FDD7C1-0CA2-4B2B-B2ED-B478730A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883D4-6658-4DA1-9060-33F2A7AF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README·.gitignore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0FAF1-4324-4EE4-AC5C-23390738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DAD25-EAD0-4774-A44B-D732010E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교육용 repo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427C4F-CB4C-4FFE-8ACD-8C2C1517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D053CB-5430-42B1-9365-E0BEB9D5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비공개 회사 코드 금지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0D878-6FD5-4FFE-8319-963F7AA2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38051aee145a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67323E-3500-4E55-AC5D-14BF1960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GitHub repository quickstart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721077365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B3ED90-E822-4A96-B161-04A98215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25CBFF-3EB6-454C-BF8E-483EFECA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환경 확인 네 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ED1E8-6A97-436E-B212-B15A3216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6EB6F-98B1-4BC6-8241-A6ABAAB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5FD71-54A1-4058-9F97-0CE883B7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3395C-A77A-4CCF-B70A-2721EDF5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7FAAE-C40C-4B40-8FCE-D085DA39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4C8F3-D71C-4A16-8947-13EA7A96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543693-51EA-4745-8F98-C48CAB7B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명령과 기대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EC6569-C765-4246-9C1A-4E478272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C6B678-2F51-4FED-A1D9-8477233B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PATH 문제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D95770-ECD7-42C1-A1C2-3D4FA454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178BB8-3B96-420E-BB52-35A39EF9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새 terminal 재시작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6102DA-5DE1-4E73-8796-59279632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5180F-82D5-4B46-8069-5198211D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캡처에 개인정보 최소화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3E289-3CA7-4961-8C09-1D47F21F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E38D4-75F5-4BB0-B24A-374988B7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F03EC1-9760-4880-8632-D6E524EB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 --version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python3 -m pip --version</a:t>
            </a:r>
          </a:p>
        </p:txBody>
      </p:sp>
    </p:spTree>
    <p:extLst>
      <p:ext uri="{BB962C8B-B14F-4D97-AF65-F5344CB8AC3E}">
        <p14:creationId xmlns:p14="http://schemas.microsoft.com/office/powerpoint/2010/main" val="2093690172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953ED5-61D2-4434-B980-0DCA6401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59E8C-B3B3-4F27-B283-D4558FD6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가상환경 명령 · macOS/Linux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213323-9763-43B4-AC95-BED7877E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F6B5CA-D29D-4910-BC54-BA3EB669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71E68-E03C-4915-8ED2-7AF7674F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7E872-9EB0-4DD6-B977-713DFB19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FD1224-1BF1-4155-838C-350A830B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143228-2786-46A7-A112-BAD10C74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362E6E-9AF7-49CC-AF83-656E076E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.venv 생성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D2836-2A93-42D9-A54B-DC31A225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370E4B-E2D2-466D-86B2-BE56CBB2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활성화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73221-B20A-4329-A7E8-A2E037FA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C3DAD-7742-47C3-935F-AD00D029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dependency 설치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DB4EB8-3E04-4E6D-BF35-C2EDCD29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6AA5CE-6F91-4836-8247-6C416BFB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interpreter 경로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5CC3D-02EA-4094-99DC-46EFCD67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6DA422-072B-4B36-A535-CE35C8E3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F61F86-33EC-4798-9DE5-41E33279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python3 -m venv .venv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source .venv/bin/activate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pip install -r requirements-day1.txt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-c "import sys; print(sys.executable)"</a:t>
            </a:r>
          </a:p>
        </p:txBody>
      </p:sp>
    </p:spTree>
    <p:extLst>
      <p:ext uri="{BB962C8B-B14F-4D97-AF65-F5344CB8AC3E}">
        <p14:creationId xmlns:p14="http://schemas.microsoft.com/office/powerpoint/2010/main" val="1342908052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50303C-64FD-4446-9783-07DF4E90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678B6-1E7B-4F59-B1DF-E143E85A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가상환경 명령 · Windows PowerShell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2521C-0900-4BE6-AA02-3EEE1AE1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7C18D-9CCD-4A76-887F-6B2AAA74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D5A78-F30A-4B25-9C21-423750DC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1DAE5C-9B50-4FEA-B8B6-2817C288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117089-1657-4A4D-B220-070F1C7A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801E5-669D-487F-9F67-3B739877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43154-2496-4487-AA09-A290481B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ExecutionPolicy 오류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3FADA-92E8-4C30-95BB-CE425555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DA56F6-D34A-411A-AB4A-AD607EE12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 launcher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2064E5-8A65-4023-B5F0-AD3F2031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5C62A7-DDB2-445A-AFF2-07D8B82B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requirements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F69C3D-DB98-46DF-B2B3-7AC78D2D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FA1182-F2F9-41BB-9DA7-4335C0F2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경로 화면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75331-D7F0-41A3-B2D9-E5B43447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042B4C-F0D7-49B4-8D6B-2EC56925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7E839F-E412-4617-BD30-DD23D770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 -3 -m venv .venv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.\.venv\Scripts\Activate.ps1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pip install -r requirements-day1.txt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-c "import sys; print(sys.executable)"</a:t>
            </a:r>
          </a:p>
        </p:txBody>
      </p:sp>
    </p:spTree>
    <p:extLst>
      <p:ext uri="{BB962C8B-B14F-4D97-AF65-F5344CB8AC3E}">
        <p14:creationId xmlns:p14="http://schemas.microsoft.com/office/powerpoint/2010/main" val="855595580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DE4EDC-94D5-413E-B527-C82DE9F5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93DC6C-5209-48AF-9642-BD02B293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작은 branch에서 Draft PR까지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5EB04-F335-4197-9EBD-F1547900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C75E6-925D-4D1D-92BA-BC70941F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FD04A-B9B3-42B6-894C-4E8827A2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D413E2-ADC6-4F97-A90A-10079793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9A1F1-6747-4C37-A93A-7DF62880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D0B46-F43E-45E6-9284-EB8D4BE0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84C23-AF98-4466-8B05-14A8FAD9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교육용 repo만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948CD3-ED6A-4E0C-ADEF-3B5AFEAF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0F7CC-D30B-48EB-875B-89EFD874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관련 파일만 stage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049E0-B201-4103-8EE8-5E434475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557D8-65C8-4437-BCF9-002A8A51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test·diff 증거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9C3BB7-8CCC-4ADE-B604-A9EF8E17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5D9DFE-72EB-418E-9567-A213AA5B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gh가 없으면 GitHub 화면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9C36DC-1AFE-4644-A5C2-A7CC62F1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858FCB-E150-4F91-BEEA-A423BDFF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31B6A0-2191-46AA-A52A-B807DB55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switch -c test/reject-python-file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python3 -m pytest -q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diff --check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add tests/test_day1_agent.py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commit -m "test: reject python file reads"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git push -u origin HEAD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gh pr create --draft --fill</a:t>
            </a:r>
          </a:p>
        </p:txBody>
      </p:sp>
    </p:spTree>
    <p:extLst>
      <p:ext uri="{BB962C8B-B14F-4D97-AF65-F5344CB8AC3E}">
        <p14:creationId xmlns:p14="http://schemas.microsoft.com/office/powerpoint/2010/main" val="1619975684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C9B951-9067-490E-BE7D-819C5CD1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7951A-3A8E-4173-9137-7339763B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AGENTS.md · Codex가 볼 Review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6B700-E9CB-404F-96D7-1013E7DB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DAABE-3731-4E91-9D4A-FF2183BC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801056-224B-46ED-996C-C2FC93A6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4D748-905C-4BAE-888B-4579BF57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926F3-645A-432D-BA9D-B12BE5C8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91D3B-E452-419B-B685-010FD3A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00A56-E5B2-49E2-91D9-76415963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저장소 특화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E30FF-9888-46BF-A383-7FE5929D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9D362-431B-4E08-BD86-C8F87E9F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결과 중심 규칙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D0685-A759-42A1-B552-34CC6E6A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B1F023-8CBF-4214-BCCD-AFACCED0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기계 검사는 CI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25460F-7E36-48D4-808F-9F2D957E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2C87A6-73BA-4A84-860B-4FDDF1F8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최종 판단은 사람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541DDD-685E-47E0-BC89-7AC822BD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4884B6-4F0A-4C38-A6AB-22497E9B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781DE1-D9DD-424B-86BB-71B2BAB5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## Code Review Rules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### Safety boundary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workspace 밖 파일 접근을 허용하지 않는다.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외부 쓰기는 사람 승인 없이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### Tests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- 동작 변경에는 정상·실패 unit test를 함께 둔다.</a:t>
            </a:r>
          </a:p>
        </p:txBody>
      </p:sp>
    </p:spTree>
    <p:extLst>
      <p:ext uri="{BB962C8B-B14F-4D97-AF65-F5344CB8AC3E}">
        <p14:creationId xmlns:p14="http://schemas.microsoft.com/office/powerpoint/2010/main" val="740820220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311083-F414-4046-BD55-94C4FB76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9FEC7-F1BC-4CC3-9A79-1D080DE6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버전 확인 캡처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CF725-E0CD-489C-A5FF-5C4002C4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2E4471-6320-4045-A60F-17DEF524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BB4A23-7A33-4619-A906-D5D82723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587FE8-18FF-4ADE-9617-FEDA8182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EBC24-D655-4BF1-BA72-4CA3BB4D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55488-6B95-46EF-A30D-9ACAED99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EEDE3-F108-43DA-A8EC-C2447AFD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A631AC-D200-4212-8502-6B237259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03970-DF76-40AA-8BD1-7E889A79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AD6F92-2439-4B0F-B0F7-81B3F2D4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새 terminal을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56C4DE-CDAB-4FB4-998D-13A69BDD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888D09-9A96-4CAC-ABAF-B9A8BF0D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5D8EB-A544-4EDF-BA55-E41EF863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Python·Git 버전을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36883-2644-4FC3-8901-43473C43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E9942B-B194-49EC-9070-DBD2C530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59B28A-2A61-47D4-895C-FFC3D4B8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Code가 같은 폴더를 열었는지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92371-4EC4-4511-835F-9AAF19FA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EC20C1-8CE9-45FF-9FBE-85E411A5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A98758-348D-4B55-AB42-C1B788FB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항목을 표에 표시한다.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FEA8E7-AFC9-4C63-B4CA-89AAA07E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535332-0BD9-4848-9364-F39948E5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A8797C-7071-4ED9-B279-C8FFAB6C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버전 3개 + 상태표</a:t>
            </a:r>
          </a:p>
        </p:txBody>
      </p:sp>
    </p:spTree>
    <p:extLst>
      <p:ext uri="{BB962C8B-B14F-4D97-AF65-F5344CB8AC3E}">
        <p14:creationId xmlns:p14="http://schemas.microsoft.com/office/powerpoint/2010/main" val="1242189324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5D9E5B-6814-49A8-B18C-E8C7479A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07DF3F-DF14-4690-80B4-E1BD333F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가상환경과 interpreter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972369-0912-4EC6-AA2B-E993086E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45078-6AE6-4EC0-9EBC-D94F379A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9E806-0441-454C-8255-05D1A555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C258B-8E48-41E9-A340-936838B5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7DEACA-6FED-46E1-9C09-9A852A9C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0B80F-F90E-43B0-977B-B9A0BA5F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5E382D-F321-43F7-BF4B-D6EBDC9E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3FDF3-1F65-404A-9CE3-85871094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5E80D5-B5A6-4D01-9AE9-7F29BDDF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D9AF2B-664D-4081-8992-53DE76B6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.venv를 만든다.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C7C09D-5F28-4DED-9243-2E154219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B0468C-E087-4F50-81A3-28DE0E76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D3B34-5C2D-46F9-B6B3-7508A2BD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가상환경을 활성화한다.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A779B-80EC-4D92-9626-E8F10884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39E99-3D4A-41F5-B2EF-B50FDE3F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5F76F5-C798-43FA-8893-27F70DA5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 interpreter를 선택한다.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252B2A-8C85-4183-9B57-47DE2B18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C5A43D-005B-4483-A241-FE514309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C94633-55FA-4507-81DD-4F373A7A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sys.executable을 출력한다.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3A89FF-EC1F-4072-BAF5-F54ED840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570683-E45A-4177-8095-964BF944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C460E8-33DB-43E0-9F64-22E08AAB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가상환경 경로 출력</a:t>
            </a:r>
          </a:p>
        </p:txBody>
      </p:sp>
    </p:spTree>
    <p:extLst>
      <p:ext uri="{BB962C8B-B14F-4D97-AF65-F5344CB8AC3E}">
        <p14:creationId xmlns:p14="http://schemas.microsoft.com/office/powerpoint/2010/main" val="293935087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35B32B-C7DF-4D06-88BA-BCC5A205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DD32C-792F-4F72-9B73-3D374C56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notebook 열기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1B0B13-C423-4B20-94FB-8D05B559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2ABF1-F886-424F-9414-25E36DAD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89101-EB90-460F-A11B-F675692D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92A4EA-EF6A-48A5-A290-0E6C27EB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1B246A-C40F-4765-A4CF-95FCD14C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7E8AF-7CB3-4AE6-B6C9-38BB2CD9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581204-37A6-47F4-836A-45EC737B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55FE4-4AD5-41C7-A23A-7C960D93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9F8B62-DE7D-4064-9EDD-BE9FA48C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D3661-E0AA-4D3A-8B79-D623CEDF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materials/day1 notebook을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6CCF5-73D5-4EC2-AE6B-F6798DC3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25AEB6-3EE2-41FC-B614-219C8D2E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736677-D8D1-4090-8E8E-A10067FB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선택한 kernel을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CC738B-7901-487F-97F6-9178F7D9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4AC3FF-4275-4675-8883-C57DC374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C1DBD-4086-4348-B5F8-AA97196B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첫 Markdown·Code 셀을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F31B2-FEF5-46D2-A500-8824B431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CD08C2-0802-4220-8866-C4948FD9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6780B9-D9D0-42BC-AA41-D73DFC2B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output이 남는 위치를 확인한다.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80BC1C-8189-4C2B-BCCE-0E15C742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79CDB4-613D-4E3A-A5CE-B2AD3152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A13ECA-E9BF-4B46-A1DB-B3AD74E8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첫 셀 성공 화면</a:t>
            </a:r>
          </a:p>
        </p:txBody>
      </p:sp>
    </p:spTree>
    <p:extLst>
      <p:ext uri="{BB962C8B-B14F-4D97-AF65-F5344CB8AC3E}">
        <p14:creationId xmlns:p14="http://schemas.microsoft.com/office/powerpoint/2010/main" val="1412989470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E411FF-2A4F-45B8-B5B3-690D1827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A68C8-B80A-4341-BC0A-8DF52CB4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Branch→Codex→Test→PR 준비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A9DD2-F9A1-4CAD-97F3-C2534E84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DA985C-53B5-4679-99C6-DA850B13F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2EACAE-9529-4AC3-90E3-54E9582A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4BB30-0493-4577-8E34-AD0F6C16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AE0E3-0926-41DD-9576-B97F2FE8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EB68E-1C40-40EC-A317-EC0FD874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7CF8B-D9E5-4A7E-B1E6-4A60E40E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BD8E4D-9934-4088-963E-26858B3F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9249C-B5B9-459A-B6FE-6D47FECA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45B9A7-A9CA-483E-B107-3F4AC1AD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교육용 branch를 만들고 변경 목표를 네 줄로 적습니다.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61A37-7B18-49BC-A958-603F9CD0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5D1355-59C6-4B2A-AA75-730B659C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E5E136-B273-4A66-8821-362F6769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Codex에는 tests/test_day1_agent.py 한 파일만 허용합니다.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64EFE-F4BB-4EAE-93CF-7FD2ABE5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0C18B4-F76C-487C-9734-23AA7ECC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5F04FF-B27E-44C8-B216-38DF9C68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생성된 diff를 직접 읽고 pytest를 실행합니다.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6CBB2D-B08E-4782-8C1B-17CE2EE8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E3DDBA-EA98-4D3F-9018-0A5BD138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036790-5F93-4CB9-BE67-1A27D3DF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GitHub 연결이 되면 Draft PR, 아니면 local diff를 저장합니다.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2B1289-49EE-4FDF-BAA0-64991274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1095F4-087C-4FA9-A98C-EBEE4DAE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33900"/>
            <a:ext cx="813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예시  |  Objective: .py 읽기 차단 test 추가 / Scope: tests/test_day1_agent.py / Do not: src 변경 / Verify: python3 -m pytest -q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EF83B4-B4CB-42A2-9E39-54FC21E0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B4A9CE-EF12-49E0-88D2-32067292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branch + test + Draft PR 또는 local diff</a:t>
            </a:r>
          </a:p>
        </p:txBody>
      </p:sp>
    </p:spTree>
    <p:extLst>
      <p:ext uri="{BB962C8B-B14F-4D97-AF65-F5344CB8AC3E}">
        <p14:creationId xmlns:p14="http://schemas.microsoft.com/office/powerpoint/2010/main" val="385642918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519B1B-30CF-4C0C-9771-20E86485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090D9-42F2-4262-8386-2E2228A0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설치를 끝없이 붙잡는다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BE892-C336-4F3C-8B1A-BC6C9A94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44113D-D373-4BAD-BF4A-5CAA5E22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2198E-AAB1-47BD-B122-60D05EBA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BD76A-F88F-4A07-9F8A-00E49ECA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62E7D7-F37C-4AEC-B8A5-622BFC0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6520A-38AC-4DF2-8861-F42EF48E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B8C7C3-CE76-486F-AC21-A52F3FB2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8A33CD-1A0A-4106-830B-F6749D70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AADAD-1215-45B1-B3CE-2ACDF8FB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명의 PATH에 30분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8A4A45-923C-4A01-8DD6-26170444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C7724-A948-44BD-B5D4-CD14E3E4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전체 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77FC4C-CDE3-405A-A574-13008188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252992-658C-40A5-8335-44B723BE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학습 목표 상실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0A978C-6519-475E-958B-47CCF5F1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525138-ECF2-4FB4-BB42-49AEC5CE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다운로드 경쟁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64DF1F-7A75-4EAF-AE09-58ABC9AB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BCF3C7-427C-48D3-820E-6E06DB3F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10분 timebox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38AFBD-EC08-4B6A-BE87-9BF460B6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23DCFA-2639-4B07-B476-1A1E2B99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checkpoint zip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7D1881-3D44-44F1-A9CF-56898FC7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7BD4E9-B2A3-4088-A56D-1BCCE3B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 lane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08468A-0B4A-4EAC-9EE2-AFA1384E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01B52B-590E-40DC-8E71-46E88F34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점심 후 재합류</a:t>
            </a:r>
          </a:p>
        </p:txBody>
      </p:sp>
    </p:spTree>
    <p:extLst>
      <p:ext uri="{BB962C8B-B14F-4D97-AF65-F5344CB8AC3E}">
        <p14:creationId xmlns:p14="http://schemas.microsoft.com/office/powerpoint/2010/main" val="55533459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0DE91A-F2FC-49A4-AA8C-B9A0F46D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0327F-F794-4B8D-AF68-2CAB1B04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전역 Python에 모두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6B78B-B157-4E19-BA36-3E06D7FB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825BC-810E-4F6A-9D4C-06424C86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34707-BBC5-4BC3-8414-0752BBEC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9279B4-981B-4B9A-9D35-17E2CB4B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291AC-095D-4CB6-A0C7-3361E470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9B3D9-A445-43F5-AE3D-A5F39687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CEE70-4B15-4EBF-8BD4-C5A11CE6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50D40-984B-4D9B-A286-AB7D2487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9F63F-9C57-4F74-9B4E-F29D5CCC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버전 충돌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166EB-F993-4F01-B462-3F2F9760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82B0CF-30D3-4ED4-A469-DE3090CD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권한 오류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992148-3532-4C40-8862-60833F11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8B2ED-7EBF-414F-BEC3-091FF2FF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재현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5FD420-F0D9-4B2C-8BB6-F9F4C274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F9AFE9-3FF3-4E2C-92CC-E0AD60C4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다른 프로젝트 영향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F87A9A-D440-49E3-89E0-81A6C51A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EAFDA-DD33-46D1-976C-60C6086A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.venv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109FBC-8ADD-46D8-840C-C3F22AEE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BA38B1-92FE-418B-893C-E8E4EC252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-m pip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996AD3-25E3-4209-84A7-06A90C1E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715510-A7FA-4D42-A588-3F937C77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requirements 고정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0B428D-145D-4610-B4F3-0BA81AA9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BD3221-5D35-4449-98AE-D6C95F39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interpreter 확인</a:t>
            </a:r>
          </a:p>
        </p:txBody>
      </p:sp>
    </p:spTree>
    <p:extLst>
      <p:ext uri="{BB962C8B-B14F-4D97-AF65-F5344CB8AC3E}">
        <p14:creationId xmlns:p14="http://schemas.microsoft.com/office/powerpoint/2010/main" val="1993469825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61819F-659C-4554-91DE-47D4F0FE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687A8-581A-4078-BF55-7E26BF71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Agent에게 저장소 전체 수정 허용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F24D2-681B-49C2-B5E7-F4598F08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A0527D-EBA1-4B7C-83AF-8148B713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1E5751-B1B5-4CDD-AFD0-9A3E1732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1F2980-9B85-4B63-AD62-2EC98A56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DC1F5E-8B3E-4361-968D-56607B04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D64B2-E8CF-483A-9A1A-30A0257F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78279-47B6-44AD-A996-AF079F67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216CD2-F8EA-4121-8303-8432E8E6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D1F4DB-53DF-478E-8A7A-3F9FCEED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범위 모호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031BB-2135-4AE1-93C7-D6835EF6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23A9A-2B04-49BF-9252-4A3A10A8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불필요 파일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5A818-8D17-4CE6-9E52-CA2E064E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740903-D686-48EB-8379-893AA6BB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test 삭제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31C75-E257-428C-B28F-DE181E90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C7AD04-AA4E-4889-A78E-FDEC3E20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secret 접근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5EB78F-B142-4AC4-A1E7-E91D7E06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71A5CC-00C1-465F-983A-7187757C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 파일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7F110A-05DF-42AF-9D5C-3FE12294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3C7606-C3DD-4EAD-A21A-6FD7F697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금지 조건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9CA9FC-CCE6-44AB-9D4E-BA8C393D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E42292-06A4-46A3-8BC7-034573E0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diff 우선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9E3D72-F01C-4102-874D-AF2EBDB6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7DBB5E-4997-43A3-8539-B28E5FEA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test 결과 요구</a:t>
            </a:r>
          </a:p>
        </p:txBody>
      </p:sp>
    </p:spTree>
    <p:extLst>
      <p:ext uri="{BB962C8B-B14F-4D97-AF65-F5344CB8AC3E}">
        <p14:creationId xmlns:p14="http://schemas.microsoft.com/office/powerpoint/2010/main" val="2061285977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652949-59EA-4064-B55A-35D0FDE1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9DCF5-F154-445C-81DB-F56F5AA1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회사 PC 제약 lane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655A4-2EBE-4DBB-A208-B84AE6D5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46965-D582-4E82-AB97-46B03B70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6AF8E-A34D-4CF2-99C3-3EAFFF5D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5E8E4-247B-4CDA-8F84-0B901421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2ADBB-F377-497D-A142-87E4C307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제약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5B571-6D54-4AFE-9B2E-931E3C92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대체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41B12-7E3F-4CE3-BD6B-7BEAD3A7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5220FB-356C-49BA-9808-C0C4F354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C38301-EA80-496E-BE4E-D0F37CA9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관리자 권한 없음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A03CE-EEE6-455F-BCCC-5B283EB0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AAC4A6-04DE-44E2-8264-ECB664C8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외부 다운로드 차단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9B572F-FABE-4021-A55D-844E4DCC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29A25-0BDB-4925-A0A3-8B50C700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GitHub 접속 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87DD1E-2BD6-4E9E-876B-060569F8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B8765F-1191-4B40-B288-ABC782C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GPU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1FC6D3-1B84-4C7A-A71A-5E53DB56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0F8BF-E9A6-4122-836A-EBB2B956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portable/승인 절차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12CBB-8650-4D2D-B7E6-02BFA0B9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AF98FB-020E-447E-9E81-968B95B8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사전 제공 fixture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ED8DB4-3D4D-4545-BF75-EE533C41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24566F-5DC2-4CC7-A58D-6E6CD936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로컬 Git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D0DE93-64E9-4EDD-A9C1-1D947FFA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E3C9C-5502-42B1-A3A4-C18F487B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작은 CPU 모델·텍스트</a:t>
            </a:r>
          </a:p>
        </p:txBody>
      </p:sp>
    </p:spTree>
    <p:extLst>
      <p:ext uri="{BB962C8B-B14F-4D97-AF65-F5344CB8AC3E}">
        <p14:creationId xmlns:p14="http://schemas.microsoft.com/office/powerpoint/2010/main" val="1033957218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443CB4-F88F-403A-8132-9355855D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793DE-B4CA-4520-83A9-49B14E4F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 4 · 다른 PC에서도 다시 실행할 수 있을까요?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CFAD8-1E34-410D-86E4-5D41BED7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604F1-3A6A-4E61-9361-A55F45A3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8B134-B1FF-4188-9B62-6D262A26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12:00-12:50 · FREE SETUP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07B21-4779-48A2-9921-04D8AAC02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A3ED8-09DD-4359-AF1D-A84A1D65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상황: 저장소는 받았지만 .venv가 없고 Notebook이 전역 Python을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25BB8-85F4-4F7F-B3C7-0DFBE036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03696-4A11-41F9-8742-08AF329A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5E4D2-52D6-4DC9-91B4-601D7311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첫 세 명령으로 runtime과 경로를 어떻게 확인할까?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E5D4E1-341A-46E1-B911-C1B64392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E1457-52C4-4DC2-9554-A08E5B84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C6758-150D-4230-B557-A968D56E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10분 안에 설치가 안 되면 어떤 fixture로 계속할까?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A26D7-2E2B-4462-A1ED-532CDC8B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878AB4-B8CE-43B6-9A7B-2F3A4BB7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9C33D-5480-4D2B-8F99-0B58FBB7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 상태를 어떤 commit과 캡처로 남길까?</a:t>
            </a:r>
          </a:p>
        </p:txBody>
      </p:sp>
    </p:spTree>
    <p:extLst>
      <p:ext uri="{BB962C8B-B14F-4D97-AF65-F5344CB8AC3E}">
        <p14:creationId xmlns:p14="http://schemas.microsoft.com/office/powerpoint/2010/main" val="1406324776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50BDB9-6C3A-450A-BBFD-202BE334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B162B-3F91-4CD8-9F79-1ADE4A81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12:50-13:40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8FF40-6C8C-4DC9-9C78-CE0ABA34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1일차 5차시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651A3-8FE0-4E85-89AB-F75B046B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안전한 Agent 실행 루프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65790-C60E-4629-B1DC-95A0F221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12:50-13:00 강의 · 13:00-13:10 코드 시연 · 13:10-13:35 개인 실습 · 13:35-13:40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D4967-5CF1-489D-B3DD-108957B7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0932E2-EC7C-4DD6-A37A-5C3066AF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E9E6D6-F0BB-4FD6-8627-ABA871C2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B6411-264D-49FA-8672-59D60B0D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Planner · Validator · Executor ·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61112-C0C8-41E1-963E-5401D887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10CEB-15FE-4EBE-9C1D-DEE1631C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D6E19-E815-48C2-AF4D-A989ABB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640F2D-4B4B-45F8-A4D5-15022C39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LLM 전에 정상과 실패를 규칙으로 검증한다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B6F4F8-AC7C-4DE5-888F-E744D603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E4787-FADD-4AA5-9241-A92F7DEE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E7F9EB-13EC-472F-8351-3BC9DC8C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BCC06B-ABD6-4917-8114-CE02C3EB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정상·실패 test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0EED5-1A3C-4811-8F47-05EE7938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D7629-9EC4-446E-B7C7-86A4E3C0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슬라이드 135-168</a:t>
            </a:r>
          </a:p>
        </p:txBody>
      </p:sp>
    </p:spTree>
    <p:extLst>
      <p:ext uri="{BB962C8B-B14F-4D97-AF65-F5344CB8AC3E}">
        <p14:creationId xmlns:p14="http://schemas.microsoft.com/office/powerpoint/2010/main" val="553038236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87DBE1-824C-4AD0-BF10-C886ADB1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35276-262F-4775-AC6E-A1B31F6B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LLM을 붙이기 전에 실패 상태부터 고정합니다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43FB0-ACA5-464A-B0FC-E385BAE7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02846C-A292-421F-AE86-BE5F4008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592F25-0C8B-4B25-844E-C6C470DA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EA408-3759-4E53-B976-C7C8C49E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9EDAE-4DBD-45D8-967B-B8CFB9A5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 실행 루프는 언제 재시도하고, 언제 사람에게 넘기고, 언제 완전히 멈추는가?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CE116-C138-46FE-8E41-6FC3C785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4592D-432D-4A2B-88C2-C14A73C6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계획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32CFA-D7B6-4A89-B8E5-DB40A6BF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규칙 기반 planner로 next action 선택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339EA-58F7-46D8-A5A8-DBEEFB92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1CC39-25B8-463B-883F-DDD1D4A6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검사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6BB352-641E-41A9-B414-A22124BB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validator가 schema와 policy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63AFC-FFE1-4B7E-B4DF-02D1D0B4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49E837-EAF5-4D37-B974-6CF417C5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27E2C0-D515-4A02-A02B-313B8CB7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executor가 좁은 tool만 호출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E5EABF-96D2-4AAB-A38D-37476687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9EDA38-2749-4A66-8DA2-935535D5A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관찰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C0E208-3443-4F84-B685-2B20EBE8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ToolResult로 성공·실패를 정규화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A7E093-DE0D-4F1E-AB42-2FC5BD09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790495-8423-41C3-97C3-F74DA3EA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중단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8DC85C-C6CB-4605-A222-CF308417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timeout·attempt·terminal status로 종료</a:t>
            </a:r>
          </a:p>
        </p:txBody>
      </p:sp>
    </p:spTree>
    <p:extLst>
      <p:ext uri="{BB962C8B-B14F-4D97-AF65-F5344CB8AC3E}">
        <p14:creationId xmlns:p14="http://schemas.microsoft.com/office/powerpoint/2010/main" val="413612758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9EAA0-E9CB-453F-8812-614662BA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F594B-3B7B-44BD-9A4A-5325E8E9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 실행 루프를 나누는 네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E8F1A5-1EF8-45D6-95C1-CAEBBB3B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D7D70-6514-44C4-94E1-54C77FEE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41BE5-2BE3-476F-AF32-5D519B5B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CE678-A450-45A2-8E94-C925FB64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354268-9DD5-4D9F-B47B-A74E6E47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A5A82-01F5-4E3B-B108-C2371C28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CCCDC-FA11-41D0-B0B5-67A56A46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99F2D-5CA5-4C8D-A7B5-02967AB0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E048C-10B8-4BEF-8E0F-4554BF48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Planner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Next-action Selector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627A1-9B83-4D25-82C8-3B00130B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현재 요청을 보고 다음에 사용할 도구와 인자를 정하는 부분이다.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466E03-9C63-43A4-9939-E2083D02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‘txt를 읽어줘’에서 read_public_text와 path를 추출한다.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D0A69-3686-4E30-B336-F9AE41D8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AF4676-B43E-4F2A-BFC6-30ADCB59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808CD-8D1F-41EF-9381-5D86D7D9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Executor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Validated Runner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FE654F-CACE-4749-B977-88B53438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Planner의 요청을 다시 검사한 뒤 실제 도구 함수를 실행하는 부분이다.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39AF4D-9D5B-4A99-9240-F273053F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Registry에 있는 허용 도구만 호출한다.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A9B389-69B5-4603-A896-5F75B0CF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1E05DE-EAFA-4D49-92CD-B791ECB6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Timeout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Maximum Wait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A5D6D6-D569-43A2-95F3-9293E492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도구가 응답하지 않을 때 기다릴 최대 시간이다.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CCF367-D31E-426E-991B-238A4243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10초를 넘으면 timeout_error로 기록하고 fallback을 선택한다.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B91AF7-51CF-43E4-A857-057A12A2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560CED-B616-4992-9099-9C3D1585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655423-81CF-4C5E-BBD7-95CE62FF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6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Idempotency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Same Request, One Effect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AE66FF-16BD-434C-A2D6-4CB6D26C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요청을 여러 번 실행해도 외부 결과가 한 번만 생기게 하는 성질이다.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94F6C2-2877-436B-97EA-1519E600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request_id가 이미 성공했으면 저장된 결과를 반환한다.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D60B49-9B14-4EE2-BB06-892C8B18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3006086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A093C-6D7D-4A23-B87D-536EFE21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처음부터 LLM을 넣지 않는 이유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42859-F66D-4C76-BB26-D21AB564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20AA7-4E30-452B-952B-0B0D073B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BD8902-BEA2-46ED-9121-1B2E727F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E4E3-1098-4F33-8F7E-C088D89C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24F12-C0E9-41B9-A73B-D1D70543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A24B00-7FB6-4AE2-B142-D1A143AE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결정론적 planner로 제어 계약을 먼저 테스트하면 모델 변동과 코드 오류를 분리할 수 있다.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b10cd500f413f">
            <a:extLst>
              <a:ext uri="{96DAC541-7B7A-43D3-8B79-37D633B846F1}">
                <asvg:svgBlip xmlns:asvg="http://schemas.microsoft.com/office/drawing/2016/SVG/main" r:embed="R69ba7e52328944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90F0F-A028-4C35-9636-05574BB8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86C33C-72C1-4A34-AC8C-31211671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규칙 기반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CE55A-DCD7-4E87-BD73-08D52E67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13E96-F205-48ED-89F9-D3D5BCCA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고정 fixture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63F089-F40C-4176-B65A-8080FF80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3404C6-F3A1-4379-ABCB-0CFFE26D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executor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714A92-886F-4BF7-AB27-4353473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E92F15-665B-4E53-B99E-8A456D95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운영에서 먼저 터지는 곳  |  무한 retry는 회복력이 아니라 장애를 늦게 발견하는 방식이다.</a:t>
            </a:r>
          </a:p>
        </p:txBody>
      </p:sp>
    </p:spTree>
    <p:extLst>
      <p:ext uri="{BB962C8B-B14F-4D97-AF65-F5344CB8AC3E}">
        <p14:creationId xmlns:p14="http://schemas.microsoft.com/office/powerpoint/2010/main" val="1454332393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F7C3D-638D-4DC6-B543-87CB19F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Planner는 “무엇을 할까”만 결정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E3207E-05EE-4518-B78D-03818E19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8150D6-A8FA-4B0F-B067-FECEF135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55ACB-AD3C-4EC7-8184-72BFFF035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EB69F-43A2-43AC-9DDB-2686D4BE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F57DD-5E38-4AE2-80FD-540C39C8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도구 이름과 인자를 제안하고 실행 권한은 갖지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12993-0CCA-4465-BDA3-444E01CA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95DB4-A5BA-4356-9318-9677C489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input 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7FD75-A8CB-4CD2-8045-37E77767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73E5F-3C83-4531-BF3A-336A6F3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planned_call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2BDF9D-A855-4215-A1E4-1D248E74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D96276-E8C4-4CAB-86AF-2EA9C8B9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 side effect</a:t>
            </a:r>
          </a:p>
        </p:txBody>
      </p:sp>
    </p:spTree>
    <p:extLst>
      <p:ext uri="{BB962C8B-B14F-4D97-AF65-F5344CB8AC3E}">
        <p14:creationId xmlns:p14="http://schemas.microsoft.com/office/powerpoint/2010/main" val="1927175741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59DF3-CBA4-4253-9827-E5804C43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Validator는 안전 경계를 고정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901A0C-117C-4DCB-9474-74A817E8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8A769-E009-44AE-BE9B-4FD6701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E2AC0-6D31-4263-A0F6-B9221335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18E4A-AD50-4EF9-9607-C0E21238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F903D-3F9E-4873-B1DB-166F7CEA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F3D30-CF1A-493A-A77C-00479F6F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 도구·필수 인자·타입·추가 필드·경로를 검사한다.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7305E9-E0DE-45D5-A1BF-809BACAF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2C6811-A6BE-4C21-BBF9-2F30F113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E0855-8855-432E-8CE4-6343D753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0EBEA8-B391-4767-82C2-48636DDF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policy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821DDA-619D-476D-BD10-D097E6EC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3F32C9-3DF4-4C3B-A8C4-75016768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path guard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669EDD-AD3C-4134-A72D-1D150A26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EEC9D6-4414-4C6E-8A44-0585939F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error code</a:t>
            </a:r>
          </a:p>
        </p:txBody>
      </p:sp>
    </p:spTree>
    <p:extLst>
      <p:ext uri="{BB962C8B-B14F-4D97-AF65-F5344CB8AC3E}">
        <p14:creationId xmlns:p14="http://schemas.microsoft.com/office/powerpoint/2010/main" val="1566794225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428E5-1AD1-4A4C-974B-F730A728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Executor는 등록 함수만 호출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385BE6-C0EA-4F1F-849A-60C7C4A1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E78AD9-8147-4A6E-A5D9-AFF977BE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402C7-F3B6-49DC-B67B-02A92194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BA868-2679-4B0B-BA85-AF178E27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83FEC-96C3-4FA3-8079-983DECDB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동적 eval이나 임의 import 없이 registry에서 함수 객체를 찾는다.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B0E26-82A5-4F98-ACE0-5E594752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C18FC9-85CC-4D99-9FAB-8D97EEBA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registry lookup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C358EC-BFCD-4940-8447-3891366E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B55FA-4978-4D36-8348-4145A1DB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kwargs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181823-88ED-4337-BE6C-51741386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DF2A8-1D05-442C-9522-9B39476E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exception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418D3C-C159-4146-ABE2-BEFBA1CA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D4484-B279-4A4C-8ECB-7873FB82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운영에서 먼저 터지는 곳  |  결정론적 planner로 통과하지 못한 계약은 LLM을 넣어도 안정되지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36417131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0381DF-808A-4AA6-97EF-590C7AAE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ToolResult는 성공과 실패의 공통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1FDA0-1891-4C0C-88DF-40B8B32B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A45CB-CF9C-4894-A57E-7A5F4385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336D7-9B72-442F-B846-001C6133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CA9737-079E-435D-B80D-5644BA3A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DCFDF-29B1-4277-B591-C76A70F9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934836-050C-4292-8CE8-A7E1E809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downstream graph가 traceback 구조를 몰라도 다음 행동을 고를 수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FB545A-AF8C-49B1-8ACF-96594816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8C78B-84CB-4BF6-8D1F-82E076D0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55839-A072-4545-A98F-06C0BE4E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C9B22F-4B07-4D7F-8F1C-D47DCEDE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B5E581-FB27-45CF-9F4A-61AE534B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F94026-0AA8-4AEC-BCE6-553655B4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error_code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CB9D9-93CC-4F67-B76A-F04C8D8A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D9BCDF-84A9-4AC7-A00D-0BADF3C7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message</a:t>
            </a:r>
          </a:p>
        </p:txBody>
      </p:sp>
    </p:spTree>
    <p:extLst>
      <p:ext uri="{BB962C8B-B14F-4D97-AF65-F5344CB8AC3E}">
        <p14:creationId xmlns:p14="http://schemas.microsoft.com/office/powerpoint/2010/main" val="1012528117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2BFAE-7434-4F37-9734-DA650AFD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read_public_text는 의도적으로 좁다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BDC74-0A70-4C9D-818B-C1172602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5F2FE-8D34-41A8-8298-4BF3E411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7679E-4678-4B93-9F31-5476B7D9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9FBFE-D08F-48CD-BC0B-BEC6079C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38320-F94D-40DB-B7BE-4B268A19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workspace 안의 공개 txt·md만 읽는 도구로 최소 권한을 체험한다.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D34493-4D26-4C61-BE5A-1F31E41C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8EE53-1641-4AA1-B642-0E1FE2D9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root 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B6B57F-5F0D-411B-A50F-7113DE4B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A5ABE-4487-4B8E-AF40-711F2006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suffix allowlist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9B071-80EA-4CB8-8C1B-9CFC98CF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D2B48F-804A-464B-935C-43AF9ADE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UTF-8</a:t>
            </a:r>
          </a:p>
        </p:txBody>
      </p:sp>
    </p:spTree>
    <p:extLst>
      <p:ext uri="{BB962C8B-B14F-4D97-AF65-F5344CB8AC3E}">
        <p14:creationId xmlns:p14="http://schemas.microsoft.com/office/powerpoint/2010/main" val="1933925033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28756-1B2D-487F-8E77-A350D0D8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count_action_markers는 LLM 전 fixture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6E72A-D2E2-45CB-B118-1F9F4C04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B987A-2BFA-4955-8D34-B3907482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C04A99-C750-4DCB-9749-16A3542A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84F1C1-A22F-482A-BA8D-BD027436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91548-3271-42B4-BB80-D7070110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021A32-C612-4880-A874-81AF6757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한국어 행동 표현을 규칙으로 찾아 구조화 파이프라인을 먼저 연결한다.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D846D-50E2-4D5B-94AA-BBE87036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AA215-FA96-432B-BFE2-3CCCE5BC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까지·작성·검토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6AA28-44CF-4F1A-BE51-0756F77E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E8686-D248-4C57-A48A-3DCB42F6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evidence 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379CA-244D-4671-99B1-12C33083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721F83-74FE-4C81-90FD-88188E1E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deterministic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B6ED88-2D3C-4579-B97F-ABFB62E4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083D32-3EF5-4264-BF6F-B319A291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운영에서 먼저 터지는 곳  |  Agent의 실력은 성공 횟수보다 실패 상태를 얼마나 잘 구분하는지에서 드러난다.</a:t>
            </a:r>
          </a:p>
        </p:txBody>
      </p:sp>
    </p:spTree>
    <p:extLst>
      <p:ext uri="{BB962C8B-B14F-4D97-AF65-F5344CB8AC3E}">
        <p14:creationId xmlns:p14="http://schemas.microsoft.com/office/powerpoint/2010/main" val="268103718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6A4922-6867-4016-9BAE-A2C74D62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5907B2-AB2B-49D4-9E0D-A590EB42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코드 읽기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79520-3F55-4EAE-A916-C44F57DF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B6DCA-185F-4574-87C5-8D1EBC6E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6DC2EF-8E6B-4294-83CC-EE0D2D89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F0538-8353-45E2-A1FE-E82A5AAA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7983B-D74F-4149-AA51-349940B7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14F9C-64E1-4474-A268-717B65F3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DFB045-B49C-4870-B618-812BD51B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84516C-B556-4F6C-B7CC-96503A2B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dataclass·schema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7458EE-F15E-4A6C-AF48-5A1073C5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2E440-CBC5-4F82-A90F-69CB115E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526FA8-D94E-4637-B702-086BEF40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POLICY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5B163D-04F2-4CA5-9433-3DA2C003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validate·guard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00CEC-176A-40A4-9848-4A1CE0BD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9F7EB-9FF1-4332-96A2-8A141B43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33A089-FBFC-4E36-B17C-B0016BBA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372904-0A1B-4AB6-A701-8A71FC5E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registry·result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353F2-9395-48FF-854C-5835BD12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12F8EB-7604-4013-9849-215EBF58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819A44-78BF-4B82-BE32-F9F4D7DD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DEMO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12735F-54F4-4098-98B6-54D2637C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__main__</a:t>
            </a:r>
          </a:p>
        </p:txBody>
      </p:sp>
    </p:spTree>
    <p:extLst>
      <p:ext uri="{BB962C8B-B14F-4D97-AF65-F5344CB8AC3E}">
        <p14:creationId xmlns:p14="http://schemas.microsoft.com/office/powerpoint/2010/main" val="1370174590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6FF83D-5CDD-4081-88DA-C5468AEF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E1C47-67FE-40CB-9CCE-12DAB008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Run All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29B88-593A-4ADC-9820-8A72995B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CCDD1-1C29-45E2-A91A-6F76DB09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238E2-45B1-44BF-B191-E5CE8931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07B7C-BE25-4B2F-8EA7-1618E750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5E4A7-8EB3-42F4-9615-3421EE7C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34662-B5EC-4C81-9E5B-59D3DA63D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4EC70-5320-4B93-8593-2D08EE21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KERNEL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30BBD-A70F-443C-BC87-2ECD43AB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C3EEEF-82E0-4421-B222-C16B0A2A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F9CFB-30F8-486C-952E-C8727513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BE137-99E7-4AED-9C8A-7DEDF48E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IMPORT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6E64F-82DB-439F-8108-308DECCE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24F41-AA2F-4109-B92A-B9478444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30185F-FD53-494B-9499-74DE0942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F14106-125E-4189-8A55-86D7B6FA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NORMAL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914086-72EC-4111-8CDF-01871429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success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54E85B-8461-4F21-988A-2EBC21DC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1D6D49-BF1A-42C9-807A-E5A75965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5732A2-A83C-4036-9D32-309207BE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F160C6-4F01-4D03-AFF3-5B5E63D4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4 error cases</a:t>
            </a:r>
          </a:p>
        </p:txBody>
      </p:sp>
    </p:spTree>
    <p:extLst>
      <p:ext uri="{BB962C8B-B14F-4D97-AF65-F5344CB8AC3E}">
        <p14:creationId xmlns:p14="http://schemas.microsoft.com/office/powerpoint/2010/main" val="213522924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2EED16-C4C4-4A22-B40F-2C492743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AE5966-485E-4437-81DB-6FC7183E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주입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7C1CC-081A-4982-A60A-F0F33295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B66E3-614E-4CE9-925E-BCEE7D99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32C5C-53F2-43FA-9C8A-8D5396BD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266A0-A32D-40FC-B974-99885276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301C8-E00E-4D8C-A7C6-77BE9BCB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4818F-9042-4315-9B1D-29EF6BC7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DD8E5-FFFB-42B7-A1F1-55ABB1F2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251C99-9255-4C3B-A2DE-A1FA6AFE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도구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3C224F-A3A0-4179-87F3-FBF98C07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35BCF-5BE8-4F4B-9229-EE531833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45B4EE-0BB9-4B86-BAC4-87DD18A7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MISSING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B4C935-A68D-4D46-82A3-6BCB1507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인자 누락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95A290-D0FC-491E-A2BE-E22CDBA0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3E2FF-9A1B-4649-B9E4-99EF7DA4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0C4680-B368-4A24-8C8C-F5D5CBD1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TRAVERSAL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A9E175-ED92-45CE-B974-EDF538D1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경로 이탈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EEC383-57F7-4245-A394-A4C8FE9C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27A6A8-CF2C-4428-81F8-4EF18849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330504-FBB4-4FD9-BC42-94557E19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DUPLICATE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CC3989-5F37-44AC-9AC8-73668BBE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cache 확인</a:t>
            </a:r>
          </a:p>
        </p:txBody>
      </p:sp>
    </p:spTree>
    <p:extLst>
      <p:ext uri="{BB962C8B-B14F-4D97-AF65-F5344CB8AC3E}">
        <p14:creationId xmlns:p14="http://schemas.microsoft.com/office/powerpoint/2010/main" val="38601561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25D16F-9D8E-4F72-BE3B-A49C3FDF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0E77D-243A-4B19-B765-E688306B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pytest 빨강→초록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90D5D-2AE3-4D97-A586-87782C01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8490E-83EC-460A-BC8E-3BE700D8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074E8-B853-440E-B256-F30D4345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74ACA-39E0-43BF-AD71-E3998F6F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BEFC9-611D-4D2D-A5DF-ACFAF78B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CE2B5-56A9-49C5-90AE-251E65F1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6E477-2848-4B9A-9D70-FDAC6C94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54176-6AFF-4E02-811F-B1C1DE5C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현재 실패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51848-D6B3-4667-A1C5-576D7090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690D2A-FDF0-422B-9639-3E4AFFF0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E8D3C6-2C9D-443D-B5F1-762907CB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3A14D-01F0-4F78-9CB4-3CA1C6FA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3667DA-8F2E-49BB-BEF9-2A08F867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6D9993-D571-45F9-879D-3C3B68BE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CBC7F7-CE1D-4078-BE67-414A9C4F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C1370-ED23-4EA5-B7B5-EF796B18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최소 변경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367438-4DE2-45AB-8A23-EBEBCBF0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2D1D10-4C36-4226-B9A5-63BF7510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6E62F4-3D4E-4755-9154-F8D34950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36B496-335D-46EA-AD98-AE3E04CB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전체 9개</a:t>
            </a:r>
          </a:p>
        </p:txBody>
      </p:sp>
    </p:spTree>
    <p:extLst>
      <p:ext uri="{BB962C8B-B14F-4D97-AF65-F5344CB8AC3E}">
        <p14:creationId xmlns:p14="http://schemas.microsoft.com/office/powerpoint/2010/main" val="1860481574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FDF303-633B-4C61-8137-DDD03463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36E8C-C820-4A47-9E38-E2F8BA0D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Git checkpoint 만들기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AF83EF-A9D3-49DD-9BDE-E37E99A7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82821-AB0F-4915-A710-570DB77A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74241-45A7-400A-AE5D-35AC903C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3ECD99-7200-4315-BA70-77B7FA7B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5663DA-F0A1-49CF-805A-341EF7F8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6A922-CB4D-46AE-8A8A-B44F5F1B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F7D19-834F-4352-9707-552D1731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44332-DB7F-4060-9706-0C513259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변경 분리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3FA4E0-8B87-47F3-8D97-B6A5BE81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CF7520-1329-4505-B791-F76F1700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6D38E-8E61-4ECA-B987-4DC84F78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9A8C16-3C18-4D68-A1F0-44311E4B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의도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DE3B3-3DA8-4345-8F42-4C775216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3CE0F4-AB42-407A-A6DC-780FA800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7C3376-8399-4A19-8E75-632FE22D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9E981-6F9F-4405-9A79-8B057B8A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src·tests만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642202-0F2F-49F3-9307-CAC8B0E1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66B5EC-0B47-4353-B17D-339AFD3C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121699-EA67-47DC-935E-686A7E15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47178-D4AF-4719-8334-1F6BCC83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메시지·log</a:t>
            </a:r>
          </a:p>
        </p:txBody>
      </p:sp>
    </p:spTree>
    <p:extLst>
      <p:ext uri="{BB962C8B-B14F-4D97-AF65-F5344CB8AC3E}">
        <p14:creationId xmlns:p14="http://schemas.microsoft.com/office/powerpoint/2010/main" val="814994104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8ADF39-E8B8-4626-BD73-1AF3C1C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E06B7-6D65-4A77-86F1-7B66A7BE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 네 화면은 실행보다 복구 경로를 확인하기 위한 것입니다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89EBB-8356-480C-9E37-0FD9EA14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42674-20A0-4B73-806E-2C6B201A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4D7B68-E885-4897-9085-8B67D741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CB4D3-18D3-4744-A857-8C8B7825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177E24-D637-474A-9F4F-0CEAE3DF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Notebook 실행기 → interpreter → Agent 수정 → 같은 repo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149D9-9BC6-41F4-807D-B0569CE1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87768-7E41-4BDC-8359-379406DC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56F4B-AC61-4110-BAC9-DCABA7FA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907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Notebook kernel을 준비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54D9F-59B3-4353-867D-3BF20834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907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Run All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836E1-A3C7-4731-A363-C32B2FB9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241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2018F2-E643-47A8-920D-9E260A83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9492FB-96C5-4A5B-BDEE-FC922A10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051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231E98-31AD-4058-9D64-712EE7BC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956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Terminal과 Notebook Python 맞추기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9CC52-F4DE-48A8-8071-F4362A11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956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같은 interpreter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B297A-A678-4CBC-B1D4-6B9E26B0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290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95CE2-C1C2-44B0-9265-C1A1A214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45D90C-775D-4FC4-9990-E4710953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1000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8C5A9A-8D10-4638-8F91-BB7B4540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작은 spec으로 한 경계만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11EEC7-A9E6-4DD1-B888-7327EEB3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0045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제한된 diff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BAC7EB-0CF0-48DA-9CE1-5A0AFE4E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3385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CC7871-FE0B-40B9-BD25-8FDBBB94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60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F6C8A-AB9A-4E7A-9349-D63E02A1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C7C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156AB3-068E-4814-8945-7079A178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305300"/>
            <a:ext cx="6534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다른 Agent로 실패 조건 검토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015C11-79EE-4FED-9ED7-965774C2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05300"/>
            <a:ext cx="2266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test 재실행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89073D-F9F5-4376-AD41-B0FC063E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38700"/>
            <a:ext cx="8934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1372100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7F2D8A-1477-454C-8C33-9A1E6ED4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526B8-8097-4AB2-B558-C15A796F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Jupyter 설치 · notebook 실행기의 공식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FEC0A-5644-4543-AEA0-7609923A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2F693-F6F5-4600-AE64-77739DEC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81E192-31B0-409A-A83D-F744341C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5637BB-E372-432E-A877-53B797934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360AA-021D-4CB3-AB4C-A80BF2F4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4BED4-8582-4A3E-AAB8-027C34FF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B222B-0246-467D-AB23-D8325C75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JupyterLab·Notebook 구분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677195-912D-4D23-8565-E9DD5F45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7CBEF-057E-4E97-B877-B12FDCF2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 extension과 kernel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F5B02-F88F-448C-B6BB-61FE1A12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BFFE7-EC1E-48B2-915B-3E34C4BE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프로젝트 가상환경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243C75-3B5D-47A1-BF61-F52F69B4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79996E-07C2-4DF7-9A81-4D9D85FC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Run All이 완료 증거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0675C6-BF69-4495-BA88-4E515C2D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1062410824dfb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4D1250-7599-433C-9D58-827F8D0C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Jupyter Install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221083272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4F478B-5FDE-4FEA-92CB-4DE7F910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EB3FB6-72BF-4515-B5A6-A8831C65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VS Code Python · editor와 interpreter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F2D6A-B9C2-4E3E-82E8-24B1AED3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267C1-C8CC-4A31-A48E-F3AF2C32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8C870-CD10-4A9E-9AD1-14EE4971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C499D-0829-44E2-AC0D-9BF0ECDD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AD674-395A-4C40-907F-8D2E04E9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F1A653-4BF1-4F69-A2A4-BC002598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0B290E-D2F9-4364-80B1-E8588533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extension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02EE8-218B-4C9C-858E-5A7A8B20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91C97F-1ED3-490F-8554-0FDD5FEF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interpreter 표시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0159E-8AAF-471C-832D-A262B4EB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4F868-7CFD-4C12-8D3B-2E9C80F9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Run Python 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63631C-43E2-4DB4-9E84-164022B2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497CB-304D-4040-88CC-56B060FA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testing·debugging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2CC197-DC7C-48AF-A0AC-0A1268A2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015fe9d5249ab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74155C-2B7A-47D1-AE4D-366A83C5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VS Code Python 공식 문서 화면</a:t>
            </a:r>
          </a:p>
        </p:txBody>
      </p:sp>
    </p:spTree>
    <p:extLst>
      <p:ext uri="{BB962C8B-B14F-4D97-AF65-F5344CB8AC3E}">
        <p14:creationId xmlns:p14="http://schemas.microsoft.com/office/powerpoint/2010/main" val="1255906685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C27AA4-34C7-4FBC-ABE5-DBBE27F3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38E643-E152-49FE-A9A5-E23196AD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Codex CLI · 작은 spec으로 수정 가속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C9920-0CEF-4154-BD04-5BA6C283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71C2D-003B-4C78-AB8E-0C805B79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205EB-C7FF-40ED-B499-C9CA0849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0BAC5-4233-4E27-BFF6-F329DDE3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A6224-A24B-4DBE-8AC9-768E42AB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1D6EFA-DD7C-409A-A8F2-D6F99CA9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5E6E5-E48F-48C9-86A6-A21A0462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허용 파일 한정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350F5F-083A-48F6-BEB6-89CC1F09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C829EF-D1AD-471F-B574-01D4A14E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테스트 명령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41AD6-D12D-4270-91D9-98D4DFD8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06FE3B-2EAF-4C12-81E7-D29581BF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생성 결과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167A2A-9CC2-4AF1-AADF-EE3E0F52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504489-8731-4678-9D25-D524D4A9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demo 후 직접 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F79159-526E-4AF5-A42C-C6B3534E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0f997f26d4925"/>
          <a:stretch xmlns:a="http://schemas.openxmlformats.org/drawingml/2006/main"/>
        </p:blipFill>
        <p:spPr>
          <a:xfrm xmlns:a="http://schemas.openxmlformats.org/drawingml/2006/main">
            <a:off x="4876800" y="1727597"/>
            <a:ext cx="6591300" cy="370760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3330B-7CBC-4B34-9E03-19C92C59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OpenAI Codex CLI 공식 화면</a:t>
            </a:r>
          </a:p>
        </p:txBody>
      </p:sp>
    </p:spTree>
    <p:extLst>
      <p:ext uri="{BB962C8B-B14F-4D97-AF65-F5344CB8AC3E}">
        <p14:creationId xmlns:p14="http://schemas.microsoft.com/office/powerpoint/2010/main" val="562079558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2ABB4-B429-465E-9E1C-8FB5E301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833771-25BB-48E1-A3FC-1CCFD8F6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Claude Code · 동일 repo에서 검토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B0FE9-C1F7-48BB-9FEE-F6BE1100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37FAAC-411E-41BD-9892-4EE822B5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22874-4F13-4E04-94D0-05F93F7C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4E91AC-8AC3-41DF-BEAB-E71618E2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F3B632-DAAA-4D2B-8B0E-3047FE6D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31924D-82C2-4EA9-96D3-478C518C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0C9070-7161-4F3D-8DF3-1243E463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작업 폴더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B215B9-AF8A-4FCC-886C-8E5119AC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D5BD6D-2751-4C60-85EC-A7271595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변경 전 계획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60D9A-610F-4FF1-B23F-0B115173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39948-EB09-4617-97F2-78A6DC25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변경 후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8FC99-DA64-41C5-824A-A12D612D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19D28-420F-4EA4-BCB2-DFBFCBB8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두 Agent 결과도 사람이 비교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BE027-D12A-4846-839E-3313BC7A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5f8093cba34853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C05F3D-02AA-4356-B029-92560585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Claude Code 공식 터미널 가이드 화면</a:t>
            </a:r>
          </a:p>
        </p:txBody>
      </p:sp>
    </p:spTree>
    <p:extLst>
      <p:ext uri="{BB962C8B-B14F-4D97-AF65-F5344CB8AC3E}">
        <p14:creationId xmlns:p14="http://schemas.microsoft.com/office/powerpoint/2010/main" val="2077099552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07F869-4707-4723-885F-5918B58B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86471-96EF-4355-8CC3-24D6BCB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규칙 기반 planner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2AC46-FC23-4E74-926E-7F4895CC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E0422-1903-4862-8009-7CCBD513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D468E-EF28-45C9-BD2B-B2EF3C74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16E6C-79BF-485D-A167-37EF4351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8634D-4D6A-469A-86FF-29BB7055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0B61F-9586-45C2-B350-3B8C0D66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0A6231-64C6-43AC-8AD7-DCFE9E65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결정론적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701F8-27C4-4556-966A-DCA08F09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C7F25-75A3-45D2-BDE8-89E602D4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파일명만 추출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116D86-92CC-4AF9-A341-D31F091D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EA05E-8C45-4142-A7B5-F665E3F8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unknown도 정상 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38D9B-5165-41B7-887C-1FB9F96D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FA392-0BE7-4886-B04F-8FE15EA2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Day2 model로 교체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B3DABA-DA19-4E7E-8F5F-232530D4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A89084-2071-4E1B-8A03-70A89636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D06E67-2371-4032-AC10-CE816F87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rule_based_planner(message):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match = re.search(r"([\w./-]+\.(txt|md))", message)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match: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return {"name": "read_public_text",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 "arguments": {"path": match.group(1)}}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{"name": "unknown_tool", "arguments": {}}</a:t>
            </a:r>
          </a:p>
        </p:txBody>
      </p:sp>
    </p:spTree>
    <p:extLst>
      <p:ext uri="{BB962C8B-B14F-4D97-AF65-F5344CB8AC3E}">
        <p14:creationId xmlns:p14="http://schemas.microsoft.com/office/powerpoint/2010/main" val="1809320290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EC2515-AA75-43EE-92C6-9ABC79C4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574A8-8261-49CD-8710-669CD13F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SafeToolExecutor의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49B431-901B-4808-B346-8A13D3CF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11286-FF9B-404C-ABC4-FED6A9F1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1E3EE-2BD1-472D-A285-E2DEB132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4F49A-9DAC-4355-93CD-C9116B85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9666A-153E-4C68-B00F-BD0348DB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6818D-C01F-409E-8D1C-410EE044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9459A1-51D8-4ED9-B5F6-C2E96CEC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검증 먼저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77BDF-82B3-48D2-976C-48B76B5D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B47E2-47EE-4638-B65C-217210C3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registry 함수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4DD13-00AA-471F-9394-1AB14295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C9C4FA-57FA-4D4B-B67A-A898A607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예외 정규화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19A16-DB95-4670-B4BA-922FB4F4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074A6-3A2F-4197-8789-5A731AD8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반환 계약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888B7E-B47C-4A69-A1BF-37E4772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CE0346-ACB2-4292-A2D2-7DBF41F2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EB83A-DCB5-4860-ACC8-B0CC1529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execute(self, name, args):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validate(name, 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fn = TOOL_REGISTRY[name]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data = fn(**args)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return ToolResult(True, name, data=data)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except ToolValidationError as exc: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return ToolResult(False, name,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error_code="VALIDATION_ERROR")</a:t>
            </a:r>
          </a:p>
        </p:txBody>
      </p:sp>
    </p:spTree>
    <p:extLst>
      <p:ext uri="{BB962C8B-B14F-4D97-AF65-F5344CB8AC3E}">
        <p14:creationId xmlns:p14="http://schemas.microsoft.com/office/powerpoint/2010/main" val="281509377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F34EE-4BB9-409C-9D41-7F8BE324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97EF6-C5BE-41D9-B0B2-4021FC19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파일 확장자 allowlist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37EB3-F452-4262-B3A1-59A89726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6A086-6F78-4A57-B018-C9FA045F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A2DA6-74AF-489D-8CCE-97D7074A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43DA93-9502-4B0E-B93C-E28EAF20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7F2059-7B0D-4B57-8E9B-66ED3D08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5CC4EE-C8B7-48CC-B1A1-3697F147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EB182-5432-4EB0-886D-4F5F73E8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목적에 필요한 형식만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0088A8-626C-476A-9633-6942C828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61E289-75C0-465D-9190-041780A9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binary 제외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2F1635-A20F-468B-A3A7-A9DE00B4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9841F-3005-4C91-AEEF-81A62094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정책 메시지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C77837-D229-40ED-A591-C915556F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A43694-82EE-4BB4-BAC0-2249095A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POLICY_BLOCKED로 매핑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338A79-E475-4857-8618-CF0D2A04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82E76E-5AD6-4AC3-B8BD-46CB478F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B71106-1C0F-42C0-80C8-020AAA4D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candidate.suffix.lower() not in {".txt", ".md"}: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raise ToolValidationError(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"Day 1에서는 .txt와 .md만 허용합니다."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2072027904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073856-CBE0-43CD-945B-803596B1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6DFD0E-A9B1-4A49-BAB4-B543DE09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중복 호출 cache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C0B56A-942B-4861-88E2-A5D9BA9C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BB225-F44C-4C14-8594-49948B4E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8E83A-4228-46CC-9C6B-4C08DD3A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B6769-AB08-4D51-A053-6BB7FBE3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E5CA6-8109-4118-8B41-E83E7D2F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801FD-63F8-4F1A-9670-36FCB7D0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E6979-A9C1-4520-AA85-0BAB5BF2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전 조회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66D565-BF32-461E-BDBB-3D66BFAC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5503DC-8E8F-4E38-A51A-B134CB2A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성공·실패 정책 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491B67-7A44-41A0-A8EE-52948C2D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E6F1A-6BA7-4148-8490-6D72D5C8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cached 표시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2D419-2EA1-4A03-A9D1-E40B91B1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F2A514-2B85-4334-928C-824B9834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외부 쓰기에는 영속 저장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EE8CA0-8C48-4464-924C-6BD3CD18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3D56A0-1032-4108-9576-5433A31D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9D204F-2681-4BBB-A850-EEC5E0F2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call_id = make_call_id(name, args)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call_id in self._cache: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prev = self._cache[call_id]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replace(prev, cached=True)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result = call_tool()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self._cache[call_id] = result</a:t>
            </a:r>
          </a:p>
        </p:txBody>
      </p:sp>
    </p:spTree>
    <p:extLst>
      <p:ext uri="{BB962C8B-B14F-4D97-AF65-F5344CB8AC3E}">
        <p14:creationId xmlns:p14="http://schemas.microsoft.com/office/powerpoint/2010/main" val="1770005252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71C63-077A-4E50-B6A5-BBEA137C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46073D-FE74-45FB-971B-B0F219D9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Agent event 한 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D738F-D5EE-4310-84D2-985A4208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9BC71-5542-429A-8CC2-59907EE6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86FDD-53D5-41F3-9310-25337BC2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B229A-EB5D-4F16-ABAB-D94ADC90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C58AC3-E601-45CB-83D2-77564CB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F4519-3332-4065-8371-7DA60FAE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DA930-9FF5-49CD-A025-D108F2AE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D5455C-49F2-43D1-93AA-A175B22E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941CC-0B9A-47DF-90D9-3D048D2E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17DF7-AAAB-498E-89C8-167B1826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CD965C-65D6-4E8C-AE1E-7C0FC728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E313CF-A65E-4E9D-8F25-269F6FEC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892DCA-E03C-482C-92EE-46492F40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 검토 여부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82BC6-ED3B-437A-AA9E-0FCCDADA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4AEEE2-98A3-44BF-8373-1EE6C4B4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1772C-BEC7-4E9F-AAEE-B9F7C51A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event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"input": user_message,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"planned_call": call,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"tool_result": result.to_dict(),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"needs_human_review": not result.ok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69794442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E89CE8-B70A-4327-AAFD-6A0050A7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78D4-5533-41F2-ACA6-27D7BF68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Notebook Run 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178C4-94EA-49BA-9E87-BECB34CE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A882B-2912-4278-9D8B-7E93AB7C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12BCD-3117-41B5-823F-87D8AB8E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92B4FF-2522-473E-A675-CE066928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805257-DBAD-4D0B-8EF7-62D785EB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3DEF6-3515-4B39-A653-01991C01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CB5A5-1178-44BD-8229-778546A0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31CE5E-C132-45E3-A9F8-CC98D154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98C7B-3FD7-447E-9E83-4C490ECD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F59DAC-A430-4163-84C9-12192C63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올바른 kernel을 선택한다.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C9471C-FFE5-4158-9A0E-B9C81A69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5738A-4967-4473-A85F-5B14995C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75EABB-1AF4-4462-983B-CD364A0E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Restart Kernel을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A3A2A-6933-4F47-89E0-9F9B9AEB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78AC2-6C9F-486A-B7C8-9E7BBB41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5016FA-33DD-4199-916B-9277029AA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Run All을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29065-74DE-4F0C-8824-D68BD202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294F52-94B7-4291-8E50-35D0539D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3C0680-8EC6-4F61-AC85-6435B155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첫 실패 셀에서 멈추고 원인을 기록한다.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640241-0406-4596-87E2-6009DE63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1F5B2F-ED73-48E1-B8DE-21C7D15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39EF03-376C-48E4-AA65-DE8412D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모든 셀 성공</a:t>
            </a:r>
          </a:p>
        </p:txBody>
      </p:sp>
    </p:spTree>
    <p:extLst>
      <p:ext uri="{BB962C8B-B14F-4D97-AF65-F5344CB8AC3E}">
        <p14:creationId xmlns:p14="http://schemas.microsoft.com/office/powerpoint/2010/main" val="932786706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4019A2-731A-4877-A430-7326A15D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CD41A-2B32-4677-98B6-44F7525A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정상 도구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A4DF6C-C302-404E-AD11-019A4EC9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89438-51A1-46FA-9CBE-517773FD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6E362E-0DB5-44E9-9CA5-DA2D99E9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FD410-8805-4548-9BA9-711889CC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AC55C7-1469-4747-8CAE-72D5918F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79A846-03E2-456C-8BB4-7C4F58BF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BAD46-1266-4ABA-A783-B6C77E58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E22017-BE5C-4059-BF51-79F36657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2414D-C008-4E59-94BF-E3E8C40E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038CCA-D00F-47AC-8F8C-4BD343BF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sample txt 경로를 입력한다.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4F9B32-4834-44CC-BB11-3A07D858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A0D0B-AB8F-4C33-A5E8-4B715F18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ED7DC-134F-40AD-A39F-F7CD4877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planned_call을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D03E4D-2926-4BEF-A553-67691D43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42BD58-14B9-445B-9A09-B298DB0A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572309-3FB3-4C81-AA98-5CAA5FDE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ToolResult ok와 data를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08996D-D8C3-4087-8D0E-7F4EC607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BA8CB3-FC35-4312-8553-BA7CCE8C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81C7A5-79C8-4049-A57A-B30AF92F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원문 글자 수와 경로를 검증한다.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3C60BA-55D6-4620-A4E7-8E977537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D24A49-7617-491C-806E-06027026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347DC7-5476-4853-A375-EE14D2E5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정상 event 1건</a:t>
            </a:r>
          </a:p>
        </p:txBody>
      </p:sp>
    </p:spTree>
    <p:extLst>
      <p:ext uri="{BB962C8B-B14F-4D97-AF65-F5344CB8AC3E}">
        <p14:creationId xmlns:p14="http://schemas.microsoft.com/office/powerpoint/2010/main" val="493530874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0CDD1F-E124-4AE2-8A46-43FA4431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696C3-AE3B-4671-BBB1-B1AB3074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실패 4종 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AE5C8-BAA1-464D-93E9-3FE3AC07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1D4B58-E2D3-4252-85B7-EB54F935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9C829-5B34-4308-A265-C3C1C3B2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19649-4232-4B19-9252-3D5845C5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A7008-64F4-4BAD-B6AE-CFB39922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717F3-A8BC-49B3-A399-F9CE164A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77C523-DD34-45D6-A0F5-F3298BFB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0F26EC-9A82-4324-A382-87994F58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766C1-FD66-460A-9DF2-E8F882AD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036DF-0359-4257-8318-5A3EED7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unknown tool을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C5D13F-F6A9-4631-ACF2-E413697C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AC7629-5614-40A4-A5AE-CBFF39D2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C24C9-651A-4BCD-B59F-D58B5FF9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 인자를 지운다.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5CB08D-2AD8-49B2-AD13-251D0915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BD93C6-2500-4168-B8AF-4ACE4FAC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7D2CED-39B1-4E22-A2A6-A61543BC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../ 경로를 넣는다.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2D3BCD-B103-4EBB-95C9-BEB3F451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31DB2B-9890-44B2-8B2A-CE72F135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92523-EE16-4E8F-9173-87417A0B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호출을 두 번 실행한다.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0184DE-3082-47E0-BCEB-D7654FC3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ECEE2D-CE14-4279-814C-06618509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AF69E5-9DC8-44B2-9979-7A3382C2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error_code 3개 + cached 1개</a:t>
            </a:r>
          </a:p>
        </p:txBody>
      </p:sp>
    </p:spTree>
    <p:extLst>
      <p:ext uri="{BB962C8B-B14F-4D97-AF65-F5344CB8AC3E}">
        <p14:creationId xmlns:p14="http://schemas.microsoft.com/office/powerpoint/2010/main" val="310336368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D0019A-DCD5-4A10-9C7C-262FDF3B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BD06C-EE67-4426-9A6A-E66B4E91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pytest 9개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811A36-8853-4508-8100-C5F4A8D3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94970-9282-415D-A695-47204BE1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164E5-4B9D-4C32-BA4E-A211E093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760D5-4BBC-4427-B093-21F4C984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3E96C-4A54-47BC-B32E-D20BB539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BED40-DC98-4324-9F9E-2A29A235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E539A-65BD-4346-A4A9-A19C7AF4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893F8-23C3-4F8D-BF34-94C88B0E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DE96B5-A155-4F90-96F3-7BE812D2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8B31B-0DB8-4667-A2F9-5FACCA3B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terminal을 연다.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F14E2-3ECD-477B-BB06-D3CE858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FFC719-04C3-44F4-BC92-BFAA958F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B0F8EF-3834-436E-B4E6-4D7F83E1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python3 -m pytest -q를 실행한다.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EA1A13-9C75-4E1D-A0C1-A5F21135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FD65B6-F62E-4FB5-8D3B-4538CF3C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4CF01D-D6A5-40B4-9D00-07D4A450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시 첫 오류만 읽는다.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D3023D-FDDC-455A-BB00-A1CD40C1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D74734-7A31-4E58-B6D6-8C3714DD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04E8E6-11C9-4354-8A4B-A2392520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9 passed 화면을 저장한다.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22986F-66E5-4030-8EA4-730DD149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E50B6B-6782-4DEE-8BC0-55947E1F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5FDBE6-617E-44C4-803A-ED117B0E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9 passed</a:t>
            </a:r>
          </a:p>
        </p:txBody>
      </p:sp>
    </p:spTree>
    <p:extLst>
      <p:ext uri="{BB962C8B-B14F-4D97-AF65-F5344CB8AC3E}">
        <p14:creationId xmlns:p14="http://schemas.microsoft.com/office/powerpoint/2010/main" val="1262333575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7F8D7D-1680-418B-A90C-FFB39AA7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4EA87-D944-4C93-A769-DAA30AA1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Notebook과 module이 다른 Python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26CEE-F77A-4154-A0BA-3E0A2A4E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AFC75-0598-44C2-BA93-34FC9206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5D8C3-37F9-4063-8EE7-3AE60607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73264-ECC9-4134-90D6-D197C0D3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E9907-03F1-4331-B911-45BB88BD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62D5D-999A-4E89-B917-5255559E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54202-A196-4174-8420-32756277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CF017-5A72-4918-8D69-A775460A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5DA7C-7DEB-4083-81F5-47027C31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import 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99118-CCCF-454B-9FCC-C1F0A3E2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3F2518-43C5-4CC2-B7F4-04D6CCF5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설치했는데 못 찾음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501CE-A802-4151-9830-7CFA276B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B58ADD-59FE-484C-B383-48EFCAB5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terminal은 성공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E152F7-F002-4F3A-8CCB-2B68E61F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4B134-9649-4339-B072-552333B4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kernel은 실패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2887A9-0ECA-4D85-B39C-F346542D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D71EB-BBF8-45DE-B418-206393AB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sys.executable 비교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341576-8FDF-4FF6-AC56-CB8E9376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6C0F31-62E2-49AC-B572-62A655F0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interpreter 재선택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0EC807-6C31-4094-820C-B4924A13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86B34B-99B3-4869-9DB7-0F93C5CA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kernel restart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BDF8B3-3ED6-4C3F-81DA-53B1ABEA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A7B145-4823-4C08-AD94-EA55E5CC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.venv</a:t>
            </a:r>
          </a:p>
        </p:txBody>
      </p:sp>
    </p:spTree>
    <p:extLst>
      <p:ext uri="{BB962C8B-B14F-4D97-AF65-F5344CB8AC3E}">
        <p14:creationId xmlns:p14="http://schemas.microsoft.com/office/powerpoint/2010/main" val="2084483146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1AABC1-BCA4-4F73-ADB8-F519FB41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C4ED0-6C8F-4C0B-8783-58395FAA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첫 실패 뒤 계속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481C8A-95AE-40CE-8CFF-308FB60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29E2C-9521-41F1-AE37-37FEDD23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4DF1A-8DA0-4ABD-A58C-C3AB481D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F3324C-CAF9-418E-A552-3CA64C74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ACC0B-99B2-4E4A-B53F-89260634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64210D-A886-41F0-9959-C1F3AB05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C6C286-E399-402E-9610-296A9778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E13FF-F121-4CFF-B449-8A43D8B9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78A585-3A8A-4DF0-9C56-8AE4D684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연쇄 오류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E35701-E880-4E27-B030-8DD942E9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009496-2122-4E0E-A03D-5AECDEB4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원인 혼동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69ECDD-14B2-44E9-A66A-AD845351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5520EA-92C2-4DB5-99AF-1F29719F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output 오염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2229E4-B681-4328-A9B4-6F4426C2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BD9EF0-6EF6-47C6-8BE2-635F6752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시간 낭비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5553FC-44BB-4272-A9DC-2165850E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A33DE-0519-4003-90C0-60F25B99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첫 traceback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F923D-D4F6-4453-86F3-44237A2D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80F75C-6383-4944-997B-814ACDFE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가장 위 원인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04DAA1-138D-4ACC-83E8-CF241104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DE63C3-F981-4C4E-BD63-C2523C3C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최소 셀 재실행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F22527-E6B2-4AE9-BFB1-8E8D9768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DD2CFA-A9FC-4622-9755-EE904DC4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Restart &amp; Run All</a:t>
            </a:r>
          </a:p>
        </p:txBody>
      </p:sp>
    </p:spTree>
    <p:extLst>
      <p:ext uri="{BB962C8B-B14F-4D97-AF65-F5344CB8AC3E}">
        <p14:creationId xmlns:p14="http://schemas.microsoft.com/office/powerpoint/2010/main" val="1608847825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BA8C21-06F8-4C8A-85FA-1A76BE48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6FE2B-23DB-4E3D-94FF-4FBFADCD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테스트를 통과시키려고 정책 완화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4D0D3-5BA2-4556-8C7E-27B57E9D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F96797-2EDB-4D11-98DE-E1F7B13A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88852-0F59-4CF2-8592-98B7AC23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AE048-36AC-4AD6-AF40-783193B2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FAA4D-BF47-4CDE-BB17-396CC5F6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A7642-AFEE-4010-8DE4-CDC2F6E3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337F1-7D2B-4081-97B2-8849178A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3D05E-CCA5-4A4A-B80F-86F0F1B6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953E71-290A-442A-9DA0-2DAA04C4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allowlist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2C638-D484-44D5-B24D-206D9FBF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5EC9CA-0506-4C8D-9D08-0228F959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assert 삭제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83310B-76A6-4B89-815A-4DB93B35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A06537-5710-46FE-9571-9DB3D5ED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broad except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73687-E77C-4EBA-A6B7-111D27AA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77D456-72B8-487B-A6D4-51FF9FCD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expected 변경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E468AB-6421-4214-855D-0C82230A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CCD04F-2E92-4B44-BB09-CFECEF40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요구사항 재확인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D3737E-4322-48FD-9578-57F24844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DAA78D-BCE3-4B89-AADB-26D8F2ED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최소 수정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861FF-32E0-46D0-8B54-43D54DDE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4A960D-5D47-4B46-BA19-6B506D49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새 regression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F35A5A-E19B-498E-A4A3-5E8E98F3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9C50FA-9A69-46A5-84CD-DA63B5B2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정책 유지</a:t>
            </a:r>
          </a:p>
        </p:txBody>
      </p:sp>
    </p:spTree>
    <p:extLst>
      <p:ext uri="{BB962C8B-B14F-4D97-AF65-F5344CB8AC3E}">
        <p14:creationId xmlns:p14="http://schemas.microsoft.com/office/powerpoint/2010/main" val="1778513810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8E88D9-1143-4F40-A396-1C796FF3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D0493-3E32-48D2-ACAD-274D2884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Safe loop를 현업 tool에 매핑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BA509-CC54-4B6D-9FF7-E02D9DE0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8E39F-EFC1-4378-A5A7-6F9ACDB6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31A82-30FA-47B8-808B-93F8B0AB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FA3AA-23B7-46AB-8CF6-C0300DAC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2FA50-A49C-4773-9156-FABB3E6F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교육 도구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A54ED-4728-4F14-AC2F-98824D59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현업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868270-A1D7-4CA8-9A3F-0F9F8917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36BAD-2FB8-4AE2-BD48-0AF32ADB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D67CF5-0A21-4C56-9580-121763B5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txt 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0C6C3C-E802-4BC9-8A02-D92E85A0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64A69-AC4A-4F20-9634-A4577413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marker 세기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4520A-A319-433F-BD0F-B97B0F6B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DCDEE-40D3-4681-9899-190F1983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결과 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581FFF-6670-4C59-9834-910625B2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CC53ED-E15B-46CB-B4A4-62CFE23B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로컬 cache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4E236E-8AEC-43DE-9EAE-DDC204DD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A0933-1721-4E02-A874-E7F89C88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FAQ 조회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DBFC95-DF7B-447E-938C-AD767213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15383C-1ED2-4660-B2F7-E6C100A6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티켓 분류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DF9444-B5E7-4C57-B521-8DF62989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D82E4F-DB96-4D01-853E-D445718A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검토 draft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6CEA08-67C3-4985-BF2B-641FC508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AED6E2-EF46-4FEA-85A1-783F1CEC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request dedupe</a:t>
            </a:r>
          </a:p>
        </p:txBody>
      </p:sp>
    </p:spTree>
    <p:extLst>
      <p:ext uri="{BB962C8B-B14F-4D97-AF65-F5344CB8AC3E}">
        <p14:creationId xmlns:p14="http://schemas.microsoft.com/office/powerpoint/2010/main" val="1994988421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B95A9B-B7EA-4456-AB3A-38E31941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043E3-7122-451E-9D34-8D4D4D85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 5 · 14:00 점심 전 실행 증거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B909A8-E797-446C-8FEE-135D8790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2A813-A911-427B-9904-5A5A41D0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B2A4D-D050-4C1A-81AA-EF08C56F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12:50-13:40 · SAFE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722EEF-730D-414F-B1DA-684ACE3A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DA9F5-D973-4802-8AF7-EB298531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지금부터 점심시간입니다. 14:55까지 돌아오면 15:00에 Local LLM 연결부터 바로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48F13-2F29-497A-A7B0-B9D4D1D7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FC6E7A-1306-411F-95DE-918500C1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EB1CD-EF70-43CE-89B5-04B91F54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Notebook Run All 결과가 남았는가?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14B7AF-2250-4B2B-B14E-23720CDA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1265D-D5C6-488F-AE13-68E5F220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7E6952-4310-4A31-A6BE-882BE191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pytest 9개 통과 화면이 남았는가?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FC492-8C67-42CF-A345-E5A033F1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3D6D8-7B94-46CD-A323-E2249168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B88561-5B7F-4C66-A220-BF68EACD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내 commit diff에서 바뀐 경계를 한 문장으로 말할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032295626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E65BF2-AAE3-4935-A3A1-62990632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4ED78-062B-4D21-8CE6-01B5BE98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7F0D3C-2F21-4A37-B8CF-7A78A83A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1일차 6차시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EB0D1-0E39-458E-88CD-32838092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무료·로컬 LLM과 Adapter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860EF-B91B-4F57-A31A-811270BB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15:00-15:08 강의 · 15:08-15:18 연결 시연 · 15:18-15:35 개인 실습 · 15:35-15:40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8ACA65-8385-465A-8031-D04CF8D7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C4A477-DBE2-44B9-ADE2-62734D7E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66E1A-047A-4325-BC3A-5AE59A3B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FAC83-5DE9-4DE6-9A2F-736846D1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 · LM Studio · Fixture Provider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B6A8A-0137-436E-9DA7-52979C49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3A671-0399-47EF-8967-4C6E9A9D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015B25-B8CB-44A8-86C2-60564C28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069FB-8C15-4BA2-8DAF-2F08DF27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모델이 없어도 같은 구조로 실습을 계속한다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9A5C2-74F6-4C60-B0B1-7F530F9A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286CC-9285-4707-A69A-B2C85897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0E75F4-5869-4034-97B4-B0E0CFD8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E9229-A1E6-4032-9D91-9B09C86A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성공 또는 예상된 실패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FCE32E-E90D-4390-9DE6-7AB1A792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EC9F4B-2436-417B-B999-62CD8E66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슬라이드 169-202</a:t>
            </a:r>
          </a:p>
        </p:txBody>
      </p:sp>
    </p:spTree>
    <p:extLst>
      <p:ext uri="{BB962C8B-B14F-4D97-AF65-F5344CB8AC3E}">
        <p14:creationId xmlns:p14="http://schemas.microsoft.com/office/powerpoint/2010/main" val="957931373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6C07CE-616F-4999-8D82-ABD2455F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EB40C3-5914-481F-B09B-FCE7587E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프로그램이 달라도 generate 계약은 하나로 둡니다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05C9F-A2CE-4D02-B812-D1ECA680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DE43E-287F-430E-A8EF-CE0BB97C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630A2-2047-47FA-98D9-01CCA8F3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E378D-0486-462D-83F7-99A4E2D2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C1E04-967A-49B7-A0BE-250A5873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특정 모델과 프로그램이 사라져도 이 실습의 핵심 계약은 그대로 실행되는가?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61B37-7AD1-4CFE-856F-5CDE41B9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8A44E1-F091-4038-83F1-5875B0E4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9E52C0-2015-4E20-91F4-206D6166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PC 사양과 UI 선호로 provider 결정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9D839-726C-49ED-BB5E-4D5AA82A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D99D7-6533-4207-B61C-EBA4B1D7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연결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47E427-01E1-41B6-998B-75514925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health와 base URL을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359C9F-3580-4423-A36D-F4BC14CB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D05266-7820-4BD0-ABC4-DA089D37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변환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7977B-B8C8-4027-BEFB-14FE3166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adapter가 요청·응답 차이를 흡수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DFCC1-4AD8-4522-A72D-5A75E343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E50E3F-9DAF-467A-A09F-69AFEA1F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A458F-8D97-4616-97F7-F7012262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JSON parse와 schema를 순서대로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DDC07C-D979-4CC3-9C00-874C5162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B7031E-D962-4623-8CCD-50BA9F9E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대체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C669C7-8E74-4840-9E0F-26BEB1FC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연결 실패 시 fixture로 계속 진행</a:t>
            </a:r>
          </a:p>
        </p:txBody>
      </p:sp>
    </p:spTree>
    <p:extLst>
      <p:ext uri="{BB962C8B-B14F-4D97-AF65-F5344CB8AC3E}">
        <p14:creationId xmlns:p14="http://schemas.microsoft.com/office/powerpoint/2010/main" val="2130703996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B3EFA2-6F38-46BF-8467-E3AD628A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62BFF-2947-43FF-8067-B0188E77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모델을 교체하기 위한 네 가지 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95D094-A60F-4630-A457-DA97FE3B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E85DA8-7312-4970-B47B-113B1AC0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EF2EC-68B2-4507-8A8F-EDAC96C4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0E4CD-F701-4D4B-AD3C-F715555C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D588B-221D-4CE1-A666-BA1F80A5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DD03AF-2A83-422F-9D59-9FCCE4A4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60BA8-150E-42D6-AE8B-12FE5C6C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CF6F05-7931-471A-A56D-CF7308CD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18690-3CCC-4B99-8183-E028BFBF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LLM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 on My Computer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5073C3-857A-4CB3-A2F1-036C194F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외부 API가 아니라 내 PC에서 실행되는 언어 모델이다.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551B3-87B4-4992-B657-B6CD0BD8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Ollama에서 qwen3 계열 작은 모델을 실행한다.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1325E-00C4-4337-ABCA-351C6154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87D61-33E4-432B-BAF8-9A530CBE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29DF9F-2ED7-48CF-A1FB-52A4C1F2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Provider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 Access Method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DA65F1-C421-43CC-A73C-61A222A4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OpenAI·Anthropic·Ollama처럼 모델을 호출하는 서비스 또는 실행 방식이다.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485826-2377-40E4-A367-89C35712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provider와 fixture provider를 같은 인터페이스로 부릅니다.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FEC63C-C6D2-4623-9038-966B9453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E281A9-491C-4EAA-B535-9E01CC5D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Adapter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Common Interface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734884-1274-4EEE-92C8-E37A9B38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서로 다른 Provider 호출 방식을 하나의 공통 함수로 감싸는 계층이다.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A9293-EC3D-4F0C-8E86-C097F8DC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generate(prompt) 함수 뒤에 Ollama·LM Studio·fixture를 숨깁니다.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6652F1-1471-4698-88BA-0DAAB144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ABA798-F82F-429B-B799-A63BCD76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7CBF0B-F756-4959-92EF-945031A6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Fallback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Alternative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C828FE-5CE9-4A00-AFD3-F53F7582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주 경로가 실패했을 때 학습이나 업무를 계속할 대체 경로이다.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C75DF7-9E09-4348-9BBC-12713450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LLM이 없으면 고정 JSON fixture로 Schema·Graph 실습을 계속한다.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ADEA9F-D57F-4F43-B8E2-E757E0F0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32477988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08C3CC-1CC1-4ADC-BBBD-7D9243AC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필수 목표는 “모델 설치 성공”이 아니다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25EA33-ECC2-42E0-AF30-0466B5D1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A7291-88F4-4B04-BB80-A96E6AA6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389F4A-C390-431C-8011-FC535A1E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E964D-77F3-4490-A8A9-74BA92DA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A62B9-8E1F-4479-B4C9-0BFD2EC3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3B232-8122-4238-930B-DBAC230B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provider가 없어도 mock·fixture로 adapter 계약과 예외 처리를 완성한다.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1359b4efc4c0e">
            <a:extLst>
              <a:ext uri="{96DAC541-7B7A-43D3-8B79-37D633B846F1}">
                <asvg:svgBlip xmlns:asvg="http://schemas.microsoft.com/office/drawing/2016/SVG/main" r:embed="R948991241aff44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A02D1-EAAC-4340-95B0-4F4ED6FD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5A6F82-7BBA-4193-B1D4-DEE74CB7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mandatory: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98BA0-74E2-4CD1-BF30-15E9DE9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BDF31-D5C6-42ED-AF49-9DE6B4A2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optional: local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D4797C-8EC3-4EBC-A844-EFE29C6D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A82707-1ADD-4B60-923D-59B56E8A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 score penalty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DBD014-5D1F-4352-91D2-A547FD2B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3FC331-2556-45C2-A887-8836756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무료 실습의 진짜 조건  |  무료는 비용 0원이 아니라 선택권이 남아 있는 구조다.</a:t>
            </a:r>
          </a:p>
        </p:txBody>
      </p:sp>
    </p:spTree>
    <p:extLst>
      <p:ext uri="{BB962C8B-B14F-4D97-AF65-F5344CB8AC3E}">
        <p14:creationId xmlns:p14="http://schemas.microsoft.com/office/powerpoint/2010/main" val="733192704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421795-99A3-480D-AEC7-C010BE78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Ollama는 CLI와 localhost API 경로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A7089-EA0B-472F-9C0D-5CA70ABB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E7AD7-E81F-49EA-9AD4-E7844D29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F839D-F473-465E-A71D-936FE352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926BFE-04BC-4779-A308-630DAA2D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791CA-4C2C-492E-9E1C-F56DFE1F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모델 pull·serve·generate를 간단한 로컬 흐름으로 제공한다.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CB59A-20AC-48DA-A47D-2C7B3923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BB4E5C-941E-4535-8E5C-EF1175AD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 pull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E87945-FB4E-4684-985A-30A09086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3B4F9-263B-4AED-9AB6-ADECF423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localhost:11434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9D172-E9AD-449B-A1C5-3067F1AC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2A31DC-D2D7-4E81-84C1-97D346DF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API key 없음</a:t>
            </a:r>
          </a:p>
        </p:txBody>
      </p:sp>
    </p:spTree>
    <p:extLst>
      <p:ext uri="{BB962C8B-B14F-4D97-AF65-F5344CB8AC3E}">
        <p14:creationId xmlns:p14="http://schemas.microsoft.com/office/powerpoint/2010/main" val="13742844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568F8-F3F0-41E4-B7C4-DC98417F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LM Studio는 GUI와 OpenAI-compatible server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7C668-A424-42BD-83DB-853C3056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6D2DAB-F49D-4381-A20E-CE3ECD82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3757A-D1B3-44BA-9A43-D9518F64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4E1C1-8171-4065-9AFD-72EB3F12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B2FFF-EB2C-4F5A-88BE-B2FBE0F6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39DE4-556B-4215-BB01-3442E0E2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관리와 local server를 화면으로 다루기 쉬운 대안이다.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DF209-F060-447D-B841-E764467D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5ABC1-71AD-432A-9259-F29FDC6D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download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7A503F-03A3-4712-9117-A5770A4D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163D4-A1C4-4DA7-92DF-E33590BF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start 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D4300-ACF8-4BFA-8D96-5235025B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1670E-F099-4EE4-902A-22139611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base URL</a:t>
            </a:r>
          </a:p>
        </p:txBody>
      </p:sp>
    </p:spTree>
    <p:extLst>
      <p:ext uri="{BB962C8B-B14F-4D97-AF65-F5344CB8AC3E}">
        <p14:creationId xmlns:p14="http://schemas.microsoft.com/office/powerpoint/2010/main" val="324456048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598811-B0CD-4FC2-ABAE-64DF7940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Jan은 desktop local API 대안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166B4-F005-4524-B4C6-D8C51D20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DC0DA-644E-4E80-9877-1C775ACA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26992-18B1-4B02-98D7-C8C8E87D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2E79F9-DB20-496C-80BF-C3B72F23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43F17-0564-41A0-ADD1-6661B361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OpenAI-compatible endpoint를 통해 기존 client를 재사용할 수 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ECA90-CDE2-4705-B62B-99463066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9E6271-D76D-42E8-9499-D017CA22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server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110BB7-89E7-4393-9625-B9592FB3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AEE977-6DDA-4F0D-9CB8-47E02476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 selection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10CD6A-7728-4313-BBE3-38CE6E89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C471D0-4545-47FA-BE3B-5BA12801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offline-oriented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E08EEF-A10E-483A-A28A-71EC9FFB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64A4-C831-451C-B02E-1A0000EE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무료 실습의 진짜 조건  |  adapter가 없으면 모델 교체가 곧 프로젝트 재개발이 된다.</a:t>
            </a:r>
          </a:p>
        </p:txBody>
      </p:sp>
    </p:spTree>
    <p:extLst>
      <p:ext uri="{BB962C8B-B14F-4D97-AF65-F5344CB8AC3E}">
        <p14:creationId xmlns:p14="http://schemas.microsoft.com/office/powerpoint/2010/main" val="192747820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C63815-1970-42F1-91D0-AF63EDE5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Provider adapter가 차이를 감춘다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39F25-5238-4B7D-A22F-99A2967E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CC28A1-9C30-41F9-8C4B-BD587C47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0B79F-5E0B-4789-9CF3-F9F4759E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47EDDC-9109-43E9-BBFC-7EFA06D2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145F9-AC6C-48A4-B89D-59CE3636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431470-2A59-4381-940E-BE8B42C3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URL·인증·payload·response를 provider 내부로 모으고 앱에는 공통 result를 준다.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2DBE2-5D5C-4389-A114-E6A6A9A4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E9A9D9-C9A5-48E8-96A1-84577D80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generate(prompt)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5F2C6-16AA-41E9-8414-DF968046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B8BC6-668E-444A-8E05-EAAEB4AF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success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718A77-090C-4F91-8DB6-9EC35166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4B5802-7328-485F-B78D-6153B618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normalized error</a:t>
            </a:r>
          </a:p>
        </p:txBody>
      </p:sp>
    </p:spTree>
    <p:extLst>
      <p:ext uri="{BB962C8B-B14F-4D97-AF65-F5344CB8AC3E}">
        <p14:creationId xmlns:p14="http://schemas.microsoft.com/office/powerpoint/2010/main" val="1054982846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A7CBA-8713-4315-BBEF-CE5D45BB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OpenAI-compatible은 완전 동일을 뜻하지 않는다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60D79-58B8-45A4-B0A2-AAAD0E7B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66242-C4D0-4BCF-9442-562A0A6D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BFFEE-3580-4B49-87C5-5E647A80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0F180-F815-4549-BA45-968A462B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35E7C4-3D3F-454E-AE0A-FDB2089E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model name·지원 필드·tool calling·structured output 차이를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0E6B7-AEC0-4F4A-893B-8B7E3828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AB0BB-62BB-4CAA-AE67-07A05DBA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endpoint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DEFE1-AC43-44B8-B19C-12EE412B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BC933-8CEA-457D-A95E-C40925CF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payload subset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8CA98-AC26-47B5-8D7B-B05E4B77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EAD168-AAFD-4855-90F7-E6995E65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 capability</a:t>
            </a:r>
          </a:p>
        </p:txBody>
      </p:sp>
    </p:spTree>
    <p:extLst>
      <p:ext uri="{BB962C8B-B14F-4D97-AF65-F5344CB8AC3E}">
        <p14:creationId xmlns:p14="http://schemas.microsoft.com/office/powerpoint/2010/main" val="899019506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B87E36-A2A9-4A9E-99E3-9FB4B0EE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작은 모델은 출력 계약을 더 엄격히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8142D5-A830-4B24-BD3C-558F7DE5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1BD5C-077F-44A0-A436-B0C52B88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C26CD-D2BE-45EA-8392-D1BC9B4C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C876D-8EA9-4C74-9C09-4B7CF2076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C7044-8E11-477A-AE5B-712E2351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0BC69-F8CB-4097-9217-9F35F3CD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JSON parse·schema validate·repair·human review를 별도 단계로 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85AC1-2DAA-4D6A-84DA-9F168A14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BBE94-47A2-41C0-8C64-C69CB703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extract 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09C099-6825-4340-98C6-4D3406C9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A17B3-70EF-405F-BC97-FB839E09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D2D82-E64C-4B41-99EF-7956279A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16B45F-F085-41B4-A699-2B68A4ED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bounded repair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62666-08EC-481A-9ED4-48A615BE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6DBFC-1F82-46D4-AD4C-772C0CDA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C3125D-7EBC-4779-8454-547F4DA7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882FD9-B2BF-4892-B7D4-C3C67A39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무료 실습의 진짜 조건  |  local LLM은 정답이 아니라 데이터·비용·지연시간 사이의 선택지다.</a:t>
            </a:r>
          </a:p>
        </p:txBody>
      </p:sp>
    </p:spTree>
    <p:extLst>
      <p:ext uri="{BB962C8B-B14F-4D97-AF65-F5344CB8AC3E}">
        <p14:creationId xmlns:p14="http://schemas.microsoft.com/office/powerpoint/2010/main" val="602177360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C923C5-EA6B-435C-BD43-A992D1AF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69635B-9FD3-4B6F-B3D1-3716E5C7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로컬 provider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AB7B6-0A35-432F-AC2D-694FA1FC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8F0908-237A-4875-BAB4-F3F07DE8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76BD9-5DCE-4700-8AD8-364B00C7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847061-702E-47BD-BCFF-5A9605B5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50D6A-C72A-4718-BDD6-FA3EF54D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FA7F6C-4CFB-433C-8DF2-A3E16370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74915-B7F7-40C2-9768-4EA569DA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FD554D-D4B0-460F-BD27-FA0F8305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RAM·권한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510C4-8ADB-4B12-9488-C0B2A3D8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9CF59-E5B7-429D-B04A-57B9E8EE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CAA07-EA9D-4E51-AFF9-E235E435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CHOOSE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7B960A-9C2F-4AA9-BFC9-B18C816C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Ollama·GUI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C5383C-6CFD-4D15-81E1-10CF5A13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09178B-98A0-4CB4-BAC9-146EF178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952F87-1F4A-4124-A3DD-A6FB445E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VERIFY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9A50AF-4A3D-4F4B-93BD-08A1CAC3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health·model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DD0A7-E593-459A-83C6-99AF49BE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D20268-BBF8-4E7D-AEC9-D204759C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E2A47-51A6-4C84-A643-365F84FA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7BFA1A-04D0-477A-8FA8-DB1157C7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fixture</a:t>
            </a:r>
          </a:p>
        </p:txBody>
      </p:sp>
    </p:spTree>
    <p:extLst>
      <p:ext uri="{BB962C8B-B14F-4D97-AF65-F5344CB8AC3E}">
        <p14:creationId xmlns:p14="http://schemas.microsoft.com/office/powerpoint/2010/main" val="2043341534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57BC84-5C8E-4BEE-810C-684BB1DD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5D71B1-8D92-42C5-B031-C2BBC2D5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 최소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B3D1B-8D70-49C8-A321-F0E7D0B2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7D950-4C3D-4898-A2FC-B512A1B5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300B9-06D0-4A31-A541-D6D5ED5C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F1FF3-2DDC-4884-8F12-A3CD71E0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2E8A8-6168-45F1-B6B9-DDBD431F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5993D-48A2-4DF1-B786-551DF5B1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0DE8F-8D02-4F12-A652-9A38D8B0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INSTALL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4D53C-8337-4478-B13A-C6C23564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공식 배포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B487A-C0C9-4A98-B495-CB5A8C11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398304-AA33-4AC2-9212-C6F9B45D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EEFA4D-FCD0-431D-B269-AC0EE3FA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26621-B7B9-4F09-9584-5671234B9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작은 모델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9DFAB3-326F-4623-A859-D6BCDD82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94606D-5192-41EE-A2CE-62429A81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CA4161-5C2E-4C81-AD95-856915F9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LIST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E3EB4B-3AB7-4630-878D-1CB72507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model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7747CA-D5B0-44C9-848A-2BBF3D1C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D6F63-EAAF-4193-B690-586529AF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6709D5-1C73-42F7-8DB9-3FA5C73D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GENERATE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FEBAD6-53E1-46F9-8027-5B22C8D1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API 호출</a:t>
            </a:r>
          </a:p>
        </p:txBody>
      </p:sp>
    </p:spTree>
    <p:extLst>
      <p:ext uri="{BB962C8B-B14F-4D97-AF65-F5344CB8AC3E}">
        <p14:creationId xmlns:p14="http://schemas.microsoft.com/office/powerpoint/2010/main" val="675234531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511089-F692-4E8C-8B11-A0612CA9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A56079-6022-48C3-8B4A-598AF8E9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Adapter 네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86425-B721-46E5-90AF-CB366D54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76A88-BC00-4652-8C37-CC4D5047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1036F-787F-4A78-B277-B8640035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EEF3B2-9724-4888-B2F4-497E6FB4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C5D54-29AD-4361-9F92-C9AEC7C2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61E0F-F96A-4CFF-BC9B-BFC2ACCA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60A06-CE9B-45E4-9476-768511A0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DC479-7D9A-4FDD-977D-4B14F4E8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공통 prompt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94987-7707-4739-8A15-3384D755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4856B3-5BF0-4FD5-BF48-72F10B57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7FD502-EE9A-4857-A0B8-9446C087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54A547-A036-437F-92B1-E83953F7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provider payload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3C38D-9752-40E9-A732-31AC43A7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FB5A3F-6540-48F6-B7A9-E438C38E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5B4E92-999B-4193-A103-3F5859C5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E60B0B-16BB-4FB7-8730-623EE4AE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timeout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AB98E-F334-4AD9-9840-76BC8150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38DD75-06DA-46B0-AD96-CBF9CB48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08446-479F-4F12-BA10-7A10CF7E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NORMALIZE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0D6A73-8126-4334-84A4-8DD80340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공통 result</a:t>
            </a:r>
          </a:p>
        </p:txBody>
      </p:sp>
    </p:spTree>
    <p:extLst>
      <p:ext uri="{BB962C8B-B14F-4D97-AF65-F5344CB8AC3E}">
        <p14:creationId xmlns:p14="http://schemas.microsoft.com/office/powerpoint/2010/main" val="2116324446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44DB9F-CB7A-4EC4-923E-4D194284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99EFF-2E31-4D0C-8614-C595EFBA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Structured output 처리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5313B-EDDA-445D-A3E3-4BE94240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9BDB79-E36E-4A4C-929D-484EFD92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CA4A4-D2B6-45C3-AE0E-48273FF5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B0861-0A16-412D-9049-69DAE83A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31953D-A75D-4ED0-96B1-D3ECC31B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0A852-3D06-43A5-9718-5BB508D6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7E665-AE3F-43E8-B9FF-85417BAD2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RAW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D0753-8382-412A-8D16-8C993170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원문 보존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1D0B53-855E-4E5B-832F-492878D7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CC7889-323F-477E-830D-82BDA457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588FE-0A07-4372-86FF-B6CE6600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3F524F-45C9-44E0-8E4B-3553A7E0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JSON 추출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7CA006-3DE9-4673-9C3B-145BE25F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820C82-EBB0-4792-88BD-7F942EEE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295FD8-5E2E-4E97-AB92-6B1DDE57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BDFC4-8189-453B-9026-0B7967C1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schema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91114E-DB9F-41ED-8621-98D2CC05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7398DE-CF07-4632-8FFC-4241060E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641DD1-24A6-46EC-B526-55F3AA6B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080DD-5A1E-4DA6-B575-59A630EB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repair·human</a:t>
            </a:r>
          </a:p>
        </p:txBody>
      </p:sp>
    </p:spTree>
    <p:extLst>
      <p:ext uri="{BB962C8B-B14F-4D97-AF65-F5344CB8AC3E}">
        <p14:creationId xmlns:p14="http://schemas.microsoft.com/office/powerpoint/2010/main" val="65956011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2F2E11-46CB-48D0-86AA-5A0DA976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F4283-E934-4B89-8744-CD86DF20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오류 분류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BF7C2B-34AF-468E-905A-542C5495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EBBC8B-ECA9-4148-A725-205D1AE8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19F90-9B28-4328-BEE2-E2236777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0D104B-16F2-4BE3-967C-ED3AD3AC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A4D61-9980-4062-B0B5-E0F1D293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B0B93-8C83-4952-8C6D-1A8C5C02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9F962-504C-47AB-A74D-D537AED8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CONNECT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0EAF2A-0B94-4BBA-BFC9-80054F53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서버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DBF15-DEFE-4000-A7CE-BEA663D0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255493-F912-44FF-9660-D5B2A032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175B0-0EA8-4F84-ADD9-E9E89A9A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548141-4485-4C99-A2F4-CD41F154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tag 없음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A82A6-CE83-4CA3-AEE9-472DC926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21D7D-E13C-4E2D-ACCC-F1612BC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24ED97-0C4D-46B8-A4DE-418B3EB2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FORMAT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818A2B-D43D-4947-BD01-9BA501D0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JSON 깨짐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DE7D37-04E6-4CDC-AFA7-6FAB4328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6F7495-8636-4905-BF93-A0090FA6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E99050-C913-4B69-B875-F5391B9D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QUALITY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E530A-5271-4B67-97AC-32621CD3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근거 누락</a:t>
            </a:r>
          </a:p>
        </p:txBody>
      </p:sp>
    </p:spTree>
    <p:extLst>
      <p:ext uri="{BB962C8B-B14F-4D97-AF65-F5344CB8AC3E}">
        <p14:creationId xmlns:p14="http://schemas.microsoft.com/office/powerpoint/2010/main" val="259871461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0B3433-E947-43AD-BCAF-32D0014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DBD70B-6D3E-4A71-B67C-C3F8105F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세 프로그램의 차이는 화면에서, 공통점은 adapter에서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84CED-F15E-4A16-9851-EF021ADF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26610-FAAE-47CF-B078-AE29DE19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2791F-C17F-47C7-B9DB-0292C279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91E91-5DE1-4994-AA29-170AE6D7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FC8C0-ED8E-4F4E-BAA3-3EC7D05E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Ollama → model tag → LM Studio server → Jan API 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3DE0B-C55C-4A6A-87E5-3F9E4BFF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4448D-16A9-4961-8EE5-3EB22392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17D81D-2109-4307-AC76-CC4C6BB2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C49A40-146B-4A99-B732-09BD77B1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EB7195-7A8D-4318-B59A-61362F4F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DA431-57EE-4924-93F7-585A6BE1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Ollama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2812E-7FDC-4A90-8DB8-FB7093BD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CLI·localhost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FE3F6-F75E-4C3E-AF4C-ADC5A200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명령 몇 줄로 local model과 API를 함께 실습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709B8F-D2E6-4FDC-A105-92C6AA98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GUI보다 단순하고 자동화에 유리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46C199-1C1D-4EDD-9DDA-1937DAEB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0080D8-3684-4AD2-9D7C-233B1373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88DC24-743D-475A-B9EE-242A3008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LM Studio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47D92-C033-467A-A2D1-9ABC71C7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GUI·Local 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75EC1A-230A-4ABA-B982-6372B64B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탐색과 server 상태를 화면으로 확인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158514-58BF-49AD-95AB-7895B8DF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초심자 친화적이나 GUI 조작이 필요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E6A65-93F3-494B-9327-80E3AE56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8BA2B2-2972-4182-96FC-3CD20648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Jan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B3FEBC-5853-448C-B034-05256E91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Desktop Local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0B8612-CFC8-4569-89B8-07E5FB05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OpenAI-compatible 대체 경로를 하나 더 확보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3A60C9-C051-4DEA-925F-10FF5325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생태계·문서 범위는 도구별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D4D376-3ADE-4F4E-935B-905E3CB4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61A7F2-3EF5-479A-A3C8-34E47F95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BDB1E9-A803-4DD6-8FE9-90EBE60A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Fixture Provider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A5EC7C-533C-43B4-BC9B-56924569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설치 없는 고정 응답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539AA3-FB05-4E32-970F-0633B55D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설치가 실패해도 Schema·Graph 실습 지속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B302C6-725C-4E9B-882A-8372554F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생성 품질은 평가할 수 없는 복구 경로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C0F3AF-DECC-4F01-999B-A201CB98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30107551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2224AB-FCC7-4B43-A367-ED06FB6E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4AC3D-A5D2-4793-9CD0-65520200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 다운로드 · OS별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CAEB6-7698-437F-ADEB-659BBD3C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07173A-46B3-4709-814D-3C1FFCFA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4E206D-6028-4E0A-A272-17DA91F4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A433EF-8A45-48A5-8B1B-DFB6FBBE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F17C02-4248-4B91-B943-1438B1F7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2DD11-8C2A-4F0D-A35E-F40D95B3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40535-3219-454E-A0DB-A74E60B9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공식 설치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29117-B9FD-4A15-9315-0DF22FC1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CE2E8D-AB85-45DF-9D53-8FE5FCCC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OS 지원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6B146-5DF7-489D-8460-DD70CC92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47B59-7E10-4771-B20E-FBB34263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회사 PC 권한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2C8536-D116-493E-8974-E34539C5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2E9FA-085C-4C6A-A1F6-DC06986B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 전 미리 다운로드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0F35EA-963C-44CE-BD48-533537F0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a1c29a07f4889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24EBC-6611-462C-AAB1-A65E7E88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Ollama Download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036606691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103263-3089-4FAA-B94A-88D49208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8CAA5-D027-49B6-B530-1B580547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Qwen3 model library · tag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45C9C-F3B5-440F-967D-46690855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5B2F6-068D-45CB-B99B-8E602C0A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53D261-C3D4-4F5E-9CC1-B8591534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EE821-FF5B-4C3E-8976-4B2766F6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069F83-2D87-47EB-B8F0-6EB0D016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4B3CE-B34C-4BCE-8BD3-61327E6D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680A5-72BC-4761-9416-6FC8B974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tag를 그대로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5C6F1C-E7E3-44E9-AF03-DEC9BADF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3AD5E-E4CA-4BC8-9F6F-282ED3AA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크기·RAM 고려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1F0DB-BDA0-49E0-8050-3361FCAD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49006D-2365-46AA-A77E-6A391223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모델만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BEABC9-722C-45EA-AEF8-7BB887F2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F96C17-B7A7-4D37-ADAA-04872F09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강의 직전 tag 재확인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8B029-3652-4328-8B27-2E770C15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d4552bfe404d8a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D0ED8A-3631-4DD6-AEB0-A1F22FCE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Ollama Qwen3 model library 화면</a:t>
            </a:r>
          </a:p>
        </p:txBody>
      </p:sp>
    </p:spTree>
    <p:extLst>
      <p:ext uri="{BB962C8B-B14F-4D97-AF65-F5344CB8AC3E}">
        <p14:creationId xmlns:p14="http://schemas.microsoft.com/office/powerpoint/2010/main" val="502882502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327B64-F66B-4D8A-B287-DEB84A88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724F6-43B4-4EC5-95B9-1C132584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LM Studio · Local LLM API 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ADA95-65BD-4436-8592-AF520E31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9F8AEF-60F3-4710-A790-E300BDFB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7B2B6-B42A-4E5B-89AF-6C9E5B0A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8714C5-A057-4BD2-9754-29069B03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EBB61-121E-4E98-9625-FDEFC8BE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DA559-B0A7-4628-B88B-20A178EE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CC1D6-65A3-4104-9493-186BFB24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GUI 모델 관리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0F9C5-3C60-4012-B376-FC070C88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BD52B0-361C-402F-BF81-9E3E71CA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server 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195FF9-2186-4C44-ADB4-A74B6FD5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1D01C-56C5-4BCE-81D9-7E11A715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localhost endpoint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972668-9633-4208-B879-76581BB8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291D9-9E4C-48C7-AB0D-BC0DABB9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OpenAI-compatible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1CC3D-18AD-42B6-8EAF-73B72A29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c636343e84a70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999337-428A-4915-BDB3-A016E665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LM Studio local server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315120604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A2077D-9958-46E5-B614-42069DF3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59FBA-D718-4406-A2E1-DA81F11A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Jan · Local API Server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AC25A-6706-47AD-A9F4-442BAB36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066554-0AF0-4B44-ACA6-4A7FAC91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FB463C-AE1C-44C3-80A8-D6E2BFC0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C2EE8D-971A-45F3-8237-10E4A0C0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E80EC-C5B4-423E-B513-C8DDD351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F09F0C-A89A-47C1-8149-FFD4E97F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1369D-16E5-434A-9226-AF88FCF1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desktop 대안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07A4C-D35E-433B-A99F-09A52F04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1FAE2D-E3BD-494A-91F7-2CC47A2A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server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6CCB0-451E-4786-96B3-FB240389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04521-9958-42AE-887C-4FF8751A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 selection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0D0AEE-D6A4-4A9E-A1E0-2B170C81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AD1AB-CEA0-4891-9ED0-E226D13E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공통 adapter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402524-8E07-4AFD-AE34-F2D4A08F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d2549488ca485c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E16BB7-467E-43BF-AA20-724FD840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Jan Local API Server 공식 문서</a:t>
            </a:r>
          </a:p>
        </p:txBody>
      </p:sp>
    </p:spTree>
    <p:extLst>
      <p:ext uri="{BB962C8B-B14F-4D97-AF65-F5344CB8AC3E}">
        <p14:creationId xmlns:p14="http://schemas.microsoft.com/office/powerpoint/2010/main" val="2061910354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FF20C3-AB1A-4E77-9E39-2530C563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ABC955-8178-4FDC-908C-1FC01AAC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 generate payload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03183-9E8B-4D5F-B77F-955C5949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8A585-E8C2-44B1-B646-A321999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E6F1CF-AB82-4BDD-8A34-760CFD36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5662E-7B7B-4B57-A4BF-C90F2EDA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4AE7A2-76A3-4B09-A21A-41557173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56F91-F1AA-4E2C-AB30-423AD5ED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2BE06-FD86-4F0A-8AED-7EB192A9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localhost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CBEF4A-7ED5-4A72-A376-50608F5A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95F4F-94F4-4A08-B66D-86CD4001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 tag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591F0A-0DFD-4D85-BD78-CF774B22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38BC4-90D4-4717-9C2F-2E5D5881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stream 단순화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C4359-E432-4F23-922F-95F831C1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715A0-B06A-4D71-9E3F-5A4C2BEE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timeout 필수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AC3498-2C84-4EC1-9BED-19BAB76B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B51C35-57AE-43E8-8E1C-3B6F6639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ED54EA-5190-40BA-92F7-15F3E3F1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payload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"model": "qwen3:4b",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"prompt": prompt,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"stream":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POST http://localhost:11434/api/generate</a:t>
            </a:r>
          </a:p>
        </p:txBody>
      </p:sp>
    </p:spTree>
    <p:extLst>
      <p:ext uri="{BB962C8B-B14F-4D97-AF65-F5344CB8AC3E}">
        <p14:creationId xmlns:p14="http://schemas.microsoft.com/office/powerpoint/2010/main" val="1005053470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1DE585-78E1-45FE-81CE-496B30F6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41851-E708-40A5-A413-7122CFF2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연결 실패도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57BC19-02C7-4087-9BBF-2EC215AC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930E2-7E4C-4EA2-A060-6EADF651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1D461-4453-40F1-9DB9-9769EE01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4EC4E4-C63F-4C1D-AF69-74374429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33D21-4643-44AA-9659-14DE2F4B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E73F3-76BB-40AD-8FE1-7578DFA6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045E6-7F3E-4AFF-9E24-8799B50C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exception 밖으로 누출 금지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E408C-1AC0-495E-8E47-0705F9F9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395FD3-34AF-40B7-90E3-81EEEF5B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안정된 코드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A0E686-915E-49D9-8E8E-5AA1C85E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274475-F47E-4406-9CEB-C3755522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상세 원인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C16C6-775D-4DD9-89FF-B2F4F0D4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228300-D445-4345-86AE-7E562DDF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fallback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B78217-4763-4D1D-869C-80E13663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4AE240-A2FB-415E-828B-04740A3C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8EAABE-C32E-4FEE-ABB7-908C6AF5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data = post_json(url, payload, timeout=60)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{"ok": True, "data": data}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except URLError as exc: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{"ok": 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"error_code": "OLLAMA_UNAVAILABLE",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"detail": str(exc)}</a:t>
            </a:r>
          </a:p>
        </p:txBody>
      </p:sp>
    </p:spTree>
    <p:extLst>
      <p:ext uri="{BB962C8B-B14F-4D97-AF65-F5344CB8AC3E}">
        <p14:creationId xmlns:p14="http://schemas.microsoft.com/office/powerpoint/2010/main" val="744136410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48DE9A-0DA4-4005-9327-F51C7B37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ACFFC-F177-4DFD-96E6-851D8E6C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공통 Provider protocol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1CDC88-AAC4-494D-BFF6-03045464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A458D-D220-493E-A833-75CC8F5E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2FF550-D615-4BDF-908D-98D656EA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C698FC-B511-4B57-B2F5-8185C180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9E30E-9EDC-4DBB-B0EE-1D3C5BBC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1F742-0048-4623-91EF-622E275E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BA20A0-01A9-435C-BDB3-BCF0A607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앱과 provider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029FF-E0F1-4AED-8FF1-482AB2A7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857A83-58C9-4966-867E-71209F3B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44CDC-50A3-431F-9756-81C1C950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4A587-9C75-4A26-B3A3-5E0481C4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75D4D-A6EC-437C-B824-FBA217D9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AC2EDF-85FA-4B8E-B6A9-F9427258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test double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C927DD-F5E6-4B00-8195-B852EC57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CE87A0-80DB-4269-BF01-D34243C4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FCCD89-CA63-4563-A8D1-9174F3AE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class Provider(Protocol):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def generate(self, prompt: str) -&gt; ModelResult: 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providers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"fixture": FixtureProvider(),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"ollama": OllamaProvider()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4273641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DFDB2B-CE18-4B35-BF1A-3C59B99A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AB802-CCA4-4B78-9BDE-82D5FCBD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JSON parse와 schema validate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E90E2-EDD7-4C27-8B85-CF5C84A5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7C1D8-2C13-4B59-A897-38EF1EE4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08A1A-F9A8-4F41-A204-E69B2E9C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28C29A-AC42-4AB9-BD15-3A6890B1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E05DC5-6F5B-4D2E-AB71-E792A86D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587649-1872-4BB7-B0C4-19D91211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31E3E-8912-4DB3-B696-F393E2F6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raw 보존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39487D-6663-4748-928B-CA20F4CA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4788B1-857F-4470-811A-1C44AF93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parse 단계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89AEB-A59D-4CF5-9C07-2142AD59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F173CA-76B3-455A-9A10-546C1E40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typed validate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772603-725A-455F-8E24-C01267F0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F5B514-76AB-4EA8-A0C0-BE742EB7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근거 정책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D11A90-07EA-41B4-B0D6-E30DABCC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DC6A0E-7379-4806-BFF7-EB4EE50C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1E7791-3E27-4144-86AB-97055974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raw = provider.generate(prompt)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parsed = extract_json(raw.text)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result = MeetingResult.model_validate(parsed)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missing_evidence(result):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NEEDS_REVIEW</a:t>
            </a:r>
          </a:p>
        </p:txBody>
      </p:sp>
    </p:spTree>
    <p:extLst>
      <p:ext uri="{BB962C8B-B14F-4D97-AF65-F5344CB8AC3E}">
        <p14:creationId xmlns:p14="http://schemas.microsoft.com/office/powerpoint/2010/main" val="394962737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CCB4A6-2D94-4312-A0BC-41B16826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BAD4BA-199C-4B65-B970-F5EDD6A1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bounded repair · 한 번만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1A2CD4-A5B5-4459-AE0A-DC32F138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5CE491-050D-4EF7-9E3C-5400F251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4A1D71-18FA-4932-A49A-FAAFAD10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DE273-16A1-4C47-9C2D-46F4A914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1CC05-8B1F-4B34-B62E-90668A91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584774-9E6C-451F-BB1D-8DCC7C17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8674F-077C-4FD9-A014-CD5CA7CD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무한 repair 금지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85933-8F41-48F7-BC73-E84F037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DABAF-5E26-40F4-BE21-3F70DDFD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정보 제공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E15BA-17B0-479F-BF6E-2BC5B150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750B95-FB15-4303-B64A-35BFEA7B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최대 횟수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AC10B-7727-4361-ACE4-E6CB4165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22E93-D4F9-437D-B7AA-754E5B35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 검토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EF489-9374-420E-9AA6-5198C4FD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EE54A-37FC-443D-A1AB-A9E26F35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BAB1E4-AF3C-4992-A1CB-20CBE846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for attempt in range(2):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try: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return validate(parse(text))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except SchemaError as err: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if attempt == 1: break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text = provider.generate(repair_prompt(err, text))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return NEEDS_REVIEW</a:t>
            </a:r>
          </a:p>
        </p:txBody>
      </p:sp>
    </p:spTree>
    <p:extLst>
      <p:ext uri="{BB962C8B-B14F-4D97-AF65-F5344CB8AC3E}">
        <p14:creationId xmlns:p14="http://schemas.microsoft.com/office/powerpoint/2010/main" val="1451502276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0B3ED8-6434-4AB5-888E-79396A01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49D8A-9AFC-496D-B084-0C676E0C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Ollama health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3DD73F-0B51-49B0-BFDA-0FDC8A8B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EC024-10B5-4577-8A61-3933ABE0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32F5E-A77A-4EE2-AACC-A8D3AB3E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A3A8A-A650-48FF-B99D-0095DB01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125071-3631-49A5-BC67-98B9FC57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B9024-C6FD-48FA-89EA-7C971817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C501C-5566-4708-B1F8-C2E868F5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393E72-8CB2-4751-8E88-A9ACA9D7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F282A3-A2E0-4D40-A039-5E6371B7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5B88DE-0316-401E-AFA7-7971ABFC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ollama list를 실행한다.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5CA257-1521-47B2-B205-F6700F2D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F71749-0616-425B-A9C4-0C9DE25E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2F723-5C53-4C1D-9B25-0FA00EA8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서버 연결 여부를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FB4D9D-D7EA-479F-919F-2ED2E88C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502F7-8C34-4B94-9881-0944580F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04F667-D35D-496C-AB2A-2A928BE0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모델이 없으면 설치를 강행하지 않는다.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70C134-87E9-430F-AE51-C083A9ED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10E789-DE59-4DB6-B0F1-5AC08B9B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E2A980-606A-4D53-8CF1-6C0B5C94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 lane을 선택해 기록한다.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9E2051-DD02-4C7C-9203-E0D77731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F81923-8A31-49A6-8D33-E1CFE807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28BE7D-BB17-45DC-B4A1-AA1406AA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provider 상태 1줄</a:t>
            </a:r>
          </a:p>
        </p:txBody>
      </p:sp>
    </p:spTree>
    <p:extLst>
      <p:ext uri="{BB962C8B-B14F-4D97-AF65-F5344CB8AC3E}">
        <p14:creationId xmlns:p14="http://schemas.microsoft.com/office/powerpoint/2010/main" val="1242658837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BB0A52-B434-4F94-9FF3-36843896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D2E06F-2665-480E-9C80-09BD7301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선택 provider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4F739F-30C1-49F8-92E1-DEEDDF90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84FA06-296F-4CF2-91D6-0EBC3244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B61655-F48B-4213-B4BE-85325F20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FF786-D319-45ED-ABB0-732A62D1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4F141-A06C-453A-9FCF-BFE5C008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6CDF94-D644-421E-88F7-3DCDE353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DE682-DA79-4637-A37B-A06CB19C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4488A2-2E99-4729-B4B1-A504DEA7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BA07E7-C869-4920-B93E-CA2DD857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6B730-A635-40EC-940A-2BDAE2B5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prompt를 짧게 입력한다.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CF2299-7BD3-4DDE-9BF3-A0742768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9E5C1-52F3-4829-8B1D-B478E2ED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8BC9E-6698-420F-8EB9-6B797599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timeout을 지정한다.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71B51-AA76-487C-9F56-3EA68E6F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CE3E3-2020-4263-80EE-5A2C54DD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749426-6635-438E-9E26-DB8B5ACA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성공이면 response 일부를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B87FF7-C5CE-4426-8E70-7A63574B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58CA10-8893-4830-AE3E-0AFD6EF0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F83882-20AE-4129-87DB-95C44CB3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실패면 error_code를 확인한다.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946EB5-1707-4A70-8D1A-4227ECB6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CA1172-D9D5-4EB8-822D-6DDFE058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06F0B5-E110-4EEE-AFA4-0B895442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성공/실패 result 1건</a:t>
            </a:r>
          </a:p>
        </p:txBody>
      </p:sp>
    </p:spTree>
    <p:extLst>
      <p:ext uri="{BB962C8B-B14F-4D97-AF65-F5344CB8AC3E}">
        <p14:creationId xmlns:p14="http://schemas.microsoft.com/office/powerpoint/2010/main" val="13321069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2F2FB3-9187-4ED2-9EE9-43FF69FE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DCDBA-C074-4A78-AD3D-C66E6987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공통 contract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FB8BE-8737-4844-9F2A-242DB1C1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283C1-43D5-40E2-A378-D28A0E95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5E581-65FF-4A67-B6B1-42B47C08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4F27B-7860-40EF-94AA-9962EB6A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6B88F-FEC1-4D10-BDC9-8F523EA5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E172CA-65B5-4026-9B87-27B4EDE3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90434B-5474-40C0-9C18-88ED1F74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1D579-B12D-4AD6-8FFA-8A806740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16EB9-3FFB-49F4-9B7A-04141C4C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149E9-4C01-419D-B0A3-DE783229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 result 필드를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FBE10D-E173-4EE4-AB30-2F74409C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3B2C5-92D3-4F02-BABB-4AD088BE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BD2C8B-BEB1-4852-A3F9-538DFC78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result 필드를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217F7-4945-42F6-96B1-D2E133B9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4887AC-F462-45CF-A50E-86E36652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F74B62-3EBA-4FB8-B5F5-2488DDEB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공통 필드와 provider 전용 필드를 구분한다.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027DF4-C8FE-4AD3-ADDE-5B25306A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418147-AC0E-408B-BDA3-280E19EF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8C66DF-F719-4513-AEE9-43D1F05E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downstream이 볼 필드를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5AC962-6B9D-46CE-B615-827FB340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4BA14D-F83E-4EC2-A8C6-98EE15FD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9A9E1A-AE95-4A4C-AC6C-884E47BC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provider 비교표</a:t>
            </a:r>
          </a:p>
        </p:txBody>
      </p:sp>
    </p:spTree>
    <p:extLst>
      <p:ext uri="{BB962C8B-B14F-4D97-AF65-F5344CB8AC3E}">
        <p14:creationId xmlns:p14="http://schemas.microsoft.com/office/powerpoint/2010/main" val="2132852723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4F6B97-184B-4944-ABAD-983AA82F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E1E02-485D-4DBE-A3DB-BC7E5368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깨진 JSON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8D9F9-0C93-4AD7-AC3F-59C14ED0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A1EF76-5405-4192-A07D-EEC2F34A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C3559-69B1-4EE3-B739-C91CC5AC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5F148-9712-4921-A378-DCE9DB40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064FD-EBF8-4ACC-B1B6-6FCEA799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2EBD3-C0C5-4CC6-B5B7-055F6FEB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38007-063C-4099-B7EA-6CD8CCC2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F6E3E-5011-4E53-BEF5-C7C3B955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54A10-383F-4056-B598-56B5F2CE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D343D-7333-4A3E-A02C-2B17D5C0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마지막 괄호가 없는 fixture를 넣는다.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13B9E-453E-4F37-8BE5-85AACE58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3106A4-5C27-47DA-8F6E-C65E3EB0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CB192-FE05-475C-B7EA-2E72566E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parse 오류를 확인한다.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06C702-DFDD-454B-B2EC-39EFB960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573C3-637D-4E06-9584-533DE8B2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47E5ED-A3FE-4D4C-B902-09DBF3FF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repair를 한 번 실행한다.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68D8EA-31B2-4C7D-835A-477E13E0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BA3A9B-8CE3-4D8E-A6E5-48978C47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B0099F-2B07-4F2A-84AE-7ED15E3A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두 번째 실패 시 NEEDS_REVIEW로 멈춘다.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1F391-2DB2-4EAB-9EDC-576A7C88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E410C0-F789-4775-AD0D-401F80E8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1147A3-5B25-4293-A246-12F3B3B9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repair 1회 + stop</a:t>
            </a:r>
          </a:p>
        </p:txBody>
      </p:sp>
    </p:spTree>
    <p:extLst>
      <p:ext uri="{BB962C8B-B14F-4D97-AF65-F5344CB8AC3E}">
        <p14:creationId xmlns:p14="http://schemas.microsoft.com/office/powerpoint/2010/main" val="1740997806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4220E-2CDA-4773-9489-0D8DF1C5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35D28-5046-4D74-9CBC-EFCD8AAF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큰 모델 다운로드를 기다림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75174-86DD-4674-8D36-EDB3E3D3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38A50-92E9-473E-AE16-86B656A1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87322-A0CD-4312-BA3D-706FA277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2F3B1-7D53-4AC9-9E37-12068A0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37868F-A19E-4382-B234-6CAF2ABA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266C6-B39A-435C-B749-518FA6C0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B8767-C130-4B84-B07B-C6343E8C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68B31B-DFE2-49B9-A7BC-30A2C998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72BEF9-39E1-44E1-989D-AB98F04B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 전체 대기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C2F210-1845-4FBE-8C3F-60112C35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8F18A-2551-4A65-8DED-BA11B1C7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디스크 부족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094F8-52C4-407E-9DDF-8D43D2E1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66EE77-6345-4CFB-BE1F-D0B313F8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RAM swap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133B0E-1E52-4351-AD07-16CB7417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1B02C3-B6D3-4D9F-8D98-C2D18539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학습 목표 상실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4EEB2-3735-4F1D-8AD3-BDB99A6C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31AE92-0C1D-47E7-B9DC-0AD953FD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작은 모델 하나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F6ED6C-BB74-4CC9-AEB6-4A722974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ADF28E-1D4A-4902-A34D-40F9B1CC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사전 설치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F0D328-CED4-4196-A984-D3A194D5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763179-03D9-475F-A043-07EDDB93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 즉시 전환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4F2A9B-4CAA-49A4-AA58-A21934AC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8144F9-9AA4-4D81-AE4D-46B6D939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비교는 심화</a:t>
            </a:r>
          </a:p>
        </p:txBody>
      </p:sp>
    </p:spTree>
    <p:extLst>
      <p:ext uri="{BB962C8B-B14F-4D97-AF65-F5344CB8AC3E}">
        <p14:creationId xmlns:p14="http://schemas.microsoft.com/office/powerpoint/2010/main" val="115666475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AB13F8-2A2E-4CBB-A488-BF5BA4C1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23203-C935-4ACA-ACF3-0EA4BE79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연결 실패를 traceback으로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61FE4-A3A9-46FB-9385-8DA04489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28DEE6-3377-40AD-A654-9DCF167F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D76C2C-6E44-4A63-AFA2-D2C0B8E7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ABF51-F966-4702-ACE5-56FE8D80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199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3322F-86E3-4D10-92A3-9C406772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8C9BFB-02A3-46AA-ACA3-2E3BAC24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F4B28-80C9-4C6D-BFA1-52AA5C08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26CEE-DC2F-4D64-96AB-45B91190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ED4D9E-54F1-4DCA-867F-ED259DBA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노트북 중단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ADB292-00E5-4980-B903-3CC44EE8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B31855-FDB5-41A4-AF1C-93AB7CAA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학생 원인 파악 어려움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8978A-0CB1-4C8E-8F1B-E564DF39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60C452-FFC4-4FDF-8BFF-E10236D2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graph state 유실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509E07-56FE-4F73-8A45-F90AAA59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3EE57-52C6-4093-B5A0-6FEB3B23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fallback 불가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C4420E-FD37-4178-8729-768760F8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02EA7C-82BB-47C0-B2C5-EB6937C0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error_code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E33A15-3A68-4D38-A835-C201098F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9E63B-8E50-4557-B58C-AEC6B3AC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사용자 메시지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0F081-73BA-4853-89C3-57268B4A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F2A733-FB03-4C17-9F0A-E766B629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trace detail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679EA6-3EED-4F50-B275-E4C6E34D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6C621B-9E6A-48BC-A6D8-1832D0F5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same result contract</a:t>
            </a:r>
          </a:p>
        </p:txBody>
      </p:sp>
    </p:spTree>
    <p:extLst>
      <p:ext uri="{BB962C8B-B14F-4D97-AF65-F5344CB8AC3E}">
        <p14:creationId xmlns:p14="http://schemas.microsoft.com/office/powerpoint/2010/main" val="490961276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959820-7C5D-4BC7-83F8-21AFB46F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D6823-20E9-45D7-B9DF-FFD9C0B1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JSON처럼 보이면 통과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2D932-FA1D-4E44-B01D-A51835CF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5E5D7-CB78-423B-8EEB-676600BA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5EFEB-64C8-4914-BFE6-145B85BB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ADD88-9624-47ED-B662-26EA6A12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F19A0-4D91-42B8-9E7D-6A6DAE09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E4BF9-AC4E-4861-9DAB-3F953BEC7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7CC74-7231-4309-8027-EBD30501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FFFD7-838B-439C-88B9-981903B63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23388A-28DC-4592-9034-6025004F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필드 누락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771B89-80F4-4CD2-AB7C-682B1B91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B55E9-9831-4433-97BC-35704D0C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타입 오류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69762-AA26-4950-84C2-7BEED958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CA449B-C48B-4E68-B260-7E53C5EB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근거 없음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3BA8D-D78F-4AD8-AD49-7A5DBE43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06DAD0-2777-48C8-B1C1-19FBB709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날짜 형식 혼합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3E1E8A-ACD1-4736-89EE-7DCCEB6A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A3167-7519-4D50-B122-22956037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typed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3615AF-C62D-4F46-826D-917A2D1A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3E0C4B-0629-4431-BB10-786DBEF8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evidence policy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657124-294A-4F26-8326-D0D212B0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F20E9-6ACE-4360-B42B-4814677B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date validator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4038CB-60A7-46C0-B14D-481B260D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2C780C-038A-49E5-9F6C-E44E7530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human review</a:t>
            </a:r>
          </a:p>
        </p:txBody>
      </p:sp>
    </p:spTree>
    <p:extLst>
      <p:ext uri="{BB962C8B-B14F-4D97-AF65-F5344CB8AC3E}">
        <p14:creationId xmlns:p14="http://schemas.microsoft.com/office/powerpoint/2010/main" val="610315003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6066D-B0A5-4D6C-834C-E268CDFD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6E51F-5BF4-4D02-B73E-DC104E6F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로컬 LLM 도입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63B78-4096-406F-A3A4-FA284B2D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EBCF0F-9837-4515-952A-10BEB1CE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7EB1A-7C3C-4D6B-A859-2712929F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13C8C0-CF36-4402-94F9-D0A460AF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6A8AF-2250-42D2-A9C9-799D2180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기술 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680050-C43E-4244-8509-34031B1A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운영 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28235-8AA4-40F9-8F12-29891F52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8955B6-DE17-4904-8A96-73838F66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74C36E-4E8B-45B8-9FDB-7B2E84D3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RAM·속도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075101-5DDB-4A8B-AA76-58D8E5F0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9D30F-1370-45D8-9463-716D2CFB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 capability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11210-375A-4915-8422-69CA8098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87203-7FEA-46B8-B0DC-45D6A5B5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API 호환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3CE922-801B-49F7-BAE6-88FC7668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C735D3-B634-47E9-B364-98CD9CBD9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배포 형태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62C887-9B9E-45A0-BF6B-30073E0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D5FCE0-CF40-469A-8BB8-CE0EDD10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데이터 경계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CD928B-BCA0-4951-8B49-A75B6D88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2F219D-B54A-4552-9585-8244323E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업데이트 책임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92D2B9-105C-4840-9F70-8BE5F2A0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628DA0-884A-496E-863D-44ECA942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관측·감사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95D4B1-3944-4A79-BFC7-B0B992D0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B2AB3B-8280-4CFB-98C9-6F724863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fallback·SLA</a:t>
            </a:r>
          </a:p>
        </p:txBody>
      </p:sp>
    </p:spTree>
    <p:extLst>
      <p:ext uri="{BB962C8B-B14F-4D97-AF65-F5344CB8AC3E}">
        <p14:creationId xmlns:p14="http://schemas.microsoft.com/office/powerpoint/2010/main" val="1864666795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B0010-0534-461C-98FD-1D9C2FC9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731B7-EA33-448B-8DB1-20193499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 6 · Local LLM이 꺼져도 계속하기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6764FB-1A31-4661-8839-0DC04C7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FA44AE-D066-4A67-9B3C-1683463A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8977F-6FCE-4F09-88F1-89B2DED3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15:00-15:40 · LOCAL LLM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E5CCE8-A928-48D8-AFC3-8B6CA27B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400F0-0F1A-41B4-A823-BC3C2F0F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상황: Ollama 연결이 거부되고, 교실 네트워크에서는 새 모델도 받을 수 없습니다.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E11755-7BDF-44E3-B052-D33E6402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230D0-4CE2-4273-A6E6-3160D81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C10B74-46BB-4BCE-935F-115998D4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Provider contract로 어떤 fallback을 연결할까?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D6F6E-2950-4303-9290-36D30E76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41F36-256E-4A47-B644-8767525A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48207F-6F26-42F5-B2CA-3ACECB0F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연결 실패를 traceback 대신 어떤 result로 돌려줄까?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A1842-3B7D-4C72-B5EA-E22569C7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C615B-7FEA-487E-81D1-C83B9B7A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4A6B3B-9717-499F-9785-06C40605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fixture로도 끝까지 검증할 출력 계약은 무엇일까?</a:t>
            </a:r>
          </a:p>
        </p:txBody>
      </p:sp>
    </p:spTree>
    <p:extLst>
      <p:ext uri="{BB962C8B-B14F-4D97-AF65-F5344CB8AC3E}">
        <p14:creationId xmlns:p14="http://schemas.microsoft.com/office/powerpoint/2010/main" val="867252465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D68DD4-9F27-47C8-AC18-7B01AC49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1B8F3-F5D2-47E6-AFA3-F6B274AE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3AFA2F-5B09-4050-872F-5B9363B8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1일차 7차시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8D7DEB-2403-4145-ACB4-5100246B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LangGraph와 사람 승인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DD5BB-11CA-4304-B768-929EC0F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15:40-15:48 강의 · 15:48-16:00 Graph 시연 · 16:00-16:15 개인 실습 · 16:15-16:20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3F553E-F293-47CB-BD1F-5A71FDE7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C2405-E13B-4F51-9FD1-85CB5A03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DBC99-39AB-4929-9E9E-BCF7A36B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14F5B-CD26-489D-A6B2-C8C02FE8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 · Node · Checkpoint · 승인·수정·거절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26DD0-278A-4248-812A-49CA5EFB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8150AD-CED2-4DE2-9392-49D9B71F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4532E-6564-4541-840E-B4E88942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B7771F-9EAA-4D63-B64C-163024DE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중요한 행동 전에는 멈추고 사람이 결정한다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41C301-8609-4751-AB04-B6E23237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D934F-6382-4772-8CA8-7262CE0B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D72C7A-8C9C-48B2-802D-36E89686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C398B3-0C87-49AE-8600-9E982025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승인·수정·거절 상태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289F14-CF81-4944-AB56-43F276F9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54419A-87EA-4F5E-A3D4-F9C0B829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슬라이드 203-236</a:t>
            </a:r>
          </a:p>
        </p:txBody>
      </p:sp>
    </p:spTree>
    <p:extLst>
      <p:ext uri="{BB962C8B-B14F-4D97-AF65-F5344CB8AC3E}">
        <p14:creationId xmlns:p14="http://schemas.microsoft.com/office/powerpoint/2010/main" val="1894154584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ED634D-4778-4DAE-90BA-E1A677C5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E863C9-1981-4302-9966-A4DC7810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 검토를 버튼이 아니라 State 전이로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F98ED-E1BF-4C09-A30E-A5E83EDF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C0593-90F9-448F-9445-C7B1E3BE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264A3-2B4D-40AB-A63E-199165D6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CE501-E440-435C-9360-5ED12860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80F037-8B8D-4743-96CB-45E5D911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사람이 개입한 뒤에도 같은 요청과 같은 상태에서 안전하게 이어갈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A6851-BF1D-408D-8847-51517B04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B58434-2A68-4FC8-A64D-9B15260F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739AC6-95DE-441E-8970-886C3464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다음 node에 필요한 필드만 선언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25475-E9E7-41EA-AB8F-CF6DE65F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2D0B18-2E68-4F50-89FE-AD80BFCB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분기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83A6C-6272-4451-82E3-41D2D327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edge에 retry·review·failed 조건을 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22191C-F749-4B7D-A058-AAA7F36B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23A3F-8510-4C59-8A74-C3775E35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중단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626DB3-23A3-47AE-9F98-D377DA55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interrupt payload로 근거와 초안을 전달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D60BA0-6597-4836-8D4D-59C78E27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E4D29D-D020-468C-AC2D-61F3BEE9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결정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4B98FF-9126-471B-876E-571D3028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approve·edit·reject event를 저장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74B64-7019-46D1-97F8-EE76A637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83FE57-3130-452F-BA48-2185E3FB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재개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DAABFF-3023-4A28-9216-B7D5F8A5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thread에서 idempotent하게 이어감</a:t>
            </a:r>
          </a:p>
        </p:txBody>
      </p:sp>
    </p:spTree>
    <p:extLst>
      <p:ext uri="{BB962C8B-B14F-4D97-AF65-F5344CB8AC3E}">
        <p14:creationId xmlns:p14="http://schemas.microsoft.com/office/powerpoint/2010/main" val="684560342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20FE69-D1BB-4C6A-B959-FA6E4287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BC2139-776C-4313-B9BB-8BD8C1CA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중단과 재개를 설명하는 네 단어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F3648-B7FF-4CCE-8A31-46AA75EC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9AFEF-40C0-4835-BAF4-94753E23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8ACC2B-CD97-4BA2-B146-F6C7ED82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DF3D5-E117-4E2D-A589-AF80850C5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163E6-BC68-473E-BDA5-1543CD0D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553BA-D443-461D-8A7A-0EC83B8C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15422-B678-4E3B-A317-2C3BAC5A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0F24C-2EF6-431C-8DD4-12BC2E4C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5C997-5595-4278-8184-3FFE55B5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Workflow Memory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5564E-13DB-4006-815A-DFB5C6F9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Graph의 각 단계가 읽고 갱신하는 구조화된 현재 상태이다.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BCF63-2C88-41B5-8C6D-3147D2B0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transcript·draft·errors·approval·status를 필드로 둡니다.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1CEBC5-2CD6-4A72-9E59-0ADC2649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31DE6D-D96F-48E1-A0C7-08F1DEE2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F0200A-B1D0-4B52-8DE1-7E3C03EA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 / Edge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Step / Route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5A6AD-3797-4989-BC66-8B89EC3D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Node는 한 책임의 작업이고 Edge는 다음 단계로 가는 조건이다.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70F269-3471-4544-92C8-6B8B8AC9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validate Node가 READY면 review, 오류면 retry 또는 failed로 이동한다.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2A9FE8-7CCC-4388-B14A-71084710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8FC4C-D0B6-4E35-8E6B-510601C8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Checkpoint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Saved State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8D0D56-6F71-46F6-B3F2-4E47D4D2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Workflow의 중간 State를 저장해 나중에 같은 지점에서 이어갈 수 있게 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966A9A-0FC9-477A-852D-DE9C043D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thread_id로 저장된 State를 불러와 승인 뒤 재개한다.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57157F-E672-496B-80B1-439DD7BC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8F367F-990E-4B52-A130-EE35EE1F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D6F9FC-2DA7-4278-ACC1-681940D5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HITL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Human in the Loop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7C181C-9948-4EFA-AE00-869C4309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중요한 결정이나 외부 변경 전에 사람이 확인하고 승인·수정·거절하는 단계이다.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F6A7E6-90BD-4E0C-BF25-BE9EB5E7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낮은 confidence Action Item은 reviewer가 근거를 보고 승인한다.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18E8E7-C76D-42E5-A381-76C896DD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38654972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36D7E6-B625-4FAC-AB23-FD2EB23C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State는 다음 행동의 근거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A4F92-C879-4CBA-81C6-EA49F62B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56BDC-148F-4C4C-85C5-45EC19F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4BA39-DE87-4DE9-AF82-B1F66A04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A35F6-0575-49BC-83F8-28E1DF48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08B0D-9EC5-4D96-A2B4-4455CCD8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47208-3E21-43D9-B319-4F164EB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대화 전체가 아니라 node가 판단에 필요한 최소 구조를 저장한다.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e76755f694009">
            <a:extLst>
              <a:ext uri="{96DAC541-7B7A-43D3-8B79-37D633B846F1}">
                <asvg:svgBlip xmlns:asvg="http://schemas.microsoft.com/office/drawing/2016/SVG/main" r:embed="R970f405027ce48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B6155-90EE-4390-957D-9776CAB5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43471-DF62-449C-A85D-24AEB250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request_id·step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C5AD59-E01D-4094-B254-5D14B369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0F5D83-0E31-40D3-AACB-B1D85406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draft·errors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1E4F59-A9D4-4E1F-824D-AD1C5DED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C3DFB-D238-4F18-9097-95873200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retry·approval·status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3284D-BB9D-4105-A5C2-7E6B7C1F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7A765C-0C5C-4614-BB2F-1B15B492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Graph가 필요한 이유  |  State에 모든 것을 넣는 순간 Graph는 기억장치가 아니라 쓰레기통이 된다.</a:t>
            </a:r>
          </a:p>
        </p:txBody>
      </p:sp>
    </p:spTree>
    <p:extLst>
      <p:ext uri="{BB962C8B-B14F-4D97-AF65-F5344CB8AC3E}">
        <p14:creationId xmlns:p14="http://schemas.microsoft.com/office/powerpoint/2010/main" val="1949199860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0B7A0C-D03D-4553-B005-93E8F287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Node는 한 가지 책임의 함수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1285FD-515D-4965-917D-A0716E97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4BEAB-2A93-473B-932F-D6D560A7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F4241-3721-44D0-A187-8DAD9B52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ACFD2-B8DE-45F1-AE31-BBA2DA69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A013F-EA8F-4A53-A5CA-2D4A018F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입력 state를 읽고 부분 update를 반환하도록 작게 나눈다.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F14C3A-9036-4645-BA3E-5B65ACAD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09741-6994-4FB4-9F29-C6A74149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transcribe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E86024-3773-4BCB-9E2E-BB23AA5F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1FE8DD-360C-4004-8B4B-D3FD424A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summarize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98FA7C-8172-42DE-967F-3373B1AA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C2330-0A39-4EF1-B22D-BECEC8EC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validate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8AD4F-1239-4E96-A9EF-9B932948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7C54B-A01D-4BC6-B3BB-D32FC1A4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81786285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918AD0-3DB0-4112-8501-E89C0446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Edge는 다음 node를 정하는 정책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DBB6D-AE27-43BC-B333-7375E6A4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D9997-51F8-4EFC-9C0D-EF44CB6D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9DBFF5-D047-4ADA-B5F1-AB50AAA9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8ECA7-AD2C-4CBC-AFE8-E05AD44C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11A4F-026E-4D32-B603-5350A13A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D8BAD5-DC54-418A-8746-B979FFA7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성공·오류·위험·승인 결과에 따라 명시적으로 분기한다.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B2768-2F8A-4A47-8B8A-C1754B94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23FDD9-2E49-4F57-A7D9-25B42BAE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conditional 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D3D9F-033F-42A5-B395-B8E78B60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2CC9CF-0330-47AC-98D4-ABB16BF5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DA13B8-1317-4709-B25A-0874046F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A4385C-1611-4E5F-BC3A-EFB44EEE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retry loop</a:t>
            </a:r>
          </a:p>
        </p:txBody>
      </p:sp>
    </p:spTree>
    <p:extLst>
      <p:ext uri="{BB962C8B-B14F-4D97-AF65-F5344CB8AC3E}">
        <p14:creationId xmlns:p14="http://schemas.microsoft.com/office/powerpoint/2010/main" val="13434646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74FFC-9852-43F9-BE7B-DFDCF35F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Checkpointer가 중단과 재개를 가능하게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92DB4-140B-48C4-9332-DD43F88C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167AB5-1C56-42FD-82D0-94E57092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3D868-E2D5-46C6-AC6A-ADB1C30C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EF47BF-26CB-4FF4-9F23-F3904B2D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54B60-F5EB-4B0C-9A0F-106DCA8E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각 step의 state snapshot을 thread 단위로 저장한다.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6245E-C468-4E0A-A7A0-AAF14EBC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6EB30-B162-4EE7-99BF-1B7469CB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025AD-E2D9-4DC2-B5D3-B05E3C80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7F4B6-6AC2-4F38-97E8-EF45FE5F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thread_id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7CA49-7359-4FBC-82E0-725F050D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CF3FB-4819-4DBC-96C1-DC9CA955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553FC0-1E38-4E37-9434-3CECAF32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049F61-AF2B-4B77-8E1F-9D0141FB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Graph가 필요한 이유  |  Human Approval은 버튼이 아니라 근거·결정·책임을 남기는 event다.</a:t>
            </a:r>
          </a:p>
        </p:txBody>
      </p:sp>
    </p:spTree>
    <p:extLst>
      <p:ext uri="{BB962C8B-B14F-4D97-AF65-F5344CB8AC3E}">
        <p14:creationId xmlns:p14="http://schemas.microsoft.com/office/powerpoint/2010/main" val="1145905240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A2995-934F-4CAF-A668-714C32BF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참고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D7B58-5A56-4F08-8232-0428D522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Interrupt는 “잠깐 멈춤”이 아니라 업무 상태다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EB5E96-20E2-4D1D-9960-767BE551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9CD252-AB06-454F-A7C4-9B7346ED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E93D3-2258-460D-A8BB-4A52E27E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A5F102-D939-4AFF-BBE7-78B61B85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B7A02-1371-45F8-B059-C6A6DC9E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95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88D16-A60D-415A-BD5F-053F6793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어디에서 멈추는가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6F0A1F-186A-4C56-8B54-C1ABBAE9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0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FA39E-3CFC-4673-9B3C-488AF4BA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146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사람이 무엇을 보는가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08633-091E-45BB-BF86-E1C11F9E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A2A1D-585E-482E-894B-B03604C6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1945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상태로 어떻게 재개하는가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bd17772334ee5"/>
          <a:stretch xmlns:a="http://schemas.openxmlformats.org/drawingml/2006/main"/>
        </p:blipFill>
        <p:spPr>
          <a:xfrm xmlns:a="http://schemas.openxmlformats.org/drawingml/2006/main">
            <a:off x="4476750" y="1755626"/>
            <a:ext cx="7105650" cy="399444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989866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1AE97E-3A26-4209-AFB5-3AC4D010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Approve·Edit·Reject는 다른 event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6023A-7316-44DC-A615-7EA4F0DF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471A8D-22E2-487C-91A0-070B4FEA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F3D00D-C5D0-4D51-9AA6-BE5D4263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CE0FDC-4D38-47B2-9EA8-B1D40A14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4A69B-976C-4092-B2A5-58CD5011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승인은 원안 진행, 수정은 새 payload, 거절은 이유와 종료·재계획을 남긴다.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25C52-273F-4BE0-A7BE-6F0ADB05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FD67B9-8630-451B-A48C-E15A3C34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B93C5-AF77-4683-826C-A332CB5B8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613EB-7C70-4699-BDE7-0BEB4765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807015-76FF-4A4D-9891-F22279F9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967B02-E987-412C-95E8-BC19812E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reason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7C943-BB7E-4E0A-ABC2-F760E85B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9562B0-434B-4C11-94E7-AD15D9EA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edited payload</a:t>
            </a:r>
          </a:p>
        </p:txBody>
      </p:sp>
    </p:spTree>
    <p:extLst>
      <p:ext uri="{BB962C8B-B14F-4D97-AF65-F5344CB8AC3E}">
        <p14:creationId xmlns:p14="http://schemas.microsoft.com/office/powerpoint/2010/main" val="1964991488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F61D47-FE27-48A3-B2D3-81F089B9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Retry는 일시 오류에만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39462A-80C6-465B-93EC-645AC39B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A7033-B831-4121-885C-07FEA2DD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BA890-0F14-4B7B-8067-CFC75537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66745-CDEF-4616-93CB-AE552DB8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9D60B-0BFE-45A1-9851-49FE34C5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A536E-3939-4D38-95F3-0A3BF5B6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class·max attempts·backoff·stop을 state에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95557-ED0E-4640-8B50-1A704CAE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7BAAC8-61B5-4D77-965B-BE97B488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transient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85C9AC-DDFA-4764-AEE6-7C09788E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171D7-51C7-4C5A-B759-F8FB5D10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attempts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3E795B-96A0-498F-8E6D-9217A95D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2E9E2A-F249-461B-AF19-510A8FA2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next delay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56DDA-05F3-4555-BC0E-3D4BBB2F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B5226-D463-47A1-BDD3-74746F63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exhausted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7C4B93-8107-4362-9C12-914B4FA5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961C9-3525-4AFD-BB63-BC9F9DCF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Graph가 필요한 이유  |  Idempotency가 없는 resume은 자동화가 아니라 중복 사고의 예약이다.</a:t>
            </a:r>
          </a:p>
        </p:txBody>
      </p:sp>
    </p:spTree>
    <p:extLst>
      <p:ext uri="{BB962C8B-B14F-4D97-AF65-F5344CB8AC3E}">
        <p14:creationId xmlns:p14="http://schemas.microsoft.com/office/powerpoint/2010/main" val="218553491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E20865-F3D0-4945-9CA2-5E0903F5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2FF29-AE92-4749-A2B6-D719773D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Graph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51BDC-7636-4C31-B4F9-34484B2C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943A9-36D9-44C9-A1C6-14139CC8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59EA48-D71A-49A1-9574-960F4F98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577D6-8C52-4710-93DF-075DF214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56EF0-01A4-4374-A00C-0F39A61C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C0F63E-1E3D-4180-A438-3CDA3F6F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C8C17-06DA-45DF-9982-1A201192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B80906-328C-40E1-8F1D-BA32F7C5B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필드·status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17BB0-0306-4B11-8858-1E8E38424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D2879E-6E05-4568-B2ED-72BDDBE1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BF32E-25B7-48C3-AF7A-4A4AC5FB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0E4D4-1361-4800-A77A-6819E33B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한 책임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1FCE93-9BF5-427E-A1D0-9235FB76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68AE1C-AECC-4EC4-A6DC-8DA90E7A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7B269-7AB4-42BE-B254-33987561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EDGES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7F9B5-E90A-44C5-9B2B-B27243D7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분기·END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5ED789-8ECB-428D-85ED-D26ED0CC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4DF67B-387D-4DBC-B9A9-7C8B60D0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5655E3-A390-43B1-9EAC-F348BD06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752A2-DB5E-4242-AE15-98227978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중단·재개</a:t>
            </a:r>
          </a:p>
        </p:txBody>
      </p:sp>
    </p:spTree>
    <p:extLst>
      <p:ext uri="{BB962C8B-B14F-4D97-AF65-F5344CB8AC3E}">
        <p14:creationId xmlns:p14="http://schemas.microsoft.com/office/powerpoint/2010/main" val="1683774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A64A61-ECCB-4DE6-96B5-9A8296F5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01AB2-5D49-4E20-A916-CC5F98B9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routing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8E9F2-CFA2-4A31-8F73-97466705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77DA7-979F-4579-87F7-68593BF5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9DD9E-04BA-4283-9991-ECA1C1B3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98987-A85C-41FF-A82A-5BE8E423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97743C-F6E3-4B37-92C1-135E0132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98CECC-D580-4F70-87F4-5F299898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31638-ACDA-4E6C-B5DA-25BB4FE8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CLASSIFY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126B1A-BD2D-47FB-9F34-ABD19D58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오류 class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9F8B70-5D54-42B6-A72B-0201942D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544013-A38C-49AA-ABF2-3F411D91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8D8E3-A63C-4D46-8853-21611DA6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COUNT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C0CB7-A07C-4AB6-8901-6A2DCFEE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attempt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6AE78E-0BA2-44F2-9E2F-A6AEB99A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7D620-54E7-4F07-A2CA-615EE1D5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40307F-D804-4B9E-8301-1A373E8B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04B67-D29E-40BF-B51E-BF1BA47B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retry·review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E4553C-14CC-4490-ABD3-9024C13D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5CC2C6-E20B-49F1-B691-4B4C648C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F24C48-8DE4-4864-9EF0-83E9A472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B53109-D0B7-425D-B85D-C2D25EE1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terminal status</a:t>
            </a:r>
          </a:p>
        </p:txBody>
      </p:sp>
    </p:spTree>
    <p:extLst>
      <p:ext uri="{BB962C8B-B14F-4D97-AF65-F5344CB8AC3E}">
        <p14:creationId xmlns:p14="http://schemas.microsoft.com/office/powerpoint/2010/main" val="476901354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1FE016-4181-4AD1-AB2E-03F8FC33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CADF1-CDEB-4E81-9D56-F7E31AF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Human review node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7E592-A25D-4C8E-9CA5-251AC1F9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9015C-F1A5-4428-84F4-007FE1B4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743A0-2194-4BC8-8952-688F0B1D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BE8ED-4AF3-41F2-ABCD-2B95228E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90246-8D7C-4321-A5AB-70A82DE0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EFBC82-597B-4049-9459-05C50E30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C5F47C-A7C2-4854-A01E-EC0688D4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SHOW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61AAA-CCCB-44DB-8396-75405CA9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draft·evidence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290A8-E37E-4824-9497-F11DB448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DBE2D9-A30D-4281-AA2C-8528E39A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D6BAC7-A6FC-46BC-AE14-B0BD9785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B6CF17-7FFD-44E3-B7E9-928F756B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A/E/R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8AE867-0D9B-4BE9-AEDF-4F3491B1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45310-4F2E-4CE7-92EE-778BFC89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4B7829-1775-474A-AF42-9770AE68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RECORD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FE2060-ED30-4D96-BF2F-E08A7BF3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review event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15FC09-AC9A-49E2-9C47-37AE38EA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7249AA-3A6B-492E-AC85-6834138C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7C2ACD-0B65-4C93-914D-27B74C55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RESUME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E02612-8406-4721-9B86-7A541D51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same thread</a:t>
            </a:r>
          </a:p>
        </p:txBody>
      </p:sp>
    </p:spTree>
    <p:extLst>
      <p:ext uri="{BB962C8B-B14F-4D97-AF65-F5344CB8AC3E}">
        <p14:creationId xmlns:p14="http://schemas.microsoft.com/office/powerpoint/2010/main" val="213497498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7DDA0B-8FD4-4691-AD8B-966066C5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A2090-7DFB-4359-8CB4-E57352B8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Interrupt payload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05234-0C2B-4B23-9691-B783EE0C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17F9C-13D4-4FF7-94E2-F0A52599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20411-2DB7-45D9-86F6-FBF289FD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4F014F-5254-4C58-B651-B1990FA5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12C060-9CDD-43C5-B55C-7C5CEA8F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86512-388B-4E9D-8A87-2D94D9A4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DFF39-09E7-4450-ADE1-0E957B86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SUMMARY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1F0982-AAF3-4909-B3D1-C98F9975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무엇을 하려나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84CD4-B869-413D-BB8B-0FC36805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FC6F6-F400-49AC-B9B0-E98E94E3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57B1E-23C8-4262-904E-6739DB81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692F64-AE20-4AB7-A04C-3DA27DA4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어디에 쓰나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12D69-9AA7-4AF0-8B56-2CD3BF30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47E46-2832-4528-915D-59AFE3D2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548851-CD3F-478B-90B2-1BC093CA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RISK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C12285-3F30-43EF-933C-E9296219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왜 검토하나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14F289-822C-4854-8EC6-C31250DF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8761C-DCF1-43EA-87B2-BCA3BAEB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DE7ED7-013E-4402-835E-02656C51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OPTIONS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A72B63-0E03-4B46-A3F3-5703E076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승인·수정·거절</a:t>
            </a:r>
          </a:p>
        </p:txBody>
      </p:sp>
    </p:spTree>
    <p:extLst>
      <p:ext uri="{BB962C8B-B14F-4D97-AF65-F5344CB8AC3E}">
        <p14:creationId xmlns:p14="http://schemas.microsoft.com/office/powerpoint/2010/main" val="1513305457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B7BBC2-2650-491F-84C4-7D0DCFA5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07BD0E-E8B4-4E4C-9128-AEA978FE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Idempotent publish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3F604-24C7-48F8-B882-9F281B1D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0905AC-7ECD-4F2A-B030-4B8B72CC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37538-2ADF-4285-8371-F50936DEA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635F0-6FF0-4DB1-915F-6E4F5F18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DE9606-EBDB-4FBF-BF82-0D53DC6C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74CC1E-E610-454A-BB69-92F4FA48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F4819-2C1B-4E3B-BDE0-EB8613AF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40172C-23CA-452A-AD15-9D70B99A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request_id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ACC54-15BC-49D5-AE06-E26F942E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4F8049-EE74-4669-A794-8989E41B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B138AC-65EA-462B-AE37-C4830293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LOOKUP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86D35-EA83-4C6E-A27A-EAB63BF9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기존 성공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4F0F9-B0B9-492F-9C08-8E3280E1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34B1B0-9815-4C6F-96DB-B85D713A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28F463-FA66-47A1-98CC-510F228B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990FD-495C-4299-8BF0-1F30D36E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한 번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1AC586-B806-4BBB-AE1A-B9DB54EF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BF8867-3AFA-48E2-9DB8-FFF9F5B4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8777B1-C817-49F3-9443-DB95D778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AAACD0-8CDE-4982-A19D-2B295EF4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external id</a:t>
            </a:r>
          </a:p>
        </p:txBody>
      </p:sp>
    </p:spTree>
    <p:extLst>
      <p:ext uri="{BB962C8B-B14F-4D97-AF65-F5344CB8AC3E}">
        <p14:creationId xmlns:p14="http://schemas.microsoft.com/office/powerpoint/2010/main" val="528896885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72FFE5-1758-4554-805B-3F2FD04F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0E707-6894-4431-A7BB-902A0952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LangChain의 조합과 LangGraph의 중단 지점을 구분해서 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1B5FBB-D5B3-4846-9F15-9C89404D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B1EDD-0380-478A-806E-765D868E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EFD09-995F-4F9B-B3B2-C3033FF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568B2-2EAE-426A-AAD0-C34D8399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BE47FD-8FCB-4F43-B030-BD440CB0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조합 계층 → stateful orchestration → interrupt → persistence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79EB8F-1725-48A1-AFFE-91D7FE3C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6CE48-3F61-4A58-AEBC-7513F2BCC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88C4E-D0D8-4266-A91D-EB4FA0CF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9926E7-27A1-4EA6-98CA-EDA4F344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16110-CB3F-4E2D-8275-43BA1413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2EFE8A-CB18-43AE-8E74-B04E6855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LangChain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166D0-F172-418E-8B5C-62EE50F2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모델·Prompt·Tool 조합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D36CD-C07B-4D4C-9786-B88E940D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개별 AI 구성요소를 공통 인터페이스로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313B0-44B9-4792-99BB-450E44CC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단순 호출은 SDK만으로도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7A2552-8C6A-42E7-A523-97E6CF6F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9B7D8E-C76B-4563-8B66-152A354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4C8C2-C7A5-4444-B45A-1C9D26AF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242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LangGraph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CE186A-BCA0-4435-847E-23F0986B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242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상태 기반 Workflow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0AEAFD-04E3-4341-B9BF-3CD4AC80B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242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분기·중단·승인·재개를 State로 명시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43F80E-6742-481E-8636-E97AF958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242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짧은 직선 흐름에는 과할 수 있음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13B081-B2C4-4060-815A-D4E658C1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8709C-0E81-4E07-9710-977EAC62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LangSmith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E36C5B-DBC1-4998-9E2B-55F28373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관측·평가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B14951-DD24-457C-B6A3-10690139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243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trace·dataset·experiment를 같은 실행 계보로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0961B3-DA55-4E81-94D1-D2A913AC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243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JSONL은 무료지만 UI·협업이 약함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002FC-9BA6-4443-A916-D254F74C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ED0B7E-9A8A-41B2-BEA1-C734FE85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1055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DB0651-4026-45D2-A607-30BC5712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1581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Pydantic·pytest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D798F0-C6B4-4C89-9680-AFA55A689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24425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계약·결정론적 검사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23BD24-5E5D-40A5-AF2E-30E20481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24425"/>
            <a:ext cx="3676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Schema와 실패 조건을 빠르고 재현 가능하게 검증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305580-DCFC-4C44-8D88-A0367A9B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24425"/>
            <a:ext cx="2514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의미 품질 평가는 별도 rubric 필요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12AABB-83CB-424F-B84E-5F12563F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0566440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0846B3-79D9-4F17-B42D-5958F7A7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1/4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4D31B-D77B-4413-B5F6-4B8A54FE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LangChain overview · 조합 계층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3CD35-4356-4DC3-82BB-30187261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1A3E4-9232-4836-BA98-6C134673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2CDD2-F89A-4D81-91DB-51E0F34E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ED1F2-549D-41E3-963C-076BF5BD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50F6B-324E-4FD6-91EF-9CF48DD9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083B3-109C-4368-A4C3-AF1DE2E8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C9D8EE-C1C0-4AD5-A9AA-F0D7D91F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model·messages·tools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20158-B951-439B-A8AA-8D8423D5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8088C-87C3-49C3-8AEE-7A512DA5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structured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44F1A-C8BD-4832-8CB4-8B4E4311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6A9633-0954-47ED-965A-6FDCE9C9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빠른 조합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0B281A-CB1A-4EF9-837F-C68ED6CE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4D59A7-A1D7-4950-829B-D3A266B5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제어 흐름은 LangGraph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F4B6F2-7E43-41AC-B932-474DD800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ad76fce104b67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420A06-BD44-49E0-9E8F-7467BAEB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LangChain overview 공식 문서</a:t>
            </a:r>
          </a:p>
        </p:txBody>
      </p:sp>
    </p:spTree>
    <p:extLst>
      <p:ext uri="{BB962C8B-B14F-4D97-AF65-F5344CB8AC3E}">
        <p14:creationId xmlns:p14="http://schemas.microsoft.com/office/powerpoint/2010/main" val="226817287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DEB74B-7307-4790-99DE-8A3843D6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2/4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5362B-17A9-4D10-897F-B8110ED0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LangGraph overview · stateful orchestration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96A5FD-EE9B-4D88-805D-F34316B9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3ABF2-94E7-4331-81A8-1C681D84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ADDE02-7B87-46C8-AEE1-D87824A1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7B8AB-9839-41ED-B3FE-0B88E685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27D6C9-2D0A-4B7F-90B5-16A159D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8C0830-93FE-44A6-BE66-791D50EB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73EEC4-1113-43D0-BE86-7BFBE41C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state·nodes·edges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8DD611-74EE-43F1-AF66-0E28172F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0C7270-FF0B-47A2-9C99-FBE924D4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durable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90500-002B-484F-BDAF-F9BD933D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D73C0-5051-449E-B900-D0BDF538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human-in-the-loop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31ADF-BCC0-49F9-B0DD-EAAC295B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48F4C2-3A84-46AE-9E45-F10165A4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장기 실행 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97A156-EABE-490F-938A-39D5BC77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438b78167446d9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8EFD2-F801-4680-B6DE-54FB192D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LangGraph overview 공식 문서</a:t>
            </a:r>
          </a:p>
        </p:txBody>
      </p:sp>
    </p:spTree>
    <p:extLst>
      <p:ext uri="{BB962C8B-B14F-4D97-AF65-F5344CB8AC3E}">
        <p14:creationId xmlns:p14="http://schemas.microsoft.com/office/powerpoint/2010/main" val="650305909"/>
      </p:ext>
    </p:extLst>
  </p:cSld>
</p:sld>
</file>

<file path=ppt/slides/slide2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F86A4-E204-4D77-B7B2-DF947DAD5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3/4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D6149E-CB7F-4306-829E-DA673EF0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LangGraph interrupts · 사람 입력에서 중단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2468F-E1DF-4B1B-BB0E-2A735664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DB243-12AE-47E9-A9F2-176D1BF5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00840-0408-459F-AF43-5A0569A2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2A399-EE46-4868-BB41-43326895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1BE7FA-E4E1-4981-8181-DB66A3DE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4454A7-2816-4CBF-98C5-3487384B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76A615-1B9B-4970-99AA-5DE68673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interrupt payload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ED74F-56D1-4537-833F-434A10CB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2989C-D24E-457E-8E5B-5ADA2D03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Command resume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5706C0-123F-47FF-9E5D-CF4CD060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E96E2B-A0F4-4C80-9399-6FF140D1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JSON-serializable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59DE5C-534E-4A35-B572-A298E48F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5E889B-4942-4256-AE1E-6899C280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side effect idempotent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9C598E-7456-4115-92DF-14EBA85F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4d6449a6f4964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1699FA-40F7-4A8A-A986-08A0C465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LangGraph Interrupts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414877437"/>
      </p:ext>
    </p:extLst>
  </p:cSld>
</p:sld>
</file>

<file path=ppt/slides/slide2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7F0FF5-A7FD-403A-9A46-7CCBEC55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4/4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1FB9A-6E90-4D5A-ACC8-6F1C6AC2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LangGraph persistence · checkpoint와 thread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FFAC9-ACB9-4C58-9A91-D1D459E6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C563E-724F-4003-AD5F-1D56993A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25113-8DBF-4460-9178-50F885E4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7C573-6896-4C91-A53B-E127BA16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4029E-DE83-401B-B1AD-6009F4F5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60488-FC17-4A03-8CA1-1E938D8A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D62E6-4C2F-4DD0-9F76-93D3599B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checkpointer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33B73-E221-460B-B9D5-41DC3A19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02186-7B20-4A74-8E68-49255902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thread_id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081485-BB8A-461F-A392-EDED577A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5B345-45F0-41FE-A3AB-61121F0D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526EE-DA90-462E-82C5-AADA4525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958B5D-DD69-4125-AE21-BCC0646E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fault tolerance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8F182-6D44-432E-A771-96AD8306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e00f03d26d445c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5C92DE-5AA6-4A42-ADB5-89129D4E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LangGraph Persistence 공식 문서</a:t>
            </a:r>
          </a:p>
        </p:txBody>
      </p:sp>
    </p:spTree>
    <p:extLst>
      <p:ext uri="{BB962C8B-B14F-4D97-AF65-F5344CB8AC3E}">
        <p14:creationId xmlns:p14="http://schemas.microsoft.com/office/powerpoint/2010/main" val="1179474793"/>
      </p:ext>
    </p:extLst>
  </p:cSld>
</p:sld>
</file>

<file path=ppt/slides/slide2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AB8C3F-B546-4993-BD3F-25D00D03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28C60-8AEC-4EA7-94EF-F992766F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 schema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66B77-D962-4151-9550-CFA9409BE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E6FB8-A115-44A8-BF87-CAF76848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3B1AF-88B3-4D6E-BC23-9EFE6A6E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013002-19B3-4686-A486-1B5CC6E8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A05AA5-11FB-42D1-90E8-6A706A64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BC9CAC-9B65-4ADA-B3F4-8257058A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5DB71-3388-4975-B8AB-25ABE737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다음 node에 필요한 필드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8741B-B01A-4D12-B562-C4BF03A6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E80CA-AF28-42CA-BB86-7E210458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raw data 유지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EE77CE-335B-4A15-A9A9-0E1D61D5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621A7B-E5F9-4A9F-82FE-116F77CB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누적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0272D2-F2C4-4BD3-8FA3-923C6825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F2E115-BC64-40E5-94AA-3D37CFD5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terminal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2D1CD2-A58D-40F9-AF3A-6CEDE8EA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AC11A-7111-44EA-9905-51293D29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E01050-7A3E-4A0E-BE19-7AAF5725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class State(TypedDict):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request_id: str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transcript: list[dict]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draft: dict | None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errors: list[dict]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retry_count: int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approval: dict | None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status: str</a:t>
            </a:r>
          </a:p>
        </p:txBody>
      </p:sp>
    </p:spTree>
    <p:extLst>
      <p:ext uri="{BB962C8B-B14F-4D97-AF65-F5344CB8AC3E}">
        <p14:creationId xmlns:p14="http://schemas.microsoft.com/office/powerpoint/2010/main" val="1822657020"/>
      </p:ext>
    </p:extLst>
  </p:cSld>
</p:sld>
</file>

<file path=ppt/slides/slide2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C8CB05-9295-420C-9A58-150E11D8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22586-E074-4F46-B451-7794ACB7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route 함수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49CCF-C12F-4DDD-BAE9-656E0B3E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B2B8F-46E3-420E-9BF6-F24377CC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EB7F55-BC7E-4B53-9CE5-53873E5E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BAEAA-AB7A-4CBD-B6A5-8C96E410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F7712F-B778-4918-BD33-D9CA9E92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68C52-602A-4B10-9623-D7A879E0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4D5532-149C-4D0D-B143-06BA06AE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status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7A823-9B3F-47EF-BACE-96A9F663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F2799-79E2-414D-9E2D-B21112E5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bounded retry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624B43-D814-407E-9BB3-3E6D285D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8FD72-F1E1-4955-8638-E67B48D8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정책 오류 제외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3CBAA7-8B0F-4670-8D98-9A3C6C06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A1BA20-38F7-4165-89D2-4A748F3F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명시적 failed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56CE10-8BE9-4E8E-820C-37C31B81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75206D-BF81-4652-B1B4-E744740F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78AE5C-C3D6-4413-83FA-18C11763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route_after_validate(state):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state["status"] == "READY":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return "human_review"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if state["status"] == "TRANSIENT_ERROR" and state["retry_count"] &lt; 2: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return "retry"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"failed"</a:t>
            </a:r>
          </a:p>
        </p:txBody>
      </p:sp>
    </p:spTree>
    <p:extLst>
      <p:ext uri="{BB962C8B-B14F-4D97-AF65-F5344CB8AC3E}">
        <p14:creationId xmlns:p14="http://schemas.microsoft.com/office/powerpoint/2010/main" val="1040109613"/>
      </p:ext>
    </p:extLst>
  </p:cSld>
</p:sld>
</file>

<file path=ppt/slides/slide2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73ACDF-F23F-4D79-92CC-3A3A6E79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DA9B2-681F-40C5-B7D4-4B9C597F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Interrupt로 검토 요청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BEEDA-BDE9-48EE-8791-66676082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25691-D1E1-4F80-AC2A-1637C40E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C0D885-BAE6-4398-A4F9-959DE734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2F3BA-993D-4375-8009-39EB2562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FB7C05-07A8-452F-8C71-15DE0A8E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66F29-BAEE-458A-841C-EFC82E12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8F668-D067-4089-BA58-BA19D334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검토 정보 한 화면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3CB8B-6CF4-458E-BF3E-D3F14B07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4127F-E69A-4748-85B3-CCBF4367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직렬화 가능한 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A345F-423C-4844-92C1-829B7A2F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D2539-05B2-4F3A-8C46-BB80A6C2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버튼만 전달 금지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1FAC46-F376-43F3-B1EA-5E0D7FE0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8CD3C-217A-4CE7-9F87-D8CEF273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결정은 event로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ECE9E-7C3A-4084-98B3-C49F1ED1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82735-AE05-4211-9B6A-A2014796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7A95DF-CEBC-40C0-99D4-40D5D017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review = interrupt({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"draft": state["draft"],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"evidence": state["evidence"],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"target": state["publish_target"],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"options": ["approve", "edit", "reject"]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746807665"/>
      </p:ext>
    </p:extLst>
  </p:cSld>
</p:sld>
</file>

<file path=ppt/slides/slide2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AD16C1-AC30-4B67-A971-0A8B3552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5D1D1-62EC-4A43-AF65-BE0D997B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Command로 같은 thread 재개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F6BDE-EFE9-4154-A884-FF46DB26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52BA4-65C6-45C7-A52E-E4D62C68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4F7A1-B18D-4A1D-8BAA-04CB2612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026ED8-81C9-4755-BF37-D3182018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93134-3544-4A6E-B2BA-9677EA61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BCAE3-80AF-45BE-BBB7-F1E97F85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23009-F99C-4787-B7A6-F04422DD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thread_id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093F4-6140-4DB9-85E1-7663114C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85BDA-000E-4F60-B9D3-94D51ADF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checkpoint 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80219D-07F5-4496-8937-687A8D03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24C4CE-D2DF-478C-ABD9-D5FEF750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resume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7AED1C-5857-4DAF-8C97-89F74ADD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12256D-7BDC-41C0-82EF-285219B4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new thread와 구분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10BBC9-8B3B-4CDE-BAE8-735C01FD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1A9021-9660-4F7A-A471-57803923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B01BB3-4565-4AD7-8CEF-1B83FC0B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config = {"configurable": {"thread_id": request_id}}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first = graph.invoke(input_state, config)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interrupt에서 멈춤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second = graph.invoke(Command(resume={"decision": "approve"}), config)</a:t>
            </a:r>
          </a:p>
        </p:txBody>
      </p:sp>
    </p:spTree>
    <p:extLst>
      <p:ext uri="{BB962C8B-B14F-4D97-AF65-F5344CB8AC3E}">
        <p14:creationId xmlns:p14="http://schemas.microsoft.com/office/powerpoint/2010/main" val="197825724"/>
      </p:ext>
    </p:extLst>
  </p:cSld>
</p:sld>
</file>

<file path=ppt/slides/slide2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7E2C88-BACC-46F7-8953-6A1E96B2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223581-94C1-4538-8AB3-895CB8F4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승인 event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7A2ED7-BB39-439C-8C3B-CDC315BC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DE695-17EB-4A66-B241-4EDE1281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B96DF-6414-43A2-B92D-0CEDA74A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3D8F02-10B0-4218-A2B4-4E46B266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4F0BA-DBC4-4F04-A2C5-DC66B331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BD4BD-6955-485D-B6F4-887FB61F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CF0059-4174-4332-B86D-312215BA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누가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5D40D-1951-4AFF-A72C-A3FE23E5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51EF9-B1B3-44CE-B445-43726133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무슨 결정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668177-472F-4C18-9D80-F23C48D3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FF4ED-6B11-4E2F-8A8D-BC0F6532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0BC53D-D616-40D6-9DB1-01D1BA53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A5EFC-0BFD-4692-9752-813FC486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수정 payload·시각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A33D4-B45B-4C36-82BB-083B3AB32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98A33E-A27F-4623-8B18-98294AD9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0E6B13-E53F-41E7-A83C-18BCCB44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approval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"decision": "edit",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"reviewer": "role-reviewer",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"reason": "담당자 근거 부족",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"edited_payload": corrected,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"at": iso_time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22492961"/>
      </p:ext>
    </p:extLst>
  </p:cSld>
</p:sld>
</file>

<file path=ppt/slides/slide2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BA2520-BE84-4F51-B956-3C1218AC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C829A-AA29-439C-8F21-08FF85D8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State 필드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327DF-48D7-49F2-9884-0CFD7CEC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1C2F17-AC95-44A3-A7B8-38C6F070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6BB1E-A34F-4451-B4CD-8BEDB47E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335ED8-A985-4F6B-8A94-9E3D8FF9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94B4B6-3B70-4F80-BB37-DF4179A1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145BB-2586-4EBB-8FC0-84905C1A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02DED-8E44-486F-A227-D2C25DB3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08FBF-2335-4566-A495-F2995370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4DF73A-111C-42A1-9DC6-229A49E9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718D2E-1240-4030-969A-253B6070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입력·중간·오류·승인 필드를 나눈다.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5BA088-D0A1-4764-927E-1693FC72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37F56-41E6-45DC-BCD8-0BD88529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D6AE2-8A63-4F9C-86EC-5450E4FB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 node가 읽을 필드를 표시한다.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932F84-6BD7-415D-A22C-78B99A71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E2509E-D125-4FDA-8A3B-D9C90711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6B48B1-A777-4094-9E8B-00971098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terminal status를 세 개 정한다.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D91BCD-E352-4672-9748-15275F3B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79B289-DBE6-42B8-A2A0-14AB8C04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7C8412-3698-4C57-B750-B8B5E27B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불필요한 chat history를 제거한다.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F29039-2BFA-4C00-9EEF-2F5A8214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2493D9-59D7-4ACC-B394-C9C1DFEE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1D4359-2989-4697-A404-BA1BB62B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State schema 1개</a:t>
            </a:r>
          </a:p>
        </p:txBody>
      </p:sp>
    </p:spTree>
    <p:extLst>
      <p:ext uri="{BB962C8B-B14F-4D97-AF65-F5344CB8AC3E}">
        <p14:creationId xmlns:p14="http://schemas.microsoft.com/office/powerpoint/2010/main" val="1090303346"/>
      </p:ext>
    </p:extLst>
  </p:cSld>
</p:sld>
</file>

<file path=ppt/slides/slide2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53C6F0-BAF2-4BBC-A3D1-4D8F41D6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73B34-8760-42E3-8A7A-24274867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Node와 edge 카드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81C271-F6DF-4C07-9376-90EF2479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7AB7C-70DA-4720-87F7-2604A4DD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6637E-7E79-4C26-AE45-C90EADC7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81EE1-4B5D-4BD7-9DA1-0EEBA600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C64CA8-A4CD-4AE5-A947-A2C0D97E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E7745-1741-47D9-83E2-A35C72EC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89365-0F00-4D0E-A11F-46E4E23C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A3CAE-BCD4-4DA6-838C-F3DF5C21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A96F2-09CE-46FE-A316-048B6360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EFB02F-883A-4569-9BA8-11A17EA5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transcribe부터 publish까지 카드를 놓는다.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B3EC14-5B5D-4909-8C40-E8869680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00FF1-53A7-47CB-AB75-006CB1E4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80B738-09E7-4A73-B545-E4AB0C28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 node 한 책임을 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2B325D-0A7B-4DC2-8D45-80AF8FAC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78588C-E11F-4DFC-9717-C2C34073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945B73-1B14-4CC0-AA35-396F6E31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성공 edge를 연결한다.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3D8261-E164-4D25-8480-4D00658F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DAC55-DED1-498E-B0A8-C9A41BBB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429142-1597-4C48-A3E1-4E8E1F50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오류·review edge를 다른 색으로 연결한다.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BBD528-57A6-4463-95FA-7D630FE8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507B9C-92A4-4AB4-98BA-BD22F50B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F5C205-C28E-4559-A06E-2E4242BB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graph sketch</a:t>
            </a:r>
          </a:p>
        </p:txBody>
      </p:sp>
    </p:spTree>
    <p:extLst>
      <p:ext uri="{BB962C8B-B14F-4D97-AF65-F5344CB8AC3E}">
        <p14:creationId xmlns:p14="http://schemas.microsoft.com/office/powerpoint/2010/main" val="1777327798"/>
      </p:ext>
    </p:extLst>
  </p:cSld>
</p:sld>
</file>

<file path=ppt/slides/slide2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E0FE56-F864-47DB-A231-9E4D8EA8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B16F29-AFF9-4708-89B1-6EE4F30A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Retry 정책표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0760A-F908-436D-95C5-3068C80C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E4819-56A9-4D59-91E6-164D8928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B4A9A-C401-44E2-B560-511D2CE3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46DA0-D223-4FA2-8480-86F84553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87B54-2802-4061-A6BB-EFD3FA27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AF83A3-A723-4EE1-81B8-7080187E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45C69-56B1-4185-A8F5-66E11C2F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3C5C1C-A57C-426C-8796-D192B7EE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0DA43-503E-41AB-80BE-92FA3598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3EDB05-282C-42AA-80A3-D1F06302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네 종류를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F9BA3-338F-498C-BF22-1034F766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07AC39-1541-455D-B1E4-EFAC520C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6BE02-A52C-49D9-88DE-CC724E8D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 오류의 retry 여부를 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1E4C74-F4B8-4585-B36E-92F72A3E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EFA20E-EB6F-4BDB-844A-21FC61F3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90B1C-FE3B-4CA2-BF49-3108F72E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max attempts와 backoff를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4BF57D-EC5D-41E6-806F-DD53626B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112218-A959-44B7-B2FC-63C079C5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E9A772-2322-40EF-99B7-ACCA1ADB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exhausted 후 상태를 정한다.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34ED85-E7AE-4BB5-8793-A963FB0E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CDB7D-44E6-4665-8EE3-BBF67154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5CEFF5-A08D-43DD-AFD7-428FFDCE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retry matrix</a:t>
            </a:r>
          </a:p>
        </p:txBody>
      </p:sp>
    </p:spTree>
    <p:extLst>
      <p:ext uri="{BB962C8B-B14F-4D97-AF65-F5344CB8AC3E}">
        <p14:creationId xmlns:p14="http://schemas.microsoft.com/office/powerpoint/2010/main" val="1444380413"/>
      </p:ext>
    </p:extLst>
  </p:cSld>
</p:sld>
</file>

<file path=ppt/slides/slide2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5F6817-5AF6-4F34-BBA6-FAC844A1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F5470-D18E-4376-B39F-6C575FAA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Reviewer 역할극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CBBA5-92CF-4420-8014-6C2F4B3A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88D1D-749C-468F-8984-CC1B8C91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F1B2C-D8EB-4054-806C-69E585A2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A0F5E5-6EF0-4E42-BF22-66B1A939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23431-D4EF-44A6-A19C-37AE64D3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12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6B5053-1783-434F-B646-0297B2D2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3E737-6EC3-4354-BA04-449C93D8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91378-5FA5-46D4-8A94-06F79B64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857397-3AAE-4940-A94E-CD1A43A0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0107B-FE7B-4313-8208-877E57E5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A는 Agent, B는 Reviewer가 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8851BF-FA6A-4B21-AC17-9E66A904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0BF00C-43A5-4F19-9200-CCE33DE1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345183-C4A0-4072-B970-8692A569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초안과 evidence를 비교한다.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7C6C4B-67F6-4554-8767-5C16270D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22AEA8-27C3-4D0A-954F-2D926705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0E8C8-E143-474D-B652-5D6B701F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approve/edit/reject와 이유를 남긴다.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2D39EB-9077-4664-A10A-ACEB1047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69F14B-53B0-4F84-9C67-211108DF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41C193-D85A-48BB-B62A-D98BDB44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역할을 바꾸고 낮은 confidence 사례를 반복한다.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960759-9CAF-4563-A5DE-F8EC7A85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11DAC9-8330-480A-8A89-12E06949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9AAF08-7BBD-4A7E-A728-CFF75192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review event 2건</a:t>
            </a:r>
          </a:p>
        </p:txBody>
      </p:sp>
    </p:spTree>
    <p:extLst>
      <p:ext uri="{BB962C8B-B14F-4D97-AF65-F5344CB8AC3E}">
        <p14:creationId xmlns:p14="http://schemas.microsoft.com/office/powerpoint/2010/main" val="779698466"/>
      </p:ext>
    </p:extLst>
  </p:cSld>
</p:sld>
</file>

<file path=ppt/slides/slide2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2E1D4E-DBEE-4866-8E21-B697A991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0CC19-C6A3-4DD8-BF81-1C3E593A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State에 모든 것을 저장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BC080-D7F6-4F6F-A5EC-3A35B3B1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0A615-BF60-416F-AE21-B49A019E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ECC07-1AFC-43A1-B468-4AB97057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348D5-BD98-4813-AD62-B639C5E8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D8AB8F-7EAD-4E13-8B2D-F84FC736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F2CC19-75C7-439B-B7DD-9F0EF9F8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1D4BD-AE59-42DF-ABF6-3EAD8B80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EC4AA-FC13-4E69-9508-A07B4353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2BB76A-24D6-42F0-B7A6-B1F5F7D4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거대한 message history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E564D5-2403-4D56-9533-B4A360E5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77A1FC-5483-4F64-91D8-5E8A582E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binary audio 포함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092DA4-0E6D-442F-B566-C5AC5C90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0DAEC8-E7CE-4C35-BA63-AB783ABC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개인정보 장기 보존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70D4B-FC63-401E-9C5E-9B4406F4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2A0CB3-05B7-4763-A502-75B97F93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 coupling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3F1752-4DDE-4F01-B483-CF0A1FB8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BBD793-EE20-45B7-B892-26DE8624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최소 structured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D3B492-0E61-41B3-B650-EA058ADA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9B41D7-7E97-4C34-B5A1-4C10FF7F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원본은 보호 저장소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7DE374-C527-48A7-8BB0-9C17997D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E46F52-4306-484C-9A5B-DCE2CD4A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reference 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54A7A3-F839-42F4-ADD0-45AEAF39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F9170F-7256-45B3-A707-E8FF7FC1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node별 계약</a:t>
            </a:r>
          </a:p>
        </p:txBody>
      </p:sp>
    </p:spTree>
    <p:extLst>
      <p:ext uri="{BB962C8B-B14F-4D97-AF65-F5344CB8AC3E}">
        <p14:creationId xmlns:p14="http://schemas.microsoft.com/office/powerpoint/2010/main" val="1026681994"/>
      </p:ext>
    </p:extLst>
  </p:cSld>
</p:sld>
</file>

<file path=ppt/slides/slide2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CFA219-06F5-45C5-A91C-3ABA9898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E8767-F4CD-41EE-BCC4-17B0BEA9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interrupt를 try/except로 감쌈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4721E-3A9F-419D-AAA9-A08C0DEA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D4A019-951A-40F2-9E0D-FB2F91D0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A5AFD-C011-457D-B9B9-A182CC99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4F838-E99D-4F17-B177-76F9B034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A5784-CD26-45C5-81E3-A9734BEE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D5D65-A9E8-4AEE-8457-FA78DBF0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B76B8-A784-43E1-8B64-B204AD480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760528-112D-4DD9-8A7D-E692943A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A87B7-0A7C-4050-AA6A-2D603CCF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중단 신호를 오류 처리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18EC4B-7FE4-4C0D-8F56-ED924552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17E0C1-7682-41D8-ABC1-CA4E263F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재개 불가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C51AA-C629-4362-9272-F7C9273D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7D8935-9C69-4DB4-909E-BC6B11B3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state 혼란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9A243A-1C9C-4426-BF63-4A1C2EA0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216981-CA15-4C10-A163-AC7CCA62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반복 호출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23A53-1B99-4C34-AD91-CB9B8278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7B91E6-F31A-4DCF-A75C-F9A23BC8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공식 interrupt 규칙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C4E13B-43BA-44AA-B9B6-00E18573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3A5738-150E-49FE-BF47-F4D76B62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직렬화 payload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A63C41-1FFE-465E-B422-F9BB11E1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D2D51B-F962-4E70-B0FD-7E6E1739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thread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036D27-8635-4B4F-B175-ECA9065D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A7E97D-665E-4A17-85DE-5AE15DE2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명시적 resume</a:t>
            </a:r>
          </a:p>
        </p:txBody>
      </p:sp>
    </p:spTree>
    <p:extLst>
      <p:ext uri="{BB962C8B-B14F-4D97-AF65-F5344CB8AC3E}">
        <p14:creationId xmlns:p14="http://schemas.microsoft.com/office/powerpoint/2010/main" val="2055334098"/>
      </p:ext>
    </p:extLst>
  </p:cSld>
</p:sld>
</file>

<file path=ppt/slides/slide2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1ACC29-3934-4421-B333-D97B70BE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8FED8-2F51-437E-B554-0913809A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승인 전에 외부 쓰기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AD107-3207-4CEB-9ADF-EACDA596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A29C9-856F-4DFB-842E-E46DE384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190F3-4AFA-4979-8F41-904F2BFD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CDF88-9FF0-42B9-8CC8-91D18589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286DC-CD21-494C-9ED5-73F71D7F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3234B-4881-4F6A-9034-2A601CD7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4355A-5E17-4E0E-958F-6B0DABF6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A96DA-ED66-4F51-9369-DE2123BE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67537-150B-46D2-87C9-6603C8DF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재실행 중복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20B03-8311-4995-92B4-FD8DF220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F6653-FFF4-4FAF-A7D2-9F8EFD49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오류 확산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0E5257-8B9A-4714-8DBC-084B5E7F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D61AA-9AA0-40D5-A1A3-E6D0209B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사람이 취소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4ABFCF-A5D9-43DE-BDF4-808595FA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7F9A75-C9BB-4220-80EA-D4F4DD92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감사 추적 부재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DACC44-D14B-4C6A-BABD-392C4B70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F91A7A-3D51-456D-B966-711DEE35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draft·preview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E7C2F0-8DCC-416F-A89A-93A28789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D9B5CF-38D3-4BE1-97E8-7B6F9080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interrupt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56C04-47E6-4CC1-AABC-1537CCAA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E73734-6C3E-4FB3-9859-6969DE9C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approved payload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7CBE22-EEF6-43D0-86A7-AFEEA2E16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2FC963-7EF4-4483-AE98-4D4F7EC7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idempotent publish</a:t>
            </a:r>
          </a:p>
        </p:txBody>
      </p:sp>
    </p:spTree>
    <p:extLst>
      <p:ext uri="{BB962C8B-B14F-4D97-AF65-F5344CB8AC3E}">
        <p14:creationId xmlns:p14="http://schemas.microsoft.com/office/powerpoint/2010/main" val="731225815"/>
      </p:ext>
    </p:extLst>
  </p:cSld>
</p:sld>
</file>

<file path=ppt/slides/slide2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D8A0C6-4A17-409E-8CBA-8CA652DC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1039E-49F4-483D-A634-89732FB2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Human Approval 운영표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01114-ED79-4C90-9FC4-54FF6582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85A2-C381-4415-BF19-06C9B2D2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278F40-5FA0-4813-BEB9-214F22FE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1C47E-3A96-456D-82FC-880CA739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C41B21-F53C-49B2-967E-A1D2D209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승인 기준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9D34B1-CDB8-48C6-B50A-C6853876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운영 증거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BC6C1-5C14-4A5F-A89E-7C5C1F70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97B1EF-5A24-4205-9B2F-825C4F6B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FA505-DA57-49BD-A1A4-87E1605D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개인정보 flag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47863-7459-4629-9FFA-1D2AFCCC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DE5D3-54AA-4DED-98AE-7911470F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낮은 confidence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7436A0-723E-4821-A062-FC56319F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A57DCC-69E9-4924-90C8-36D4EB5E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외부 발행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76F27-9109-4BED-8623-F5B7AE7B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BA6D4B-6A51-4930-ADFC-B10EFD62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금액·계약 영향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36523-0D96-41B3-96F6-820DB7F3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1CD5A-77C3-4E72-9B96-6B873937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reviewer role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7F0D7E-3921-4809-A778-FE0039944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6B546-FAF2-4551-B864-30D52FAA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SLA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5D7A8D-1C20-4B0C-AB41-71F22CD8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E11D5C-F20F-4B9A-AAA8-B4F39A63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decision reason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49A3FE-B495-41AB-945D-6F1AD5FB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707AA0-0092-403F-8A90-84307746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audit log</a:t>
            </a:r>
          </a:p>
        </p:txBody>
      </p:sp>
    </p:spTree>
    <p:extLst>
      <p:ext uri="{BB962C8B-B14F-4D97-AF65-F5344CB8AC3E}">
        <p14:creationId xmlns:p14="http://schemas.microsoft.com/office/powerpoint/2010/main" val="1343396353"/>
      </p:ext>
    </p:extLst>
  </p:cSld>
</p:sld>
</file>

<file path=ppt/slides/slide2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6EB67E-8081-46A9-9C79-FC97DE7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판단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06B5A9-7820-40BE-B91E-67E372EB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 7 · 승인 뒤 같은 요청이 다시 왔습니다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35E37-906A-4D84-9EDA-24C3FC0F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44869-4235-4C02-99F4-46ED069B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467CF-D27D-4ACC-95FD-7D4CC02D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15:40-16:20 · LANGGRAPH &amp; HITL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6F455-8FE5-4EDB-89D0-2FE11164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08E0F-CBFC-4CF3-8FDC-72286E38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상황: reviewer가 승인한 직후 네트워크가 끊겼고, 같은 request_id로 publish가 다시 호출됐습니다.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CE08A-E2CA-4B33-8E5D-FD340957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C0FCE-0CD0-4E64-AC46-1DC36A81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F9034F-6E0E-4174-93F9-1C0D8750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어떤 State와 checkpoint에서 재개할까?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7740AF-59C9-4A16-A16A-FC6DBA9B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57D38-1B90-4CF7-9C92-DE7D4BBB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730832-34C9-4BC5-A72B-331E6440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승인 event에서 어떤 근거와 결정을 읽을까?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CBC26C-1182-405E-BA0F-59C71ECC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812957-F5EA-4BA1-91C0-2FBC76D6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10B3A-7FCA-49AB-BD15-DD3195D0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새로 발행할까, 저장된 성공 결과를 돌려줄까?</a:t>
            </a:r>
          </a:p>
        </p:txBody>
      </p:sp>
    </p:spTree>
    <p:extLst>
      <p:ext uri="{BB962C8B-B14F-4D97-AF65-F5344CB8AC3E}">
        <p14:creationId xmlns:p14="http://schemas.microsoft.com/office/powerpoint/2010/main" val="32904436"/>
      </p:ext>
    </p:extLst>
  </p:cSld>
</p:sld>
</file>

<file path=ppt/slides/slide237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885B0E-AEC3-4DDA-8C8C-FA4D8D65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D45B31-FEC3-475E-AB21-DE44F784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68ADE-CAEF-43FC-A186-FDF9C067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58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1일차 8차시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6D413-E265-4DF3-ACAA-12184A16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09700"/>
            <a:ext cx="1040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5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STT와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4A3EAE-D03F-4208-AE48-89F4F494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908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E0E0E0"/>
                </a:solidFill>
                <a:latin typeface="Apple SD Gothic Neo"/>
                <a:ea typeface="Apple SD Gothic Neo"/>
                <a:cs typeface="Apple SD Gothic Neo"/>
              </a:rPr>
              <a:t>16:20-16:28 강의 · 16:28-16:38 Trace 시연 · 16:38-16:53 개인 실습 · 16:53-17:00 판단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AD891-F6E8-45CF-9783-99239608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3467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9EC49D-F50C-479B-A24B-4C2D8F86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지금 배우는 내용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A5990-CB01-4C87-99ED-8D5170A2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19500"/>
            <a:ext cx="34671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8B58BF-1EA1-4F63-BADB-F4311331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10000"/>
            <a:ext cx="3124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 품질 · Trace · Dataset · 평가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910E3E-ECFC-4248-A400-2ABE5B98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0040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1AA71-DEB5-4F04-A883-EF140843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956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차시에서 이해할 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6530C8-E8F2-4F49-9671-5AE9D5AE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19500"/>
            <a:ext cx="4095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DDE4E5-26F3-4390-8C90-F0CA35F9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10000"/>
            <a:ext cx="3752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기록으로 READY와 HOLD를 결정한다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B10EDE-4F2C-4345-96A8-11375125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BDC0F-BFD7-40AB-89AB-C5F5F006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95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손에 남길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13236E-3F8B-478B-919F-7CC481F8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19500"/>
            <a:ext cx="28384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93DC36-C872-41B3-A91E-744A86A1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8100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 품질 기준 + READY/HOLD 결정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8AE0B7-8016-4EEB-94AB-E6EA1164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57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5ED0A4-5EFD-4508-8FAE-5F4A70F3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2930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C7C7C7"/>
                </a:solidFill>
                <a:latin typeface="Apple SD Gothic Neo"/>
                <a:ea typeface="Apple SD Gothic Neo"/>
                <a:cs typeface="Apple SD Gothic Neo"/>
              </a:rPr>
              <a:t>슬라이드 237-269</a:t>
            </a:r>
          </a:p>
        </p:txBody>
      </p:sp>
    </p:spTree>
    <p:extLst>
      <p:ext uri="{BB962C8B-B14F-4D97-AF65-F5344CB8AC3E}">
        <p14:creationId xmlns:p14="http://schemas.microsoft.com/office/powerpoint/2010/main" val="1022487769"/>
      </p:ext>
    </p:extLst>
  </p:cSld>
</p:sld>
</file>

<file path=ppt/slides/slide2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DEEF04-0026-42DA-8B2F-23F209B0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오늘의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C008E-C504-4A81-BE62-C7608081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관측은 READY와 HOLD를 가를 때 끝납니다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6D8A5B-CEAE-40EA-BC5B-40562EE6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40ABC-00AB-4EC5-800A-B1EF21DF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BC0E4C-39A1-422C-B23D-C2CAE79A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F21096-B9E0-4043-93AE-536F5245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ACFEC-AC11-4FD0-A9C9-7F88B977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다음 버전을 배포하지 말아야 할 근거를 trace와 dataset에서 바로 찾을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6ADB90-C7EC-4E65-92FF-77D6B5F0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BEAD4-1072-4B88-976A-730124FA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7C6D62-6015-4641-9370-40E0C489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4193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Managed 또는 Local STT의 segment를 받음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D497D-C4D4-4D32-B684-3DA150F7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E20363-3CD7-432B-86BF-9660CD79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146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품질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32887A-F0B4-4577-912A-96DC20E1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무음·반복·이름·날짜 오류를 flag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42FD48-61D8-43AC-A960-47947EAC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B88D1-F162-45C6-966E-27048EF8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004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계보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C7ACFD-28A5-43DB-B76D-66358C02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7909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node·LLM·tool을 trace tree로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7595D7-751E-4CCE-99A0-9FE05591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013C39-8CBE-48D9-8241-CCEC2911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비교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998FAF-9715-4ACD-A203-F432929C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4767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dataset으로 baseline과 candidate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0B7DA-CC8C-4432-88EA-35DADF69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1123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A47116-57CB-4827-8DBA-E899E300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결정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CEC434-12E4-4638-A181-5F6C64EF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62550"/>
            <a:ext cx="876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품질·안전·지연 기준으로 READY/HOLD</a:t>
            </a:r>
          </a:p>
        </p:txBody>
      </p:sp>
    </p:spTree>
    <p:extLst>
      <p:ext uri="{BB962C8B-B14F-4D97-AF65-F5344CB8AC3E}">
        <p14:creationId xmlns:p14="http://schemas.microsoft.com/office/powerpoint/2010/main" val="1924240542"/>
      </p:ext>
    </p:extLst>
  </p:cSld>
</p:sld>
</file>

<file path=ppt/slides/slide2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261B96-33D4-4556-87E8-7B90BC5A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처음 보는 용어 · 한 장으로 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67848-0E81-4B9F-94DE-0C33C3DC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관측과 배포 판단을 잇는 네 단어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49BEC-AC44-4A05-A2CE-077774B0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9E54A-C680-45A4-B8B2-C4292A7F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7E18B3-1F09-47AD-9B56-810E1D89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C150D-7A6B-4270-BA47-3BDD0C8A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1530D-7D55-4A20-A1A8-14B19FF0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0020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CDCDD-719D-4E66-8AE5-A5DD7F54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EB757-8553-4164-A4B9-21177C5C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95450"/>
            <a:ext cx="421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쉽게 말하면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7F3CF-2F91-4732-8B11-64E3D6B9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 쓰는 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3C4BC-E0A3-4BE6-B16A-B425D3A2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145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Speech to 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7EEFF-83CB-4AF3-96AF-D6BBE015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145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사람의 음성을 문자와 타임스탬프로 변환하는 기술이다.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B3FC8-4787-4AE6-939A-AB07036E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14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faster-whisper가 audio를 segment 배열로 변환한다.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C4F69A-C884-4EE2-B843-7363F98B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00293D-19FA-485B-8380-DDEC8521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765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42E09-2D9C-4702-92A3-C7B544B7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Trace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Execution Record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655B2-0C88-4FF9-8C6C-FBE39A85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한 요청 안에서 Node·LLM·Tool이 어떤 입력과 출력을 냈는지 연결한 실행 기록이다.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5A5B53-B118-41BB-9AE8-F2C12812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908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LangSmith run tree에서 Graph 아래 child run을 확인한다.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B22600-878E-493C-8BE7-448B85CD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6378F9-69F9-4E51-A2B4-643AF7FF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 / Experiment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Fixed Inputs / Compared Runs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C2039-9194-4FC9-A4E2-81772E5A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671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Dataset은 평가 입력 묶음이고 Experiment는 같은 입력으로 특정 버전을 실행한 결과 묶음이다.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3625F4-B85D-4027-8A36-0710989B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671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day2-v1 데이터셋에 baseline과 candidate를 각각 실행한다.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B88056-D452-493F-9630-7EFB872F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5DB44D-637D-4AA1-A9D4-3E5D9E1A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10553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7DFF8B-3047-4D25-A620-87CBAC51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828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Release Gate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Ship or Hold Rule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96E624-2E6C-4ED2-99BA-AE2384BB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43450"/>
            <a:ext cx="4210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품질·안전·지연시간 기준을 모두 통과할 때만 배포를 허용하는 규칙이다.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A3B86D-E4A3-49AF-B2AD-AFB2FC0D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7434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 98%·근거 연결 90%·오발행 0건을 모두 만족해야 READY이다.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383D6E-BA87-4F0F-9736-7960B563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054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14776439"/>
      </p:ext>
    </p:extLst>
  </p:cSld>
</p:sld>
</file>

<file path=ppt/slides/slide2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EF900-C83B-4C95-ABC1-AD6E9434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Managed 회의 기능은 현업의 현재 출발점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4CAF4-78F1-4EB7-AAA8-D6E43876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F349AD-82A6-4433-9B67-A5C46590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6F515-55F8-4DDF-A339-79C01023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58638-6BEF-4EA0-9566-B164741C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DEE424-C7D9-49D0-9F54-B2A937DA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080D3-C2C7-4BB7-A887-6A4C6AAF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8096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Google Meet 등은 전사·노트 기능을 제공하지만 계정·edition·관리자 설정에 의존한다.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999784417e4b32">
            <a:extLst>
              <a:ext uri="{96DAC541-7B7A-43D3-8B79-37D633B846F1}">
                <asvg:svgBlip xmlns:asvg="http://schemas.microsoft.com/office/drawing/2016/SVG/main" r:embed="R95367984d31a43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01200" y="18478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C96D9-E482-4922-B108-653B3ADD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8EC9C-CD43-458C-82D1-8F79B378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빠른 활용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8F1BB-AB70-4F57-99B5-08BD389B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3FDBEE-6BA2-4163-89B9-283FFAE6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정책·보존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7D501-B433-48BD-8917-2991B8BF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2F0C2-79CC-41B7-A6BE-BDDFC480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지원 언어·edition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2284BC-79B4-4107-8033-7233E504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AB47F3-02AA-4F41-8AC4-15E89EFB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배포 전에 보는 신호  |  STT가 틀리면 LLM은 틀린 입력을 더 그럴듯하게 정리한다.</a:t>
            </a:r>
          </a:p>
        </p:txBody>
      </p:sp>
    </p:spTree>
    <p:extLst>
      <p:ext uri="{BB962C8B-B14F-4D97-AF65-F5344CB8AC3E}">
        <p14:creationId xmlns:p14="http://schemas.microsoft.com/office/powerpoint/2010/main" val="530944062"/>
      </p:ext>
    </p:extLst>
  </p:cSld>
</p:sld>
</file>

<file path=ppt/slides/slide2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FA735-6E6B-497D-B3D0-A7919B9A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수업의 local STT는 원리를 이해하는 최소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A0985-BF97-44A9-AC3F-B8C09198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745F9-BF4A-444F-97C8-5A0A7948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BAA63-5B71-492D-827E-E1A1217B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BD968-BCEB-48CD-92FC-E9456C15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7815D-AE0D-43D1-B0AE-E099236D6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faster-whisper 또는 whisper.cpp로 audio→segment contract를 직접 확인한다.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9F1D5-2429-4AEF-84A1-F1EE9992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5991AA-3771-4E12-BDE9-7EA1A6E7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offline 가능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8416F4-C3D2-421F-A049-7800DA7B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B8C119-1756-462F-AB76-16C1E25F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timestamp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39B2C4-3566-4120-9B2A-C647B6D0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4C667D-BC0B-4D5B-95DA-48797E8C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model·device 선택</a:t>
            </a:r>
          </a:p>
        </p:txBody>
      </p:sp>
    </p:spTree>
    <p:extLst>
      <p:ext uri="{BB962C8B-B14F-4D97-AF65-F5344CB8AC3E}">
        <p14:creationId xmlns:p14="http://schemas.microsoft.com/office/powerpoint/2010/main" val="151626953"/>
      </p:ext>
    </p:extLst>
  </p:cSld>
</p:sld>
</file>

<file path=ppt/slides/slide2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27CBF6-CB57-422C-9801-D5B8C01F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 품질은 WER 하나로 끝나지 않는다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33E26-4C7D-4093-9E39-CFEDA5B8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75DCF-C7D3-4FAC-9974-B7B0BA05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B51AA-F6AC-463C-9850-2EA2D255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E3E762-D412-4FA4-AA39-23066D38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08142-2601-43C2-9A58-0272E6FB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C9A57-82E6-4B0E-BEF9-29512A83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업무에서는 이름·숫자·날짜·Action Item 근거 오류를 별도로 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919392-5BC8-4F65-B7D1-5CAA2F80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942A8-C7CE-4B77-8C31-ADBEA0C9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empty·repetition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E99FE-2209-4002-AE84-0406FB2B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42449-4113-4410-BE1A-DA6BEAFF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entity 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B21CAA-1899-46D4-B279-ADA5F21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A43CC4-CA6B-464C-92B7-3AD97079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timestamp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1EEA5-7A5E-4BC4-B070-8F6F6D2D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522691-AA6A-49A5-9756-CC03B3E4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human correction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D4AF39-5867-46E3-85CF-6DEBB874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9906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EC7ED-761A-473F-BBB6-1CBC88D8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배포 전에 보는 신호  |  Trace는 과거 기록이 아니라 다음 실험 질문을 만드는 재료다.</a:t>
            </a:r>
          </a:p>
        </p:txBody>
      </p:sp>
    </p:spTree>
    <p:extLst>
      <p:ext uri="{BB962C8B-B14F-4D97-AF65-F5344CB8AC3E}">
        <p14:creationId xmlns:p14="http://schemas.microsoft.com/office/powerpoint/2010/main" val="228238646"/>
      </p:ext>
    </p:extLst>
  </p:cSld>
</p:sld>
</file>

<file path=ppt/slides/slide2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3BDD18-682F-43E9-BFE0-68D8DDE5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LangSmith trace는 실행의 계보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5CCFC7-2505-433C-9E56-360EAFD5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DA9E8-AD83-475E-ADA7-14AECE6E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2E4EF-84FC-4FA1-8619-36AA26B0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5C30B-3B56-4D30-9659-F1643497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BEC25F-FFD4-4A61-AC12-D26F30E9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graph run 아래 node·LLM·tool의 input/output·latency·error를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B7674-5DAB-4B19-99BB-6CC3DE4C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99E255-147C-48A5-95DC-3D4344AD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parent-child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7A0DC-952D-4FF8-9627-9B61DCF2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71A92-6397-4192-9907-D80D53AA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metadata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2B5CDE-D745-43F4-916D-7C842FDA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DA45D-F2B8-4A3B-B3A1-EA3331A7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390E57-F069-42D0-9FC2-146EC527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EA8298-8DFB-401B-976C-A089AC06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error</a:t>
            </a:r>
          </a:p>
        </p:txBody>
      </p:sp>
    </p:spTree>
    <p:extLst>
      <p:ext uri="{BB962C8B-B14F-4D97-AF65-F5344CB8AC3E}">
        <p14:creationId xmlns:p14="http://schemas.microsoft.com/office/powerpoint/2010/main" val="1351723431"/>
      </p:ext>
    </p:extLst>
  </p:cSld>
</p:sld>
</file>

<file path=ppt/slides/slide2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5561D-7599-4499-8D2E-B9A57793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민감 데이터는 trace 전에 줄인다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3269F4-A27E-45C6-8EC0-C385B563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C25E2-08FD-4BD3-8B62-6D842BF8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B4D13C-AB0F-42A9-A411-5793BD03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2B9247-5217-425F-B165-807919D0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6BB99-666A-4011-9D6C-9B667A52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95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B4114-78FD-4D3F-83C7-FB6DA83C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90700"/>
            <a:ext cx="9715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 계정에는 공개·합성 샘플만 전송하고 원문·secret을 masking한다.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883FE-2961-4617-A019-B47E0EB8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24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D83B6-2AA7-4CD6-9C9C-98C429CC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385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anonymize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89EB3-5154-44D9-9AB4-20CD667C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00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D01FA-FA6C-40EA-950D-B39023DA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sampling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BE0A2E-BC8D-40B0-A8EA-4EA00E0F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767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03A743-2F5A-4793-B8E4-C947D17D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9105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JSONL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2100BA-EA0B-4C3C-A1CC-DEB04450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53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9DEC43-E0A9-482F-A71B-4A2DB7D5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5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retention 확인</a:t>
            </a:r>
          </a:p>
        </p:txBody>
      </p:sp>
    </p:spTree>
    <p:extLst>
      <p:ext uri="{BB962C8B-B14F-4D97-AF65-F5344CB8AC3E}">
        <p14:creationId xmlns:p14="http://schemas.microsoft.com/office/powerpoint/2010/main" val="2142143556"/>
      </p:ext>
    </p:extLst>
  </p:cSld>
</p:sld>
</file>

<file path=ppt/slides/slide2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C46AC-880E-45EF-BCF4-2F7E159A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Dataset이 평가 입력을 고정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752E7-83FF-4D0F-A226-89AF523C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55B8D-885C-4D11-B392-2B367933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D6C47-8E5E-4C2C-BE05-31372035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C1954-90ED-47E0-8AAA-F3CC5E12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ACBA9-4723-4254-AD49-5FD40BF3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golden example과 실패 사례를 dataset으로 만들고 experiment를 반복한다.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F060D-0FEA-4728-9CAB-9CED49C3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9CE4BF-0A7B-4CAA-BD21-3CB0E0AD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7F6650-4945-4C6B-A55D-98203B5B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05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D7451-5B4E-476A-B9C2-97D18DA4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reference 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B2ABF-7BFA-497D-82B1-E70E558D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4342CA-A1CA-4B02-BD93-3353B96A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metadata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C30BE-07DE-49C9-8331-84608A69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4C724-51E1-4D8B-B66A-C277307B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10020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E23B21-5C46-4846-A341-244CCEF9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A99F86-52B2-404A-963F-6A780AFC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049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배포 전에 보는 신호  |  평가는 점수를 내는 일이 아니라 READY와 HOLD를 가르는 운영 결정이다.</a:t>
            </a:r>
          </a:p>
        </p:txBody>
      </p:sp>
    </p:spTree>
    <p:extLst>
      <p:ext uri="{BB962C8B-B14F-4D97-AF65-F5344CB8AC3E}">
        <p14:creationId xmlns:p14="http://schemas.microsoft.com/office/powerpoint/2010/main" val="1365753340"/>
      </p:ext>
    </p:extLst>
  </p:cSld>
</p:sld>
</file>

<file path=ppt/slides/slide2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7567FC-C131-455F-93D8-E70FA58C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C865E8-2A32-40A5-8E4A-19F49813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전체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55343F-350F-4DA8-8CDD-EDA1F4DF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5B031-D9F3-4A79-9405-8C4D94EF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30786-8F01-4898-8D56-A2A3693A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7CF2D0-0CA1-4C5E-8DC5-4F7A3541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46EDD-B30E-4E94-A349-4BC9B6D0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7C14A2-8AEB-4A0A-B32B-8A5C553D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761D3-063D-44BC-99BB-9F6A5B86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AUDIO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BB3E19-2334-41D8-81FA-E29DFC57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metadata·STT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59A79-3FA9-4B34-BE18-8EDD79A4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38F96-96C1-48B4-8311-2EAA4FF80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0E3BCB-AF99-4520-A4D4-B80BA85A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DRAFT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C5FD25-036F-46B2-AE7C-E19D9045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LLM·schema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7279B-4B42-4588-9D96-5CA39DAA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89A9E6-A51C-407D-BC40-AE154FA8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E52750-FC07-4912-B86F-934D7554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63083-772E-4C1C-9826-42C0A94D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evidence·interrupt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D80EFB-B77E-42FE-BFDF-454821DA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A9542E-C22D-4A47-98BD-079F92F4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8EC2D0-5BFB-4F2B-B2F8-BFA014A6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PUBLISH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395742-B658-4792-94CC-40C3D4B1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승인·idempotency</a:t>
            </a:r>
          </a:p>
        </p:txBody>
      </p:sp>
    </p:spTree>
    <p:extLst>
      <p:ext uri="{BB962C8B-B14F-4D97-AF65-F5344CB8AC3E}">
        <p14:creationId xmlns:p14="http://schemas.microsoft.com/office/powerpoint/2010/main" val="1586408159"/>
      </p:ext>
    </p:extLst>
  </p:cSld>
</p:sld>
</file>

<file path=ppt/slides/slide2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B2D2B7-CF61-4029-9F9E-3CAB16EC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F1091-4A9F-49CC-BDAD-1AF64A50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 실행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A0B99B-D7C4-40CD-9525-B8879486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F0DFA-5A14-4898-B4A7-85BB59D8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70FD8-6AE6-4F3F-B32E-8B61832F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BBBE8-E24E-4974-A3DC-6AD4236F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D8497-8579-4DD3-BA51-C27A3D3F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E81CE-BDD0-49D3-9614-201F797A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CA740-DC81-4D92-A182-0913B6A2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A457E9-D96F-417A-8F14-3A729333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format·duration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E1810-B9D6-4F6C-BD11-B1D7D35B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23834-6DC4-4BE3-AB59-E54AE925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DDBF10-5A6F-4A58-811D-4EFAD0BA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TRANSCRIBE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6ACE13-7204-43BA-9F64-4B0FBC76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segment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C2A5BB-D287-47AB-82B2-8535BE2B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73E15-F94D-4FBF-AC51-6043DDBC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CEC0D3-F1E6-4466-A6C3-13DA6AE4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QUALITY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BB87E-0BE5-4A10-B502-47055730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empty·repeat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985182-649D-4D12-8D03-B67D87F7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A3FF43-FE81-47EF-A62F-ED763C22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D3783E-C345-40C3-9082-C9BCA9B3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FALLBACK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6C185B-81DD-448E-99CF-E7B6785A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정답 transcript</a:t>
            </a:r>
          </a:p>
        </p:txBody>
      </p:sp>
    </p:spTree>
    <p:extLst>
      <p:ext uri="{BB962C8B-B14F-4D97-AF65-F5344CB8AC3E}">
        <p14:creationId xmlns:p14="http://schemas.microsoft.com/office/powerpoint/2010/main" val="1623751133"/>
      </p:ext>
    </p:extLst>
  </p:cSld>
</p:sld>
</file>

<file path=ppt/slides/slide2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7BB881-F8D8-4A6C-94A2-5CB95D4D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E53FC-4232-46BF-9FB2-CBF837C0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Trace 설계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AB549-9378-46DA-B8D8-4D150F9F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CE01C-6DAB-4687-828F-2738ABF4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1E8A1-C222-4F1C-9FD9-1D275D34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62F59-CB0E-4232-8E8A-105EE939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4C82DF-5D58-4EF0-9167-11BFC05C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37A29-EABD-4729-9C82-FE76C58A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AB760-3043-4CC7-9671-83A9E819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1A25E1-3FC5-4DF4-AF8B-222CFBDF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무엇을 알고 싶나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01969-FF79-4D57-AB73-050D8FDC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24281-87D5-4858-BF69-6304B22E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9F272E-F1D9-4E6B-A5A4-2E908809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FIELDS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CD5F7-7BC6-4E95-9E9B-1CD52894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어떤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44ECC-3608-47C0-86B1-ED1488F9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F8BCD-2ED7-40C1-8B78-787020A1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F7055A-F037-4D7D-8D6D-4B224A3A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0023F9-FB26-425F-806C-D0B4BC55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무엇을 숨기나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C7D16-C2AD-4A62-BC90-403718E1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429B41-CB8A-4316-B989-653A01ED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AD012D-9AA5-4460-9C56-A828DA3A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F80EA9-B4B2-46CC-AEB0-0D0C39F7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run tree·filter</a:t>
            </a:r>
          </a:p>
        </p:txBody>
      </p:sp>
    </p:spTree>
    <p:extLst>
      <p:ext uri="{BB962C8B-B14F-4D97-AF65-F5344CB8AC3E}">
        <p14:creationId xmlns:p14="http://schemas.microsoft.com/office/powerpoint/2010/main" val="371240784"/>
      </p:ext>
    </p:extLst>
  </p:cSld>
</p:sld>
</file>

<file path=ppt/slides/slide2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97372-7998-451A-A0F3-6DDD17E8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1AA2A9-1B64-4A2A-AA42-6CF782B2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 구축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7864C-6DC6-4072-899B-5EB9212D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7A980E-6576-423A-8F5E-DF48A2A6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30DD4-FF12-4F59-BA45-F2016256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3F6844-09B3-465D-AD7D-A7D9A01A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F9DE6-EB8A-40AC-9374-E08FD1A9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D3A50B-E337-4784-94A5-6D0F0094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95836C-1696-4ED6-8282-3210CACF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6F88AF-7B62-419F-9C93-D6084554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golden 3-5건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C7F5D0-396E-496F-8038-9BC3316B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F27FAE-FFB3-44C2-A559-2C15CF55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0F144A-F233-4881-B09B-9AB497E3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655933-D4A9-462E-893B-6F57DC05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예외 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43DFFD-235D-4B45-A151-569B406B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B9F5EC-8CC6-4B78-8D70-60FF9BD3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B6F243-C0CC-4D70-A719-54D6D474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509F6-65FE-4C9E-B61D-2F6A682B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변경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E2FF62-F379-4B38-B79D-B37D2DB9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091FBD-4C60-4F9D-8A02-50977550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C374CA-45A5-4599-BA1A-4505C55F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EXPERIMENT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A84450-71BB-4538-93C4-C675B302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같은 입력 비교</a:t>
            </a:r>
          </a:p>
        </p:txBody>
      </p:sp>
    </p:spTree>
    <p:extLst>
      <p:ext uri="{BB962C8B-B14F-4D97-AF65-F5344CB8AC3E}">
        <p14:creationId xmlns:p14="http://schemas.microsoft.com/office/powerpoint/2010/main" val="675630525"/>
      </p:ext>
    </p:extLst>
  </p:cSld>
</p:sld>
</file>

<file path=ppt/slides/slide2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142A3B-E669-42C3-8AD4-65019DD7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진행 순서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E35831-7353-48E5-930D-B463728D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평가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C0423-E64C-4656-83C5-DF5181D5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38CAA-7AAD-422F-9BDF-5ADADD7A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61285-884F-42C3-B033-0D6B1E5E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84CA75-5924-4CBD-990C-30248F5A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CAAEB-042D-41E9-B75D-8EDB4B91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FB0EAA-67DF-42A0-AE68-9746B097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38F0C1-D1E5-4644-8552-9E4AE2F7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9EE3E4-3104-43F3-9488-5B5799FD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dataset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F1CA4-4122-4D4A-9E6E-5D10F0BB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C95F81-2505-42F7-9522-56F72CDA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2DF0A-4541-4D48-82AD-ADD5D6C1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SCORE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B3986E-5598-4A26-9805-877606E8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deterministic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C77E7-BFA9-48E8-9336-5B1AB114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F3181-2FDC-4DAA-ABDA-35BA84F1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CEAC3E-56F7-42ED-A4E0-A1E2BBDA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652642-C9E7-4B49-AC5E-B80B3F55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human rubric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48B079-5DC0-4CFD-BD12-3AE5E6F9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095500"/>
            <a:ext cx="25860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233310-E8C0-4D96-AE1D-0374EC0B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3050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927686-15DA-498A-82DE-7187E144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781300"/>
            <a:ext cx="241458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DECIDE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7800A8-CE18-43F1-9C21-95628F79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3390900"/>
            <a:ext cx="2414588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release gate</a:t>
            </a:r>
          </a:p>
        </p:txBody>
      </p:sp>
    </p:spTree>
    <p:extLst>
      <p:ext uri="{BB962C8B-B14F-4D97-AF65-F5344CB8AC3E}">
        <p14:creationId xmlns:p14="http://schemas.microsoft.com/office/powerpoint/2010/main" val="733274667"/>
      </p:ext>
    </p:extLst>
  </p:cSld>
</p:sld>
</file>

<file path=ppt/slides/slide2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3E7A76-D88F-4FFF-BFB0-B80F2227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도구 선택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42BB0B-30E7-499F-8A53-9F9E7F96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STT와 LangSmith 화면은 하나의 품질 루프로 연결됩니다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57EFF-91DD-4A81-88F9-D45EF946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93DAA4-06A5-497F-BE1C-FCC47AD9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AF60C-91F3-4F2C-8322-75E2AEF0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1F5EF-1678-4FA6-B54B-0B12559F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4B4A9-9837-48C9-B3E5-A4850CE5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Local STT 두 경로 → Managed 노트 → trace tree → experiment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AA776-815C-45F3-B50A-2247FE78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1055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DD8A7-2A27-49E2-BE32-2451AB3F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도구·서비스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3E9A58-6847-422C-BFA4-37266DB4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3360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도메인·역할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B52F3C-82AD-4214-A017-4D5DDDF0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이번 강의에서 쓰는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4E6B28-6285-4FF1-B2F3-EDB1BC85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33600"/>
            <a:ext cx="2514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유사 도구와의 차이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00C53-9C57-4B1F-88F8-A4B52D90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241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Google Meet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D3D091-1028-40EA-AC56-C6AA8ABC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241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Managed 회의 STT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AC614-0E5D-4D5E-AE4B-9F3E1696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241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이미 제공되는 전사·노트를 현업 출발점으로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BFD48B-C791-4D82-A759-05614A55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Zoom·Teams도 유사하지만 구독 정책이 다름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1BAC0E-F8AB-46F4-95D4-029DD639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6D9905-5F78-47F9-B4C9-6B2D3B0C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1055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17FEC0-5749-428C-A470-26265549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faster-whisper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5D701-923D-4166-AB44-70B4E25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9087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Local STT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F05ED3-6EF7-4EB7-8924-D04CC433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9087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segment·timestamp를 코드에서 직접 다루기 쉬움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BA3AC6-897F-4D59-B2CB-50BEBCB9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908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whisper.cpp보다 Python 통합이 편함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463F26-8B07-4F75-A312-52D422F1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3B1058-A27F-4CD2-A75D-6B9EEE75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whisper.cpp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5C5EBB-68ED-424D-89A1-79185927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576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경량 CLI STT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4B74A-8416-4635-83FC-B4CC56E9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576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낮은 사양·다양한 환경의 local 대안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F9E30F-B547-4DE8-AA39-3D871E87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576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Python pipeline 연결은 추가 작업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525BF8-8CBA-4869-AB22-55035681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222993-3711-455E-98F7-51709E41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553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74B153-2D09-430E-8ECD-C1694B7B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LangSmith Trace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D20312-53D5-4358-BA5F-D093DBEA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52437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실행 관측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CC4E8F-E602-4EF0-AC14-06AEF703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2437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node·LLM·tool의 지연·오류 계보를 한 화면에서 확인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CA2975-2277-4C38-9467-3DB092DC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민감 데이터는 masking 또는 local 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41DF10-ED30-4E6C-B676-CCAD8E85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0540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1D0EB3-A653-4392-A833-9B84E6B7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LangSmith Eval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E49B3F-3380-4911-B136-9C448DC5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91125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Dataset·Experiment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577584-2B5E-45D3-B001-73E741C6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91125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같은 입력으로 baseline과 candidate를 비교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E77821-C86B-4B77-9025-B99318F4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91125"/>
            <a:ext cx="2514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pytest는 구조 검사에 강하고 의미 평가는 제한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5DB45F-690F-4466-BDDF-02107461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0553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30017196"/>
      </p:ext>
    </p:extLst>
  </p:cSld>
</p:sld>
</file>

<file path=ppt/slides/slide2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683D23-C6A4-4990-99B0-F9B94617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1/5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EA54A-0721-4ABF-AC87-6AD6764D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faster-whisper · Python 기반 local STT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1D63CE-4F12-4956-80CF-5B3AAE5E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A16AA-A05F-409E-96CE-63FA8867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60D31-CCF2-46DE-A6BF-529B7849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7D2A8D-AC9E-4E02-8521-108C845C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661F0-A55D-4AD5-BC07-045CBD01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A81D7-7C8F-40DE-BB3F-C41888D7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7B507D-BC08-4097-BEB8-D53A8515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Whisper 재구현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562D3-A6BC-436B-B03D-8B0CC1DD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1187A-EDBA-4172-8123-0E8F59C7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model·device·compute_type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F42467-AAF3-4C2B-A860-A27A7DC8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CBCFCF-043E-47AD-AAA8-05338F67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segments generator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24987-B395-4602-85C5-B44A76FA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584F9F-7B8D-495B-ABBF-70A24588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수업 전 model 준비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0D708B-4C58-4E45-91E1-C881879B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b24f897ee4210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BF86BB-42E1-4DCD-88E3-9330A198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faster-whisper 공식 GitHub</a:t>
            </a:r>
          </a:p>
        </p:txBody>
      </p:sp>
    </p:spTree>
    <p:extLst>
      <p:ext uri="{BB962C8B-B14F-4D97-AF65-F5344CB8AC3E}">
        <p14:creationId xmlns:p14="http://schemas.microsoft.com/office/powerpoint/2010/main" val="575665081"/>
      </p:ext>
    </p:extLst>
  </p:cSld>
</p:sld>
</file>

<file path=ppt/slides/slide2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001950-A802-418A-8D1E-32C3B935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2/5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88F7C-5D73-4318-82F3-2667FA81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whisper.cpp · 경량 local 대안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41AAB-0C20-4FF2-ABC9-E991C3A7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77805-033C-4ED4-A5BB-DA6701F1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9A1CF-4AC4-422C-8439-CA922C97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CAD29B-F8E7-404E-A8FC-741AB0CA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94866-EEBE-4A46-9A4F-2B895C8D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2F87C-75E1-4BCE-A8DD-759C7605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71469A-823F-4E0B-956E-C245744E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C/C++ 기반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91D77-4CD3-4552-84A3-9D7FC3E3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55537-D3C0-4D2F-AF7D-87010666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다양한 환경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4A535-98DF-428F-A8EE-66DF32D4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006ADF-95A8-4B3F-89B6-50F7E59B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CLI 실습 대안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E9409E-26A5-4551-A8D0-4962B9FD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698348-F60A-4335-AFCA-39667B35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모델 파일 사전 준비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565E25-62E1-477E-9ABD-11F368C6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c6c9595be4822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76D4F6-DCDA-42F4-ABC9-85C58F4A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whisper.cpp 공식 GitHub</a:t>
            </a:r>
          </a:p>
        </p:txBody>
      </p:sp>
    </p:spTree>
    <p:extLst>
      <p:ext uri="{BB962C8B-B14F-4D97-AF65-F5344CB8AC3E}">
        <p14:creationId xmlns:p14="http://schemas.microsoft.com/office/powerpoint/2010/main" val="1688791846"/>
      </p:ext>
    </p:extLst>
  </p:cSld>
</p:sld>
</file>

<file path=ppt/slides/slide2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4E04D0-AC5D-4E2E-8FC8-39C5EA8C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3/5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62477-1582-4735-B24C-37C1FA86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Google Meet 자동 노트 · 만들기보다 통합하기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F3462-90A1-4754-AADB-28AAB55A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9F8B0-6769-4182-843F-0287E401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92299-C715-4BE5-9DE8-1670DCB5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EDA13-4F2E-42D6-9862-3B71A01C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EF252C-4826-4D84-AA7D-B210181B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AC93-E463-4486-A8F0-2D0A0B96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4AC94-26AB-43CE-A8DE-BA934842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구독·관리자 설정 의존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65627-5DAF-4AA0-97F2-11DB61FD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A8D7B-C56C-469D-A6B0-8C62AE8C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기존 전사·요약 활용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B6C686-78AD-4E0B-B046-D42D1D43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B5AD5-1F5A-4059-AE53-A094A82E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local은 예외·통제 학습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5A9310-E4C4-4E56-B492-6B030565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A9642-F0A4-4D80-98BD-8F580C35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지원 범위 강의 전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C31082-FE2D-4F03-8CD4-22CF3E68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40c2494a049a1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F06B2-E85B-4E83-993F-44721755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Google Meet Take notes for me 도움말</a:t>
            </a:r>
          </a:p>
        </p:txBody>
      </p:sp>
    </p:spTree>
    <p:extLst>
      <p:ext uri="{BB962C8B-B14F-4D97-AF65-F5344CB8AC3E}">
        <p14:creationId xmlns:p14="http://schemas.microsoft.com/office/powerpoint/2010/main" val="1761711710"/>
      </p:ext>
    </p:extLst>
  </p:cSld>
</p:sld>
</file>

<file path=ppt/slides/slide2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A0FF90-A404-4FD4-9532-4423ACC5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4/5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98AC0-D0E5-40DB-AFF9-7C9738ED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LangSmith observability · trace tree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23BB9-00FF-4BFF-9828-67B8F609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9E62A-4F03-49F6-955F-22226E56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C3DC9-F044-45D8-A339-572748A7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89AB06-E4C5-4C83-9F62-0A9BC077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1EF60-1583-4396-AC01-A3A6FA87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0805B-87B5-454D-9EBF-6B103EB2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3E251-48A5-433B-879E-04D99ECA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node별 input/output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DDD865-C3B0-4026-9654-57A31391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083B09-58D2-4A85-A352-BAB2C35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latency·token·error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0A56F-2810-441B-8BC5-C5307620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C3022A-93C7-4987-B659-B7C46B8C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metadata·tag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9F780F-35F3-4A78-9109-5EEAE641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69DAE4-5A4A-48F6-B3A0-E9DD9099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 샘플만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E17C3-EDE9-4408-B420-7FACA359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397376e0de4ad5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E1414D-8DF6-4312-964D-12C968EB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LangSmith Observability 공식 화면</a:t>
            </a:r>
          </a:p>
        </p:txBody>
      </p:sp>
    </p:spTree>
    <p:extLst>
      <p:ext uri="{BB962C8B-B14F-4D97-AF65-F5344CB8AC3E}">
        <p14:creationId xmlns:p14="http://schemas.microsoft.com/office/powerpoint/2010/main" val="1997119220"/>
      </p:ext>
    </p:extLst>
  </p:cSld>
</p:sld>
</file>

<file path=ppt/slides/slide2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0A0C65-AA7D-46B6-9B2D-27CD70A7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실습 화면 5/5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32552F-AC0A-4D80-835F-944B46CC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LangSmith evaluation · dataset과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41281-2135-454B-A2B6-AC83CEC6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52DDC4-DAC1-4A74-BA1C-E0B6E71D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454C3-FD47-4063-84F7-116346CA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ABE3B-6A87-4103-8F98-3AF6BC6B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0269B-20DD-45D4-A32F-53E3BCCF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 화면에서 딱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E1021F-0FC1-4B4E-B370-35D724A8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621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204EE-8134-4FC4-8266-C47BC668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offline evaluation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1CBC04-323B-4432-AB2C-32725D4F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AD37E5-4ECE-409F-8690-2D9885AE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7652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online monitoring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27954-3CAA-4578-AE3F-3DBC551A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623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32502B-064C-4B28-A537-A14EA7D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766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human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4D6576-FD61-419F-86D2-505ADCDD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5EEBE-B0B7-47CC-BFE1-3D801439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baseline 비교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8B46C5-A7B5-4493-82F1-351885CB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81150"/>
            <a:ext cx="6819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777cb910cb484b"/>
          <a:stretch xmlns:a="http://schemas.openxmlformats.org/drawingml/2006/main"/>
        </p:blipFill>
        <p:spPr>
          <a:xfrm xmlns:a="http://schemas.openxmlformats.org/drawingml/2006/main">
            <a:off x="4876800" y="1726457"/>
            <a:ext cx="6591300" cy="3709886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972D14-E0E2-4973-BA43-C1960815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55054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LangSmith Evaluation 공식 화면</a:t>
            </a:r>
          </a:p>
        </p:txBody>
      </p:sp>
    </p:spTree>
    <p:extLst>
      <p:ext uri="{BB962C8B-B14F-4D97-AF65-F5344CB8AC3E}">
        <p14:creationId xmlns:p14="http://schemas.microsoft.com/office/powerpoint/2010/main" val="891146325"/>
      </p:ext>
    </p:extLst>
  </p:cSld>
</p:sld>
</file>

<file path=ppt/slides/slide2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62A04D-E579-4992-907A-EB6B7AB2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2EEE8-2879-474D-8AB9-E55F4259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faster-whisper 최소 호출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205F0D-A267-40C1-90FA-098CF8A0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869F4-405B-4891-8315-23A6DDA0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D9B8F-40FA-46A1-8DAA-3D4F7647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04EBAF-44F7-4EDC-8FF2-14F464D7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11F7D-9840-4D95-A355-5D8C0CD3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F7D58-23F2-4A01-8258-1F99F8BE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F1A1B-38BC-4204-90CB-A36A1B2A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CPU int8 경로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298419-4C67-46E5-BE9B-3B7D3D84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39A43-A810-42A3-B267-7429E7A3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language 명시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E96C7D-B279-4AD4-88C0-68C40F44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6D297-37CA-455C-812F-532D6969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segment timestamp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07702-9910-49D5-BE4C-9F55FC75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6B19AC-FA90-47BD-8CBD-7AA1F4ED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generator 소비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F6441A-A5A8-4F10-8B5F-C2D53D86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EC3C68-A303-40A9-ADC0-E7572387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4E192-D662-47FD-AA0E-77AC1D7A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from faster_whisper import WhisperModel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model = WhisperModel("small", device="cpu", compute_type="int8")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segments, info = model.transcribe(audio_path, language="ko")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rows = [{"start": s.start, "end": s.end, "text": s.text}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for s in segments]</a:t>
            </a:r>
          </a:p>
        </p:txBody>
      </p:sp>
    </p:spTree>
    <p:extLst>
      <p:ext uri="{BB962C8B-B14F-4D97-AF65-F5344CB8AC3E}">
        <p14:creationId xmlns:p14="http://schemas.microsoft.com/office/powerpoint/2010/main" val="1165192718"/>
      </p:ext>
    </p:extLst>
  </p:cSld>
</p:sld>
</file>

<file path=ppt/slides/slide2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E8192A-21AE-4323-AC2C-FC0AFF69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4B836-A60A-4848-A8B7-FF3A5A88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STT 품질 flag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7592F-C2BD-4F7D-BDFE-A66CA612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6EBB6-C564-4A10-86CF-6B71FC81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49925-583E-4301-8F30-088EC7F1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57EFE-DAFC-45CE-96EF-F19AA4FC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3A8E3-D9E7-4931-92CA-C7B266DC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955AA4-DB67-4815-ACEF-0BDCA524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8E85F-BE47-4066-B624-576FABA2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768224-2518-4E7C-AF23-2C22E220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CBEA20-E972-4811-BF47-907D393B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반복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3352B9-A742-43E3-92E6-D2DD5B50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4C391B-F38E-4186-AC76-919C4F42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지나치게 희소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C7D3D1-A504-4D09-9FD8-27C2A8D4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19B60-3A36-49B5-A7ED-98645338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 검토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D923E1-2D7E-4DD8-A3EE-1CA52F6F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62E6E5-F032-4216-94FF-17E7BF1B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881B2-8E34-4845-92B5-69926B12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flags = []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not text.strip(): flags.append("EMPTY")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repeated_ratio(text) &gt; 0.35: flags.append("REPETITION")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duration &gt; 0 and len(text) / duration &lt; 0.5: flags.append("TOO_SPARSE")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if flags: status = "NEEDS_REVIEW"</a:t>
            </a:r>
          </a:p>
        </p:txBody>
      </p:sp>
    </p:spTree>
    <p:extLst>
      <p:ext uri="{BB962C8B-B14F-4D97-AF65-F5344CB8AC3E}">
        <p14:creationId xmlns:p14="http://schemas.microsoft.com/office/powerpoint/2010/main" val="1466917453"/>
      </p:ext>
    </p:extLst>
  </p:cSld>
</p:sld>
</file>

<file path=ppt/slides/slide2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5C3E0B-E574-4E6F-AADB-104582E2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A7254-56CF-4629-9590-B7B58652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LangSmith 환경 변수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56E03-02C1-4F68-88EC-73A1F2B7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41B37-CC97-4AF0-9752-49545F7A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45E3D-4E6D-4BAD-BF9D-C8B5548D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8EC95E-FEC9-4FA0-A545-61D090A1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EEA3D-B6F6-4B2A-8C75-C4064E6F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800B3-17FE-4E07-8055-B6A8C7F1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25E69-FE7D-4D59-8DB7-045E28CF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프로젝트 분리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7038E-5452-4BF4-A599-D0A6F55C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18C75-3DD7-4D31-8DBC-20FDE66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key 환경 변수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21601-8BD9-4C86-A571-00B9B106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62889-A09A-4E1F-8EFD-8B54EECC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 샘플만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A6613D-36FA-497C-9FB2-5CE0E619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403415-87BD-4708-BF90-5D55197C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tracing off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665BF1-571F-49BF-8A52-F60C65ED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42743-9861-41B8-B12D-9DFE539A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D3A18A-60C9-426A-850A-F690A3F7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LANGSMITH_TRACING=true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LANGSMITH_PROJECT=ipa-k-work-copilot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LANGSMITH_API_KEY is set outside notebook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never print or commit the key</a:t>
            </a:r>
          </a:p>
        </p:txBody>
      </p:sp>
    </p:spTree>
    <p:extLst>
      <p:ext uri="{BB962C8B-B14F-4D97-AF65-F5344CB8AC3E}">
        <p14:creationId xmlns:p14="http://schemas.microsoft.com/office/powerpoint/2010/main" val="888609357"/>
      </p:ext>
    </p:extLst>
  </p:cSld>
</p:sld>
</file>

<file path=ppt/slides/slide2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BDFF8-545F-4A0E-A433-CDBD0B8E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4BB93-839F-458A-A59D-C15B4E48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Trace metadata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CD020-1E8E-4949-BCDD-FCD3860E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39371-093A-4B4E-BF3B-EF7DAD13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F4D61-4813-47C5-A662-9CFB37F4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ADBDA-3103-4908-ADD6-EADB51E0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37CD5E-74CC-4F26-BEED-35D27ED3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849BD-6E6C-4CA1-A5E1-A38E4AE8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3427F6-4401-40A1-88AA-0286FA7D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 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97A273-FE08-4363-89A4-90DB0F62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42EA3-6F66-4A94-8B0B-F0D6A555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provider·model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B285C3-24C9-4ACC-B10E-0B769A59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B3A760-C189-48F4-831B-E3BCADAE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thread 연결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43EB6-B7BF-4680-ACA9-688C29B6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4C5A8F-ECCC-4423-A08C-9FC8D41D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민감성·fallback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55192-193D-429A-B4C9-5B7D8013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6FF844-535C-4F2F-B478-3BAA0783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547D21-E473-4D3D-A66F-6699985F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metadata = {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"dataset_version": "day2-v1",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"provider": "ollama",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"model": "qwen3:4b",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"thread_id": request_id,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"contains_pii": False,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"fallback_used": False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22744861"/>
      </p:ext>
    </p:extLst>
  </p:cSld>
</p:sld>
</file>

<file path=ppt/slides/slide2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19DD7D-96A6-4831-9724-AC70520A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17B1A-7C9A-476B-892B-78BFE9EE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결정론적 evaluator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0EF44F-4C54-46AE-9586-84569563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EED67-CAFB-41BC-9254-9138160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24C52-1E7A-4B84-B610-DFD5BFB5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5527FE-16D0-4872-8709-5E6E4BE7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039C8-B03F-4E1D-81DC-8DF774BB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코드 전체보다 경계 한 줄을 먼저 봅니다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414B01-5F43-4470-A8E2-A5E8031F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9EEFE-D4ED-4710-8B5A-0945FB82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근거 연결률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E0840-FBD9-497F-9788-9E641E1E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8AAF34-E422-4A88-B697-2EE96BAE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 pass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59CB2-363D-46B6-A920-F839E439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766F8A-4095-448A-863F-8AC7A35C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계산 재현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7F36D1-6E9C-48C5-8D4E-CC66F7B0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E31A8-4B27-4AF0-958B-9B21712B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57625"/>
            <a:ext cx="3543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release threshold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336989-4B27-4AFC-A9CD-E8ABD535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67627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55892D-2962-41D3-9020-67D022DE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81150"/>
            <a:ext cx="57150" cy="421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C0B652-3D7C-4E61-B2FB-2C5C0E6D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47850"/>
            <a:ext cx="62293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evidence_rate(output):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claims = output["decisions"] + output["action_items"]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linked = [c for c in claims if c.get("evidence_ids")]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len(linked) / max(1, len(claims))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def schema_pass(output):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return MeetingResult.model_validate(output) is not None</a:t>
            </a:r>
          </a:p>
        </p:txBody>
      </p:sp>
    </p:spTree>
    <p:extLst>
      <p:ext uri="{BB962C8B-B14F-4D97-AF65-F5344CB8AC3E}">
        <p14:creationId xmlns:p14="http://schemas.microsoft.com/office/powerpoint/2010/main" val="830850259"/>
      </p:ext>
    </p:extLst>
  </p:cSld>
</p:sld>
</file>

<file path=ppt/slides/slide2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A6981F-5E51-4A4C-AA46-AA385CAD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A58608-B188-4683-A7AE-59DC3280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1 · Managed vs Local 선택표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B2642D-06AA-4720-980E-08C04C10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E63183-375D-41FD-9595-06C45215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66729-3564-4F67-BA62-F0979A61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B0ABA4-9A81-4EF3-BBCB-83237F73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DD666-DBAB-4920-B95C-C0625178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07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3E58D-5BB1-4B83-A1F5-E84E201E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380AE-B63D-49BA-87C1-F182FEBC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EAFB3-C17A-4F2C-89DC-20AFB792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FC6E4-8BF8-444B-8A27-D27C94A0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A9C63-E891-43C5-8744-658D8885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현재 조직의 회의 도구를 적는다.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4325A-12AE-4FAB-B031-667C8062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73B52-47EE-4B2C-88BD-FEE8F695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8DE626-C9DF-420F-8678-D9F0CBB3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전사·요약 제공 여부를 적는다.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8DBDE8-E4B4-4370-9EB9-A4349C21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83E388-83DB-403A-A9F9-BAFF6F40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422DF3-35A7-456B-AC46-636E5186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계정·보존·권한 제약을 적는다.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71F25E-9CCA-40A4-84FB-7D33044F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4A4E06-7022-4703-8DB4-3B369DD9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A76A77-4701-4C7D-8209-14AD892F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최소 실습이 필요한 이유를 쓴다.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967612-43F8-40C1-B381-E10EA7A9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498CFC-4676-48B6-B82F-C20C05DD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5B2976-0F51-455D-AA1F-4CD55D94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Managed/Local 비교표</a:t>
            </a:r>
          </a:p>
        </p:txBody>
      </p:sp>
    </p:spTree>
    <p:extLst>
      <p:ext uri="{BB962C8B-B14F-4D97-AF65-F5344CB8AC3E}">
        <p14:creationId xmlns:p14="http://schemas.microsoft.com/office/powerpoint/2010/main" val="697097449"/>
      </p:ext>
    </p:extLst>
  </p:cSld>
</p:sld>
</file>

<file path=ppt/slides/slide2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9A34EE-BE70-4B2D-BFE5-E83D4D15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37B2A-531B-4516-80ED-9F204177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2 · STT quality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6361A-75CF-4097-ABB3-9F3E7317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CCC54-ADA4-4CE3-8171-F7BE4890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BE972-7189-47FD-99AB-C06A0883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DC812-C857-46D3-B66D-BE289792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C8034C-7D73-4F72-8552-0135301A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B8AB2A-24D5-465C-89F5-63EE0C4A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452A3E-8CD6-4B71-B2F0-5AF18529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F753D-E8BB-4FCC-B028-4EBA7887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D40683-9B3F-445C-8D8B-F4D087C7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B6FF3-846D-4A4E-A514-4935C185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무음 기준을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BC2F7A-518F-44C4-A8D4-95040973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70DCE4-BC9E-4D2E-9EA4-E262412D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BD03C-319D-409B-A9DC-F4B464D8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반복 기준을 정한다.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57590D-6DA1-4DCD-AD3F-1673FA46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370489-464F-48DF-9D10-1D2BC514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514B9-2855-494E-BFB5-175E6EF2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이름·날짜 오류를 정한다.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B52695-1395-491C-B83C-F9061800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DCE9C9-6BE7-43C7-84D8-86E69261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7FB916-1FAE-4C6E-9AC1-26CDA5C9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 검토로 보내는 조건을 적는다.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106EE7-E4D3-4EA5-84AA-758B88D3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3BD81D-F8D2-45CD-BDC0-F148E7BD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3FA80B-8791-4E84-AFF7-6FA7D067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STT review rule</a:t>
            </a:r>
          </a:p>
        </p:txBody>
      </p:sp>
    </p:spTree>
    <p:extLst>
      <p:ext uri="{BB962C8B-B14F-4D97-AF65-F5344CB8AC3E}">
        <p14:creationId xmlns:p14="http://schemas.microsoft.com/office/powerpoint/2010/main" val="1242736291"/>
      </p:ext>
    </p:extLst>
  </p:cSld>
</p:sld>
</file>

<file path=ppt/slides/slide2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F38BDB-88F6-43AA-A50B-10AF56E4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9C42C-592A-421F-A6F9-679B0A8B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3 · Trace에서 답할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E3D97-25F8-4314-A992-1A06DF10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E2464-F8C6-4C16-AD05-42044BFD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03945-0541-41CA-9C13-C26B7315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4198C-B8C6-4CAC-9B75-32B0EC17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4553C-39B4-4C8B-A714-B501B8F0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08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EDFEE-FEA4-483B-AEFF-592C9F55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8CE3A-4F57-402F-83F4-160AA96B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36ED5-B2CD-442A-9742-A4295380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0628EF-F87A-4922-A90E-3E79DDB6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7F000-291B-451D-97D4-0257E5DD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가장 느린 node를 묻는다.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A3334-2595-4A38-9E0B-1796FA5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E2C1F-793D-404C-9B6F-5514456B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842E7-F47E-48E0-8877-89DBE313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가장 자주 실패한 오류를 묻는다.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6B4AB7-96E8-4C0B-B647-234A29D5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2518C4-9372-4B75-ACE3-1704E139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576031-FDEC-4A45-9651-55B1F6F1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사람이 많이 수정한 필드를 묻는다.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CA02C2-0C42-4AC1-9376-44C079CB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275514-8A86-4D9F-BD52-A6736398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552AD4-2051-4AAA-B440-0E9428E7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 질문에 필요한 metadata를 적는다.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0D64DE-9537-4459-B8A9-BA26264C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027758-4B9D-4D0B-8B11-F3758E55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D71CF8-5861-4121-BDE0-4378F907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질문 3개 + 필드</a:t>
            </a:r>
          </a:p>
        </p:txBody>
      </p:sp>
    </p:spTree>
    <p:extLst>
      <p:ext uri="{BB962C8B-B14F-4D97-AF65-F5344CB8AC3E}">
        <p14:creationId xmlns:p14="http://schemas.microsoft.com/office/powerpoint/2010/main" val="1278180958"/>
      </p:ext>
    </p:extLst>
  </p:cSld>
</p:sld>
</file>

<file path=ppt/slides/slide2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EFDC87-010F-4C8F-993C-BE2C882A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직접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48C0D-14CB-4B1A-9868-2D43B9E4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실습 4 · Evaluation dataset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8C2A2-0A8B-4B64-B3DB-5F9D088D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6E1A51-8D42-414A-954C-4AB8734D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129FE-60F5-48FC-84CE-E6C24A21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A2F1F2-4B70-4F54-80B3-924BA3D9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426FDE-AA9A-4ADF-8D94-D2FDE4EE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10 MIN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8196D7-6347-466E-B47A-8EE71794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509A47-43C0-4F6C-992A-43505F62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강사 화면을 보며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각자 진행합니다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5857CE-2A68-439F-A714-1EEEBC99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866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막히면 채팅창에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첫 오류 한 줄만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남겨주세요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7E772-027E-4667-BA87-122AB918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136EFE-E193-486F-BFBD-8BAE4993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049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정상 회의 2건을 정한다.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9999E0-72C6-45D8-95BD-95AC2C69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907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C39E42-EC70-425B-BF3E-EE7F90FD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19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FF9B53-4884-4B87-8522-53AEE0E1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98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무음·모호한 날짜·근거 누락 사례를 추가한다.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E54F76-4652-4AFC-8008-6F6B4855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956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EDF24A-594A-460C-A17A-14241549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48DA6-FD55-4989-B2E3-59B2B65B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1467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reference JSON을 정한다.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F2820B-5D35-4E5F-9AE6-B7CEC979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0045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F5E73D-8F5D-4B75-99F0-2630D48A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1F0060-5032-4A5D-9808-308BF832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19525"/>
            <a:ext cx="752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schema·evidence evaluator를 연결한다.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6CFA27-7178-4C06-BDAB-D7BBC195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752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6826BF-35C8-44C5-BA64-FA55BF2A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05400"/>
            <a:ext cx="81343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0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CD1E7E-3B8A-4ECB-933D-A679B28A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248275"/>
            <a:ext cx="7677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B1F3A"/>
                </a:solidFill>
                <a:latin typeface="Apple SD Gothic Neo"/>
                <a:ea typeface="Apple SD Gothic Neo"/>
                <a:cs typeface="Apple SD Gothic Neo"/>
              </a:rPr>
              <a:t>완료 증거  |  dataset 5건 설계</a:t>
            </a:r>
          </a:p>
        </p:txBody>
      </p:sp>
    </p:spTree>
    <p:extLst>
      <p:ext uri="{BB962C8B-B14F-4D97-AF65-F5344CB8AC3E}">
        <p14:creationId xmlns:p14="http://schemas.microsoft.com/office/powerpoint/2010/main" val="1630809805"/>
      </p:ext>
    </p:extLst>
  </p:cSld>
</p:sld>
</file>

<file path=ppt/slides/slide2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BCFFFF-3390-4F5B-B757-E9F57698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65B079-5326-464F-A3E0-95B50E2D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1 · STT 결과를 정답으로 간주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14324-CCE7-42EF-9DFC-15D2D4DC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011AAB-9F21-44C8-9F84-CDD6DE5E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4879E-A1DC-4D88-BBE6-2C40069A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80AFB-1A6D-4A32-AC63-05AB937D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16C08-A560-4B6C-9E45-3C6C49A9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6ECC2-C642-4311-AEEB-A3BC424F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DDE41-75BC-4A1A-AF56-D902BB40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F2D88-1B99-4326-9579-F8FF65C7A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5E486-3E5B-4582-A4D4-22B94A1E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이름·숫자 오류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8B01E-645B-4E2F-8A5D-BAC2192E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BE548-4D54-4DFB-93E8-D36A5D2E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무음 반복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8479C-F63A-4F1A-AD11-DD82D212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A2B5-A67B-4666-BBC6-C137BF0C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화자 혼동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84308B-3A3D-4696-BF59-9CF0510F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D4D6CF-42E1-40D0-815F-B16CEF94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timestamp 유실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8876E-CAC1-4205-94F0-8FF15890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57E8BC-E01B-498F-9E20-4AFA03C0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quality flags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87B45-3131-43FC-9269-A2C6FD90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EE13EC-D30B-4AF1-9094-98F7E958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원문 audio link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4B9656-E71E-47DD-972A-4E273EE0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67B2B4-E17A-4389-BA6A-5015DBE3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사람 correction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DABE16-9106-4E71-ABA7-6DDC7646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D32A67-8FE4-4325-8069-8FA1AA43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segment evidence</a:t>
            </a:r>
          </a:p>
        </p:txBody>
      </p:sp>
    </p:spTree>
    <p:extLst>
      <p:ext uri="{BB962C8B-B14F-4D97-AF65-F5344CB8AC3E}">
        <p14:creationId xmlns:p14="http://schemas.microsoft.com/office/powerpoint/2010/main" val="734208525"/>
      </p:ext>
    </p:extLst>
  </p:cSld>
</p:sld>
</file>

<file path=ppt/slides/slide2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243B48-AEE7-42B8-8F13-64EBCC39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0659E-35B1-4E66-85B6-BA2BFDFF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2 · 모든 trace에 원문 전송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D85C1-7E77-4F6C-8E5C-0EC8ACFD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578F2-34E8-44B2-B491-BC7427B7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3C665-5730-4C97-B24C-5F5A19DC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767E4-714D-4E8C-B061-D7D1BAA3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28E1EF-379D-41F0-B49C-A7DCBBFD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3D684-C574-4300-9432-4A10DDE3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E75243-714D-4BF3-8902-B2D13F60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5FF7A-62FA-4F82-8313-ADE2AF77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096152-AA73-4990-B0BC-67D0CD7F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개인정보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D5B65-444C-4E85-B5BD-7B2E96F4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AF7BD-5560-4215-8070-7B55FFA0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회사 기밀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9033F2-A5CB-4032-B625-B1EC6C7F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6C9833-115C-40BB-970B-E2BDFCFF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보존 정책 불명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B6497C-B409-41AA-8C95-C2514CAB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657997-2A9B-4BAE-B440-E30729E0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교육 계정 혼용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04129E-37FF-414A-A97E-722036AB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171BE5-9054-40FE-B8F3-A943302F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공개·합성 샘플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516016-6E6F-4B14-8ED9-F5A0CFD1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2BB9F5-C889-4637-B3B4-BAFC95BB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masking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54A658-D639-4D5B-BA2E-2D6573C1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7D00DA-F05A-4AF7-9A70-735E5F4A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metadata 최소화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BF71E6-5A19-4FDB-96BB-C451BCDF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46DF0-EFA6-4902-BA26-518ED7E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local JSONL fallback</a:t>
            </a:r>
          </a:p>
        </p:txBody>
      </p:sp>
    </p:spTree>
    <p:extLst>
      <p:ext uri="{BB962C8B-B14F-4D97-AF65-F5344CB8AC3E}">
        <p14:creationId xmlns:p14="http://schemas.microsoft.com/office/powerpoint/2010/main" val="1936593010"/>
      </p:ext>
    </p:extLst>
  </p:cSld>
</p:sld>
</file>

<file path=ppt/slides/slide2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9AB33E-55DE-4038-91F5-AB489C0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실패 사례와 복구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61835D-272F-49AA-911E-E13EB5EF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3 · trace만 보고 평가 완료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CFB857-2714-4A59-8C01-BB6CF4E3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D55A3-E038-404B-B03E-9476C96E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DBD110-E210-46CC-BE86-CF83F232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3B076-D820-47B5-887B-220B6129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C15CC-55CD-454D-9AEF-DDACB29F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현업에서 자주 깨지는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1CCDC8-559E-4F46-A5D7-3A260F03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제가 먼저 고치는 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74AC60-8982-4C67-816F-1E75372C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65564-66C7-4C35-9EB1-0CD7A7E6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BB6B12-2A0D-405D-B9A9-476C8659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관찰은 가능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F923D0-E435-4F40-80AB-CF1F42B9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96A39-C850-4403-B794-442074F1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정답 기준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76E247-5C01-463A-9072-83E463FAD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731CF2-52B4-4021-B104-B44660FA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회귀 판단 불가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4F9683-F14C-4A2A-B0D3-5DB1D3D2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220757-8E27-4867-A2C3-1508FF61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release 결정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829A5E-5A61-4E6E-87B1-FFB90EF4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2F527-ABF8-4815-8924-D590C38A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409D75-73FD-4DB5-A20A-3A3E634F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A95C75-4A98-4256-B0DD-FFF1CC42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evaluator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F762EA-AC0F-4948-A92B-B5233FA6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6336B2-FDBE-407F-AA93-58D2FEFE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baseline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87D59-9AEC-49E4-826D-CCC67E69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CD869F-806C-43F3-9EBC-6A6D1D9A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gate·HOLD</a:t>
            </a:r>
          </a:p>
        </p:txBody>
      </p:sp>
    </p:spTree>
    <p:extLst>
      <p:ext uri="{BB962C8B-B14F-4D97-AF65-F5344CB8AC3E}">
        <p14:creationId xmlns:p14="http://schemas.microsoft.com/office/powerpoint/2010/main" val="995921095"/>
      </p:ext>
    </p:extLst>
  </p:cSld>
</p:sld>
</file>

<file path=ppt/slides/slide2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BFA4F1-C975-4292-8CEB-C33A6DAA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재직자·구직자 관점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5F326-8619-4B13-9725-1CE03297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재직자 · 운영 dashboard 질문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E2964-EC10-4C24-9848-E2AA90CA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85102-C6B2-4BF8-BE0F-269AFA76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12CA9-519E-4DCA-BDEA-8A483CBC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40A413-2C63-4415-9642-3772EB7A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1F686-A405-4C84-BF37-0D75F2B7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매일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817AB-B019-4CB5-A45B-F14BD45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배포 전 볼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AE9F1-4BEB-4C27-BBCE-CCD996AE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752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8E1B9-87EC-46A6-930D-C0FCA89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35ADE2-4630-434D-96FC-A1FB744C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failure rate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04E076-A248-41DF-9F47-4AA15E4C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6B37F-8F75-4069-B797-61EC76EE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review queue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600F8-4E31-446C-AA57-D709B1B2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2FC7C2-3F03-4F6B-83E2-398DD0A7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latency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05CC8B-874D-4958-9F44-DCD73DB3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25A7B6-3E6E-4951-A0CA-1AC31EBC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cost·fallback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9E421-9FA0-4D43-8F31-42A97A11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36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C3F1B0-8AF1-4E05-A4DF-03BB874B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dataset score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971999-B057-4500-A766-E7A3DC91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622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BD9F8-55FF-4613-93DF-FB56B032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schema·evidence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50193-9AEF-4CA3-ABA0-5E05BFDF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90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1B5109-9D03-442A-BEB5-39224B29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false publish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7E0C25-2F65-4FD3-A347-39727952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9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A81961-973D-40F0-97F1-B9D357B5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133850"/>
            <a:ext cx="4591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rollback 기준</a:t>
            </a:r>
          </a:p>
        </p:txBody>
      </p:sp>
    </p:spTree>
    <p:extLst>
      <p:ext uri="{BB962C8B-B14F-4D97-AF65-F5344CB8AC3E}">
        <p14:creationId xmlns:p14="http://schemas.microsoft.com/office/powerpoint/2010/main" val="667232991"/>
      </p:ext>
    </p:extLst>
  </p:cSld>
</p:sld>
</file>

<file path=ppt/slides/slide2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724853-AEB3-4D2D-A6F6-06211B63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38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Q&amp;A · Exit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5F3DF-1B89-47E2-958F-BD3C065E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17:30-18:00 · Q&amp;A와 Exit Ticket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436A57-E06E-45A1-B4A9-85A605C0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9799D-0733-40D6-9D7A-59ADC07C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CHA SUNGJAE · LLM AGENT &amp; 업무자동화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03B7C-0B8F-423A-9AEC-FC1B64C7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16:20-17:00 · STT &amp; LANGSMITH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35FC10-81C5-4256-881E-3D18B4C8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270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804e261f0462d">
            <a:extLst>
              <a:ext uri="{96DAC541-7B7A-43D3-8B79-37D633B846F1}">
                <asvg:svgBlip xmlns:asvg="http://schemas.microsoft.com/office/drawing/2016/SVG/main" r:embed="Rd5dabcd2e32449a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420350" y="66675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B39CF-D440-40C6-A5D4-9569EFA1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55555"/>
                </a:solidFill>
                <a:latin typeface="Apple SD Gothic Neo"/>
                <a:ea typeface="Apple SD Gothic Neo"/>
                <a:cs typeface="Apple SD Gothic Neo"/>
              </a:rPr>
              <a:t>오늘 막힌 부분을 먼저 복구하고, 마지막에는 내 Workflow를 READY 또는 HOLD로 판단합니다.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22A77-3179-4961-8743-7F735B9F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EBAD2D-0DDD-4709-9621-8BA8F884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ED1B98-3F93-4310-8BD9-ECC0D365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2860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내 흐름에서 자동 실행과 사람 승인의 경계는 어디인가?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E829C-AF3C-4F74-8598-7F0765C8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A03C8-D018-4A27-B04A-AD966845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97483-6D3D-4848-9AE9-7B07CD32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실패 뒤 다시 시작할 checkpoint와 fallback은 무엇인가?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E3B1D8-42D3-4DD6-8928-8E538014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D9012-7298-47AF-A517-150ADDE4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685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9AAD0-3047-4F85-AB1D-CF1DAB01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419600"/>
            <a:ext cx="9048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91919"/>
                </a:solidFill>
                <a:latin typeface="Apple SD Gothic Neo"/>
                <a:ea typeface="Apple SD Gothic Neo"/>
                <a:cs typeface="Apple SD Gothic Neo"/>
              </a:rPr>
              <a:t>어떤 trace·dataset 신호가 나오면 다음 배포를 HOLD할 것인가?</a:t>
            </a:r>
          </a:p>
        </p:txBody>
      </p:sp>
    </p:spTree>
    <p:extLst>
      <p:ext uri="{BB962C8B-B14F-4D97-AF65-F5344CB8AC3E}">
        <p14:creationId xmlns:p14="http://schemas.microsoft.com/office/powerpoint/2010/main" val="20992068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2026-08-22T20:46:33.6510000Z</dcterms:created>
  <dcterms:modified xsi:type="dcterms:W3CDTF">2026-08-22T20:46:33.6510000Z</dcterms:modified>
</coreProperties>
</file>