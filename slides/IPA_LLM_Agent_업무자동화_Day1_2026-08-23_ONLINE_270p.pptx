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fb875c03b4787" /><Relationship Type="http://schemas.openxmlformats.org/officeDocument/2006/relationships/extended-properties" Target="/docProps/app.xml" Id="R72cbc01dc2e740d6" /><Relationship Type="http://schemas.openxmlformats.org/officeDocument/2006/relationships/officeDocument" Target="/ppt/presentation.xml" Id="Rb72ee53a22a046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e48b093e1042a1"/>
  </p:sldMasterIdLst>
  <p:notesMasterIdLst>
    <p:notesMasterId xmlns:r="http://schemas.openxmlformats.org/officeDocument/2006/relationships" r:id="Rd5f6a102de6942e0"/>
  </p:notesMasterIdLst>
  <p:sldIdLst>
    <p:sldId xmlns:r="http://schemas.openxmlformats.org/officeDocument/2006/relationships" id="256" r:id="R766786dad94449f8"/>
    <p:sldId xmlns:r="http://schemas.openxmlformats.org/officeDocument/2006/relationships" id="257" r:id="Rfeed599b8b0c405d"/>
    <p:sldId xmlns:r="http://schemas.openxmlformats.org/officeDocument/2006/relationships" id="258" r:id="R76b816c94de14340"/>
    <p:sldId xmlns:r="http://schemas.openxmlformats.org/officeDocument/2006/relationships" id="259" r:id="Rcdd5b92be1164ece"/>
    <p:sldId xmlns:r="http://schemas.openxmlformats.org/officeDocument/2006/relationships" id="260" r:id="R3e81277085404a4d"/>
    <p:sldId xmlns:r="http://schemas.openxmlformats.org/officeDocument/2006/relationships" id="261" r:id="R8d02293f7091470b"/>
    <p:sldId xmlns:r="http://schemas.openxmlformats.org/officeDocument/2006/relationships" id="262" r:id="R46616a9cbd8b45d9"/>
    <p:sldId xmlns:r="http://schemas.openxmlformats.org/officeDocument/2006/relationships" id="263" r:id="Redad2be326894ee7"/>
    <p:sldId xmlns:r="http://schemas.openxmlformats.org/officeDocument/2006/relationships" id="264" r:id="R014147d4e2d94847"/>
    <p:sldId xmlns:r="http://schemas.openxmlformats.org/officeDocument/2006/relationships" id="265" r:id="Rd29d466f98da4d7e"/>
    <p:sldId xmlns:r="http://schemas.openxmlformats.org/officeDocument/2006/relationships" id="266" r:id="R771627fc77a3437b"/>
    <p:sldId xmlns:r="http://schemas.openxmlformats.org/officeDocument/2006/relationships" id="267" r:id="R7ccbf730a9d04012"/>
    <p:sldId xmlns:r="http://schemas.openxmlformats.org/officeDocument/2006/relationships" id="268" r:id="R27f57f7ea5b54ab5"/>
    <p:sldId xmlns:r="http://schemas.openxmlformats.org/officeDocument/2006/relationships" id="269" r:id="Rcc22312b9bd94445"/>
    <p:sldId xmlns:r="http://schemas.openxmlformats.org/officeDocument/2006/relationships" id="270" r:id="R16ba0b03f6fc47e4"/>
    <p:sldId xmlns:r="http://schemas.openxmlformats.org/officeDocument/2006/relationships" id="271" r:id="R75f0223823f74951"/>
    <p:sldId xmlns:r="http://schemas.openxmlformats.org/officeDocument/2006/relationships" id="272" r:id="R92986bfa63674aba"/>
    <p:sldId xmlns:r="http://schemas.openxmlformats.org/officeDocument/2006/relationships" id="273" r:id="Rc0cf93b06d5d4402"/>
    <p:sldId xmlns:r="http://schemas.openxmlformats.org/officeDocument/2006/relationships" id="274" r:id="Rddde278561e44d03"/>
    <p:sldId xmlns:r="http://schemas.openxmlformats.org/officeDocument/2006/relationships" id="275" r:id="Ra8fcd30630484b97"/>
    <p:sldId xmlns:r="http://schemas.openxmlformats.org/officeDocument/2006/relationships" id="276" r:id="R8ceab9dc71a54eab"/>
    <p:sldId xmlns:r="http://schemas.openxmlformats.org/officeDocument/2006/relationships" id="277" r:id="Rf127070490b54d5c"/>
    <p:sldId xmlns:r="http://schemas.openxmlformats.org/officeDocument/2006/relationships" id="278" r:id="Rce7972f15e254b9e"/>
    <p:sldId xmlns:r="http://schemas.openxmlformats.org/officeDocument/2006/relationships" id="279" r:id="R9f28c9a51d5e4ddd"/>
    <p:sldId xmlns:r="http://schemas.openxmlformats.org/officeDocument/2006/relationships" id="280" r:id="Re4f007b227f74d32"/>
    <p:sldId xmlns:r="http://schemas.openxmlformats.org/officeDocument/2006/relationships" id="281" r:id="R17b60c4a70bc4bf9"/>
    <p:sldId xmlns:r="http://schemas.openxmlformats.org/officeDocument/2006/relationships" id="282" r:id="Rae492c2e6c9e44b1"/>
    <p:sldId xmlns:r="http://schemas.openxmlformats.org/officeDocument/2006/relationships" id="283" r:id="R3b51f897c65b4185"/>
    <p:sldId xmlns:r="http://schemas.openxmlformats.org/officeDocument/2006/relationships" id="284" r:id="Re4dab7436b83405e"/>
    <p:sldId xmlns:r="http://schemas.openxmlformats.org/officeDocument/2006/relationships" id="285" r:id="R041ac6f022bc4f7f"/>
    <p:sldId xmlns:r="http://schemas.openxmlformats.org/officeDocument/2006/relationships" id="286" r:id="R49b83bf714324daf"/>
    <p:sldId xmlns:r="http://schemas.openxmlformats.org/officeDocument/2006/relationships" id="287" r:id="R54ea6f86b77c448e"/>
    <p:sldId xmlns:r="http://schemas.openxmlformats.org/officeDocument/2006/relationships" id="288" r:id="R6c949d862d2a4dbb"/>
    <p:sldId xmlns:r="http://schemas.openxmlformats.org/officeDocument/2006/relationships" id="289" r:id="R94d65a62b67a4e40"/>
    <p:sldId xmlns:r="http://schemas.openxmlformats.org/officeDocument/2006/relationships" id="290" r:id="Rc151c4e5c9d84895"/>
    <p:sldId xmlns:r="http://schemas.openxmlformats.org/officeDocument/2006/relationships" id="291" r:id="Raee59b11b17046cb"/>
    <p:sldId xmlns:r="http://schemas.openxmlformats.org/officeDocument/2006/relationships" id="292" r:id="R2c17faf8527e4ee5"/>
    <p:sldId xmlns:r="http://schemas.openxmlformats.org/officeDocument/2006/relationships" id="293" r:id="R9ab8f990323b4516"/>
    <p:sldId xmlns:r="http://schemas.openxmlformats.org/officeDocument/2006/relationships" id="294" r:id="Rbc79a9bde2694c0f"/>
    <p:sldId xmlns:r="http://schemas.openxmlformats.org/officeDocument/2006/relationships" id="295" r:id="R6e4a1fdb409a4c85"/>
    <p:sldId xmlns:r="http://schemas.openxmlformats.org/officeDocument/2006/relationships" id="296" r:id="Rd4cea2e0019547f7"/>
    <p:sldId xmlns:r="http://schemas.openxmlformats.org/officeDocument/2006/relationships" id="297" r:id="R2e6dfd7fb0854f56"/>
    <p:sldId xmlns:r="http://schemas.openxmlformats.org/officeDocument/2006/relationships" id="298" r:id="Rf87dfc1131e04943"/>
    <p:sldId xmlns:r="http://schemas.openxmlformats.org/officeDocument/2006/relationships" id="299" r:id="Rcc2f7f810b504048"/>
    <p:sldId xmlns:r="http://schemas.openxmlformats.org/officeDocument/2006/relationships" id="300" r:id="Rd4b15042b57b49ba"/>
    <p:sldId xmlns:r="http://schemas.openxmlformats.org/officeDocument/2006/relationships" id="301" r:id="Rfab9980a32924b73"/>
    <p:sldId xmlns:r="http://schemas.openxmlformats.org/officeDocument/2006/relationships" id="302" r:id="R84b45b3ddd214f97"/>
    <p:sldId xmlns:r="http://schemas.openxmlformats.org/officeDocument/2006/relationships" id="303" r:id="R148f42c9cce74d81"/>
    <p:sldId xmlns:r="http://schemas.openxmlformats.org/officeDocument/2006/relationships" id="304" r:id="R99a88e786a584ac3"/>
    <p:sldId xmlns:r="http://schemas.openxmlformats.org/officeDocument/2006/relationships" id="305" r:id="R48efb1b669714acd"/>
    <p:sldId xmlns:r="http://schemas.openxmlformats.org/officeDocument/2006/relationships" id="306" r:id="Re71272df39af4460"/>
    <p:sldId xmlns:r="http://schemas.openxmlformats.org/officeDocument/2006/relationships" id="307" r:id="Rff84acc3a2ef4e40"/>
    <p:sldId xmlns:r="http://schemas.openxmlformats.org/officeDocument/2006/relationships" id="308" r:id="R708f7b356a784b96"/>
    <p:sldId xmlns:r="http://schemas.openxmlformats.org/officeDocument/2006/relationships" id="309" r:id="Rc94abfcd45d743f1"/>
    <p:sldId xmlns:r="http://schemas.openxmlformats.org/officeDocument/2006/relationships" id="310" r:id="R6ba696004cc34830"/>
    <p:sldId xmlns:r="http://schemas.openxmlformats.org/officeDocument/2006/relationships" id="311" r:id="R50bd7a90b1eb4d5e"/>
    <p:sldId xmlns:r="http://schemas.openxmlformats.org/officeDocument/2006/relationships" id="312" r:id="R02fd79c370674864"/>
    <p:sldId xmlns:r="http://schemas.openxmlformats.org/officeDocument/2006/relationships" id="313" r:id="R31a5ef4be479478b"/>
    <p:sldId xmlns:r="http://schemas.openxmlformats.org/officeDocument/2006/relationships" id="314" r:id="R8c9b9232ee8c4652"/>
    <p:sldId xmlns:r="http://schemas.openxmlformats.org/officeDocument/2006/relationships" id="315" r:id="Ra8b7d3625c734f63"/>
    <p:sldId xmlns:r="http://schemas.openxmlformats.org/officeDocument/2006/relationships" id="316" r:id="R8b48045d19e24a02"/>
    <p:sldId xmlns:r="http://schemas.openxmlformats.org/officeDocument/2006/relationships" id="317" r:id="R9eef388b4dc74d75"/>
    <p:sldId xmlns:r="http://schemas.openxmlformats.org/officeDocument/2006/relationships" id="318" r:id="R583015534b8f4444"/>
    <p:sldId xmlns:r="http://schemas.openxmlformats.org/officeDocument/2006/relationships" id="319" r:id="Rb3a49b4bf70e4432"/>
    <p:sldId xmlns:r="http://schemas.openxmlformats.org/officeDocument/2006/relationships" id="320" r:id="R22523786ac7444f7"/>
    <p:sldId xmlns:r="http://schemas.openxmlformats.org/officeDocument/2006/relationships" id="321" r:id="R5820b77266b94d5e"/>
    <p:sldId xmlns:r="http://schemas.openxmlformats.org/officeDocument/2006/relationships" id="322" r:id="R85cb749cc7a14be5"/>
    <p:sldId xmlns:r="http://schemas.openxmlformats.org/officeDocument/2006/relationships" id="323" r:id="R1f0ceb6bc80443fb"/>
    <p:sldId xmlns:r="http://schemas.openxmlformats.org/officeDocument/2006/relationships" id="324" r:id="R1dba720976b846ca"/>
    <p:sldId xmlns:r="http://schemas.openxmlformats.org/officeDocument/2006/relationships" id="325" r:id="R39711103978b422e"/>
    <p:sldId xmlns:r="http://schemas.openxmlformats.org/officeDocument/2006/relationships" id="326" r:id="Rab2036bf5f034d19"/>
    <p:sldId xmlns:r="http://schemas.openxmlformats.org/officeDocument/2006/relationships" id="327" r:id="R78954035c0d746a1"/>
    <p:sldId xmlns:r="http://schemas.openxmlformats.org/officeDocument/2006/relationships" id="328" r:id="R3e18364c146445b9"/>
    <p:sldId xmlns:r="http://schemas.openxmlformats.org/officeDocument/2006/relationships" id="329" r:id="R582305a8828f4737"/>
    <p:sldId xmlns:r="http://schemas.openxmlformats.org/officeDocument/2006/relationships" id="330" r:id="R6f17d213663d42b1"/>
    <p:sldId xmlns:r="http://schemas.openxmlformats.org/officeDocument/2006/relationships" id="331" r:id="R50bcdc814f6f4a67"/>
    <p:sldId xmlns:r="http://schemas.openxmlformats.org/officeDocument/2006/relationships" id="332" r:id="R793507ed3f494c17"/>
    <p:sldId xmlns:r="http://schemas.openxmlformats.org/officeDocument/2006/relationships" id="333" r:id="R2a795efc95e24331"/>
    <p:sldId xmlns:r="http://schemas.openxmlformats.org/officeDocument/2006/relationships" id="334" r:id="R20e670a810d940c8"/>
    <p:sldId xmlns:r="http://schemas.openxmlformats.org/officeDocument/2006/relationships" id="335" r:id="R793a9c0cce234a09"/>
    <p:sldId xmlns:r="http://schemas.openxmlformats.org/officeDocument/2006/relationships" id="336" r:id="R44fc0eaae4b14c47"/>
    <p:sldId xmlns:r="http://schemas.openxmlformats.org/officeDocument/2006/relationships" id="337" r:id="R3b0f142906ec47a6"/>
    <p:sldId xmlns:r="http://schemas.openxmlformats.org/officeDocument/2006/relationships" id="338" r:id="R7e7821ed54654dc5"/>
    <p:sldId xmlns:r="http://schemas.openxmlformats.org/officeDocument/2006/relationships" id="339" r:id="Rd671dc65c3314f17"/>
    <p:sldId xmlns:r="http://schemas.openxmlformats.org/officeDocument/2006/relationships" id="340" r:id="Rb3ed4b364bc545c2"/>
    <p:sldId xmlns:r="http://schemas.openxmlformats.org/officeDocument/2006/relationships" id="341" r:id="Rd723e0c79c5a42a7"/>
    <p:sldId xmlns:r="http://schemas.openxmlformats.org/officeDocument/2006/relationships" id="342" r:id="R2707499fe9c3417b"/>
    <p:sldId xmlns:r="http://schemas.openxmlformats.org/officeDocument/2006/relationships" id="343" r:id="R47684e7e28cf4781"/>
    <p:sldId xmlns:r="http://schemas.openxmlformats.org/officeDocument/2006/relationships" id="344" r:id="R01064a8757004017"/>
    <p:sldId xmlns:r="http://schemas.openxmlformats.org/officeDocument/2006/relationships" id="345" r:id="Rcf4532cbe134423e"/>
    <p:sldId xmlns:r="http://schemas.openxmlformats.org/officeDocument/2006/relationships" id="346" r:id="R3edbaab9cc504e81"/>
    <p:sldId xmlns:r="http://schemas.openxmlformats.org/officeDocument/2006/relationships" id="347" r:id="Rf2cc9182a4294e66"/>
    <p:sldId xmlns:r="http://schemas.openxmlformats.org/officeDocument/2006/relationships" id="348" r:id="R7eb8651023804bdb"/>
    <p:sldId xmlns:r="http://schemas.openxmlformats.org/officeDocument/2006/relationships" id="349" r:id="R0afcfb016abd43a5"/>
    <p:sldId xmlns:r="http://schemas.openxmlformats.org/officeDocument/2006/relationships" id="350" r:id="Ra802c5cf88cd45df"/>
    <p:sldId xmlns:r="http://schemas.openxmlformats.org/officeDocument/2006/relationships" id="351" r:id="Rb1f89be19f7a4274"/>
    <p:sldId xmlns:r="http://schemas.openxmlformats.org/officeDocument/2006/relationships" id="352" r:id="R53525dd4e0d0420b"/>
    <p:sldId xmlns:r="http://schemas.openxmlformats.org/officeDocument/2006/relationships" id="353" r:id="R2a5f55be12e1490b"/>
    <p:sldId xmlns:r="http://schemas.openxmlformats.org/officeDocument/2006/relationships" id="354" r:id="Rc9771697a4b84606"/>
    <p:sldId xmlns:r="http://schemas.openxmlformats.org/officeDocument/2006/relationships" id="355" r:id="R4183923d39cc4f57"/>
    <p:sldId xmlns:r="http://schemas.openxmlformats.org/officeDocument/2006/relationships" id="356" r:id="R4d882e96d3764745"/>
    <p:sldId xmlns:r="http://schemas.openxmlformats.org/officeDocument/2006/relationships" id="357" r:id="Rfb8a488bbd7244a8"/>
    <p:sldId xmlns:r="http://schemas.openxmlformats.org/officeDocument/2006/relationships" id="358" r:id="Rb0768a97de1f4ca0"/>
    <p:sldId xmlns:r="http://schemas.openxmlformats.org/officeDocument/2006/relationships" id="359" r:id="Rd42dc39338d74786"/>
    <p:sldId xmlns:r="http://schemas.openxmlformats.org/officeDocument/2006/relationships" id="360" r:id="Rb1f885f139184bf7"/>
    <p:sldId xmlns:r="http://schemas.openxmlformats.org/officeDocument/2006/relationships" id="361" r:id="R8468d574e8db451b"/>
    <p:sldId xmlns:r="http://schemas.openxmlformats.org/officeDocument/2006/relationships" id="362" r:id="R0df857b5a60147c2"/>
    <p:sldId xmlns:r="http://schemas.openxmlformats.org/officeDocument/2006/relationships" id="363" r:id="R5f3962e1fd0a45c8"/>
    <p:sldId xmlns:r="http://schemas.openxmlformats.org/officeDocument/2006/relationships" id="364" r:id="Re389ca37f3f44363"/>
    <p:sldId xmlns:r="http://schemas.openxmlformats.org/officeDocument/2006/relationships" id="365" r:id="Rd89054bcb320468d"/>
    <p:sldId xmlns:r="http://schemas.openxmlformats.org/officeDocument/2006/relationships" id="366" r:id="R24cdcd9ea8164009"/>
    <p:sldId xmlns:r="http://schemas.openxmlformats.org/officeDocument/2006/relationships" id="367" r:id="R1000a9293d2f4409"/>
    <p:sldId xmlns:r="http://schemas.openxmlformats.org/officeDocument/2006/relationships" id="368" r:id="R68daece4a6c74bea"/>
    <p:sldId xmlns:r="http://schemas.openxmlformats.org/officeDocument/2006/relationships" id="369" r:id="Rb97de64bd2484edb"/>
    <p:sldId xmlns:r="http://schemas.openxmlformats.org/officeDocument/2006/relationships" id="370" r:id="Rcefc9ed038ea4567"/>
    <p:sldId xmlns:r="http://schemas.openxmlformats.org/officeDocument/2006/relationships" id="371" r:id="R868fe3d5d20e4c5d"/>
    <p:sldId xmlns:r="http://schemas.openxmlformats.org/officeDocument/2006/relationships" id="372" r:id="Rcbd0acc9274b43c8"/>
    <p:sldId xmlns:r="http://schemas.openxmlformats.org/officeDocument/2006/relationships" id="373" r:id="R559a311e90e44b56"/>
    <p:sldId xmlns:r="http://schemas.openxmlformats.org/officeDocument/2006/relationships" id="374" r:id="Ra450ef1bd7c3422d"/>
    <p:sldId xmlns:r="http://schemas.openxmlformats.org/officeDocument/2006/relationships" id="375" r:id="R9ce5e0bb14714df1"/>
    <p:sldId xmlns:r="http://schemas.openxmlformats.org/officeDocument/2006/relationships" id="376" r:id="R55fbf8af63e544fb"/>
    <p:sldId xmlns:r="http://schemas.openxmlformats.org/officeDocument/2006/relationships" id="377" r:id="R36484d22cd044356"/>
    <p:sldId xmlns:r="http://schemas.openxmlformats.org/officeDocument/2006/relationships" id="378" r:id="R8394e7829d1d45b9"/>
    <p:sldId xmlns:r="http://schemas.openxmlformats.org/officeDocument/2006/relationships" id="379" r:id="R209c334a614d4677"/>
    <p:sldId xmlns:r="http://schemas.openxmlformats.org/officeDocument/2006/relationships" id="380" r:id="R1eed0bfae2384086"/>
    <p:sldId xmlns:r="http://schemas.openxmlformats.org/officeDocument/2006/relationships" id="381" r:id="Rd786a1f44038495b"/>
    <p:sldId xmlns:r="http://schemas.openxmlformats.org/officeDocument/2006/relationships" id="382" r:id="Rbffa91ac393d44bd"/>
    <p:sldId xmlns:r="http://schemas.openxmlformats.org/officeDocument/2006/relationships" id="383" r:id="Ra5dae1cf779e4f23"/>
    <p:sldId xmlns:r="http://schemas.openxmlformats.org/officeDocument/2006/relationships" id="384" r:id="Rc8293c7848a64b9a"/>
    <p:sldId xmlns:r="http://schemas.openxmlformats.org/officeDocument/2006/relationships" id="385" r:id="Ra2734d19d72c40d6"/>
    <p:sldId xmlns:r="http://schemas.openxmlformats.org/officeDocument/2006/relationships" id="386" r:id="R23264351c7cd4225"/>
    <p:sldId xmlns:r="http://schemas.openxmlformats.org/officeDocument/2006/relationships" id="387" r:id="R9aae771ddc184409"/>
    <p:sldId xmlns:r="http://schemas.openxmlformats.org/officeDocument/2006/relationships" id="388" r:id="R54a2a45c135d475a"/>
    <p:sldId xmlns:r="http://schemas.openxmlformats.org/officeDocument/2006/relationships" id="389" r:id="R5d3a8b95b735497c"/>
    <p:sldId xmlns:r="http://schemas.openxmlformats.org/officeDocument/2006/relationships" id="390" r:id="R1901ad49f5054380"/>
    <p:sldId xmlns:r="http://schemas.openxmlformats.org/officeDocument/2006/relationships" id="391" r:id="R87ad3a551d294b96"/>
    <p:sldId xmlns:r="http://schemas.openxmlformats.org/officeDocument/2006/relationships" id="392" r:id="R6e13dc1404414b74"/>
    <p:sldId xmlns:r="http://schemas.openxmlformats.org/officeDocument/2006/relationships" id="393" r:id="Ra9008f118afe41b0"/>
    <p:sldId xmlns:r="http://schemas.openxmlformats.org/officeDocument/2006/relationships" id="394" r:id="R9285a1781faf4200"/>
    <p:sldId xmlns:r="http://schemas.openxmlformats.org/officeDocument/2006/relationships" id="395" r:id="Ra1480607e3be4c37"/>
    <p:sldId xmlns:r="http://schemas.openxmlformats.org/officeDocument/2006/relationships" id="396" r:id="Rd375a39cdaf747cd"/>
    <p:sldId xmlns:r="http://schemas.openxmlformats.org/officeDocument/2006/relationships" id="397" r:id="Rbae57ad2d4254832"/>
    <p:sldId xmlns:r="http://schemas.openxmlformats.org/officeDocument/2006/relationships" id="398" r:id="R9db8fd69da2e4bb5"/>
    <p:sldId xmlns:r="http://schemas.openxmlformats.org/officeDocument/2006/relationships" id="399" r:id="R5bad6ddbd3434d93"/>
    <p:sldId xmlns:r="http://schemas.openxmlformats.org/officeDocument/2006/relationships" id="400" r:id="R80b728011e90461d"/>
    <p:sldId xmlns:r="http://schemas.openxmlformats.org/officeDocument/2006/relationships" id="401" r:id="Rfa6f66d53fa94cdc"/>
    <p:sldId xmlns:r="http://schemas.openxmlformats.org/officeDocument/2006/relationships" id="402" r:id="Ra237c97687f64d2b"/>
    <p:sldId xmlns:r="http://schemas.openxmlformats.org/officeDocument/2006/relationships" id="403" r:id="R0747db70d506491e"/>
    <p:sldId xmlns:r="http://schemas.openxmlformats.org/officeDocument/2006/relationships" id="404" r:id="R3c44143e784246a9"/>
    <p:sldId xmlns:r="http://schemas.openxmlformats.org/officeDocument/2006/relationships" id="405" r:id="Radb59c9d762543b2"/>
    <p:sldId xmlns:r="http://schemas.openxmlformats.org/officeDocument/2006/relationships" id="406" r:id="R4789732f6f3b48e4"/>
    <p:sldId xmlns:r="http://schemas.openxmlformats.org/officeDocument/2006/relationships" id="407" r:id="R6085dfcfc84c4be4"/>
    <p:sldId xmlns:r="http://schemas.openxmlformats.org/officeDocument/2006/relationships" id="408" r:id="R68a538b4240c47d8"/>
    <p:sldId xmlns:r="http://schemas.openxmlformats.org/officeDocument/2006/relationships" id="409" r:id="R78a5996013bb42ec"/>
    <p:sldId xmlns:r="http://schemas.openxmlformats.org/officeDocument/2006/relationships" id="410" r:id="R1b579f51cde74e8e"/>
    <p:sldId xmlns:r="http://schemas.openxmlformats.org/officeDocument/2006/relationships" id="411" r:id="Rdece80e2b26a429e"/>
    <p:sldId xmlns:r="http://schemas.openxmlformats.org/officeDocument/2006/relationships" id="412" r:id="Rbb9a34e18ab842b1"/>
    <p:sldId xmlns:r="http://schemas.openxmlformats.org/officeDocument/2006/relationships" id="413" r:id="R0e10813f326d487c"/>
    <p:sldId xmlns:r="http://schemas.openxmlformats.org/officeDocument/2006/relationships" id="414" r:id="Rc559e2f1520f477a"/>
    <p:sldId xmlns:r="http://schemas.openxmlformats.org/officeDocument/2006/relationships" id="415" r:id="R6bc0c7269a4845b8"/>
    <p:sldId xmlns:r="http://schemas.openxmlformats.org/officeDocument/2006/relationships" id="416" r:id="R080cb76dca074c2c"/>
    <p:sldId xmlns:r="http://schemas.openxmlformats.org/officeDocument/2006/relationships" id="417" r:id="R0825078289a746fe"/>
    <p:sldId xmlns:r="http://schemas.openxmlformats.org/officeDocument/2006/relationships" id="418" r:id="R68aa60f41a3840e3"/>
    <p:sldId xmlns:r="http://schemas.openxmlformats.org/officeDocument/2006/relationships" id="419" r:id="Rf3bc2ebe34054035"/>
    <p:sldId xmlns:r="http://schemas.openxmlformats.org/officeDocument/2006/relationships" id="420" r:id="R5d817fbc2d444c85"/>
    <p:sldId xmlns:r="http://schemas.openxmlformats.org/officeDocument/2006/relationships" id="421" r:id="R8ef5d871fcdf4c77"/>
    <p:sldId xmlns:r="http://schemas.openxmlformats.org/officeDocument/2006/relationships" id="422" r:id="R1bf17b3fcd5e4722"/>
    <p:sldId xmlns:r="http://schemas.openxmlformats.org/officeDocument/2006/relationships" id="423" r:id="R1ad63f6d4325452a"/>
    <p:sldId xmlns:r="http://schemas.openxmlformats.org/officeDocument/2006/relationships" id="424" r:id="Racf8e62d59af4ae5"/>
    <p:sldId xmlns:r="http://schemas.openxmlformats.org/officeDocument/2006/relationships" id="425" r:id="R60ddfa737e5d40ec"/>
    <p:sldId xmlns:r="http://schemas.openxmlformats.org/officeDocument/2006/relationships" id="426" r:id="R190947c6b2a94c76"/>
    <p:sldId xmlns:r="http://schemas.openxmlformats.org/officeDocument/2006/relationships" id="427" r:id="Rc860a275a1954420"/>
    <p:sldId xmlns:r="http://schemas.openxmlformats.org/officeDocument/2006/relationships" id="428" r:id="Ra4a67a121d114920"/>
    <p:sldId xmlns:r="http://schemas.openxmlformats.org/officeDocument/2006/relationships" id="429" r:id="Refbcf2adda7643e0"/>
    <p:sldId xmlns:r="http://schemas.openxmlformats.org/officeDocument/2006/relationships" id="430" r:id="R464aa22d87d4445d"/>
    <p:sldId xmlns:r="http://schemas.openxmlformats.org/officeDocument/2006/relationships" id="431" r:id="Rc5fad8a85f05496f"/>
    <p:sldId xmlns:r="http://schemas.openxmlformats.org/officeDocument/2006/relationships" id="432" r:id="Rf3b226c06bc74089"/>
    <p:sldId xmlns:r="http://schemas.openxmlformats.org/officeDocument/2006/relationships" id="433" r:id="Rb3c39131f100432f"/>
    <p:sldId xmlns:r="http://schemas.openxmlformats.org/officeDocument/2006/relationships" id="434" r:id="R99b4f31b762d4e00"/>
    <p:sldId xmlns:r="http://schemas.openxmlformats.org/officeDocument/2006/relationships" id="435" r:id="R8ee7c3f374ee4ef9"/>
    <p:sldId xmlns:r="http://schemas.openxmlformats.org/officeDocument/2006/relationships" id="436" r:id="R96f847e8c11f4408"/>
    <p:sldId xmlns:r="http://schemas.openxmlformats.org/officeDocument/2006/relationships" id="437" r:id="Rdc4b80ae064046d2"/>
    <p:sldId xmlns:r="http://schemas.openxmlformats.org/officeDocument/2006/relationships" id="438" r:id="R7b43613e49444f3d"/>
    <p:sldId xmlns:r="http://schemas.openxmlformats.org/officeDocument/2006/relationships" id="439" r:id="Rb0244f4f0a9e447c"/>
    <p:sldId xmlns:r="http://schemas.openxmlformats.org/officeDocument/2006/relationships" id="440" r:id="Rc5a951c18ac84d05"/>
    <p:sldId xmlns:r="http://schemas.openxmlformats.org/officeDocument/2006/relationships" id="441" r:id="R51e3b16fee3644b0"/>
    <p:sldId xmlns:r="http://schemas.openxmlformats.org/officeDocument/2006/relationships" id="442" r:id="Rbfcbb537d445462b"/>
    <p:sldId xmlns:r="http://schemas.openxmlformats.org/officeDocument/2006/relationships" id="443" r:id="R494f2a6872784d40"/>
    <p:sldId xmlns:r="http://schemas.openxmlformats.org/officeDocument/2006/relationships" id="444" r:id="R265a9b22099840bf"/>
    <p:sldId xmlns:r="http://schemas.openxmlformats.org/officeDocument/2006/relationships" id="445" r:id="Rff884496fd034165"/>
    <p:sldId xmlns:r="http://schemas.openxmlformats.org/officeDocument/2006/relationships" id="446" r:id="Ra189831762d64694"/>
    <p:sldId xmlns:r="http://schemas.openxmlformats.org/officeDocument/2006/relationships" id="447" r:id="R5948a9d5abe440c9"/>
    <p:sldId xmlns:r="http://schemas.openxmlformats.org/officeDocument/2006/relationships" id="448" r:id="R1630007f4c934725"/>
    <p:sldId xmlns:r="http://schemas.openxmlformats.org/officeDocument/2006/relationships" id="449" r:id="R19cc0005293b43c1"/>
    <p:sldId xmlns:r="http://schemas.openxmlformats.org/officeDocument/2006/relationships" id="450" r:id="R3e0f713d8eb44ed7"/>
    <p:sldId xmlns:r="http://schemas.openxmlformats.org/officeDocument/2006/relationships" id="451" r:id="R9159953a2bff4f7a"/>
    <p:sldId xmlns:r="http://schemas.openxmlformats.org/officeDocument/2006/relationships" id="452" r:id="R36fbb530c9904c29"/>
    <p:sldId xmlns:r="http://schemas.openxmlformats.org/officeDocument/2006/relationships" id="453" r:id="R30dc3d9b9af7462d"/>
    <p:sldId xmlns:r="http://schemas.openxmlformats.org/officeDocument/2006/relationships" id="454" r:id="R2c50d3a9286e4008"/>
    <p:sldId xmlns:r="http://schemas.openxmlformats.org/officeDocument/2006/relationships" id="455" r:id="R6a272871c9a34fb9"/>
    <p:sldId xmlns:r="http://schemas.openxmlformats.org/officeDocument/2006/relationships" id="456" r:id="Rb3a8b43448f64d54"/>
    <p:sldId xmlns:r="http://schemas.openxmlformats.org/officeDocument/2006/relationships" id="457" r:id="R835625c7901e4d71"/>
    <p:sldId xmlns:r="http://schemas.openxmlformats.org/officeDocument/2006/relationships" id="458" r:id="Rf80f07de3eef4e6a"/>
    <p:sldId xmlns:r="http://schemas.openxmlformats.org/officeDocument/2006/relationships" id="459" r:id="R147bc02d9b9a4495"/>
    <p:sldId xmlns:r="http://schemas.openxmlformats.org/officeDocument/2006/relationships" id="460" r:id="R5a0aac08c4344ed5"/>
    <p:sldId xmlns:r="http://schemas.openxmlformats.org/officeDocument/2006/relationships" id="461" r:id="R69c667c99649489e"/>
    <p:sldId xmlns:r="http://schemas.openxmlformats.org/officeDocument/2006/relationships" id="462" r:id="Rac96c98df0df44fa"/>
    <p:sldId xmlns:r="http://schemas.openxmlformats.org/officeDocument/2006/relationships" id="463" r:id="R83d61a292dc1459e"/>
    <p:sldId xmlns:r="http://schemas.openxmlformats.org/officeDocument/2006/relationships" id="464" r:id="R2a2bbf827a8a4b84"/>
    <p:sldId xmlns:r="http://schemas.openxmlformats.org/officeDocument/2006/relationships" id="465" r:id="R78a19817ede040de"/>
    <p:sldId xmlns:r="http://schemas.openxmlformats.org/officeDocument/2006/relationships" id="466" r:id="R80abd2095d8844bd"/>
    <p:sldId xmlns:r="http://schemas.openxmlformats.org/officeDocument/2006/relationships" id="467" r:id="R10189cdd9ec444fd"/>
    <p:sldId xmlns:r="http://schemas.openxmlformats.org/officeDocument/2006/relationships" id="468" r:id="R1b4d18269876423b"/>
    <p:sldId xmlns:r="http://schemas.openxmlformats.org/officeDocument/2006/relationships" id="469" r:id="Rb68ccc30b35e4f10"/>
    <p:sldId xmlns:r="http://schemas.openxmlformats.org/officeDocument/2006/relationships" id="470" r:id="R0a75e18c5a234319"/>
    <p:sldId xmlns:r="http://schemas.openxmlformats.org/officeDocument/2006/relationships" id="471" r:id="Rb51a5974d1594162"/>
    <p:sldId xmlns:r="http://schemas.openxmlformats.org/officeDocument/2006/relationships" id="472" r:id="Rc8e5aad0f5114f07"/>
    <p:sldId xmlns:r="http://schemas.openxmlformats.org/officeDocument/2006/relationships" id="473" r:id="Rdcde9ff8b206487b"/>
    <p:sldId xmlns:r="http://schemas.openxmlformats.org/officeDocument/2006/relationships" id="474" r:id="R9718a241b7434aca"/>
    <p:sldId xmlns:r="http://schemas.openxmlformats.org/officeDocument/2006/relationships" id="475" r:id="R351dde2987354005"/>
    <p:sldId xmlns:r="http://schemas.openxmlformats.org/officeDocument/2006/relationships" id="476" r:id="R6d69da5f24864e7f"/>
    <p:sldId xmlns:r="http://schemas.openxmlformats.org/officeDocument/2006/relationships" id="477" r:id="R01b624a45ba84960"/>
    <p:sldId xmlns:r="http://schemas.openxmlformats.org/officeDocument/2006/relationships" id="478" r:id="Re1de685c05284e3e"/>
    <p:sldId xmlns:r="http://schemas.openxmlformats.org/officeDocument/2006/relationships" id="479" r:id="R23e45e2272a242bc"/>
    <p:sldId xmlns:r="http://schemas.openxmlformats.org/officeDocument/2006/relationships" id="480" r:id="Rcd61f047ba894960"/>
    <p:sldId xmlns:r="http://schemas.openxmlformats.org/officeDocument/2006/relationships" id="481" r:id="R3d23df28ef934532"/>
    <p:sldId xmlns:r="http://schemas.openxmlformats.org/officeDocument/2006/relationships" id="482" r:id="Rdb65681ab3d84a1d"/>
    <p:sldId xmlns:r="http://schemas.openxmlformats.org/officeDocument/2006/relationships" id="483" r:id="Re4f38fe0a2f24c41"/>
    <p:sldId xmlns:r="http://schemas.openxmlformats.org/officeDocument/2006/relationships" id="484" r:id="R02d43303b8c544a8"/>
    <p:sldId xmlns:r="http://schemas.openxmlformats.org/officeDocument/2006/relationships" id="485" r:id="R66f49d1c67a648fa"/>
    <p:sldId xmlns:r="http://schemas.openxmlformats.org/officeDocument/2006/relationships" id="486" r:id="Rd9696c332b644b0f"/>
    <p:sldId xmlns:r="http://schemas.openxmlformats.org/officeDocument/2006/relationships" id="487" r:id="R9695e3c1ebdd4647"/>
    <p:sldId xmlns:r="http://schemas.openxmlformats.org/officeDocument/2006/relationships" id="488" r:id="Ra456e112169a40ac"/>
    <p:sldId xmlns:r="http://schemas.openxmlformats.org/officeDocument/2006/relationships" id="489" r:id="Rdd09553f16e44105"/>
    <p:sldId xmlns:r="http://schemas.openxmlformats.org/officeDocument/2006/relationships" id="490" r:id="Rd78141c5d21044e4"/>
    <p:sldId xmlns:r="http://schemas.openxmlformats.org/officeDocument/2006/relationships" id="491" r:id="R9f1698f6b5e84217"/>
    <p:sldId xmlns:r="http://schemas.openxmlformats.org/officeDocument/2006/relationships" id="492" r:id="R7cf195b467e24c0e"/>
    <p:sldId xmlns:r="http://schemas.openxmlformats.org/officeDocument/2006/relationships" id="493" r:id="R9fe79fa388de4c11"/>
    <p:sldId xmlns:r="http://schemas.openxmlformats.org/officeDocument/2006/relationships" id="494" r:id="R33f4f2da075e4b41"/>
    <p:sldId xmlns:r="http://schemas.openxmlformats.org/officeDocument/2006/relationships" id="495" r:id="R16533e4ffaf2469c"/>
    <p:sldId xmlns:r="http://schemas.openxmlformats.org/officeDocument/2006/relationships" id="496" r:id="R1551938060574b41"/>
    <p:sldId xmlns:r="http://schemas.openxmlformats.org/officeDocument/2006/relationships" id="497" r:id="R5558b7962fc44d78"/>
    <p:sldId xmlns:r="http://schemas.openxmlformats.org/officeDocument/2006/relationships" id="498" r:id="R185c36e1725f4d26"/>
    <p:sldId xmlns:r="http://schemas.openxmlformats.org/officeDocument/2006/relationships" id="499" r:id="R44fafd4a1b0a4cf2"/>
    <p:sldId xmlns:r="http://schemas.openxmlformats.org/officeDocument/2006/relationships" id="500" r:id="Rab8ee3671c634633"/>
    <p:sldId xmlns:r="http://schemas.openxmlformats.org/officeDocument/2006/relationships" id="501" r:id="R927f55bdc5e5499b"/>
    <p:sldId xmlns:r="http://schemas.openxmlformats.org/officeDocument/2006/relationships" id="502" r:id="Rb27e3d05d39743f7"/>
    <p:sldId xmlns:r="http://schemas.openxmlformats.org/officeDocument/2006/relationships" id="503" r:id="R767943b2b26645f7"/>
    <p:sldId xmlns:r="http://schemas.openxmlformats.org/officeDocument/2006/relationships" id="504" r:id="R30b5fc8335524a9a"/>
    <p:sldId xmlns:r="http://schemas.openxmlformats.org/officeDocument/2006/relationships" id="505" r:id="Rbc199d53227249ba"/>
    <p:sldId xmlns:r="http://schemas.openxmlformats.org/officeDocument/2006/relationships" id="506" r:id="R9a475b53c85049f9"/>
    <p:sldId xmlns:r="http://schemas.openxmlformats.org/officeDocument/2006/relationships" id="507" r:id="Rd6f3519802ac49da"/>
    <p:sldId xmlns:r="http://schemas.openxmlformats.org/officeDocument/2006/relationships" id="508" r:id="Rd577a8569fc7451a"/>
    <p:sldId xmlns:r="http://schemas.openxmlformats.org/officeDocument/2006/relationships" id="509" r:id="Rd2671273a4924b9a"/>
    <p:sldId xmlns:r="http://schemas.openxmlformats.org/officeDocument/2006/relationships" id="510" r:id="Rf3ee7f419173434b"/>
    <p:sldId xmlns:r="http://schemas.openxmlformats.org/officeDocument/2006/relationships" id="511" r:id="R4baa400f76424f1f"/>
    <p:sldId xmlns:r="http://schemas.openxmlformats.org/officeDocument/2006/relationships" id="512" r:id="R3bc128b2f5014ebc"/>
    <p:sldId xmlns:r="http://schemas.openxmlformats.org/officeDocument/2006/relationships" id="513" r:id="R57bef76ff4a74c4f"/>
    <p:sldId xmlns:r="http://schemas.openxmlformats.org/officeDocument/2006/relationships" id="514" r:id="R2bdd8cf73604480c"/>
    <p:sldId xmlns:r="http://schemas.openxmlformats.org/officeDocument/2006/relationships" id="515" r:id="Rf846a18497a649d8"/>
    <p:sldId xmlns:r="http://schemas.openxmlformats.org/officeDocument/2006/relationships" id="516" r:id="R65de4107c94b4df0"/>
    <p:sldId xmlns:r="http://schemas.openxmlformats.org/officeDocument/2006/relationships" id="517" r:id="Rc9614b91a1a94e40"/>
    <p:sldId xmlns:r="http://schemas.openxmlformats.org/officeDocument/2006/relationships" id="518" r:id="R223a5810271e4ec2"/>
    <p:sldId xmlns:r="http://schemas.openxmlformats.org/officeDocument/2006/relationships" id="519" r:id="Re5b8c52eafd04a42"/>
    <p:sldId xmlns:r="http://schemas.openxmlformats.org/officeDocument/2006/relationships" id="520" r:id="R1e9a16dbc73d4385"/>
    <p:sldId xmlns:r="http://schemas.openxmlformats.org/officeDocument/2006/relationships" id="521" r:id="R97bfd0360efe408e"/>
    <p:sldId xmlns:r="http://schemas.openxmlformats.org/officeDocument/2006/relationships" id="522" r:id="R3ee8250842e84e90"/>
    <p:sldId xmlns:r="http://schemas.openxmlformats.org/officeDocument/2006/relationships" id="523" r:id="R6cbae5de786949fd"/>
    <p:sldId xmlns:r="http://schemas.openxmlformats.org/officeDocument/2006/relationships" id="524" r:id="R653c0752b490448c"/>
    <p:sldId xmlns:r="http://schemas.openxmlformats.org/officeDocument/2006/relationships" id="525" r:id="Rc14b7241e24144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e505c646dc4d0f" /><Relationship Type="http://schemas.openxmlformats.org/officeDocument/2006/relationships/slideMaster" Target="/ppt/slideMasters/slideMaster1.xml" Id="Rbfe48b093e1042a1" /><Relationship Type="http://schemas.openxmlformats.org/officeDocument/2006/relationships/notesMaster" Target="/ppt/notesMasters/notesMaster1.xml" Id="Rd5f6a102de6942e0" /><Relationship Type="http://schemas.openxmlformats.org/officeDocument/2006/relationships/presProps" Target="/ppt/presProps.xml" Id="R8526ed86e1ec4de6" /><Relationship Type="http://schemas.openxmlformats.org/officeDocument/2006/relationships/tableStyles" Target="/ppt/tableStyles.xml" Id="R8d49b27c24f94532" /><Relationship Type="http://schemas.openxmlformats.org/officeDocument/2006/relationships/slide" Target="/ppt/slides/slide1.xml" Id="R766786dad94449f8" /><Relationship Type="http://schemas.openxmlformats.org/officeDocument/2006/relationships/slide" Target="/ppt/slides/slide2.xml" Id="Rfeed599b8b0c405d" /><Relationship Type="http://schemas.openxmlformats.org/officeDocument/2006/relationships/slide" Target="/ppt/slides/slide3.xml" Id="R76b816c94de14340" /><Relationship Type="http://schemas.openxmlformats.org/officeDocument/2006/relationships/slide" Target="/ppt/slides/slide4.xml" Id="Rcdd5b92be1164ece" /><Relationship Type="http://schemas.openxmlformats.org/officeDocument/2006/relationships/slide" Target="/ppt/slides/slide5.xml" Id="R3e81277085404a4d" /><Relationship Type="http://schemas.openxmlformats.org/officeDocument/2006/relationships/slide" Target="/ppt/slides/slide6.xml" Id="R8d02293f7091470b" /><Relationship Type="http://schemas.openxmlformats.org/officeDocument/2006/relationships/slide" Target="/ppt/slides/slide7.xml" Id="R46616a9cbd8b45d9" /><Relationship Type="http://schemas.openxmlformats.org/officeDocument/2006/relationships/slide" Target="/ppt/slides/slide8.xml" Id="Redad2be326894ee7" /><Relationship Type="http://schemas.openxmlformats.org/officeDocument/2006/relationships/slide" Target="/ppt/slides/slide9.xml" Id="R014147d4e2d94847" /><Relationship Type="http://schemas.openxmlformats.org/officeDocument/2006/relationships/slide" Target="/ppt/slides/slide10.xml" Id="Rd29d466f98da4d7e" /><Relationship Type="http://schemas.openxmlformats.org/officeDocument/2006/relationships/slide" Target="/ppt/slides/slide11.xml" Id="R771627fc77a3437b" /><Relationship Type="http://schemas.openxmlformats.org/officeDocument/2006/relationships/slide" Target="/ppt/slides/slide12.xml" Id="R7ccbf730a9d04012" /><Relationship Type="http://schemas.openxmlformats.org/officeDocument/2006/relationships/slide" Target="/ppt/slides/slide13.xml" Id="R27f57f7ea5b54ab5" /><Relationship Type="http://schemas.openxmlformats.org/officeDocument/2006/relationships/slide" Target="/ppt/slides/slide14.xml" Id="Rcc22312b9bd94445" /><Relationship Type="http://schemas.openxmlformats.org/officeDocument/2006/relationships/slide" Target="/ppt/slides/slide15.xml" Id="R16ba0b03f6fc47e4" /><Relationship Type="http://schemas.openxmlformats.org/officeDocument/2006/relationships/slide" Target="/ppt/slides/slide16.xml" Id="R75f0223823f74951" /><Relationship Type="http://schemas.openxmlformats.org/officeDocument/2006/relationships/slide" Target="/ppt/slides/slide17.xml" Id="R92986bfa63674aba" /><Relationship Type="http://schemas.openxmlformats.org/officeDocument/2006/relationships/slide" Target="/ppt/slides/slide18.xml" Id="Rc0cf93b06d5d4402" /><Relationship Type="http://schemas.openxmlformats.org/officeDocument/2006/relationships/slide" Target="/ppt/slides/slide19.xml" Id="Rddde278561e44d03" /><Relationship Type="http://schemas.openxmlformats.org/officeDocument/2006/relationships/slide" Target="/ppt/slides/slide20.xml" Id="Ra8fcd30630484b97" /><Relationship Type="http://schemas.openxmlformats.org/officeDocument/2006/relationships/slide" Target="/ppt/slides/slide21.xml" Id="R8ceab9dc71a54eab" /><Relationship Type="http://schemas.openxmlformats.org/officeDocument/2006/relationships/slide" Target="/ppt/slides/slide22.xml" Id="Rf127070490b54d5c" /><Relationship Type="http://schemas.openxmlformats.org/officeDocument/2006/relationships/slide" Target="/ppt/slides/slide23.xml" Id="Rce7972f15e254b9e" /><Relationship Type="http://schemas.openxmlformats.org/officeDocument/2006/relationships/slide" Target="/ppt/slides/slide24.xml" Id="R9f28c9a51d5e4ddd" /><Relationship Type="http://schemas.openxmlformats.org/officeDocument/2006/relationships/slide" Target="/ppt/slides/slide25.xml" Id="Re4f007b227f74d32" /><Relationship Type="http://schemas.openxmlformats.org/officeDocument/2006/relationships/slide" Target="/ppt/slides/slide26.xml" Id="R17b60c4a70bc4bf9" /><Relationship Type="http://schemas.openxmlformats.org/officeDocument/2006/relationships/slide" Target="/ppt/slides/slide27.xml" Id="Rae492c2e6c9e44b1" /><Relationship Type="http://schemas.openxmlformats.org/officeDocument/2006/relationships/slide" Target="/ppt/slides/slide28.xml" Id="R3b51f897c65b4185" /><Relationship Type="http://schemas.openxmlformats.org/officeDocument/2006/relationships/slide" Target="/ppt/slides/slide29.xml" Id="Re4dab7436b83405e" /><Relationship Type="http://schemas.openxmlformats.org/officeDocument/2006/relationships/slide" Target="/ppt/slides/slide30.xml" Id="R041ac6f022bc4f7f" /><Relationship Type="http://schemas.openxmlformats.org/officeDocument/2006/relationships/slide" Target="/ppt/slides/slide31.xml" Id="R49b83bf714324daf" /><Relationship Type="http://schemas.openxmlformats.org/officeDocument/2006/relationships/slide" Target="/ppt/slides/slide32.xml" Id="R54ea6f86b77c448e" /><Relationship Type="http://schemas.openxmlformats.org/officeDocument/2006/relationships/slide" Target="/ppt/slides/slide33.xml" Id="R6c949d862d2a4dbb" /><Relationship Type="http://schemas.openxmlformats.org/officeDocument/2006/relationships/slide" Target="/ppt/slides/slide34.xml" Id="R94d65a62b67a4e40" /><Relationship Type="http://schemas.openxmlformats.org/officeDocument/2006/relationships/slide" Target="/ppt/slides/slide35.xml" Id="Rc151c4e5c9d84895" /><Relationship Type="http://schemas.openxmlformats.org/officeDocument/2006/relationships/slide" Target="/ppt/slides/slide36.xml" Id="Raee59b11b17046cb" /><Relationship Type="http://schemas.openxmlformats.org/officeDocument/2006/relationships/slide" Target="/ppt/slides/slide37.xml" Id="R2c17faf8527e4ee5" /><Relationship Type="http://schemas.openxmlformats.org/officeDocument/2006/relationships/slide" Target="/ppt/slides/slide38.xml" Id="R9ab8f990323b4516" /><Relationship Type="http://schemas.openxmlformats.org/officeDocument/2006/relationships/slide" Target="/ppt/slides/slide39.xml" Id="Rbc79a9bde2694c0f" /><Relationship Type="http://schemas.openxmlformats.org/officeDocument/2006/relationships/slide" Target="/ppt/slides/slide40.xml" Id="R6e4a1fdb409a4c85" /><Relationship Type="http://schemas.openxmlformats.org/officeDocument/2006/relationships/slide" Target="/ppt/slides/slide41.xml" Id="Rd4cea2e0019547f7" /><Relationship Type="http://schemas.openxmlformats.org/officeDocument/2006/relationships/slide" Target="/ppt/slides/slide42.xml" Id="R2e6dfd7fb0854f56" /><Relationship Type="http://schemas.openxmlformats.org/officeDocument/2006/relationships/slide" Target="/ppt/slides/slide43.xml" Id="Rf87dfc1131e04943" /><Relationship Type="http://schemas.openxmlformats.org/officeDocument/2006/relationships/slide" Target="/ppt/slides/slide44.xml" Id="Rcc2f7f810b504048" /><Relationship Type="http://schemas.openxmlformats.org/officeDocument/2006/relationships/slide" Target="/ppt/slides/slide45.xml" Id="Rd4b15042b57b49ba" /><Relationship Type="http://schemas.openxmlformats.org/officeDocument/2006/relationships/slide" Target="/ppt/slides/slide46.xml" Id="Rfab9980a32924b73" /><Relationship Type="http://schemas.openxmlformats.org/officeDocument/2006/relationships/slide" Target="/ppt/slides/slide47.xml" Id="R84b45b3ddd214f97" /><Relationship Type="http://schemas.openxmlformats.org/officeDocument/2006/relationships/slide" Target="/ppt/slides/slide48.xml" Id="R148f42c9cce74d81" /><Relationship Type="http://schemas.openxmlformats.org/officeDocument/2006/relationships/slide" Target="/ppt/slides/slide49.xml" Id="R99a88e786a584ac3" /><Relationship Type="http://schemas.openxmlformats.org/officeDocument/2006/relationships/slide" Target="/ppt/slides/slide50.xml" Id="R48efb1b669714acd" /><Relationship Type="http://schemas.openxmlformats.org/officeDocument/2006/relationships/slide" Target="/ppt/slides/slide51.xml" Id="Re71272df39af4460" /><Relationship Type="http://schemas.openxmlformats.org/officeDocument/2006/relationships/slide" Target="/ppt/slides/slide52.xml" Id="Rff84acc3a2ef4e40" /><Relationship Type="http://schemas.openxmlformats.org/officeDocument/2006/relationships/slide" Target="/ppt/slides/slide53.xml" Id="R708f7b356a784b96" /><Relationship Type="http://schemas.openxmlformats.org/officeDocument/2006/relationships/slide" Target="/ppt/slides/slide54.xml" Id="Rc94abfcd45d743f1" /><Relationship Type="http://schemas.openxmlformats.org/officeDocument/2006/relationships/slide" Target="/ppt/slides/slide55.xml" Id="R6ba696004cc34830" /><Relationship Type="http://schemas.openxmlformats.org/officeDocument/2006/relationships/slide" Target="/ppt/slides/slide56.xml" Id="R50bd7a90b1eb4d5e" /><Relationship Type="http://schemas.openxmlformats.org/officeDocument/2006/relationships/slide" Target="/ppt/slides/slide57.xml" Id="R02fd79c370674864" /><Relationship Type="http://schemas.openxmlformats.org/officeDocument/2006/relationships/slide" Target="/ppt/slides/slide58.xml" Id="R31a5ef4be479478b" /><Relationship Type="http://schemas.openxmlformats.org/officeDocument/2006/relationships/slide" Target="/ppt/slides/slide59.xml" Id="R8c9b9232ee8c4652" /><Relationship Type="http://schemas.openxmlformats.org/officeDocument/2006/relationships/slide" Target="/ppt/slides/slide60.xml" Id="Ra8b7d3625c734f63" /><Relationship Type="http://schemas.openxmlformats.org/officeDocument/2006/relationships/slide" Target="/ppt/slides/slide61.xml" Id="R8b48045d19e24a02" /><Relationship Type="http://schemas.openxmlformats.org/officeDocument/2006/relationships/slide" Target="/ppt/slides/slide62.xml" Id="R9eef388b4dc74d75" /><Relationship Type="http://schemas.openxmlformats.org/officeDocument/2006/relationships/slide" Target="/ppt/slides/slide63.xml" Id="R583015534b8f4444" /><Relationship Type="http://schemas.openxmlformats.org/officeDocument/2006/relationships/slide" Target="/ppt/slides/slide64.xml" Id="Rb3a49b4bf70e4432" /><Relationship Type="http://schemas.openxmlformats.org/officeDocument/2006/relationships/slide" Target="/ppt/slides/slide65.xml" Id="R22523786ac7444f7" /><Relationship Type="http://schemas.openxmlformats.org/officeDocument/2006/relationships/slide" Target="/ppt/slides/slide66.xml" Id="R5820b77266b94d5e" /><Relationship Type="http://schemas.openxmlformats.org/officeDocument/2006/relationships/slide" Target="/ppt/slides/slide67.xml" Id="R85cb749cc7a14be5" /><Relationship Type="http://schemas.openxmlformats.org/officeDocument/2006/relationships/slide" Target="/ppt/slides/slide68.xml" Id="R1f0ceb6bc80443fb" /><Relationship Type="http://schemas.openxmlformats.org/officeDocument/2006/relationships/slide" Target="/ppt/slides/slide69.xml" Id="R1dba720976b846ca" /><Relationship Type="http://schemas.openxmlformats.org/officeDocument/2006/relationships/slide" Target="/ppt/slides/slide70.xml" Id="R39711103978b422e" /><Relationship Type="http://schemas.openxmlformats.org/officeDocument/2006/relationships/slide" Target="/ppt/slides/slide71.xml" Id="Rab2036bf5f034d19" /><Relationship Type="http://schemas.openxmlformats.org/officeDocument/2006/relationships/slide" Target="/ppt/slides/slide72.xml" Id="R78954035c0d746a1" /><Relationship Type="http://schemas.openxmlformats.org/officeDocument/2006/relationships/slide" Target="/ppt/slides/slide73.xml" Id="R3e18364c146445b9" /><Relationship Type="http://schemas.openxmlformats.org/officeDocument/2006/relationships/slide" Target="/ppt/slides/slide74.xml" Id="R582305a8828f4737" /><Relationship Type="http://schemas.openxmlformats.org/officeDocument/2006/relationships/slide" Target="/ppt/slides/slide75.xml" Id="R6f17d213663d42b1" /><Relationship Type="http://schemas.openxmlformats.org/officeDocument/2006/relationships/slide" Target="/ppt/slides/slide76.xml" Id="R50bcdc814f6f4a67" /><Relationship Type="http://schemas.openxmlformats.org/officeDocument/2006/relationships/slide" Target="/ppt/slides/slide77.xml" Id="R793507ed3f494c17" /><Relationship Type="http://schemas.openxmlformats.org/officeDocument/2006/relationships/slide" Target="/ppt/slides/slide78.xml" Id="R2a795efc95e24331" /><Relationship Type="http://schemas.openxmlformats.org/officeDocument/2006/relationships/slide" Target="/ppt/slides/slide79.xml" Id="R20e670a810d940c8" /><Relationship Type="http://schemas.openxmlformats.org/officeDocument/2006/relationships/slide" Target="/ppt/slides/slide80.xml" Id="R793a9c0cce234a09" /><Relationship Type="http://schemas.openxmlformats.org/officeDocument/2006/relationships/slide" Target="/ppt/slides/slide81.xml" Id="R44fc0eaae4b14c47" /><Relationship Type="http://schemas.openxmlformats.org/officeDocument/2006/relationships/slide" Target="/ppt/slides/slide82.xml" Id="R3b0f142906ec47a6" /><Relationship Type="http://schemas.openxmlformats.org/officeDocument/2006/relationships/slide" Target="/ppt/slides/slide83.xml" Id="R7e7821ed54654dc5" /><Relationship Type="http://schemas.openxmlformats.org/officeDocument/2006/relationships/slide" Target="/ppt/slides/slide84.xml" Id="Rd671dc65c3314f17" /><Relationship Type="http://schemas.openxmlformats.org/officeDocument/2006/relationships/slide" Target="/ppt/slides/slide85.xml" Id="Rb3ed4b364bc545c2" /><Relationship Type="http://schemas.openxmlformats.org/officeDocument/2006/relationships/slide" Target="/ppt/slides/slide86.xml" Id="Rd723e0c79c5a42a7" /><Relationship Type="http://schemas.openxmlformats.org/officeDocument/2006/relationships/slide" Target="/ppt/slides/slide87.xml" Id="R2707499fe9c3417b" /><Relationship Type="http://schemas.openxmlformats.org/officeDocument/2006/relationships/slide" Target="/ppt/slides/slide88.xml" Id="R47684e7e28cf4781" /><Relationship Type="http://schemas.openxmlformats.org/officeDocument/2006/relationships/slide" Target="/ppt/slides/slide89.xml" Id="R01064a8757004017" /><Relationship Type="http://schemas.openxmlformats.org/officeDocument/2006/relationships/slide" Target="/ppt/slides/slide90.xml" Id="Rcf4532cbe134423e" /><Relationship Type="http://schemas.openxmlformats.org/officeDocument/2006/relationships/slide" Target="/ppt/slides/slide91.xml" Id="R3edbaab9cc504e81" /><Relationship Type="http://schemas.openxmlformats.org/officeDocument/2006/relationships/slide" Target="/ppt/slides/slide92.xml" Id="Rf2cc9182a4294e66" /><Relationship Type="http://schemas.openxmlformats.org/officeDocument/2006/relationships/slide" Target="/ppt/slides/slide93.xml" Id="R7eb8651023804bdb" /><Relationship Type="http://schemas.openxmlformats.org/officeDocument/2006/relationships/slide" Target="/ppt/slides/slide94.xml" Id="R0afcfb016abd43a5" /><Relationship Type="http://schemas.openxmlformats.org/officeDocument/2006/relationships/slide" Target="/ppt/slides/slide95.xml" Id="Ra802c5cf88cd45df" /><Relationship Type="http://schemas.openxmlformats.org/officeDocument/2006/relationships/slide" Target="/ppt/slides/slide96.xml" Id="Rb1f89be19f7a4274" /><Relationship Type="http://schemas.openxmlformats.org/officeDocument/2006/relationships/slide" Target="/ppt/slides/slide97.xml" Id="R53525dd4e0d0420b" /><Relationship Type="http://schemas.openxmlformats.org/officeDocument/2006/relationships/slide" Target="/ppt/slides/slide98.xml" Id="R2a5f55be12e1490b" /><Relationship Type="http://schemas.openxmlformats.org/officeDocument/2006/relationships/slide" Target="/ppt/slides/slide99.xml" Id="Rc9771697a4b84606" /><Relationship Type="http://schemas.openxmlformats.org/officeDocument/2006/relationships/slide" Target="/ppt/slides/slide100.xml" Id="R4183923d39cc4f57" /><Relationship Type="http://schemas.openxmlformats.org/officeDocument/2006/relationships/slide" Target="/ppt/slides/slide101.xml" Id="R4d882e96d3764745" /><Relationship Type="http://schemas.openxmlformats.org/officeDocument/2006/relationships/slide" Target="/ppt/slides/slide102.xml" Id="Rfb8a488bbd7244a8" /><Relationship Type="http://schemas.openxmlformats.org/officeDocument/2006/relationships/slide" Target="/ppt/slides/slide103.xml" Id="Rb0768a97de1f4ca0" /><Relationship Type="http://schemas.openxmlformats.org/officeDocument/2006/relationships/slide" Target="/ppt/slides/slide104.xml" Id="Rd42dc39338d74786" /><Relationship Type="http://schemas.openxmlformats.org/officeDocument/2006/relationships/slide" Target="/ppt/slides/slide105.xml" Id="Rb1f885f139184bf7" /><Relationship Type="http://schemas.openxmlformats.org/officeDocument/2006/relationships/slide" Target="/ppt/slides/slide106.xml" Id="R8468d574e8db451b" /><Relationship Type="http://schemas.openxmlformats.org/officeDocument/2006/relationships/slide" Target="/ppt/slides/slide107.xml" Id="R0df857b5a60147c2" /><Relationship Type="http://schemas.openxmlformats.org/officeDocument/2006/relationships/slide" Target="/ppt/slides/slide108.xml" Id="R5f3962e1fd0a45c8" /><Relationship Type="http://schemas.openxmlformats.org/officeDocument/2006/relationships/slide" Target="/ppt/slides/slide109.xml" Id="Re389ca37f3f44363" /><Relationship Type="http://schemas.openxmlformats.org/officeDocument/2006/relationships/slide" Target="/ppt/slides/slide110.xml" Id="Rd89054bcb320468d" /><Relationship Type="http://schemas.openxmlformats.org/officeDocument/2006/relationships/slide" Target="/ppt/slides/slide111.xml" Id="R24cdcd9ea8164009" /><Relationship Type="http://schemas.openxmlformats.org/officeDocument/2006/relationships/slide" Target="/ppt/slides/slide112.xml" Id="R1000a9293d2f4409" /><Relationship Type="http://schemas.openxmlformats.org/officeDocument/2006/relationships/slide" Target="/ppt/slides/slide113.xml" Id="R68daece4a6c74bea" /><Relationship Type="http://schemas.openxmlformats.org/officeDocument/2006/relationships/slide" Target="/ppt/slides/slide114.xml" Id="Rb97de64bd2484edb" /><Relationship Type="http://schemas.openxmlformats.org/officeDocument/2006/relationships/slide" Target="/ppt/slides/slide115.xml" Id="Rcefc9ed038ea4567" /><Relationship Type="http://schemas.openxmlformats.org/officeDocument/2006/relationships/slide" Target="/ppt/slides/slide116.xml" Id="R868fe3d5d20e4c5d" /><Relationship Type="http://schemas.openxmlformats.org/officeDocument/2006/relationships/slide" Target="/ppt/slides/slide117.xml" Id="Rcbd0acc9274b43c8" /><Relationship Type="http://schemas.openxmlformats.org/officeDocument/2006/relationships/slide" Target="/ppt/slides/slide118.xml" Id="R559a311e90e44b56" /><Relationship Type="http://schemas.openxmlformats.org/officeDocument/2006/relationships/slide" Target="/ppt/slides/slide119.xml" Id="Ra450ef1bd7c3422d" /><Relationship Type="http://schemas.openxmlformats.org/officeDocument/2006/relationships/slide" Target="/ppt/slides/slide120.xml" Id="R9ce5e0bb14714df1" /><Relationship Type="http://schemas.openxmlformats.org/officeDocument/2006/relationships/slide" Target="/ppt/slides/slide121.xml" Id="R55fbf8af63e544fb" /><Relationship Type="http://schemas.openxmlformats.org/officeDocument/2006/relationships/slide" Target="/ppt/slides/slide122.xml" Id="R36484d22cd044356" /><Relationship Type="http://schemas.openxmlformats.org/officeDocument/2006/relationships/slide" Target="/ppt/slides/slide123.xml" Id="R8394e7829d1d45b9" /><Relationship Type="http://schemas.openxmlformats.org/officeDocument/2006/relationships/slide" Target="/ppt/slides/slide124.xml" Id="R209c334a614d4677" /><Relationship Type="http://schemas.openxmlformats.org/officeDocument/2006/relationships/slide" Target="/ppt/slides/slide125.xml" Id="R1eed0bfae2384086" /><Relationship Type="http://schemas.openxmlformats.org/officeDocument/2006/relationships/slide" Target="/ppt/slides/slide126.xml" Id="Rd786a1f44038495b" /><Relationship Type="http://schemas.openxmlformats.org/officeDocument/2006/relationships/slide" Target="/ppt/slides/slide127.xml" Id="Rbffa91ac393d44bd" /><Relationship Type="http://schemas.openxmlformats.org/officeDocument/2006/relationships/slide" Target="/ppt/slides/slide128.xml" Id="Ra5dae1cf779e4f23" /><Relationship Type="http://schemas.openxmlformats.org/officeDocument/2006/relationships/slide" Target="/ppt/slides/slide129.xml" Id="Rc8293c7848a64b9a" /><Relationship Type="http://schemas.openxmlformats.org/officeDocument/2006/relationships/slide" Target="/ppt/slides/slide130.xml" Id="Ra2734d19d72c40d6" /><Relationship Type="http://schemas.openxmlformats.org/officeDocument/2006/relationships/slide" Target="/ppt/slides/slide131.xml" Id="R23264351c7cd4225" /><Relationship Type="http://schemas.openxmlformats.org/officeDocument/2006/relationships/slide" Target="/ppt/slides/slide132.xml" Id="R9aae771ddc184409" /><Relationship Type="http://schemas.openxmlformats.org/officeDocument/2006/relationships/slide" Target="/ppt/slides/slide133.xml" Id="R54a2a45c135d475a" /><Relationship Type="http://schemas.openxmlformats.org/officeDocument/2006/relationships/slide" Target="/ppt/slides/slide134.xml" Id="R5d3a8b95b735497c" /><Relationship Type="http://schemas.openxmlformats.org/officeDocument/2006/relationships/slide" Target="/ppt/slides/slide135.xml" Id="R1901ad49f5054380" /><Relationship Type="http://schemas.openxmlformats.org/officeDocument/2006/relationships/slide" Target="/ppt/slides/slide136.xml" Id="R87ad3a551d294b96" /><Relationship Type="http://schemas.openxmlformats.org/officeDocument/2006/relationships/slide" Target="/ppt/slides/slide137.xml" Id="R6e13dc1404414b74" /><Relationship Type="http://schemas.openxmlformats.org/officeDocument/2006/relationships/slide" Target="/ppt/slides/slide138.xml" Id="Ra9008f118afe41b0" /><Relationship Type="http://schemas.openxmlformats.org/officeDocument/2006/relationships/slide" Target="/ppt/slides/slide139.xml" Id="R9285a1781faf4200" /><Relationship Type="http://schemas.openxmlformats.org/officeDocument/2006/relationships/slide" Target="/ppt/slides/slide140.xml" Id="Ra1480607e3be4c37" /><Relationship Type="http://schemas.openxmlformats.org/officeDocument/2006/relationships/slide" Target="/ppt/slides/slide141.xml" Id="Rd375a39cdaf747cd" /><Relationship Type="http://schemas.openxmlformats.org/officeDocument/2006/relationships/slide" Target="/ppt/slides/slide142.xml" Id="Rbae57ad2d4254832" /><Relationship Type="http://schemas.openxmlformats.org/officeDocument/2006/relationships/slide" Target="/ppt/slides/slide143.xml" Id="R9db8fd69da2e4bb5" /><Relationship Type="http://schemas.openxmlformats.org/officeDocument/2006/relationships/slide" Target="/ppt/slides/slide144.xml" Id="R5bad6ddbd3434d93" /><Relationship Type="http://schemas.openxmlformats.org/officeDocument/2006/relationships/slide" Target="/ppt/slides/slide145.xml" Id="R80b728011e90461d" /><Relationship Type="http://schemas.openxmlformats.org/officeDocument/2006/relationships/slide" Target="/ppt/slides/slide146.xml" Id="Rfa6f66d53fa94cdc" /><Relationship Type="http://schemas.openxmlformats.org/officeDocument/2006/relationships/slide" Target="/ppt/slides/slide147.xml" Id="Ra237c97687f64d2b" /><Relationship Type="http://schemas.openxmlformats.org/officeDocument/2006/relationships/slide" Target="/ppt/slides/slide148.xml" Id="R0747db70d506491e" /><Relationship Type="http://schemas.openxmlformats.org/officeDocument/2006/relationships/slide" Target="/ppt/slides/slide149.xml" Id="R3c44143e784246a9" /><Relationship Type="http://schemas.openxmlformats.org/officeDocument/2006/relationships/slide" Target="/ppt/slides/slide150.xml" Id="Radb59c9d762543b2" /><Relationship Type="http://schemas.openxmlformats.org/officeDocument/2006/relationships/slide" Target="/ppt/slides/slide151.xml" Id="R4789732f6f3b48e4" /><Relationship Type="http://schemas.openxmlformats.org/officeDocument/2006/relationships/slide" Target="/ppt/slides/slide152.xml" Id="R6085dfcfc84c4be4" /><Relationship Type="http://schemas.openxmlformats.org/officeDocument/2006/relationships/slide" Target="/ppt/slides/slide153.xml" Id="R68a538b4240c47d8" /><Relationship Type="http://schemas.openxmlformats.org/officeDocument/2006/relationships/slide" Target="/ppt/slides/slide154.xml" Id="R78a5996013bb42ec" /><Relationship Type="http://schemas.openxmlformats.org/officeDocument/2006/relationships/slide" Target="/ppt/slides/slide155.xml" Id="R1b579f51cde74e8e" /><Relationship Type="http://schemas.openxmlformats.org/officeDocument/2006/relationships/slide" Target="/ppt/slides/slide156.xml" Id="Rdece80e2b26a429e" /><Relationship Type="http://schemas.openxmlformats.org/officeDocument/2006/relationships/slide" Target="/ppt/slides/slide157.xml" Id="Rbb9a34e18ab842b1" /><Relationship Type="http://schemas.openxmlformats.org/officeDocument/2006/relationships/slide" Target="/ppt/slides/slide158.xml" Id="R0e10813f326d487c" /><Relationship Type="http://schemas.openxmlformats.org/officeDocument/2006/relationships/slide" Target="/ppt/slides/slide159.xml" Id="Rc559e2f1520f477a" /><Relationship Type="http://schemas.openxmlformats.org/officeDocument/2006/relationships/slide" Target="/ppt/slides/slide160.xml" Id="R6bc0c7269a4845b8" /><Relationship Type="http://schemas.openxmlformats.org/officeDocument/2006/relationships/slide" Target="/ppt/slides/slide161.xml" Id="R080cb76dca074c2c" /><Relationship Type="http://schemas.openxmlformats.org/officeDocument/2006/relationships/slide" Target="/ppt/slides/slide162.xml" Id="R0825078289a746fe" /><Relationship Type="http://schemas.openxmlformats.org/officeDocument/2006/relationships/slide" Target="/ppt/slides/slide163.xml" Id="R68aa60f41a3840e3" /><Relationship Type="http://schemas.openxmlformats.org/officeDocument/2006/relationships/slide" Target="/ppt/slides/slide164.xml" Id="Rf3bc2ebe34054035" /><Relationship Type="http://schemas.openxmlformats.org/officeDocument/2006/relationships/slide" Target="/ppt/slides/slide165.xml" Id="R5d817fbc2d444c85" /><Relationship Type="http://schemas.openxmlformats.org/officeDocument/2006/relationships/slide" Target="/ppt/slides/slide166.xml" Id="R8ef5d871fcdf4c77" /><Relationship Type="http://schemas.openxmlformats.org/officeDocument/2006/relationships/slide" Target="/ppt/slides/slide167.xml" Id="R1bf17b3fcd5e4722" /><Relationship Type="http://schemas.openxmlformats.org/officeDocument/2006/relationships/slide" Target="/ppt/slides/slide168.xml" Id="R1ad63f6d4325452a" /><Relationship Type="http://schemas.openxmlformats.org/officeDocument/2006/relationships/slide" Target="/ppt/slides/slide169.xml" Id="Racf8e62d59af4ae5" /><Relationship Type="http://schemas.openxmlformats.org/officeDocument/2006/relationships/slide" Target="/ppt/slides/slide170.xml" Id="R60ddfa737e5d40ec" /><Relationship Type="http://schemas.openxmlformats.org/officeDocument/2006/relationships/slide" Target="/ppt/slides/slide171.xml" Id="R190947c6b2a94c76" /><Relationship Type="http://schemas.openxmlformats.org/officeDocument/2006/relationships/slide" Target="/ppt/slides/slide172.xml" Id="Rc860a275a1954420" /><Relationship Type="http://schemas.openxmlformats.org/officeDocument/2006/relationships/slide" Target="/ppt/slides/slide173.xml" Id="Ra4a67a121d114920" /><Relationship Type="http://schemas.openxmlformats.org/officeDocument/2006/relationships/slide" Target="/ppt/slides/slide174.xml" Id="Refbcf2adda7643e0" /><Relationship Type="http://schemas.openxmlformats.org/officeDocument/2006/relationships/slide" Target="/ppt/slides/slide175.xml" Id="R464aa22d87d4445d" /><Relationship Type="http://schemas.openxmlformats.org/officeDocument/2006/relationships/slide" Target="/ppt/slides/slide176.xml" Id="Rc5fad8a85f05496f" /><Relationship Type="http://schemas.openxmlformats.org/officeDocument/2006/relationships/slide" Target="/ppt/slides/slide177.xml" Id="Rf3b226c06bc74089" /><Relationship Type="http://schemas.openxmlformats.org/officeDocument/2006/relationships/slide" Target="/ppt/slides/slide178.xml" Id="Rb3c39131f100432f" /><Relationship Type="http://schemas.openxmlformats.org/officeDocument/2006/relationships/slide" Target="/ppt/slides/slide179.xml" Id="R99b4f31b762d4e00" /><Relationship Type="http://schemas.openxmlformats.org/officeDocument/2006/relationships/slide" Target="/ppt/slides/slide180.xml" Id="R8ee7c3f374ee4ef9" /><Relationship Type="http://schemas.openxmlformats.org/officeDocument/2006/relationships/slide" Target="/ppt/slides/slide181.xml" Id="R96f847e8c11f4408" /><Relationship Type="http://schemas.openxmlformats.org/officeDocument/2006/relationships/slide" Target="/ppt/slides/slide182.xml" Id="Rdc4b80ae064046d2" /><Relationship Type="http://schemas.openxmlformats.org/officeDocument/2006/relationships/slide" Target="/ppt/slides/slide183.xml" Id="R7b43613e49444f3d" /><Relationship Type="http://schemas.openxmlformats.org/officeDocument/2006/relationships/slide" Target="/ppt/slides/slide184.xml" Id="Rb0244f4f0a9e447c" /><Relationship Type="http://schemas.openxmlformats.org/officeDocument/2006/relationships/slide" Target="/ppt/slides/slide185.xml" Id="Rc5a951c18ac84d05" /><Relationship Type="http://schemas.openxmlformats.org/officeDocument/2006/relationships/slide" Target="/ppt/slides/slide186.xml" Id="R51e3b16fee3644b0" /><Relationship Type="http://schemas.openxmlformats.org/officeDocument/2006/relationships/slide" Target="/ppt/slides/slide187.xml" Id="Rbfcbb537d445462b" /><Relationship Type="http://schemas.openxmlformats.org/officeDocument/2006/relationships/slide" Target="/ppt/slides/slide188.xml" Id="R494f2a6872784d40" /><Relationship Type="http://schemas.openxmlformats.org/officeDocument/2006/relationships/slide" Target="/ppt/slides/slide189.xml" Id="R265a9b22099840bf" /><Relationship Type="http://schemas.openxmlformats.org/officeDocument/2006/relationships/slide" Target="/ppt/slides/slide190.xml" Id="Rff884496fd034165" /><Relationship Type="http://schemas.openxmlformats.org/officeDocument/2006/relationships/slide" Target="/ppt/slides/slide191.xml" Id="Ra189831762d64694" /><Relationship Type="http://schemas.openxmlformats.org/officeDocument/2006/relationships/slide" Target="/ppt/slides/slide192.xml" Id="R5948a9d5abe440c9" /><Relationship Type="http://schemas.openxmlformats.org/officeDocument/2006/relationships/slide" Target="/ppt/slides/slide193.xml" Id="R1630007f4c934725" /><Relationship Type="http://schemas.openxmlformats.org/officeDocument/2006/relationships/slide" Target="/ppt/slides/slide194.xml" Id="R19cc0005293b43c1" /><Relationship Type="http://schemas.openxmlformats.org/officeDocument/2006/relationships/slide" Target="/ppt/slides/slide195.xml" Id="R3e0f713d8eb44ed7" /><Relationship Type="http://schemas.openxmlformats.org/officeDocument/2006/relationships/slide" Target="/ppt/slides/slide196.xml" Id="R9159953a2bff4f7a" /><Relationship Type="http://schemas.openxmlformats.org/officeDocument/2006/relationships/slide" Target="/ppt/slides/slide197.xml" Id="R36fbb530c9904c29" /><Relationship Type="http://schemas.openxmlformats.org/officeDocument/2006/relationships/slide" Target="/ppt/slides/slide198.xml" Id="R30dc3d9b9af7462d" /><Relationship Type="http://schemas.openxmlformats.org/officeDocument/2006/relationships/slide" Target="/ppt/slides/slide199.xml" Id="R2c50d3a9286e4008" /><Relationship Type="http://schemas.openxmlformats.org/officeDocument/2006/relationships/slide" Target="/ppt/slides/slide200.xml" Id="R6a272871c9a34fb9" /><Relationship Type="http://schemas.openxmlformats.org/officeDocument/2006/relationships/slide" Target="/ppt/slides/slide201.xml" Id="Rb3a8b43448f64d54" /><Relationship Type="http://schemas.openxmlformats.org/officeDocument/2006/relationships/slide" Target="/ppt/slides/slide202.xml" Id="R835625c7901e4d71" /><Relationship Type="http://schemas.openxmlformats.org/officeDocument/2006/relationships/slide" Target="/ppt/slides/slide203.xml" Id="Rf80f07de3eef4e6a" /><Relationship Type="http://schemas.openxmlformats.org/officeDocument/2006/relationships/slide" Target="/ppt/slides/slide204.xml" Id="R147bc02d9b9a4495" /><Relationship Type="http://schemas.openxmlformats.org/officeDocument/2006/relationships/slide" Target="/ppt/slides/slide205.xml" Id="R5a0aac08c4344ed5" /><Relationship Type="http://schemas.openxmlformats.org/officeDocument/2006/relationships/slide" Target="/ppt/slides/slide206.xml" Id="R69c667c99649489e" /><Relationship Type="http://schemas.openxmlformats.org/officeDocument/2006/relationships/slide" Target="/ppt/slides/slide207.xml" Id="Rac96c98df0df44fa" /><Relationship Type="http://schemas.openxmlformats.org/officeDocument/2006/relationships/slide" Target="/ppt/slides/slide208.xml" Id="R83d61a292dc1459e" /><Relationship Type="http://schemas.openxmlformats.org/officeDocument/2006/relationships/slide" Target="/ppt/slides/slide209.xml" Id="R2a2bbf827a8a4b84" /><Relationship Type="http://schemas.openxmlformats.org/officeDocument/2006/relationships/slide" Target="/ppt/slides/slide210.xml" Id="R78a19817ede040de" /><Relationship Type="http://schemas.openxmlformats.org/officeDocument/2006/relationships/slide" Target="/ppt/slides/slide211.xml" Id="R80abd2095d8844bd" /><Relationship Type="http://schemas.openxmlformats.org/officeDocument/2006/relationships/slide" Target="/ppt/slides/slide212.xml" Id="R10189cdd9ec444fd" /><Relationship Type="http://schemas.openxmlformats.org/officeDocument/2006/relationships/slide" Target="/ppt/slides/slide213.xml" Id="R1b4d18269876423b" /><Relationship Type="http://schemas.openxmlformats.org/officeDocument/2006/relationships/slide" Target="/ppt/slides/slide214.xml" Id="Rb68ccc30b35e4f10" /><Relationship Type="http://schemas.openxmlformats.org/officeDocument/2006/relationships/slide" Target="/ppt/slides/slide215.xml" Id="R0a75e18c5a234319" /><Relationship Type="http://schemas.openxmlformats.org/officeDocument/2006/relationships/slide" Target="/ppt/slides/slide216.xml" Id="Rb51a5974d1594162" /><Relationship Type="http://schemas.openxmlformats.org/officeDocument/2006/relationships/slide" Target="/ppt/slides/slide217.xml" Id="Rc8e5aad0f5114f07" /><Relationship Type="http://schemas.openxmlformats.org/officeDocument/2006/relationships/slide" Target="/ppt/slides/slide218.xml" Id="Rdcde9ff8b206487b" /><Relationship Type="http://schemas.openxmlformats.org/officeDocument/2006/relationships/slide" Target="/ppt/slides/slide219.xml" Id="R9718a241b7434aca" /><Relationship Type="http://schemas.openxmlformats.org/officeDocument/2006/relationships/slide" Target="/ppt/slides/slide220.xml" Id="R351dde2987354005" /><Relationship Type="http://schemas.openxmlformats.org/officeDocument/2006/relationships/slide" Target="/ppt/slides/slide221.xml" Id="R6d69da5f24864e7f" /><Relationship Type="http://schemas.openxmlformats.org/officeDocument/2006/relationships/slide" Target="/ppt/slides/slide222.xml" Id="R01b624a45ba84960" /><Relationship Type="http://schemas.openxmlformats.org/officeDocument/2006/relationships/slide" Target="/ppt/slides/slide223.xml" Id="Re1de685c05284e3e" /><Relationship Type="http://schemas.openxmlformats.org/officeDocument/2006/relationships/slide" Target="/ppt/slides/slide224.xml" Id="R23e45e2272a242bc" /><Relationship Type="http://schemas.openxmlformats.org/officeDocument/2006/relationships/slide" Target="/ppt/slides/slide225.xml" Id="Rcd61f047ba894960" /><Relationship Type="http://schemas.openxmlformats.org/officeDocument/2006/relationships/slide" Target="/ppt/slides/slide226.xml" Id="R3d23df28ef934532" /><Relationship Type="http://schemas.openxmlformats.org/officeDocument/2006/relationships/slide" Target="/ppt/slides/slide227.xml" Id="Rdb65681ab3d84a1d" /><Relationship Type="http://schemas.openxmlformats.org/officeDocument/2006/relationships/slide" Target="/ppt/slides/slide228.xml" Id="Re4f38fe0a2f24c41" /><Relationship Type="http://schemas.openxmlformats.org/officeDocument/2006/relationships/slide" Target="/ppt/slides/slide229.xml" Id="R02d43303b8c544a8" /><Relationship Type="http://schemas.openxmlformats.org/officeDocument/2006/relationships/slide" Target="/ppt/slides/slide230.xml" Id="R66f49d1c67a648fa" /><Relationship Type="http://schemas.openxmlformats.org/officeDocument/2006/relationships/slide" Target="/ppt/slides/slide231.xml" Id="Rd9696c332b644b0f" /><Relationship Type="http://schemas.openxmlformats.org/officeDocument/2006/relationships/slide" Target="/ppt/slides/slide232.xml" Id="R9695e3c1ebdd4647" /><Relationship Type="http://schemas.openxmlformats.org/officeDocument/2006/relationships/slide" Target="/ppt/slides/slide233.xml" Id="Ra456e112169a40ac" /><Relationship Type="http://schemas.openxmlformats.org/officeDocument/2006/relationships/slide" Target="/ppt/slides/slide234.xml" Id="Rdd09553f16e44105" /><Relationship Type="http://schemas.openxmlformats.org/officeDocument/2006/relationships/slide" Target="/ppt/slides/slide235.xml" Id="Rd78141c5d21044e4" /><Relationship Type="http://schemas.openxmlformats.org/officeDocument/2006/relationships/slide" Target="/ppt/slides/slide236.xml" Id="R9f1698f6b5e84217" /><Relationship Type="http://schemas.openxmlformats.org/officeDocument/2006/relationships/slide" Target="/ppt/slides/slide237.xml" Id="R7cf195b467e24c0e" /><Relationship Type="http://schemas.openxmlformats.org/officeDocument/2006/relationships/slide" Target="/ppt/slides/slide238.xml" Id="R9fe79fa388de4c11" /><Relationship Type="http://schemas.openxmlformats.org/officeDocument/2006/relationships/slide" Target="/ppt/slides/slide239.xml" Id="R33f4f2da075e4b41" /><Relationship Type="http://schemas.openxmlformats.org/officeDocument/2006/relationships/slide" Target="/ppt/slides/slide240.xml" Id="R16533e4ffaf2469c" /><Relationship Type="http://schemas.openxmlformats.org/officeDocument/2006/relationships/slide" Target="/ppt/slides/slide241.xml" Id="R1551938060574b41" /><Relationship Type="http://schemas.openxmlformats.org/officeDocument/2006/relationships/slide" Target="/ppt/slides/slide242.xml" Id="R5558b7962fc44d78" /><Relationship Type="http://schemas.openxmlformats.org/officeDocument/2006/relationships/slide" Target="/ppt/slides/slide243.xml" Id="R185c36e1725f4d26" /><Relationship Type="http://schemas.openxmlformats.org/officeDocument/2006/relationships/slide" Target="/ppt/slides/slide244.xml" Id="R44fafd4a1b0a4cf2" /><Relationship Type="http://schemas.openxmlformats.org/officeDocument/2006/relationships/slide" Target="/ppt/slides/slide245.xml" Id="Rab8ee3671c634633" /><Relationship Type="http://schemas.openxmlformats.org/officeDocument/2006/relationships/slide" Target="/ppt/slides/slide246.xml" Id="R927f55bdc5e5499b" /><Relationship Type="http://schemas.openxmlformats.org/officeDocument/2006/relationships/slide" Target="/ppt/slides/slide247.xml" Id="Rb27e3d05d39743f7" /><Relationship Type="http://schemas.openxmlformats.org/officeDocument/2006/relationships/slide" Target="/ppt/slides/slide248.xml" Id="R767943b2b26645f7" /><Relationship Type="http://schemas.openxmlformats.org/officeDocument/2006/relationships/slide" Target="/ppt/slides/slide249.xml" Id="R30b5fc8335524a9a" /><Relationship Type="http://schemas.openxmlformats.org/officeDocument/2006/relationships/slide" Target="/ppt/slides/slide250.xml" Id="Rbc199d53227249ba" /><Relationship Type="http://schemas.openxmlformats.org/officeDocument/2006/relationships/slide" Target="/ppt/slides/slide251.xml" Id="R9a475b53c85049f9" /><Relationship Type="http://schemas.openxmlformats.org/officeDocument/2006/relationships/slide" Target="/ppt/slides/slide252.xml" Id="Rd6f3519802ac49da" /><Relationship Type="http://schemas.openxmlformats.org/officeDocument/2006/relationships/slide" Target="/ppt/slides/slide253.xml" Id="Rd577a8569fc7451a" /><Relationship Type="http://schemas.openxmlformats.org/officeDocument/2006/relationships/slide" Target="/ppt/slides/slide254.xml" Id="Rd2671273a4924b9a" /><Relationship Type="http://schemas.openxmlformats.org/officeDocument/2006/relationships/slide" Target="/ppt/slides/slide255.xml" Id="Rf3ee7f419173434b" /><Relationship Type="http://schemas.openxmlformats.org/officeDocument/2006/relationships/slide" Target="/ppt/slides/slide256.xml" Id="R4baa400f76424f1f" /><Relationship Type="http://schemas.openxmlformats.org/officeDocument/2006/relationships/slide" Target="/ppt/slides/slide257.xml" Id="R3bc128b2f5014ebc" /><Relationship Type="http://schemas.openxmlformats.org/officeDocument/2006/relationships/slide" Target="/ppt/slides/slide258.xml" Id="R57bef76ff4a74c4f" /><Relationship Type="http://schemas.openxmlformats.org/officeDocument/2006/relationships/slide" Target="/ppt/slides/slide259.xml" Id="R2bdd8cf73604480c" /><Relationship Type="http://schemas.openxmlformats.org/officeDocument/2006/relationships/slide" Target="/ppt/slides/slide260.xml" Id="Rf846a18497a649d8" /><Relationship Type="http://schemas.openxmlformats.org/officeDocument/2006/relationships/slide" Target="/ppt/slides/slide261.xml" Id="R65de4107c94b4df0" /><Relationship Type="http://schemas.openxmlformats.org/officeDocument/2006/relationships/slide" Target="/ppt/slides/slide262.xml" Id="Rc9614b91a1a94e40" /><Relationship Type="http://schemas.openxmlformats.org/officeDocument/2006/relationships/slide" Target="/ppt/slides/slide263.xml" Id="R223a5810271e4ec2" /><Relationship Type="http://schemas.openxmlformats.org/officeDocument/2006/relationships/slide" Target="/ppt/slides/slide264.xml" Id="Re5b8c52eafd04a42" /><Relationship Type="http://schemas.openxmlformats.org/officeDocument/2006/relationships/slide" Target="/ppt/slides/slide265.xml" Id="R1e9a16dbc73d4385" /><Relationship Type="http://schemas.openxmlformats.org/officeDocument/2006/relationships/slide" Target="/ppt/slides/slide266.xml" Id="R97bfd0360efe408e" /><Relationship Type="http://schemas.openxmlformats.org/officeDocument/2006/relationships/slide" Target="/ppt/slides/slide267.xml" Id="R3ee8250842e84e90" /><Relationship Type="http://schemas.openxmlformats.org/officeDocument/2006/relationships/slide" Target="/ppt/slides/slide268.xml" Id="R6cbae5de786949fd" /><Relationship Type="http://schemas.openxmlformats.org/officeDocument/2006/relationships/slide" Target="/ppt/slides/slide269.xml" Id="R653c0752b490448c" /><Relationship Type="http://schemas.openxmlformats.org/officeDocument/2006/relationships/slide" Target="/ppt/slides/slide270.xml" Id="Rc14b7241e241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5b9348fe9744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c38c153f54d84" /><Relationship Type="http://schemas.openxmlformats.org/officeDocument/2006/relationships/notesMaster" Target="/ppt/notesMasters/notesMaster1.xml" Id="Rd4a6a6f9c2cf48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c56cb330a44845" /><Relationship Type="http://schemas.openxmlformats.org/officeDocument/2006/relationships/notesMaster" Target="/ppt/notesMasters/notesMaster1.xml" Id="R0393eb2f446146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a0bb8675ec4b82" /><Relationship Type="http://schemas.openxmlformats.org/officeDocument/2006/relationships/notesMaster" Target="/ppt/notesMasters/notesMaster1.xml" Id="R2c3dcab4db54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edd3accacf41e6" /><Relationship Type="http://schemas.openxmlformats.org/officeDocument/2006/relationships/notesMaster" Target="/ppt/notesMasters/notesMaster1.xml" Id="R2ae4e33d32cb41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9938e5924c46d2" /><Relationship Type="http://schemas.openxmlformats.org/officeDocument/2006/relationships/notesMaster" Target="/ppt/notesMasters/notesMaster1.xml" Id="R1b620991c84f43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36955420d54ea2" /><Relationship Type="http://schemas.openxmlformats.org/officeDocument/2006/relationships/notesMaster" Target="/ppt/notesMasters/notesMaster1.xml" Id="Rde0cf0844d4b48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0a7c9db31144db" /><Relationship Type="http://schemas.openxmlformats.org/officeDocument/2006/relationships/notesMaster" Target="/ppt/notesMasters/notesMaster1.xml" Id="Rfd5e64bcad7c43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a9d9ea8f6a41e3" /><Relationship Type="http://schemas.openxmlformats.org/officeDocument/2006/relationships/notesMaster" Target="/ppt/notesMasters/notesMaster1.xml" Id="Rca0568e8b57b49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51d6a2a7014bc4" /><Relationship Type="http://schemas.openxmlformats.org/officeDocument/2006/relationships/notesMaster" Target="/ppt/notesMasters/notesMaster1.xml" Id="R2f0ddf5278e742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27e22d9d1d4236" /><Relationship Type="http://schemas.openxmlformats.org/officeDocument/2006/relationships/notesMaster" Target="/ppt/notesMasters/notesMaster1.xml" Id="Rb4147254894543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d9fa016bf148ab" /><Relationship Type="http://schemas.openxmlformats.org/officeDocument/2006/relationships/notesMaster" Target="/ppt/notesMasters/notesMaster1.xml" Id="R42e71deca9ee41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b8d105e2144032" /><Relationship Type="http://schemas.openxmlformats.org/officeDocument/2006/relationships/notesMaster" Target="/ppt/notesMasters/notesMaster1.xml" Id="R3f6c660e8f2b45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a208a957f743b1" /><Relationship Type="http://schemas.openxmlformats.org/officeDocument/2006/relationships/notesMaster" Target="/ppt/notesMasters/notesMaster1.xml" Id="Rb57da660abd445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0e8d6ad0d94e27" /><Relationship Type="http://schemas.openxmlformats.org/officeDocument/2006/relationships/notesMaster" Target="/ppt/notesMasters/notesMaster1.xml" Id="R28a598e5aa364e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aae625bef447bb" /><Relationship Type="http://schemas.openxmlformats.org/officeDocument/2006/relationships/notesMaster" Target="/ppt/notesMasters/notesMaster1.xml" Id="Ra0c476aeacc74e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474d7b20dd4312" /><Relationship Type="http://schemas.openxmlformats.org/officeDocument/2006/relationships/notesMaster" Target="/ppt/notesMasters/notesMaster1.xml" Id="Rd925e2bc43a444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e5ffc0e8824f91" /><Relationship Type="http://schemas.openxmlformats.org/officeDocument/2006/relationships/notesMaster" Target="/ppt/notesMasters/notesMaster1.xml" Id="Rb7377667741749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da9c8d308447fe" /><Relationship Type="http://schemas.openxmlformats.org/officeDocument/2006/relationships/notesMaster" Target="/ppt/notesMasters/notesMaster1.xml" Id="R8cdb8701fa824a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f5c67a26d2499c" /><Relationship Type="http://schemas.openxmlformats.org/officeDocument/2006/relationships/notesMaster" Target="/ppt/notesMasters/notesMaster1.xml" Id="R15b91dd51a7a47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bd03852fb3432e" /><Relationship Type="http://schemas.openxmlformats.org/officeDocument/2006/relationships/notesMaster" Target="/ppt/notesMasters/notesMaster1.xml" Id="Re1698dc13339495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3bd42970da4658" /><Relationship Type="http://schemas.openxmlformats.org/officeDocument/2006/relationships/notesMaster" Target="/ppt/notesMasters/notesMaster1.xml" Id="R665514622faf43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65f3a83b494c14" /><Relationship Type="http://schemas.openxmlformats.org/officeDocument/2006/relationships/notesMaster" Target="/ppt/notesMasters/notesMaster1.xml" Id="R158a58ffc49049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e21c16d2c534f09" /><Relationship Type="http://schemas.openxmlformats.org/officeDocument/2006/relationships/notesMaster" Target="/ppt/notesMasters/notesMaster1.xml" Id="Rf159fceaeb32402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f9aa2011804b6a" /><Relationship Type="http://schemas.openxmlformats.org/officeDocument/2006/relationships/notesMaster" Target="/ppt/notesMasters/notesMaster1.xml" Id="Red473afcc7c44e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99da4ddf6e64f41" /><Relationship Type="http://schemas.openxmlformats.org/officeDocument/2006/relationships/notesMaster" Target="/ppt/notesMasters/notesMaster1.xml" Id="Rccf41a3d35884d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bd426cae02c46ce" /><Relationship Type="http://schemas.openxmlformats.org/officeDocument/2006/relationships/notesMaster" Target="/ppt/notesMasters/notesMaster1.xml" Id="R2949ef0221c445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d47cdccac3b4264" /><Relationship Type="http://schemas.openxmlformats.org/officeDocument/2006/relationships/notesMaster" Target="/ppt/notesMasters/notesMaster1.xml" Id="R144b3d04166f42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34e3b3c0a046df" /><Relationship Type="http://schemas.openxmlformats.org/officeDocument/2006/relationships/notesMaster" Target="/ppt/notesMasters/notesMaster1.xml" Id="R6c476c1605bd475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82dd08a84246a5" /><Relationship Type="http://schemas.openxmlformats.org/officeDocument/2006/relationships/notesMaster" Target="/ppt/notesMasters/notesMaster1.xml" Id="R32d6283d2673491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fc74a4bf214eaa" /><Relationship Type="http://schemas.openxmlformats.org/officeDocument/2006/relationships/notesMaster" Target="/ppt/notesMasters/notesMaster1.xml" Id="R20305b2f43d045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44c75fc36904822" /><Relationship Type="http://schemas.openxmlformats.org/officeDocument/2006/relationships/notesMaster" Target="/ppt/notesMasters/notesMaster1.xml" Id="R4e443cbb5d894c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bb402e130374d0f" /><Relationship Type="http://schemas.openxmlformats.org/officeDocument/2006/relationships/notesMaster" Target="/ppt/notesMasters/notesMaster1.xml" Id="Rb7e1a1a7ac8d49a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43992eab718460f" /><Relationship Type="http://schemas.openxmlformats.org/officeDocument/2006/relationships/notesMaster" Target="/ppt/notesMasters/notesMaster1.xml" Id="Ra7c997293f54416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15c2a3e7a5e4939" /><Relationship Type="http://schemas.openxmlformats.org/officeDocument/2006/relationships/notesMaster" Target="/ppt/notesMasters/notesMaster1.xml" Id="Rd4d9def786f44ef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8db9a14f2034503" /><Relationship Type="http://schemas.openxmlformats.org/officeDocument/2006/relationships/notesMaster" Target="/ppt/notesMasters/notesMaster1.xml" Id="R6ed5e60b93464e0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3b229ccdb34705" /><Relationship Type="http://schemas.openxmlformats.org/officeDocument/2006/relationships/notesMaster" Target="/ppt/notesMasters/notesMaster1.xml" Id="Rb2197bc745fd4aa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9050109c53d4b7e" /><Relationship Type="http://schemas.openxmlformats.org/officeDocument/2006/relationships/notesMaster" Target="/ppt/notesMasters/notesMaster1.xml" Id="Ra19f2ecc7251489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77e45b547c4354" /><Relationship Type="http://schemas.openxmlformats.org/officeDocument/2006/relationships/notesMaster" Target="/ppt/notesMasters/notesMaster1.xml" Id="R53b3314be64043f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7f0d9ef4d3a4a55" /><Relationship Type="http://schemas.openxmlformats.org/officeDocument/2006/relationships/notesMaster" Target="/ppt/notesMasters/notesMaster1.xml" Id="Rfdb23362af72434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6c0d9cd97604dff" /><Relationship Type="http://schemas.openxmlformats.org/officeDocument/2006/relationships/notesMaster" Target="/ppt/notesMasters/notesMaster1.xml" Id="Rb26aa18f1abb401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f84c03b930d45a7" /><Relationship Type="http://schemas.openxmlformats.org/officeDocument/2006/relationships/notesMaster" Target="/ppt/notesMasters/notesMaster1.xml" Id="R2e0eb5aa2715429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a8c357db4a04f26" /><Relationship Type="http://schemas.openxmlformats.org/officeDocument/2006/relationships/notesMaster" Target="/ppt/notesMasters/notesMaster1.xml" Id="Rf7d984e1907e470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2c528d0a4a642d5" /><Relationship Type="http://schemas.openxmlformats.org/officeDocument/2006/relationships/notesMaster" Target="/ppt/notesMasters/notesMaster1.xml" Id="Rb7fade0bc964442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420c30a78424c44" /><Relationship Type="http://schemas.openxmlformats.org/officeDocument/2006/relationships/notesMaster" Target="/ppt/notesMasters/notesMaster1.xml" Id="R24bf660737de483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9e672d8fdb6482a" /><Relationship Type="http://schemas.openxmlformats.org/officeDocument/2006/relationships/notesMaster" Target="/ppt/notesMasters/notesMaster1.xml" Id="Re5b3fa289f5f4b7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8b8cc8d47fe4157" /><Relationship Type="http://schemas.openxmlformats.org/officeDocument/2006/relationships/notesMaster" Target="/ppt/notesMasters/notesMaster1.xml" Id="R9251d77a52384d5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5f314cb3bf44bef" /><Relationship Type="http://schemas.openxmlformats.org/officeDocument/2006/relationships/notesMaster" Target="/ppt/notesMasters/notesMaster1.xml" Id="Raaa2df30af2b469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708cacb905b4510" /><Relationship Type="http://schemas.openxmlformats.org/officeDocument/2006/relationships/notesMaster" Target="/ppt/notesMasters/notesMaster1.xml" Id="R01cc0c47956643b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40b9b8c996849af" /><Relationship Type="http://schemas.openxmlformats.org/officeDocument/2006/relationships/notesMaster" Target="/ppt/notesMasters/notesMaster1.xml" Id="Rcbb48552f15445c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b4f70f25f4f4184" /><Relationship Type="http://schemas.openxmlformats.org/officeDocument/2006/relationships/notesMaster" Target="/ppt/notesMasters/notesMaster1.xml" Id="R4a2ac650f7dc453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d8e64fd9d084942" /><Relationship Type="http://schemas.openxmlformats.org/officeDocument/2006/relationships/notesMaster" Target="/ppt/notesMasters/notesMaster1.xml" Id="Rfbe10795f3c14c6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c366ab87b0b4be3" /><Relationship Type="http://schemas.openxmlformats.org/officeDocument/2006/relationships/notesMaster" Target="/ppt/notesMasters/notesMaster1.xml" Id="Rc49c327b1c294ec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198c46602994a68" /><Relationship Type="http://schemas.openxmlformats.org/officeDocument/2006/relationships/notesMaster" Target="/ppt/notesMasters/notesMaster1.xml" Id="R7f19fa5263c5437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bb2f29ba57f4c31" /><Relationship Type="http://schemas.openxmlformats.org/officeDocument/2006/relationships/notesMaster" Target="/ppt/notesMasters/notesMaster1.xml" Id="R9e419268eee7442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e33063356404036" /><Relationship Type="http://schemas.openxmlformats.org/officeDocument/2006/relationships/notesMaster" Target="/ppt/notesMasters/notesMaster1.xml" Id="R2ce1cfd8eef2401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cf9227205804a50" /><Relationship Type="http://schemas.openxmlformats.org/officeDocument/2006/relationships/notesMaster" Target="/ppt/notesMasters/notesMaster1.xml" Id="Rf8084df84abf4ce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0439c815d7843bb" /><Relationship Type="http://schemas.openxmlformats.org/officeDocument/2006/relationships/notesMaster" Target="/ppt/notesMasters/notesMaster1.xml" Id="R135159da5f5246b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4d19f5fc3b446ba" /><Relationship Type="http://schemas.openxmlformats.org/officeDocument/2006/relationships/notesMaster" Target="/ppt/notesMasters/notesMaster1.xml" Id="R85aaa41fa51e4b3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63b399d51bc4e55" /><Relationship Type="http://schemas.openxmlformats.org/officeDocument/2006/relationships/notesMaster" Target="/ppt/notesMasters/notesMaster1.xml" Id="R3e296ef813974a5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477cd430ab549de" /><Relationship Type="http://schemas.openxmlformats.org/officeDocument/2006/relationships/notesMaster" Target="/ppt/notesMasters/notesMaster1.xml" Id="R2fdd4cacad334a4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8b97cfe836f4684" /><Relationship Type="http://schemas.openxmlformats.org/officeDocument/2006/relationships/notesMaster" Target="/ppt/notesMasters/notesMaster1.xml" Id="Rb69404811ba34e7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a5c3650555f441d" /><Relationship Type="http://schemas.openxmlformats.org/officeDocument/2006/relationships/notesMaster" Target="/ppt/notesMasters/notesMaster1.xml" Id="R15fd97de5b26494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4c911600a8943ce" /><Relationship Type="http://schemas.openxmlformats.org/officeDocument/2006/relationships/notesMaster" Target="/ppt/notesMasters/notesMaster1.xml" Id="R1f60a3075b3d4bf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3c4d5dda9c64223" /><Relationship Type="http://schemas.openxmlformats.org/officeDocument/2006/relationships/notesMaster" Target="/ppt/notesMasters/notesMaster1.xml" Id="Ra1d8aaad561440d9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a06763574b14a1a" /><Relationship Type="http://schemas.openxmlformats.org/officeDocument/2006/relationships/notesMaster" Target="/ppt/notesMasters/notesMaster1.xml" Id="Rfbdfeeccddb449c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6a13eab2fd144e1" /><Relationship Type="http://schemas.openxmlformats.org/officeDocument/2006/relationships/notesMaster" Target="/ppt/notesMasters/notesMaster1.xml" Id="R1a97fc3edbbe4a5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41d125f9c344a6b" /><Relationship Type="http://schemas.openxmlformats.org/officeDocument/2006/relationships/notesMaster" Target="/ppt/notesMasters/notesMaster1.xml" Id="Rdf6d7b785c4b4bd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7fcfeb0b5544900" /><Relationship Type="http://schemas.openxmlformats.org/officeDocument/2006/relationships/notesMaster" Target="/ppt/notesMasters/notesMaster1.xml" Id="R16f2b94aa24a4dd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6ae029a2528a4244" /><Relationship Type="http://schemas.openxmlformats.org/officeDocument/2006/relationships/notesMaster" Target="/ppt/notesMasters/notesMaster1.xml" Id="Rec5822dec08c46a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51ee0c7d8ce4452" /><Relationship Type="http://schemas.openxmlformats.org/officeDocument/2006/relationships/notesMaster" Target="/ppt/notesMasters/notesMaster1.xml" Id="R501c8604ca2f492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abf96ee1eaf4ba1" /><Relationship Type="http://schemas.openxmlformats.org/officeDocument/2006/relationships/notesMaster" Target="/ppt/notesMasters/notesMaster1.xml" Id="Rb02ba7202f5f49d7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92d4eba22c884855" /><Relationship Type="http://schemas.openxmlformats.org/officeDocument/2006/relationships/notesMaster" Target="/ppt/notesMasters/notesMaster1.xml" Id="R4d0d80377a5a4827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33fdb81030341e9" /><Relationship Type="http://schemas.openxmlformats.org/officeDocument/2006/relationships/notesMaster" Target="/ppt/notesMasters/notesMaster1.xml" Id="R36fc331021f448e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19ea1cd87d8e411a" /><Relationship Type="http://schemas.openxmlformats.org/officeDocument/2006/relationships/notesMaster" Target="/ppt/notesMasters/notesMaster1.xml" Id="Ra7f61b5f0f1542c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c9ccccee49047bd" /><Relationship Type="http://schemas.openxmlformats.org/officeDocument/2006/relationships/notesMaster" Target="/ppt/notesMasters/notesMaster1.xml" Id="R19474c0087624b9a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333025c17cdb449d" /><Relationship Type="http://schemas.openxmlformats.org/officeDocument/2006/relationships/notesMaster" Target="/ppt/notesMasters/notesMaster1.xml" Id="Rcec3215f3f8648b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9c7626e6c864bea" /><Relationship Type="http://schemas.openxmlformats.org/officeDocument/2006/relationships/notesMaster" Target="/ppt/notesMasters/notesMaster1.xml" Id="Rb7cb4acd91a7417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a6bacb3ed19147e2" /><Relationship Type="http://schemas.openxmlformats.org/officeDocument/2006/relationships/notesMaster" Target="/ppt/notesMasters/notesMaster1.xml" Id="Rff39837a2ed5405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4db31cf37f6a433c" /><Relationship Type="http://schemas.openxmlformats.org/officeDocument/2006/relationships/notesMaster" Target="/ppt/notesMasters/notesMaster1.xml" Id="Rc3eae5807d3d46c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9d5e0ab4d344caa" /><Relationship Type="http://schemas.openxmlformats.org/officeDocument/2006/relationships/notesMaster" Target="/ppt/notesMasters/notesMaster1.xml" Id="Rabbbc5428c7a487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1896be0351ca4f46" /><Relationship Type="http://schemas.openxmlformats.org/officeDocument/2006/relationships/notesMaster" Target="/ppt/notesMasters/notesMaster1.xml" Id="R37efce4495e345cb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96c65ae576a4eaa" /><Relationship Type="http://schemas.openxmlformats.org/officeDocument/2006/relationships/notesMaster" Target="/ppt/notesMasters/notesMaster1.xml" Id="R7bcfb0f110f441d1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0dc1b178a4924246" /><Relationship Type="http://schemas.openxmlformats.org/officeDocument/2006/relationships/notesMaster" Target="/ppt/notesMasters/notesMaster1.xml" Id="Rd26eaf872b3b4ef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978136b26774927" /><Relationship Type="http://schemas.openxmlformats.org/officeDocument/2006/relationships/notesMaster" Target="/ppt/notesMasters/notesMaster1.xml" Id="R670d748a66fd44a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fe42764b11f34e28" /><Relationship Type="http://schemas.openxmlformats.org/officeDocument/2006/relationships/notesMaster" Target="/ppt/notesMasters/notesMaster1.xml" Id="R0ad0a0411fa64079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d2dc000c917455d" /><Relationship Type="http://schemas.openxmlformats.org/officeDocument/2006/relationships/notesMaster" Target="/ppt/notesMasters/notesMaster1.xml" Id="Rf6d98b23bd104563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b00d80dbad2a4f83" /><Relationship Type="http://schemas.openxmlformats.org/officeDocument/2006/relationships/notesMaster" Target="/ppt/notesMasters/notesMaster1.xml" Id="R6b5b15b3b2a2474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8dc97edb9be4d1d" /><Relationship Type="http://schemas.openxmlformats.org/officeDocument/2006/relationships/notesMaster" Target="/ppt/notesMasters/notesMaster1.xml" Id="R28cd451c0f2b4fc2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8c4c8dc80ea4fac" /><Relationship Type="http://schemas.openxmlformats.org/officeDocument/2006/relationships/notesMaster" Target="/ppt/notesMasters/notesMaster1.xml" Id="Rd2ce4b1d726c4fb6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68aaa91f8e8c4cb2" /><Relationship Type="http://schemas.openxmlformats.org/officeDocument/2006/relationships/notesMaster" Target="/ppt/notesMasters/notesMaster1.xml" Id="R3e09582639854459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882ebac37f042a8" /><Relationship Type="http://schemas.openxmlformats.org/officeDocument/2006/relationships/notesMaster" Target="/ppt/notesMasters/notesMaster1.xml" Id="R0ddf63862f934843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0dfbe225684a434e" /><Relationship Type="http://schemas.openxmlformats.org/officeDocument/2006/relationships/notesMaster" Target="/ppt/notesMasters/notesMaster1.xml" Id="R0c71c5c249b74a96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265b870748ad4e53" /><Relationship Type="http://schemas.openxmlformats.org/officeDocument/2006/relationships/notesMaster" Target="/ppt/notesMasters/notesMaster1.xml" Id="Rb036315b99f34607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5e385c63493a4af6" /><Relationship Type="http://schemas.openxmlformats.org/officeDocument/2006/relationships/notesMaster" Target="/ppt/notesMasters/notesMaster1.xml" Id="Ra76df550d6cd470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e20974337af94859" /><Relationship Type="http://schemas.openxmlformats.org/officeDocument/2006/relationships/notesMaster" Target="/ppt/notesMasters/notesMaster1.xml" Id="R5f75cdee878e482a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e26270efa1804e4c" /><Relationship Type="http://schemas.openxmlformats.org/officeDocument/2006/relationships/notesMaster" Target="/ppt/notesMasters/notesMaster1.xml" Id="R8f335c6ddff74b5d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5d18c69134ad4230" /><Relationship Type="http://schemas.openxmlformats.org/officeDocument/2006/relationships/notesMaster" Target="/ppt/notesMasters/notesMaster1.xml" Id="R0c2fc4645fe94cf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87b0a33f06134c1d" /><Relationship Type="http://schemas.openxmlformats.org/officeDocument/2006/relationships/notesMaster" Target="/ppt/notesMasters/notesMaster1.xml" Id="R440e049782dd4718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32cad95b273e4598" /><Relationship Type="http://schemas.openxmlformats.org/officeDocument/2006/relationships/notesMaster" Target="/ppt/notesMasters/notesMaster1.xml" Id="R049af2d1faa246b4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1f3ce673d8b74da5" /><Relationship Type="http://schemas.openxmlformats.org/officeDocument/2006/relationships/notesMaster" Target="/ppt/notesMasters/notesMaster1.xml" Id="Re62874e5aa5f4199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65bd968ec0f49d0" /><Relationship Type="http://schemas.openxmlformats.org/officeDocument/2006/relationships/notesMaster" Target="/ppt/notesMasters/notesMaster1.xml" Id="R35c6479b6d12416b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13e159d91b344cd1" /><Relationship Type="http://schemas.openxmlformats.org/officeDocument/2006/relationships/notesMaster" Target="/ppt/notesMasters/notesMaster1.xml" Id="R55626d0ddaa546e1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0e73ecaca454ea5" /><Relationship Type="http://schemas.openxmlformats.org/officeDocument/2006/relationships/notesMaster" Target="/ppt/notesMasters/notesMaster1.xml" Id="R65658ac6278c40d9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e9a319d0c5784385" /><Relationship Type="http://schemas.openxmlformats.org/officeDocument/2006/relationships/notesMaster" Target="/ppt/notesMasters/notesMaster1.xml" Id="Raa6e10c1e6bf4121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b3bcc7afe8d94005" /><Relationship Type="http://schemas.openxmlformats.org/officeDocument/2006/relationships/notesMaster" Target="/ppt/notesMasters/notesMaster1.xml" Id="Rf48c7d44c6b04d65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24a534833d1c42a5" /><Relationship Type="http://schemas.openxmlformats.org/officeDocument/2006/relationships/notesMaster" Target="/ppt/notesMasters/notesMaster1.xml" Id="R0720b39bf2784e1e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8cd52cd2cb3c4d90" /><Relationship Type="http://schemas.openxmlformats.org/officeDocument/2006/relationships/notesMaster" Target="/ppt/notesMasters/notesMaster1.xml" Id="R404f0709cdc24957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76e928e9ec9e4923" /><Relationship Type="http://schemas.openxmlformats.org/officeDocument/2006/relationships/notesMaster" Target="/ppt/notesMasters/notesMaster1.xml" Id="R8a03154db8b74424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3b7545990ede4ca0" /><Relationship Type="http://schemas.openxmlformats.org/officeDocument/2006/relationships/notesMaster" Target="/ppt/notesMasters/notesMaster1.xml" Id="R688597b5dd934f1d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f2888c71db424a45" /><Relationship Type="http://schemas.openxmlformats.org/officeDocument/2006/relationships/notesMaster" Target="/ppt/notesMasters/notesMaster1.xml" Id="R8568e079e2e84c24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3315f905d8d0426b" /><Relationship Type="http://schemas.openxmlformats.org/officeDocument/2006/relationships/notesMaster" Target="/ppt/notesMasters/notesMaster1.xml" Id="Rebc86cf6cdcc4a41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a8f54e8df2034c67" /><Relationship Type="http://schemas.openxmlformats.org/officeDocument/2006/relationships/notesMaster" Target="/ppt/notesMasters/notesMaster1.xml" Id="Rc0783cfb14e44595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1523d993885c41b6" /><Relationship Type="http://schemas.openxmlformats.org/officeDocument/2006/relationships/notesMaster" Target="/ppt/notesMasters/notesMaster1.xml" Id="Rdc1854ee0ff6443a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b625719d4bf247fc" /><Relationship Type="http://schemas.openxmlformats.org/officeDocument/2006/relationships/notesMaster" Target="/ppt/notesMasters/notesMaster1.xml" Id="Reb58e29ee8354ce7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9a54dee9257e486a" /><Relationship Type="http://schemas.openxmlformats.org/officeDocument/2006/relationships/notesMaster" Target="/ppt/notesMasters/notesMaster1.xml" Id="R02fbc7a7930f43cc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45cda4988d9d40dc" /><Relationship Type="http://schemas.openxmlformats.org/officeDocument/2006/relationships/notesMaster" Target="/ppt/notesMasters/notesMaster1.xml" Id="Rf1357af13f6f484f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93c6d9b3dd2e4b0d" /><Relationship Type="http://schemas.openxmlformats.org/officeDocument/2006/relationships/notesMaster" Target="/ppt/notesMasters/notesMaster1.xml" Id="Rc9a480cf36544cac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2f1e548f1cc74aa4" /><Relationship Type="http://schemas.openxmlformats.org/officeDocument/2006/relationships/notesMaster" Target="/ppt/notesMasters/notesMaster1.xml" Id="R3045aa10de88469f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be8064cd38814ed8" /><Relationship Type="http://schemas.openxmlformats.org/officeDocument/2006/relationships/notesMaster" Target="/ppt/notesMasters/notesMaster1.xml" Id="Re242a07fae344a44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dddb606952de4595" /><Relationship Type="http://schemas.openxmlformats.org/officeDocument/2006/relationships/notesMaster" Target="/ppt/notesMasters/notesMaster1.xml" Id="Red98afd43dca468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0f3dd40b43ee45fb" /><Relationship Type="http://schemas.openxmlformats.org/officeDocument/2006/relationships/notesMaster" Target="/ppt/notesMasters/notesMaster1.xml" Id="R8af20368c9db4f6a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8302ed1c0f5146b1" /><Relationship Type="http://schemas.openxmlformats.org/officeDocument/2006/relationships/notesMaster" Target="/ppt/notesMasters/notesMaster1.xml" Id="Ra13c618b7b7145a8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c0c6d474c3ba4822" /><Relationship Type="http://schemas.openxmlformats.org/officeDocument/2006/relationships/notesMaster" Target="/ppt/notesMasters/notesMaster1.xml" Id="R876ad4ca1d934498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d4326310cdb54b09" /><Relationship Type="http://schemas.openxmlformats.org/officeDocument/2006/relationships/notesMaster" Target="/ppt/notesMasters/notesMaster1.xml" Id="R8ee90aa2ca034557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1e46ce721f734409" /><Relationship Type="http://schemas.openxmlformats.org/officeDocument/2006/relationships/notesMaster" Target="/ppt/notesMasters/notesMaster1.xml" Id="R07bd27d3ecb34d76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c5039b8f6d1e413f" /><Relationship Type="http://schemas.openxmlformats.org/officeDocument/2006/relationships/notesMaster" Target="/ppt/notesMasters/notesMaster1.xml" Id="R3afe6ef79a834cb4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fea9602907a444d6" /><Relationship Type="http://schemas.openxmlformats.org/officeDocument/2006/relationships/notesMaster" Target="/ppt/notesMasters/notesMaster1.xml" Id="R72fc1e406fbc41ab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48499cd6f0644dc1" /><Relationship Type="http://schemas.openxmlformats.org/officeDocument/2006/relationships/notesMaster" Target="/ppt/notesMasters/notesMaster1.xml" Id="R03523c7b7e674ed3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1b0b6d306cc4420" /><Relationship Type="http://schemas.openxmlformats.org/officeDocument/2006/relationships/notesMaster" Target="/ppt/notesMasters/notesMaster1.xml" Id="Rd2ef57d4786f4e2e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2d40f0434f514a32" /><Relationship Type="http://schemas.openxmlformats.org/officeDocument/2006/relationships/notesMaster" Target="/ppt/notesMasters/notesMaster1.xml" Id="R6a6212d840094ce6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81763b3d90da45d7" /><Relationship Type="http://schemas.openxmlformats.org/officeDocument/2006/relationships/notesMaster" Target="/ppt/notesMasters/notesMaster1.xml" Id="R888478165e5e4b3b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ef483365050f4f99" /><Relationship Type="http://schemas.openxmlformats.org/officeDocument/2006/relationships/notesMaster" Target="/ppt/notesMasters/notesMaster1.xml" Id="Rb82d141743fd4634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ff96a1f4fb904caa" /><Relationship Type="http://schemas.openxmlformats.org/officeDocument/2006/relationships/notesMaster" Target="/ppt/notesMasters/notesMaster1.xml" Id="R788bd7160f454942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dd98e721bca6452e" /><Relationship Type="http://schemas.openxmlformats.org/officeDocument/2006/relationships/notesMaster" Target="/ppt/notesMasters/notesMaster1.xml" Id="R4d69c9106e4d4feb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01b9c233043044a1" /><Relationship Type="http://schemas.openxmlformats.org/officeDocument/2006/relationships/notesMaster" Target="/ppt/notesMasters/notesMaster1.xml" Id="R633c44ecd5e243bc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0e7be9340fec4821" /><Relationship Type="http://schemas.openxmlformats.org/officeDocument/2006/relationships/notesMaster" Target="/ppt/notesMasters/notesMaster1.xml" Id="R2a9beeeedda043f0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e7300490e7844388" /><Relationship Type="http://schemas.openxmlformats.org/officeDocument/2006/relationships/notesMaster" Target="/ppt/notesMasters/notesMaster1.xml" Id="Rc17acc6355b54112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589c74f58bff4e9d" /><Relationship Type="http://schemas.openxmlformats.org/officeDocument/2006/relationships/notesMaster" Target="/ppt/notesMasters/notesMaster1.xml" Id="Rad6054f438d54e5b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dffe703ad38c494a" /><Relationship Type="http://schemas.openxmlformats.org/officeDocument/2006/relationships/notesMaster" Target="/ppt/notesMasters/notesMaster1.xml" Id="Rfd221eb0ae8b406b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dc498d34708d4211" /><Relationship Type="http://schemas.openxmlformats.org/officeDocument/2006/relationships/notesMaster" Target="/ppt/notesMasters/notesMaster1.xml" Id="Re2ce99f7c6434fd7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baa22af8db7c45d6" /><Relationship Type="http://schemas.openxmlformats.org/officeDocument/2006/relationships/notesMaster" Target="/ppt/notesMasters/notesMaster1.xml" Id="Rf5577b7778fd4b5a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e6d94e8c81164b56" /><Relationship Type="http://schemas.openxmlformats.org/officeDocument/2006/relationships/notesMaster" Target="/ppt/notesMasters/notesMaster1.xml" Id="R142ea7232e0d4ffa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edc3f6c4129a43bf" /><Relationship Type="http://schemas.openxmlformats.org/officeDocument/2006/relationships/notesMaster" Target="/ppt/notesMasters/notesMaster1.xml" Id="Ra29004347df445cd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d7ed48780da845f2" /><Relationship Type="http://schemas.openxmlformats.org/officeDocument/2006/relationships/notesMaster" Target="/ppt/notesMasters/notesMaster1.xml" Id="Rddb0042eca5b43c1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11f8f5b7f15c4922" /><Relationship Type="http://schemas.openxmlformats.org/officeDocument/2006/relationships/notesMaster" Target="/ppt/notesMasters/notesMaster1.xml" Id="Rdd0610b2aedf4a50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f18e038162484a5c" /><Relationship Type="http://schemas.openxmlformats.org/officeDocument/2006/relationships/notesMaster" Target="/ppt/notesMasters/notesMaster1.xml" Id="R9884b7018b024691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a92a2d256f10487b" /><Relationship Type="http://schemas.openxmlformats.org/officeDocument/2006/relationships/notesMaster" Target="/ppt/notesMasters/notesMaster1.xml" Id="Re7fb520b519b4929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c75186a34834475c" /><Relationship Type="http://schemas.openxmlformats.org/officeDocument/2006/relationships/notesMaster" Target="/ppt/notesMasters/notesMaster1.xml" Id="Rde8b1103b50e4925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85c504d1aed04d7c" /><Relationship Type="http://schemas.openxmlformats.org/officeDocument/2006/relationships/notesMaster" Target="/ppt/notesMasters/notesMaster1.xml" Id="Rb7526778916a43bc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44298a1add934d32" /><Relationship Type="http://schemas.openxmlformats.org/officeDocument/2006/relationships/notesMaster" Target="/ppt/notesMasters/notesMaster1.xml" Id="R6423ef1079754a41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f295463a491b49f3" /><Relationship Type="http://schemas.openxmlformats.org/officeDocument/2006/relationships/notesMaster" Target="/ppt/notesMasters/notesMaster1.xml" Id="R9cf33ae7d9ef4458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3d1473f3a58c417a" /><Relationship Type="http://schemas.openxmlformats.org/officeDocument/2006/relationships/notesMaster" Target="/ppt/notesMasters/notesMaster1.xml" Id="R61b7ed356fdc4ea4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324e9ec3abc04ed8" /><Relationship Type="http://schemas.openxmlformats.org/officeDocument/2006/relationships/notesMaster" Target="/ppt/notesMasters/notesMaster1.xml" Id="R6e88b19cbff048c1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e5cc14db6f3f405c" /><Relationship Type="http://schemas.openxmlformats.org/officeDocument/2006/relationships/notesMaster" Target="/ppt/notesMasters/notesMaster1.xml" Id="R607ff4dca36e4502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60ee328076424a1f" /><Relationship Type="http://schemas.openxmlformats.org/officeDocument/2006/relationships/notesMaster" Target="/ppt/notesMasters/notesMaster1.xml" Id="R24515520b6b94530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a84ec145fe1f41d7" /><Relationship Type="http://schemas.openxmlformats.org/officeDocument/2006/relationships/notesMaster" Target="/ppt/notesMasters/notesMaster1.xml" Id="R412d903252d54975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f5b0546c05414a0a" /><Relationship Type="http://schemas.openxmlformats.org/officeDocument/2006/relationships/notesMaster" Target="/ppt/notesMasters/notesMaster1.xml" Id="Rf4c5290bb05a4a0e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dc8abaf9fa6f4b30" /><Relationship Type="http://schemas.openxmlformats.org/officeDocument/2006/relationships/notesMaster" Target="/ppt/notesMasters/notesMaster1.xml" Id="R8cc7200bf2c64e78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18212153ed6644c7" /><Relationship Type="http://schemas.openxmlformats.org/officeDocument/2006/relationships/notesMaster" Target="/ppt/notesMasters/notesMaster1.xml" Id="R8c417088de0e4c48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9ec526a0b0f348fa" /><Relationship Type="http://schemas.openxmlformats.org/officeDocument/2006/relationships/notesMaster" Target="/ppt/notesMasters/notesMaster1.xml" Id="Rc8fdcde84fbe47ea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e8f2cf50a2e049f4" /><Relationship Type="http://schemas.openxmlformats.org/officeDocument/2006/relationships/notesMaster" Target="/ppt/notesMasters/notesMaster1.xml" Id="R8ab7d0eca8394075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474afbf47e714243" /><Relationship Type="http://schemas.openxmlformats.org/officeDocument/2006/relationships/notesMaster" Target="/ppt/notesMasters/notesMaster1.xml" Id="R53d5ffade0234402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c34b3eef03514be9" /><Relationship Type="http://schemas.openxmlformats.org/officeDocument/2006/relationships/notesMaster" Target="/ppt/notesMasters/notesMaster1.xml" Id="Rf60f3f8b7d5d4bd4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0500f6f1373e4e70" /><Relationship Type="http://schemas.openxmlformats.org/officeDocument/2006/relationships/notesMaster" Target="/ppt/notesMasters/notesMaster1.xml" Id="R1ffe7ac35d42406b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03d1c130b3cc468f" /><Relationship Type="http://schemas.openxmlformats.org/officeDocument/2006/relationships/notesMaster" Target="/ppt/notesMasters/notesMaster1.xml" Id="R208d9e8258f84fca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6ebe40cb53884eef" /><Relationship Type="http://schemas.openxmlformats.org/officeDocument/2006/relationships/notesMaster" Target="/ppt/notesMasters/notesMaster1.xml" Id="Rc0762af304b548f8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6b2ad1db996c4082" /><Relationship Type="http://schemas.openxmlformats.org/officeDocument/2006/relationships/notesMaster" Target="/ppt/notesMasters/notesMaster1.xml" Id="R8478fea22704463f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8242a6ff63cf429d" /><Relationship Type="http://schemas.openxmlformats.org/officeDocument/2006/relationships/notesMaster" Target="/ppt/notesMasters/notesMaster1.xml" Id="Ra6226807bc714a0c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1d011f7ae95945d2" /><Relationship Type="http://schemas.openxmlformats.org/officeDocument/2006/relationships/notesMaster" Target="/ppt/notesMasters/notesMaster1.xml" Id="Rbd50d33ec9eb4887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026489345a57421d" /><Relationship Type="http://schemas.openxmlformats.org/officeDocument/2006/relationships/notesMaster" Target="/ppt/notesMasters/notesMaster1.xml" Id="R2ab8246b0d874e9e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c10b95686b9d4b50" /><Relationship Type="http://schemas.openxmlformats.org/officeDocument/2006/relationships/notesMaster" Target="/ppt/notesMasters/notesMaster1.xml" Id="R7f72464b2b434bca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f1785be87b1047e3" /><Relationship Type="http://schemas.openxmlformats.org/officeDocument/2006/relationships/notesMaster" Target="/ppt/notesMasters/notesMaster1.xml" Id="R817966167f7641b0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6e6e2e05390547a5" /><Relationship Type="http://schemas.openxmlformats.org/officeDocument/2006/relationships/notesMaster" Target="/ppt/notesMasters/notesMaster1.xml" Id="R7cbdf80170e54388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9ff8b52746974fa2" /><Relationship Type="http://schemas.openxmlformats.org/officeDocument/2006/relationships/notesMaster" Target="/ppt/notesMasters/notesMaster1.xml" Id="Rccbd4d4516414ad6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f7208d7f6f8b4290" /><Relationship Type="http://schemas.openxmlformats.org/officeDocument/2006/relationships/notesMaster" Target="/ppt/notesMasters/notesMaster1.xml" Id="Rd23cfb052ad24bed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ae57da8cd0de45a0" /><Relationship Type="http://schemas.openxmlformats.org/officeDocument/2006/relationships/notesMaster" Target="/ppt/notesMasters/notesMaster1.xml" Id="R1927d71251ce40dd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89893eb2633a47b7" /><Relationship Type="http://schemas.openxmlformats.org/officeDocument/2006/relationships/notesMaster" Target="/ppt/notesMasters/notesMaster1.xml" Id="R7005999a0d604367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a8ea5c20b9764af4" /><Relationship Type="http://schemas.openxmlformats.org/officeDocument/2006/relationships/notesMaster" Target="/ppt/notesMasters/notesMaster1.xml" Id="R3a49e6b674604bef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ed4d56a1695d4b71" /><Relationship Type="http://schemas.openxmlformats.org/officeDocument/2006/relationships/notesMaster" Target="/ppt/notesMasters/notesMaster1.xml" Id="Rd4b8dfd4a0164ac1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05443e98ec044244" /><Relationship Type="http://schemas.openxmlformats.org/officeDocument/2006/relationships/notesMaster" Target="/ppt/notesMasters/notesMaster1.xml" Id="R6a20e9d37fee4e18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f101de97bddc473a" /><Relationship Type="http://schemas.openxmlformats.org/officeDocument/2006/relationships/notesMaster" Target="/ppt/notesMasters/notesMaster1.xml" Id="R876fbaf2def540f6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ad414427cb44490c" /><Relationship Type="http://schemas.openxmlformats.org/officeDocument/2006/relationships/notesMaster" Target="/ppt/notesMasters/notesMaster1.xml" Id="R79640215a1074f07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dcfbee7c2e3844c3" /><Relationship Type="http://schemas.openxmlformats.org/officeDocument/2006/relationships/notesMaster" Target="/ppt/notesMasters/notesMaster1.xml" Id="R2b0dd63227aa42e9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cb44f07412574961" /><Relationship Type="http://schemas.openxmlformats.org/officeDocument/2006/relationships/notesMaster" Target="/ppt/notesMasters/notesMaster1.xml" Id="Rc1319aa36b774e03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656e4827985840ee" /><Relationship Type="http://schemas.openxmlformats.org/officeDocument/2006/relationships/notesMaster" Target="/ppt/notesMasters/notesMaster1.xml" Id="Rc807f9a28ffe4cf6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adfcf96565094151" /><Relationship Type="http://schemas.openxmlformats.org/officeDocument/2006/relationships/notesMaster" Target="/ppt/notesMasters/notesMaster1.xml" Id="R51c9c6e105504996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a948a11a52b649d7" /><Relationship Type="http://schemas.openxmlformats.org/officeDocument/2006/relationships/notesMaster" Target="/ppt/notesMasters/notesMaster1.xml" Id="R289ee91abc304c8a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5bda3504ce034044" /><Relationship Type="http://schemas.openxmlformats.org/officeDocument/2006/relationships/notesMaster" Target="/ppt/notesMasters/notesMaster1.xml" Id="R7264c2f0b48f40cb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aae8a70a88084d60" /><Relationship Type="http://schemas.openxmlformats.org/officeDocument/2006/relationships/notesMaster" Target="/ppt/notesMasters/notesMaster1.xml" Id="R683687981f274276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76495b381cd944e5" /><Relationship Type="http://schemas.openxmlformats.org/officeDocument/2006/relationships/notesMaster" Target="/ppt/notesMasters/notesMaster1.xml" Id="R63be512fc24546ed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a4b2611826d049fc" /><Relationship Type="http://schemas.openxmlformats.org/officeDocument/2006/relationships/notesMaster" Target="/ppt/notesMasters/notesMaster1.xml" Id="R5765bdea87c44397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132b6a1a6e184127" /><Relationship Type="http://schemas.openxmlformats.org/officeDocument/2006/relationships/notesMaster" Target="/ppt/notesMasters/notesMaster1.xml" Id="R332f689c8bff4749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b500712fe0d34c8e" /><Relationship Type="http://schemas.openxmlformats.org/officeDocument/2006/relationships/notesMaster" Target="/ppt/notesMasters/notesMaster1.xml" Id="R1926a83f37c94adc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62ed4b95f94d40ec" /><Relationship Type="http://schemas.openxmlformats.org/officeDocument/2006/relationships/notesMaster" Target="/ppt/notesMasters/notesMaster1.xml" Id="R2c248f4828c3461c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bd2bd88989834626" /><Relationship Type="http://schemas.openxmlformats.org/officeDocument/2006/relationships/notesMaster" Target="/ppt/notesMasters/notesMaster1.xml" Id="R05ed2200a2c84551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491ef6f864784dc9" /><Relationship Type="http://schemas.openxmlformats.org/officeDocument/2006/relationships/notesMaster" Target="/ppt/notesMasters/notesMaster1.xml" Id="R0975d2c2d9934b28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02d4dbd23fd14acb" /><Relationship Type="http://schemas.openxmlformats.org/officeDocument/2006/relationships/notesMaster" Target="/ppt/notesMasters/notesMaster1.xml" Id="R3f0a0e1ad55042a4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7e14d757c2814b44" /><Relationship Type="http://schemas.openxmlformats.org/officeDocument/2006/relationships/notesMaster" Target="/ppt/notesMasters/notesMaster1.xml" Id="R3d8c426ab6b4430d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266131dca35c4c28" /><Relationship Type="http://schemas.openxmlformats.org/officeDocument/2006/relationships/notesMaster" Target="/ppt/notesMasters/notesMaster1.xml" Id="R22c3f161cd1c4aa0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e9825a012cbb4ec1" /><Relationship Type="http://schemas.openxmlformats.org/officeDocument/2006/relationships/notesMaster" Target="/ppt/notesMasters/notesMaster1.xml" Id="R4740914e3a264e39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b7816a0612b04dbb" /><Relationship Type="http://schemas.openxmlformats.org/officeDocument/2006/relationships/notesMaster" Target="/ppt/notesMasters/notesMaster1.xml" Id="R40561469af764585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4338865994704e04" /><Relationship Type="http://schemas.openxmlformats.org/officeDocument/2006/relationships/notesMaster" Target="/ppt/notesMasters/notesMaster1.xml" Id="Ra74ff97c941b40d2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71d50477254c4847" /><Relationship Type="http://schemas.openxmlformats.org/officeDocument/2006/relationships/notesMaster" Target="/ppt/notesMasters/notesMaster1.xml" Id="R374f5ebd712a4e80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171621fb1f7d43e1" /><Relationship Type="http://schemas.openxmlformats.org/officeDocument/2006/relationships/notesMaster" Target="/ppt/notesMasters/notesMaster1.xml" Id="R8f57902f05684b44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ec55c58c8cf243d8" /><Relationship Type="http://schemas.openxmlformats.org/officeDocument/2006/relationships/notesMaster" Target="/ppt/notesMasters/notesMaster1.xml" Id="R7b1ff928ed634a01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f48cb7e6e2f94e99" /><Relationship Type="http://schemas.openxmlformats.org/officeDocument/2006/relationships/notesMaster" Target="/ppt/notesMasters/notesMaster1.xml" Id="Re9edcc41e30b4580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929a88af889e4084" /><Relationship Type="http://schemas.openxmlformats.org/officeDocument/2006/relationships/notesMaster" Target="/ppt/notesMasters/notesMaster1.xml" Id="Rec47964aa4dd4abf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193e9776edef4b02" /><Relationship Type="http://schemas.openxmlformats.org/officeDocument/2006/relationships/notesMaster" Target="/ppt/notesMasters/notesMaster1.xml" Id="Rf80bae3b85ac4669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5b91d502b42c4f98" /><Relationship Type="http://schemas.openxmlformats.org/officeDocument/2006/relationships/notesMaster" Target="/ppt/notesMasters/notesMaster1.xml" Id="R61fd6e7c27cc43fb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e0d4fcacf3b54f0e" /><Relationship Type="http://schemas.openxmlformats.org/officeDocument/2006/relationships/notesMaster" Target="/ppt/notesMasters/notesMaster1.xml" Id="Rd58f5e71aecf4640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40fec7c8a7564992" /><Relationship Type="http://schemas.openxmlformats.org/officeDocument/2006/relationships/notesMaster" Target="/ppt/notesMasters/notesMaster1.xml" Id="R24c7bc6796c346bc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441b89d2fb8b4bf2" /><Relationship Type="http://schemas.openxmlformats.org/officeDocument/2006/relationships/notesMaster" Target="/ppt/notesMasters/notesMaster1.xml" Id="R86dc19206dfd411b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987cd03a433447a6" /><Relationship Type="http://schemas.openxmlformats.org/officeDocument/2006/relationships/notesMaster" Target="/ppt/notesMasters/notesMaster1.xml" Id="R789513082e7c493b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cea687c130c54dc8" /><Relationship Type="http://schemas.openxmlformats.org/officeDocument/2006/relationships/notesMaster" Target="/ppt/notesMasters/notesMaster1.xml" Id="R5b866f2f712640e7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d797ed8d3061406a" /><Relationship Type="http://schemas.openxmlformats.org/officeDocument/2006/relationships/notesMaster" Target="/ppt/notesMasters/notesMaster1.xml" Id="R8f8e4eb55abe4d58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cba11a7202a3431f" /><Relationship Type="http://schemas.openxmlformats.org/officeDocument/2006/relationships/notesMaster" Target="/ppt/notesMasters/notesMaster1.xml" Id="R5a5d5f48c0ee419b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97774e7a6ddf4dfb" /><Relationship Type="http://schemas.openxmlformats.org/officeDocument/2006/relationships/notesMaster" Target="/ppt/notesMasters/notesMaster1.xml" Id="R7bc975e191b14db8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b243e38397b54d87" /><Relationship Type="http://schemas.openxmlformats.org/officeDocument/2006/relationships/notesMaster" Target="/ppt/notesMasters/notesMaster1.xml" Id="R50d7ccccdd214b77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0a440d8faff84fe9" /><Relationship Type="http://schemas.openxmlformats.org/officeDocument/2006/relationships/notesMaster" Target="/ppt/notesMasters/notesMaster1.xml" Id="Re24cb195494041f9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ac77f97e245c449f" /><Relationship Type="http://schemas.openxmlformats.org/officeDocument/2006/relationships/notesMaster" Target="/ppt/notesMasters/notesMaster1.xml" Id="Rb9d1496c3b8846a1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7d5d3b53b2e7407e" /><Relationship Type="http://schemas.openxmlformats.org/officeDocument/2006/relationships/notesMaster" Target="/ppt/notesMasters/notesMaster1.xml" Id="R69d11f780922449a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5878728723564e36" /><Relationship Type="http://schemas.openxmlformats.org/officeDocument/2006/relationships/notesMaster" Target="/ppt/notesMasters/notesMaster1.xml" Id="R9555bf96ef564960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f952fff6de7f4b0f" /><Relationship Type="http://schemas.openxmlformats.org/officeDocument/2006/relationships/notesMaster" Target="/ppt/notesMasters/notesMaster1.xml" Id="Rb32dd4f350e64de7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cda3064d8aae48ab" /><Relationship Type="http://schemas.openxmlformats.org/officeDocument/2006/relationships/notesMaster" Target="/ppt/notesMasters/notesMaster1.xml" Id="R255081ce1bcf477f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1af74982242a4ff7" /><Relationship Type="http://schemas.openxmlformats.org/officeDocument/2006/relationships/notesMaster" Target="/ppt/notesMasters/notesMaster1.xml" Id="R5da1c30c09064535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c51defcbd96e4473" /><Relationship Type="http://schemas.openxmlformats.org/officeDocument/2006/relationships/notesMaster" Target="/ppt/notesMasters/notesMaster1.xml" Id="R9213e40c03054b37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5edf6b0b19f646fa" /><Relationship Type="http://schemas.openxmlformats.org/officeDocument/2006/relationships/notesMaster" Target="/ppt/notesMasters/notesMaster1.xml" Id="Rd6d1f1e05a0f44bf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0524a8e0732d42c4" /><Relationship Type="http://schemas.openxmlformats.org/officeDocument/2006/relationships/notesMaster" Target="/ppt/notesMasters/notesMaster1.xml" Id="Rd0492fcd6b414938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771d0348dd854deb" /><Relationship Type="http://schemas.openxmlformats.org/officeDocument/2006/relationships/notesMaster" Target="/ppt/notesMasters/notesMaster1.xml" Id="Rf084414f23d240e4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de78486281984edf" /><Relationship Type="http://schemas.openxmlformats.org/officeDocument/2006/relationships/notesMaster" Target="/ppt/notesMasters/notesMaster1.xml" Id="R76e442ce09434a1f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2b66b79a591c4187" /><Relationship Type="http://schemas.openxmlformats.org/officeDocument/2006/relationships/notesMaster" Target="/ppt/notesMasters/notesMaster1.xml" Id="R7e5b76d700ce41b2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27571cfe6dbe48bc" /><Relationship Type="http://schemas.openxmlformats.org/officeDocument/2006/relationships/notesMaster" Target="/ppt/notesMasters/notesMaster1.xml" Id="Rb5cc692452ab48b9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0346feeb9b88465a" /><Relationship Type="http://schemas.openxmlformats.org/officeDocument/2006/relationships/notesMaster" Target="/ppt/notesMasters/notesMaster1.xml" Id="R7a7c6e3d28044b6b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0dca66f73ec04fee" /><Relationship Type="http://schemas.openxmlformats.org/officeDocument/2006/relationships/notesMaster" Target="/ppt/notesMasters/notesMaster1.xml" Id="R0cbb145c70fc47a5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e6d214d03e744d2d" /><Relationship Type="http://schemas.openxmlformats.org/officeDocument/2006/relationships/notesMaster" Target="/ppt/notesMasters/notesMaster1.xml" Id="Rc5514a2b32f543d3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c3dfa81405244ba3" /><Relationship Type="http://schemas.openxmlformats.org/officeDocument/2006/relationships/notesMaster" Target="/ppt/notesMasters/notesMaster1.xml" Id="Ra3bafbe4276b4cf8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94b96058aaef492f" /><Relationship Type="http://schemas.openxmlformats.org/officeDocument/2006/relationships/notesMaster" Target="/ppt/notesMasters/notesMaster1.xml" Id="Rcc6042f726f648a7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d3ddbbf07a954f56" /><Relationship Type="http://schemas.openxmlformats.org/officeDocument/2006/relationships/notesMaster" Target="/ppt/notesMasters/notesMaster1.xml" Id="R41ff70337686478c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64051b1fa76c42e4" /><Relationship Type="http://schemas.openxmlformats.org/officeDocument/2006/relationships/notesMaster" Target="/ppt/notesMasters/notesMaster1.xml" Id="R3e07d80c91fe4f9e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d6aad092e6f246b2" /><Relationship Type="http://schemas.openxmlformats.org/officeDocument/2006/relationships/notesMaster" Target="/ppt/notesMasters/notesMaster1.xml" Id="R7c5aa864bfc34b60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8ad607a506f94323" /><Relationship Type="http://schemas.openxmlformats.org/officeDocument/2006/relationships/notesMaster" Target="/ppt/notesMasters/notesMaster1.xml" Id="R1ac3a757ce854c62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dc32842f8a6f4d2e" /><Relationship Type="http://schemas.openxmlformats.org/officeDocument/2006/relationships/notesMaster" Target="/ppt/notesMasters/notesMaster1.xml" Id="R02150944341a4924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9d5a9cd3fb32419c" /><Relationship Type="http://schemas.openxmlformats.org/officeDocument/2006/relationships/notesMaster" Target="/ppt/notesMasters/notesMaster1.xml" Id="R6bd23a3ae16645ac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0cb9a9966b2646c0" /><Relationship Type="http://schemas.openxmlformats.org/officeDocument/2006/relationships/notesMaster" Target="/ppt/notesMasters/notesMaster1.xml" Id="Redff9ff9ca9b4de2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7886c915c03144b1" /><Relationship Type="http://schemas.openxmlformats.org/officeDocument/2006/relationships/notesMaster" Target="/ppt/notesMasters/notesMaster1.xml" Id="R3bd26c773ca642ec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2086e3aa5fde4c54" /><Relationship Type="http://schemas.openxmlformats.org/officeDocument/2006/relationships/notesMaster" Target="/ppt/notesMasters/notesMaster1.xml" Id="R2841794bece94335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487af663a50d43a7" /><Relationship Type="http://schemas.openxmlformats.org/officeDocument/2006/relationships/notesMaster" Target="/ppt/notesMasters/notesMaster1.xml" Id="R4e7d3b0374fc4dfa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411dd3bf2b844bb7" /><Relationship Type="http://schemas.openxmlformats.org/officeDocument/2006/relationships/notesMaster" Target="/ppt/notesMasters/notesMaster1.xml" Id="Rb7b78dc59f084df3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b2131363ed4c4cce" /><Relationship Type="http://schemas.openxmlformats.org/officeDocument/2006/relationships/notesMaster" Target="/ppt/notesMasters/notesMaster1.xml" Id="Raba56d211c84486f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432f976758e24fff" /><Relationship Type="http://schemas.openxmlformats.org/officeDocument/2006/relationships/notesMaster" Target="/ppt/notesMasters/notesMaster1.xml" Id="Ra62c78fe70c64970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828cfe08181a4fc8" /><Relationship Type="http://schemas.openxmlformats.org/officeDocument/2006/relationships/notesMaster" Target="/ppt/notesMasters/notesMaster1.xml" Id="R26f4d6d3fc3e4f89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8e59e0ebe1484741" /><Relationship Type="http://schemas.openxmlformats.org/officeDocument/2006/relationships/notesMaster" Target="/ppt/notesMasters/notesMaster1.xml" Id="Rf486b066f0794bec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a5c1892fad29483e" /><Relationship Type="http://schemas.openxmlformats.org/officeDocument/2006/relationships/notesMaster" Target="/ppt/notesMasters/notesMaster1.xml" Id="Ref8d1d2cd8e04efd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881af3b68c644a29" /><Relationship Type="http://schemas.openxmlformats.org/officeDocument/2006/relationships/notesMaster" Target="/ppt/notesMasters/notesMaster1.xml" Id="Rc0dc8892891d4f0a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c2bdbc7b948c4805" /><Relationship Type="http://schemas.openxmlformats.org/officeDocument/2006/relationships/notesMaster" Target="/ppt/notesMasters/notesMaster1.xml" Id="R2875b9cbed9745da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a2347f00955f47e4" /><Relationship Type="http://schemas.openxmlformats.org/officeDocument/2006/relationships/notesMaster" Target="/ppt/notesMasters/notesMaster1.xml" Id="R5c73cb7b74994fe3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0b370cef61b9418e" /><Relationship Type="http://schemas.openxmlformats.org/officeDocument/2006/relationships/notesMaster" Target="/ppt/notesMasters/notesMaster1.xml" Id="R07ee29f5b34f4428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c147e7ca23a5421c" /><Relationship Type="http://schemas.openxmlformats.org/officeDocument/2006/relationships/notesMaster" Target="/ppt/notesMasters/notesMaster1.xml" Id="R15c40812f80e4e15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803c29773c994df4" /><Relationship Type="http://schemas.openxmlformats.org/officeDocument/2006/relationships/notesMaster" Target="/ppt/notesMasters/notesMaster1.xml" Id="R478c3462e5fa4b45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b4ce368717fb4a20" /><Relationship Type="http://schemas.openxmlformats.org/officeDocument/2006/relationships/notesMaster" Target="/ppt/notesMasters/notesMaster1.xml" Id="Rd3cb5203e5ac4bbc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25fbfc2937e74e30" /><Relationship Type="http://schemas.openxmlformats.org/officeDocument/2006/relationships/notesMaster" Target="/ppt/notesMasters/notesMaster1.xml" Id="R5bd918506c2642f4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73a4987cba804542" /><Relationship Type="http://schemas.openxmlformats.org/officeDocument/2006/relationships/notesMaster" Target="/ppt/notesMasters/notesMaster1.xml" Id="R3d9801ea1ef14184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bbc710560cde4ee2" /><Relationship Type="http://schemas.openxmlformats.org/officeDocument/2006/relationships/notesMaster" Target="/ppt/notesMasters/notesMaster1.xml" Id="Rca1c1f92eb34400e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ef207d969d54453a" /><Relationship Type="http://schemas.openxmlformats.org/officeDocument/2006/relationships/notesMaster" Target="/ppt/notesMasters/notesMaster1.xml" Id="Re0086172c1044397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b40071bdc4fe4336" /><Relationship Type="http://schemas.openxmlformats.org/officeDocument/2006/relationships/notesMaster" Target="/ppt/notesMasters/notesMaster1.xml" Id="R42c45b183e6e4290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67f5f59c1eab4309" /><Relationship Type="http://schemas.openxmlformats.org/officeDocument/2006/relationships/notesMaster" Target="/ppt/notesMasters/notesMaster1.xml" Id="R3480f598a10041ee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9c706228dced4f87" /><Relationship Type="http://schemas.openxmlformats.org/officeDocument/2006/relationships/notesMaster" Target="/ppt/notesMasters/notesMaster1.xml" Id="R9056d53b5d5347c2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1fdc883472c149cb" /><Relationship Type="http://schemas.openxmlformats.org/officeDocument/2006/relationships/notesMaster" Target="/ppt/notesMasters/notesMaster1.xml" Id="Rfb9157cce0964f1d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4ed25555d75c46f6" /><Relationship Type="http://schemas.openxmlformats.org/officeDocument/2006/relationships/notesMaster" Target="/ppt/notesMasters/notesMaster1.xml" Id="R8a53042f947e4633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9b0a2b30d96d481f" /><Relationship Type="http://schemas.openxmlformats.org/officeDocument/2006/relationships/notesMaster" Target="/ppt/notesMasters/notesMaster1.xml" Id="Rf97063dd2cf34d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강사의 오후 주요 일정 때문에 이번 주만 점심시간을 14:00-15:00에 운영한다. 11:30-12:00에는 빠른 점심 또는 간식을 미리 섭취하도록 안내한다. 쉬는 시간은 각 수업 구간의 맨 끝에 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머신러닝·딥러닝·LLM을 거쳐, 지금은 Agent 제품을 만듭니다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금융→의료→교육→이커머스를 데이터 형태와 제품 책임의 확장으로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먼저 네 단어의 역할만 잡고 갑니다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수업은 네 번의 움직임을 반복합니다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막히면 “안 돼요”보다 네 가지를 알려주세요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속도가 달라도, 다음 행동은 분명합니다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완료는 “작동했다”가 아니라 “다시 확인할 수 있다”입니다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AI Agent를 만드는 일은, 책임 경계를 그리는 일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1 · 자주 반복하는 일을 하나 고릅니다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 온라인 개인 실습이다. 답을 발표시키거나 채팅창에 공개하도록 요구하지 않는다. 강사가 예시 한 건만 먼저 작성해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2 · 오늘 사용할 예시를 혼자 정합니다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 온라인 개인 실습이다. 선택한 업무나 구직 상태를 공개하게 하지 않고, 개인 notebook에만 적게 한다. 발표는 진행하지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Gate 1 · 범위를 줄일 수 있습니까?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실행 전에 알아야 할 네 가지 계약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Audit event가 설명 가능성을 만든다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Gate 2 · 이 Tool Call을 실행할까요?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 데이터를 읽는 네 가지 단위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 데이터의 핵심은 맥락과 책임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Gate 3 · 이 Action Item을 믿어도 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설치보다 먼저 구분할 네 가지 환경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Gate 4 · 다른 PC에서도 다시 실행할 수 있을까요?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실행 루프를 나누는 네 역할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Gate 5 · 14:00 점심 전 실행 증거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 점심 변경 사유와 사과는 오프닝 운영 장표에서 이미 전달했으므로 여기서는 반복하지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모델을 교체하기 위한 네 가지 층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무료 실습의 핵심은 교체 가능한 구조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Gate 6 · Local LLM이 꺼져도 계속하기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중단과 재개를 설명하는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LangGraph는 중단과 재시작을 설계한다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Gate 7 · 승인 뒤 같은 요청이 다시 왔습니다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관측과 배포 판단을 잇는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LangSmith는 배포 결정을 위한 증거다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Q&amp;A·실습 복구·Exit Ticket에 사용한다. 여기서만 Day 1 전체 구조를 짧게 회수한다. Day2–5는 일반 점심 12:00–13:00으로 운영한다고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ee0eb867d44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5a8b673ad84c4e" /><Relationship Type="http://schemas.openxmlformats.org/officeDocument/2006/relationships/slideLayout" Target="/ppt/slideLayouts/slideLayout1.xml" Id="R233a59ceaf06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3a59ceaf06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514026e4049a7" /><Relationship Type="http://schemas.openxmlformats.org/officeDocument/2006/relationships/notesSlide" Target="/ppt/notesSlides/notesSlide1.xml" Id="R9ca255a549cb44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2499464a64991" /><Relationship Type="http://schemas.openxmlformats.org/officeDocument/2006/relationships/image" Target="/ppt/media/image.png" Id="R7a8d44a32fe54b06" /><Relationship Type="http://schemas.openxmlformats.org/officeDocument/2006/relationships/image" Target="/ppt/media/image.svg" Id="R70bea932fdb64d2e" /><Relationship Type="http://schemas.openxmlformats.org/officeDocument/2006/relationships/notesSlide" Target="/ppt/notesSlides/notesSlide2.xml" Id="R2ba3e67f5dab4d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f15ef03e74f4a" /><Relationship Type="http://schemas.openxmlformats.org/officeDocument/2006/relationships/notesSlide" Target="/ppt/notesSlides/notesSlide3.xml" Id="Re84c8d7f3c4346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ce1c073bf4046" /><Relationship Type="http://schemas.openxmlformats.org/officeDocument/2006/relationships/notesSlide" Target="/ppt/notesSlides/notesSlide4.xml" Id="R89319ac1a6844e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4a8e5d055408f" /><Relationship Type="http://schemas.openxmlformats.org/officeDocument/2006/relationships/image" Target="/ppt/media/image2.png" Id="Redc57abf98304b3e" /><Relationship Type="http://schemas.openxmlformats.org/officeDocument/2006/relationships/image" Target="/ppt/media/image2.svg" Id="Rb7a9e05a84c74ca1" /><Relationship Type="http://schemas.openxmlformats.org/officeDocument/2006/relationships/notesSlide" Target="/ppt/notesSlides/notesSlide5.xml" Id="R60d28194a3b742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998bc6d1b4b89" /><Relationship Type="http://schemas.openxmlformats.org/officeDocument/2006/relationships/notesSlide" Target="/ppt/notesSlides/notesSlide6.xml" Id="Rf009559bc56742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562168d80491f" /><Relationship Type="http://schemas.openxmlformats.org/officeDocument/2006/relationships/notesSlide" Target="/ppt/notesSlides/notesSlide7.xml" Id="R4f07a878a6434f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c49ba0d924155" /><Relationship Type="http://schemas.openxmlformats.org/officeDocument/2006/relationships/image" Target="/ppt/media/image3.png" Id="R2a5ed07c13dc4cf6" /><Relationship Type="http://schemas.openxmlformats.org/officeDocument/2006/relationships/image" Target="/ppt/media/image3.svg" Id="Ra4e983bd99284fd2" /><Relationship Type="http://schemas.openxmlformats.org/officeDocument/2006/relationships/notesSlide" Target="/ppt/notesSlides/notesSlide8.xml" Id="R5fd66dabb9d6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094d55a034311" /><Relationship Type="http://schemas.openxmlformats.org/officeDocument/2006/relationships/notesSlide" Target="/ppt/notesSlides/notesSlide9.xml" Id="R577b4d0bd1614a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f09208b174099" /><Relationship Type="http://schemas.openxmlformats.org/officeDocument/2006/relationships/notesSlide" Target="/ppt/notesSlides/notesSlide10.xml" Id="R1a1e311924544f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9336fa1b442f" /><Relationship Type="http://schemas.openxmlformats.org/officeDocument/2006/relationships/notesSlide" Target="/ppt/notesSlides/notesSlide11.xml" Id="Rabc1fcca203240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0cbb103f64fed" /><Relationship Type="http://schemas.openxmlformats.org/officeDocument/2006/relationships/image" Target="/ppt/media/image.jpeg" Id="R3f0d07a5169c4777" /><Relationship Type="http://schemas.openxmlformats.org/officeDocument/2006/relationships/notesSlide" Target="/ppt/notesSlides/notesSlide12.xml" Id="R0c782fd9820945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cfe0f01f042e2" /><Relationship Type="http://schemas.openxmlformats.org/officeDocument/2006/relationships/image" Target="/ppt/media/image2.jpeg" Id="R7c79c4973f8e43fa" /><Relationship Type="http://schemas.openxmlformats.org/officeDocument/2006/relationships/notesSlide" Target="/ppt/notesSlides/notesSlide13.xml" Id="Rcb36c0058a3c4b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466d680794071" /><Relationship Type="http://schemas.openxmlformats.org/officeDocument/2006/relationships/image" Target="/ppt/media/image3.jpeg" Id="R2401fe4dae9c493a" /><Relationship Type="http://schemas.openxmlformats.org/officeDocument/2006/relationships/notesSlide" Target="/ppt/notesSlides/notesSlide14.xml" Id="R7252754f23e042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07ca2aa4045a6" /><Relationship Type="http://schemas.openxmlformats.org/officeDocument/2006/relationships/image" Target="/ppt/media/image4.jpeg" Id="R17a38fd18c6e4129" /><Relationship Type="http://schemas.openxmlformats.org/officeDocument/2006/relationships/notesSlide" Target="/ppt/notesSlides/notesSlide15.xml" Id="Rd46afb8537e342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d7935797042b8" /><Relationship Type="http://schemas.openxmlformats.org/officeDocument/2006/relationships/notesSlide" Target="/ppt/notesSlides/notesSlide16.xml" Id="R27c2ea409e9f4f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4ef477f844a99" /><Relationship Type="http://schemas.openxmlformats.org/officeDocument/2006/relationships/notesSlide" Target="/ppt/notesSlides/notesSlide17.xml" Id="R0fa1c83b87bd4f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0e2a3b0db4337" /><Relationship Type="http://schemas.openxmlformats.org/officeDocument/2006/relationships/notesSlide" Target="/ppt/notesSlides/notesSlide18.xml" Id="Rddb27742b91345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2e8c0e798473b" /><Relationship Type="http://schemas.openxmlformats.org/officeDocument/2006/relationships/notesSlide" Target="/ppt/notesSlides/notesSlide19.xml" Id="R91bcf07096b94c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9f56552c94d6a" /><Relationship Type="http://schemas.openxmlformats.org/officeDocument/2006/relationships/notesSlide" Target="/ppt/notesSlides/notesSlide20.xml" Id="R8c85126877be4b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72245ce02491f" /><Relationship Type="http://schemas.openxmlformats.org/officeDocument/2006/relationships/notesSlide" Target="/ppt/notesSlides/notesSlide21.xml" Id="R3a7780a163b34f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9d5e14998415e" /><Relationship Type="http://schemas.openxmlformats.org/officeDocument/2006/relationships/notesSlide" Target="/ppt/notesSlides/notesSlide22.xml" Id="Rf3137b48a10b4c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0a60e2fc24927" /><Relationship Type="http://schemas.openxmlformats.org/officeDocument/2006/relationships/notesSlide" Target="/ppt/notesSlides/notesSlide23.xml" Id="R266626b3c3444f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9f5255ce5408b" /><Relationship Type="http://schemas.openxmlformats.org/officeDocument/2006/relationships/notesSlide" Target="/ppt/notesSlides/notesSlide24.xml" Id="R8a82af34152e49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cc26a34384997" /><Relationship Type="http://schemas.openxmlformats.org/officeDocument/2006/relationships/notesSlide" Target="/ppt/notesSlides/notesSlide25.xml" Id="R3b8abd0613cb4d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392a5909e44e2" /><Relationship Type="http://schemas.openxmlformats.org/officeDocument/2006/relationships/notesSlide" Target="/ppt/notesSlides/notesSlide26.xml" Id="R1e0825f76a0b4da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ed5d1c2034649" /><Relationship Type="http://schemas.openxmlformats.org/officeDocument/2006/relationships/notesSlide" Target="/ppt/notesSlides/notesSlide27.xml" Id="Rba27dc1e603c45f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094ce02954b83" /><Relationship Type="http://schemas.openxmlformats.org/officeDocument/2006/relationships/notesSlide" Target="/ppt/notesSlides/notesSlide28.xml" Id="Rcb6759166f6b408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0821b920a4e05" /><Relationship Type="http://schemas.openxmlformats.org/officeDocument/2006/relationships/notesSlide" Target="/ppt/notesSlides/notesSlide29.xml" Id="R6562b611b58143a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aa8d3b8ff40e4" /><Relationship Type="http://schemas.openxmlformats.org/officeDocument/2006/relationships/notesSlide" Target="/ppt/notesSlides/notesSlide30.xml" Id="R3b5524017f2345b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f943a3f6e4fb0" /><Relationship Type="http://schemas.openxmlformats.org/officeDocument/2006/relationships/notesSlide" Target="/ppt/notesSlides/notesSlide31.xml" Id="Rff93bd39cd9e40f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ec94c6ca5496e" /><Relationship Type="http://schemas.openxmlformats.org/officeDocument/2006/relationships/notesSlide" Target="/ppt/notesSlides/notesSlide32.xml" Id="R6f1acbdaae9b40f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3059823bc4cc4" /><Relationship Type="http://schemas.openxmlformats.org/officeDocument/2006/relationships/image" Target="/ppt/media/image4.png" Id="R8b4e4f82db1748bb" /><Relationship Type="http://schemas.openxmlformats.org/officeDocument/2006/relationships/image" Target="/ppt/media/image4.svg" Id="R5e51f6f75b634e4e" /><Relationship Type="http://schemas.openxmlformats.org/officeDocument/2006/relationships/notesSlide" Target="/ppt/notesSlides/notesSlide33.xml" Id="R7823213b817143f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1ca4ee9bc41d0" /><Relationship Type="http://schemas.openxmlformats.org/officeDocument/2006/relationships/notesSlide" Target="/ppt/notesSlides/notesSlide34.xml" Id="R0a626d43afea4ad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9c796e1484c42" /><Relationship Type="http://schemas.openxmlformats.org/officeDocument/2006/relationships/notesSlide" Target="/ppt/notesSlides/notesSlide35.xml" Id="R24eb2fa0d45e41b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14f95206c436a" /><Relationship Type="http://schemas.openxmlformats.org/officeDocument/2006/relationships/notesSlide" Target="/ppt/notesSlides/notesSlide36.xml" Id="Re893b4c60f834fe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df89fb4334edc" /><Relationship Type="http://schemas.openxmlformats.org/officeDocument/2006/relationships/notesSlide" Target="/ppt/notesSlides/notesSlide37.xml" Id="R914016f67ecf45d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8bfaccb774098" /><Relationship Type="http://schemas.openxmlformats.org/officeDocument/2006/relationships/notesSlide" Target="/ppt/notesSlides/notesSlide38.xml" Id="Rb8febb5698f74ce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92c4d8a1c4c41" /><Relationship Type="http://schemas.openxmlformats.org/officeDocument/2006/relationships/notesSlide" Target="/ppt/notesSlides/notesSlide39.xml" Id="Rd7f8b9f95666446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211e99df14e37" /><Relationship Type="http://schemas.openxmlformats.org/officeDocument/2006/relationships/notesSlide" Target="/ppt/notesSlides/notesSlide40.xml" Id="R5674616b78d446b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5016392f64aca" /><Relationship Type="http://schemas.openxmlformats.org/officeDocument/2006/relationships/notesSlide" Target="/ppt/notesSlides/notesSlide41.xml" Id="Ra848fb26c41b4a5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cd89c86674e3c" /><Relationship Type="http://schemas.openxmlformats.org/officeDocument/2006/relationships/notesSlide" Target="/ppt/notesSlides/notesSlide42.xml" Id="R678bf430dac5431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6c14f64344082" /><Relationship Type="http://schemas.openxmlformats.org/officeDocument/2006/relationships/notesSlide" Target="/ppt/notesSlides/notesSlide43.xml" Id="Rec41af5ba3bb414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a2db1fde4bb7" /><Relationship Type="http://schemas.openxmlformats.org/officeDocument/2006/relationships/notesSlide" Target="/ppt/notesSlides/notesSlide44.xml" Id="R0ecda14475e5452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e5210ef3045e0" /><Relationship Type="http://schemas.openxmlformats.org/officeDocument/2006/relationships/notesSlide" Target="/ppt/notesSlides/notesSlide45.xml" Id="R33efb5859c01410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de3ca73464ac7" /><Relationship Type="http://schemas.openxmlformats.org/officeDocument/2006/relationships/notesSlide" Target="/ppt/notesSlides/notesSlide46.xml" Id="Rae4c1cda017e43e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346a950e2452e" /><Relationship Type="http://schemas.openxmlformats.org/officeDocument/2006/relationships/image" Target="/ppt/media/image5.jpeg" Id="R7edeaa21ad554432" /><Relationship Type="http://schemas.openxmlformats.org/officeDocument/2006/relationships/notesSlide" Target="/ppt/notesSlides/notesSlide47.xml" Id="R147305f81ec641f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4b0401ec3471f" /><Relationship Type="http://schemas.openxmlformats.org/officeDocument/2006/relationships/image" Target="/ppt/media/image6.jpeg" Id="R3661e5f8b1c64f8d" /><Relationship Type="http://schemas.openxmlformats.org/officeDocument/2006/relationships/notesSlide" Target="/ppt/notesSlides/notesSlide48.xml" Id="Rb43e19c523ae446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1c7ff5bb740d3" /><Relationship Type="http://schemas.openxmlformats.org/officeDocument/2006/relationships/image" Target="/ppt/media/image7.jpeg" Id="R229aeb9f10454b08" /><Relationship Type="http://schemas.openxmlformats.org/officeDocument/2006/relationships/notesSlide" Target="/ppt/notesSlides/notesSlide49.xml" Id="Rc526a03000014d7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a6724b3bf44d9" /><Relationship Type="http://schemas.openxmlformats.org/officeDocument/2006/relationships/image" Target="/ppt/media/image8.jpeg" Id="R0f0e528fabfa42fe" /><Relationship Type="http://schemas.openxmlformats.org/officeDocument/2006/relationships/notesSlide" Target="/ppt/notesSlides/notesSlide50.xml" Id="Rc50ed9aa711b4ef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79d88175649d1" /><Relationship Type="http://schemas.openxmlformats.org/officeDocument/2006/relationships/notesSlide" Target="/ppt/notesSlides/notesSlide51.xml" Id="R25875bd6883f43f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39b86be8944aa" /><Relationship Type="http://schemas.openxmlformats.org/officeDocument/2006/relationships/notesSlide" Target="/ppt/notesSlides/notesSlide52.xml" Id="R64b6c29ef560463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1fdd390bb442a" /><Relationship Type="http://schemas.openxmlformats.org/officeDocument/2006/relationships/notesSlide" Target="/ppt/notesSlides/notesSlide53.xml" Id="Rd5b69245110840a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208c236a04b0c" /><Relationship Type="http://schemas.openxmlformats.org/officeDocument/2006/relationships/notesSlide" Target="/ppt/notesSlides/notesSlide54.xml" Id="Rd4c68fa7117f44a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df9b5d0d147d1" /><Relationship Type="http://schemas.openxmlformats.org/officeDocument/2006/relationships/notesSlide" Target="/ppt/notesSlides/notesSlide55.xml" Id="R7b3b2d6bba4d414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5a8cc5bd94d98" /><Relationship Type="http://schemas.openxmlformats.org/officeDocument/2006/relationships/notesSlide" Target="/ppt/notesSlides/notesSlide56.xml" Id="Rbdeab8660fe1477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069531bff4945" /><Relationship Type="http://schemas.openxmlformats.org/officeDocument/2006/relationships/notesSlide" Target="/ppt/notesSlides/notesSlide57.xml" Id="Rfe58166bb0f64e0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84880b6d940a5" /><Relationship Type="http://schemas.openxmlformats.org/officeDocument/2006/relationships/notesSlide" Target="/ppt/notesSlides/notesSlide58.xml" Id="R43de6669d3464d3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a03268a0d4e48" /><Relationship Type="http://schemas.openxmlformats.org/officeDocument/2006/relationships/notesSlide" Target="/ppt/notesSlides/notesSlide59.xml" Id="Rbef2849d9aba4c4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8386e6a9243f5" /><Relationship Type="http://schemas.openxmlformats.org/officeDocument/2006/relationships/notesSlide" Target="/ppt/notesSlides/notesSlide60.xml" Id="R068c2d5f6cac4a0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38182cbda462c" /><Relationship Type="http://schemas.openxmlformats.org/officeDocument/2006/relationships/notesSlide" Target="/ppt/notesSlides/notesSlide61.xml" Id="R4f9affbab6e246e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74f75d7a64f96" /><Relationship Type="http://schemas.openxmlformats.org/officeDocument/2006/relationships/notesSlide" Target="/ppt/notesSlides/notesSlide62.xml" Id="Rcc7bf75a9929417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a746fb830415c" /><Relationship Type="http://schemas.openxmlformats.org/officeDocument/2006/relationships/notesSlide" Target="/ppt/notesSlides/notesSlide63.xml" Id="Rffc07aad1db241a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b04e26da54fe3" /><Relationship Type="http://schemas.openxmlformats.org/officeDocument/2006/relationships/notesSlide" Target="/ppt/notesSlides/notesSlide64.xml" Id="R204373a487e4435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0a836e73d4965" /><Relationship Type="http://schemas.openxmlformats.org/officeDocument/2006/relationships/notesSlide" Target="/ppt/notesSlides/notesSlide65.xml" Id="R05c9174f6e864c9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b5c5a1f1a4d74" /><Relationship Type="http://schemas.openxmlformats.org/officeDocument/2006/relationships/notesSlide" Target="/ppt/notesSlides/notesSlide66.xml" Id="Rfd3551ce83cb4b4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c20a29ce54a2d" /><Relationship Type="http://schemas.openxmlformats.org/officeDocument/2006/relationships/notesSlide" Target="/ppt/notesSlides/notesSlide67.xml" Id="R72c6a2bc6b094d6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0dbe33781465d" /><Relationship Type="http://schemas.openxmlformats.org/officeDocument/2006/relationships/image" Target="/ppt/media/image5.png" Id="Rb7d4a6622fc54954" /><Relationship Type="http://schemas.openxmlformats.org/officeDocument/2006/relationships/image" Target="/ppt/media/image5.svg" Id="Rd1bb180314c24d0f" /><Relationship Type="http://schemas.openxmlformats.org/officeDocument/2006/relationships/notesSlide" Target="/ppt/notesSlides/notesSlide68.xml" Id="R16e86ffcee914be3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5acf13ad6436b" /><Relationship Type="http://schemas.openxmlformats.org/officeDocument/2006/relationships/notesSlide" Target="/ppt/notesSlides/notesSlide69.xml" Id="Re56cc2664038415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a7cfa65fe4bcc" /><Relationship Type="http://schemas.openxmlformats.org/officeDocument/2006/relationships/notesSlide" Target="/ppt/notesSlides/notesSlide70.xml" Id="R78bdb0ae267d4277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b325d9f9a44d5" /><Relationship Type="http://schemas.openxmlformats.org/officeDocument/2006/relationships/notesSlide" Target="/ppt/notesSlides/notesSlide71.xml" Id="R05546b945ce9404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bcd824643415d" /><Relationship Type="http://schemas.openxmlformats.org/officeDocument/2006/relationships/notesSlide" Target="/ppt/notesSlides/notesSlide72.xml" Id="R751105cd25874fc3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42a8589c04d2f" /><Relationship Type="http://schemas.openxmlformats.org/officeDocument/2006/relationships/notesSlide" Target="/ppt/notesSlides/notesSlide73.xml" Id="R09445b1c2ce74c8c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76273c1cc4f4d" /><Relationship Type="http://schemas.openxmlformats.org/officeDocument/2006/relationships/notesSlide" Target="/ppt/notesSlides/notesSlide74.xml" Id="R8dce91f1169e4c8b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2f866024644b7" /><Relationship Type="http://schemas.openxmlformats.org/officeDocument/2006/relationships/notesSlide" Target="/ppt/notesSlides/notesSlide75.xml" Id="R278ee33a18b24f18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2db45821e4f1a" /><Relationship Type="http://schemas.openxmlformats.org/officeDocument/2006/relationships/notesSlide" Target="/ppt/notesSlides/notesSlide76.xml" Id="Rf5ca8c1daad04f1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1991e54f64f51" /><Relationship Type="http://schemas.openxmlformats.org/officeDocument/2006/relationships/notesSlide" Target="/ppt/notesSlides/notesSlide77.xml" Id="R61c2927b594048d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8da6432e54fc5" /><Relationship Type="http://schemas.openxmlformats.org/officeDocument/2006/relationships/notesSlide" Target="/ppt/notesSlides/notesSlide78.xml" Id="R1d074ee68f144d60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19d36d91d4e7e" /><Relationship Type="http://schemas.openxmlformats.org/officeDocument/2006/relationships/notesSlide" Target="/ppt/notesSlides/notesSlide79.xml" Id="Rc88c3149970d42ad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8eddda1ea4313" /><Relationship Type="http://schemas.openxmlformats.org/officeDocument/2006/relationships/notesSlide" Target="/ppt/notesSlides/notesSlide80.xml" Id="R58b712c23f49442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c70af580f4db7" /><Relationship Type="http://schemas.openxmlformats.org/officeDocument/2006/relationships/notesSlide" Target="/ppt/notesSlides/notesSlide81.xml" Id="Rad369c12545045b7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ca36cd58646a9" /><Relationship Type="http://schemas.openxmlformats.org/officeDocument/2006/relationships/image" Target="/ppt/media/image9.jpeg" Id="R50f8cfad5e8f4aef" /><Relationship Type="http://schemas.openxmlformats.org/officeDocument/2006/relationships/notesSlide" Target="/ppt/notesSlides/notesSlide82.xml" Id="R428d78cae36b4c2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4a5602f004d8a" /><Relationship Type="http://schemas.openxmlformats.org/officeDocument/2006/relationships/image" Target="/ppt/media/image10.jpeg" Id="R946ea67fdc794c7a" /><Relationship Type="http://schemas.openxmlformats.org/officeDocument/2006/relationships/notesSlide" Target="/ppt/notesSlides/notesSlide83.xml" Id="R8e27db8def78440e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76e80fe7540cc" /><Relationship Type="http://schemas.openxmlformats.org/officeDocument/2006/relationships/image" Target="/ppt/media/image11.jpeg" Id="R0bab40f0e28c4fa7" /><Relationship Type="http://schemas.openxmlformats.org/officeDocument/2006/relationships/notesSlide" Target="/ppt/notesSlides/notesSlide84.xml" Id="R28ee4eb4cfff480e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833517128411a" /><Relationship Type="http://schemas.openxmlformats.org/officeDocument/2006/relationships/image" Target="/ppt/media/image12.jpeg" Id="R5fadc2c738404341" /><Relationship Type="http://schemas.openxmlformats.org/officeDocument/2006/relationships/notesSlide" Target="/ppt/notesSlides/notesSlide85.xml" Id="R726dbb4a1aef46c4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59d2a7588416f" /><Relationship Type="http://schemas.openxmlformats.org/officeDocument/2006/relationships/notesSlide" Target="/ppt/notesSlides/notesSlide86.xml" Id="Re0926809a96744d1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18b7c5e0c49c3" /><Relationship Type="http://schemas.openxmlformats.org/officeDocument/2006/relationships/notesSlide" Target="/ppt/notesSlides/notesSlide87.xml" Id="R29ee9c61c2e1483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229bec9c94c23" /><Relationship Type="http://schemas.openxmlformats.org/officeDocument/2006/relationships/notesSlide" Target="/ppt/notesSlides/notesSlide88.xml" Id="R1bc7a27543214323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67563e6a14387" /><Relationship Type="http://schemas.openxmlformats.org/officeDocument/2006/relationships/notesSlide" Target="/ppt/notesSlides/notesSlide89.xml" Id="R3d494956da7843cc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a6b5975ce400c" /><Relationship Type="http://schemas.openxmlformats.org/officeDocument/2006/relationships/notesSlide" Target="/ppt/notesSlides/notesSlide90.xml" Id="Ra440b6881c864f1b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f8230654749ba" /><Relationship Type="http://schemas.openxmlformats.org/officeDocument/2006/relationships/notesSlide" Target="/ppt/notesSlides/notesSlide91.xml" Id="R56b5944dc36c48b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e7c60ff27483a" /><Relationship Type="http://schemas.openxmlformats.org/officeDocument/2006/relationships/notesSlide" Target="/ppt/notesSlides/notesSlide92.xml" Id="R5a2a53bc17ed4ca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c10867fd54b14" /><Relationship Type="http://schemas.openxmlformats.org/officeDocument/2006/relationships/notesSlide" Target="/ppt/notesSlides/notesSlide93.xml" Id="Rbcdcc80b896441e3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755ff56ad4482" /><Relationship Type="http://schemas.openxmlformats.org/officeDocument/2006/relationships/notesSlide" Target="/ppt/notesSlides/notesSlide94.xml" Id="R75ed41de617846fd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3f6adb7b84cba" /><Relationship Type="http://schemas.openxmlformats.org/officeDocument/2006/relationships/notesSlide" Target="/ppt/notesSlides/notesSlide95.xml" Id="Re83dbb3e308c4bf2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1379f29164d5f" /><Relationship Type="http://schemas.openxmlformats.org/officeDocument/2006/relationships/notesSlide" Target="/ppt/notesSlides/notesSlide96.xml" Id="Ra3dfd68c90d14bb6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2ee0bac5e4d0d" /><Relationship Type="http://schemas.openxmlformats.org/officeDocument/2006/relationships/notesSlide" Target="/ppt/notesSlides/notesSlide97.xml" Id="Ra29fef58e12841fb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eb1c42e7c40bf" /><Relationship Type="http://schemas.openxmlformats.org/officeDocument/2006/relationships/notesSlide" Target="/ppt/notesSlides/notesSlide98.xml" Id="Rd2b0da58212647fe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0fc311ed842de" /><Relationship Type="http://schemas.openxmlformats.org/officeDocument/2006/relationships/notesSlide" Target="/ppt/notesSlides/notesSlide99.xml" Id="Racf453ae9b9e4e05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01864beaa4c51" /><Relationship Type="http://schemas.openxmlformats.org/officeDocument/2006/relationships/notesSlide" Target="/ppt/notesSlides/notesSlide100.xml" Id="R7806a4209ecf4c2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13aee2a37497d" /><Relationship Type="http://schemas.openxmlformats.org/officeDocument/2006/relationships/notesSlide" Target="/ppt/notesSlides/notesSlide101.xml" Id="R7b8392e117d34b0c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db5b77a2847b2" /><Relationship Type="http://schemas.openxmlformats.org/officeDocument/2006/relationships/notesSlide" Target="/ppt/notesSlides/notesSlide102.xml" Id="R27dfa4e64c96437d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2d1b564f645a0" /><Relationship Type="http://schemas.openxmlformats.org/officeDocument/2006/relationships/image" Target="/ppt/media/image6.png" Id="R3be6f81c3e464595" /><Relationship Type="http://schemas.openxmlformats.org/officeDocument/2006/relationships/image" Target="/ppt/media/image6.svg" Id="Rad83e97c994b4cd9" /><Relationship Type="http://schemas.openxmlformats.org/officeDocument/2006/relationships/notesSlide" Target="/ppt/notesSlides/notesSlide103.xml" Id="R7e437b3843b34b9f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7c8b9be334e80" /><Relationship Type="http://schemas.openxmlformats.org/officeDocument/2006/relationships/notesSlide" Target="/ppt/notesSlides/notesSlide104.xml" Id="Rdb11fb2d55304a29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88021573c4cac" /><Relationship Type="http://schemas.openxmlformats.org/officeDocument/2006/relationships/notesSlide" Target="/ppt/notesSlides/notesSlide105.xml" Id="R9772aa0c2793430a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8ac4533b4f25" /><Relationship Type="http://schemas.openxmlformats.org/officeDocument/2006/relationships/notesSlide" Target="/ppt/notesSlides/notesSlide106.xml" Id="R84bb9c73f3ad4539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663f801424a5e" /><Relationship Type="http://schemas.openxmlformats.org/officeDocument/2006/relationships/notesSlide" Target="/ppt/notesSlides/notesSlide107.xml" Id="R67d243c7f1ed41dc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250a67c02463d" /><Relationship Type="http://schemas.openxmlformats.org/officeDocument/2006/relationships/notesSlide" Target="/ppt/notesSlides/notesSlide108.xml" Id="Rc9117288bee64a7c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c45bd20894929" /><Relationship Type="http://schemas.openxmlformats.org/officeDocument/2006/relationships/notesSlide" Target="/ppt/notesSlides/notesSlide109.xml" Id="Ra6b6dcd3fee7496d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0fdf5e15e43c9" /><Relationship Type="http://schemas.openxmlformats.org/officeDocument/2006/relationships/notesSlide" Target="/ppt/notesSlides/notesSlide110.xml" Id="R02f3ea95b31b404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3de2bc2de44f4" /><Relationship Type="http://schemas.openxmlformats.org/officeDocument/2006/relationships/notesSlide" Target="/ppt/notesSlides/notesSlide111.xml" Id="R3f12cfc251884d9a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3ee8f25c84e47" /><Relationship Type="http://schemas.openxmlformats.org/officeDocument/2006/relationships/notesSlide" Target="/ppt/notesSlides/notesSlide112.xml" Id="R0c3ccab375bd4cc9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352b80c054875" /><Relationship Type="http://schemas.openxmlformats.org/officeDocument/2006/relationships/notesSlide" Target="/ppt/notesSlides/notesSlide113.xml" Id="Rc9f3b642853d4a56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aeb8e37b5473a" /><Relationship Type="http://schemas.openxmlformats.org/officeDocument/2006/relationships/notesSlide" Target="/ppt/notesSlides/notesSlide114.xml" Id="R9a8f03568a644153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2ca2a183d4685" /><Relationship Type="http://schemas.openxmlformats.org/officeDocument/2006/relationships/notesSlide" Target="/ppt/notesSlides/notesSlide115.xml" Id="Rfc607de125ba4876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a7079113f4e0c" /><Relationship Type="http://schemas.openxmlformats.org/officeDocument/2006/relationships/notesSlide" Target="/ppt/notesSlides/notesSlide116.xml" Id="R8abf3fc8eb72416d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32e5e19c44073" /><Relationship Type="http://schemas.openxmlformats.org/officeDocument/2006/relationships/image" Target="/ppt/media/image13.jpeg" Id="R37081d0226174d56" /><Relationship Type="http://schemas.openxmlformats.org/officeDocument/2006/relationships/notesSlide" Target="/ppt/notesSlides/notesSlide117.xml" Id="R92b67c11132847df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228e145414b40" /><Relationship Type="http://schemas.openxmlformats.org/officeDocument/2006/relationships/image" Target="/ppt/media/image14.jpeg" Id="Rfb02de48d9414314" /><Relationship Type="http://schemas.openxmlformats.org/officeDocument/2006/relationships/notesSlide" Target="/ppt/notesSlides/notesSlide118.xml" Id="R8d99487ec8274dec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60e1aeed64661" /><Relationship Type="http://schemas.openxmlformats.org/officeDocument/2006/relationships/image" Target="/ppt/media/image15.jpeg" Id="R14e571aee74b4963" /><Relationship Type="http://schemas.openxmlformats.org/officeDocument/2006/relationships/notesSlide" Target="/ppt/notesSlides/notesSlide119.xml" Id="Rf2ff385ed0f3412a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c12e57b0a48b8" /><Relationship Type="http://schemas.openxmlformats.org/officeDocument/2006/relationships/image" Target="/ppt/media/image16.jpeg" Id="R6ebd467b04224be1" /><Relationship Type="http://schemas.openxmlformats.org/officeDocument/2006/relationships/notesSlide" Target="/ppt/notesSlides/notesSlide120.xml" Id="R1a9aee553e3740f1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38ebf15604b2c" /><Relationship Type="http://schemas.openxmlformats.org/officeDocument/2006/relationships/notesSlide" Target="/ppt/notesSlides/notesSlide121.xml" Id="R206f18210cfb402e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bc885dbf84825" /><Relationship Type="http://schemas.openxmlformats.org/officeDocument/2006/relationships/notesSlide" Target="/ppt/notesSlides/notesSlide122.xml" Id="R01896da8a4934bc7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40d66ddb14669" /><Relationship Type="http://schemas.openxmlformats.org/officeDocument/2006/relationships/notesSlide" Target="/ppt/notesSlides/notesSlide123.xml" Id="Rc53fa842307b468c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643b0b88c4723" /><Relationship Type="http://schemas.openxmlformats.org/officeDocument/2006/relationships/notesSlide" Target="/ppt/notesSlides/notesSlide124.xml" Id="Ra49b8d9c78a04163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451e256f249da" /><Relationship Type="http://schemas.openxmlformats.org/officeDocument/2006/relationships/notesSlide" Target="/ppt/notesSlides/notesSlide125.xml" Id="Re670e885b357451d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dafa0b3554671" /><Relationship Type="http://schemas.openxmlformats.org/officeDocument/2006/relationships/notesSlide" Target="/ppt/notesSlides/notesSlide126.xml" Id="R4e0d969bd7b14aa7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6f5d1d04e4bef" /><Relationship Type="http://schemas.openxmlformats.org/officeDocument/2006/relationships/notesSlide" Target="/ppt/notesSlides/notesSlide127.xml" Id="R69fce9f153de4a28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82887468e4db1" /><Relationship Type="http://schemas.openxmlformats.org/officeDocument/2006/relationships/notesSlide" Target="/ppt/notesSlides/notesSlide128.xml" Id="Rd56e34e82830466b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3bab6fc1d4249" /><Relationship Type="http://schemas.openxmlformats.org/officeDocument/2006/relationships/notesSlide" Target="/ppt/notesSlides/notesSlide129.xml" Id="R484429161e764c06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02266da524c5b" /><Relationship Type="http://schemas.openxmlformats.org/officeDocument/2006/relationships/notesSlide" Target="/ppt/notesSlides/notesSlide130.xml" Id="R0f5577fd6c9746a5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78b9c442042bd" /><Relationship Type="http://schemas.openxmlformats.org/officeDocument/2006/relationships/notesSlide" Target="/ppt/notesSlides/notesSlide131.xml" Id="R3ab1d19d7caa4013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da079730f42fd" /><Relationship Type="http://schemas.openxmlformats.org/officeDocument/2006/relationships/notesSlide" Target="/ppt/notesSlides/notesSlide132.xml" Id="R2de49ca33ded4da1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5248e4c414f09" /><Relationship Type="http://schemas.openxmlformats.org/officeDocument/2006/relationships/notesSlide" Target="/ppt/notesSlides/notesSlide133.xml" Id="Rf081f38880854b4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bac8fb2b34fa0" /><Relationship Type="http://schemas.openxmlformats.org/officeDocument/2006/relationships/notesSlide" Target="/ppt/notesSlides/notesSlide134.xml" Id="R72a4ea1759524b3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4e2480ec94b4a" /><Relationship Type="http://schemas.openxmlformats.org/officeDocument/2006/relationships/notesSlide" Target="/ppt/notesSlides/notesSlide135.xml" Id="R517ac9d768274249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63f741a0b4e95" /><Relationship Type="http://schemas.openxmlformats.org/officeDocument/2006/relationships/notesSlide" Target="/ppt/notesSlides/notesSlide136.xml" Id="R96c22aefb43a469d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02e813bfc458c" /><Relationship Type="http://schemas.openxmlformats.org/officeDocument/2006/relationships/notesSlide" Target="/ppt/notesSlides/notesSlide137.xml" Id="Re1c2a02897134728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e27083c8c4e7a" /><Relationship Type="http://schemas.openxmlformats.org/officeDocument/2006/relationships/image" Target="/ppt/media/image7.png" Id="Rd0f040925e9a489e" /><Relationship Type="http://schemas.openxmlformats.org/officeDocument/2006/relationships/image" Target="/ppt/media/image7.svg" Id="Ra9f42554271e45cf" /><Relationship Type="http://schemas.openxmlformats.org/officeDocument/2006/relationships/notesSlide" Target="/ppt/notesSlides/notesSlide138.xml" Id="R6a7cdf774ad045ba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2ee038b154526" /><Relationship Type="http://schemas.openxmlformats.org/officeDocument/2006/relationships/notesSlide" Target="/ppt/notesSlides/notesSlide139.xml" Id="Rba4ec33e97044587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9025f0172429f" /><Relationship Type="http://schemas.openxmlformats.org/officeDocument/2006/relationships/notesSlide" Target="/ppt/notesSlides/notesSlide140.xml" Id="R0cac924143de440f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1e136ce724e88" /><Relationship Type="http://schemas.openxmlformats.org/officeDocument/2006/relationships/notesSlide" Target="/ppt/notesSlides/notesSlide141.xml" Id="R975028f757ee4f30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78bd4703247cc" /><Relationship Type="http://schemas.openxmlformats.org/officeDocument/2006/relationships/notesSlide" Target="/ppt/notesSlides/notesSlide142.xml" Id="R088e4aa1f4ce46aa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00ce39bbe4e7f" /><Relationship Type="http://schemas.openxmlformats.org/officeDocument/2006/relationships/notesSlide" Target="/ppt/notesSlides/notesSlide143.xml" Id="Rf599b5e52ba34a73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2e8ebfbed4490" /><Relationship Type="http://schemas.openxmlformats.org/officeDocument/2006/relationships/notesSlide" Target="/ppt/notesSlides/notesSlide144.xml" Id="R4c4160f6d1d742af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c1c70312f4aaa" /><Relationship Type="http://schemas.openxmlformats.org/officeDocument/2006/relationships/notesSlide" Target="/ppt/notesSlides/notesSlide145.xml" Id="R9ead4ee526604a09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d3e33f39b4a54" /><Relationship Type="http://schemas.openxmlformats.org/officeDocument/2006/relationships/notesSlide" Target="/ppt/notesSlides/notesSlide146.xml" Id="R563e52cdd7354e81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0b85d4f43401e" /><Relationship Type="http://schemas.openxmlformats.org/officeDocument/2006/relationships/notesSlide" Target="/ppt/notesSlides/notesSlide147.xml" Id="R63cc245dfb7d4b0f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7a29b5bac4174" /><Relationship Type="http://schemas.openxmlformats.org/officeDocument/2006/relationships/notesSlide" Target="/ppt/notesSlides/notesSlide148.xml" Id="R409ed0abd65f4ce9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52a7ebfb342e7" /><Relationship Type="http://schemas.openxmlformats.org/officeDocument/2006/relationships/notesSlide" Target="/ppt/notesSlides/notesSlide149.xml" Id="R5e8ca38fe67a470f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ba9248be94d1a" /><Relationship Type="http://schemas.openxmlformats.org/officeDocument/2006/relationships/notesSlide" Target="/ppt/notesSlides/notesSlide150.xml" Id="Rca0c38fa53d84c72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3d9754f0b48ff" /><Relationship Type="http://schemas.openxmlformats.org/officeDocument/2006/relationships/image" Target="/ppt/media/image17.jpeg" Id="R3e32059c9d4a4ac1" /><Relationship Type="http://schemas.openxmlformats.org/officeDocument/2006/relationships/notesSlide" Target="/ppt/notesSlides/notesSlide151.xml" Id="Rebeba954756f42a2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dbfaee0eb4cf9" /><Relationship Type="http://schemas.openxmlformats.org/officeDocument/2006/relationships/image" Target="/ppt/media/image18.jpeg" Id="Rc52cf73a68cd42f4" /><Relationship Type="http://schemas.openxmlformats.org/officeDocument/2006/relationships/notesSlide" Target="/ppt/notesSlides/notesSlide152.xml" Id="Rfee6032ac6bc4a90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3a08ac03e47a8" /><Relationship Type="http://schemas.openxmlformats.org/officeDocument/2006/relationships/image" Target="/ppt/media/image19.jpeg" Id="Rc9b19be93c6d45ec" /><Relationship Type="http://schemas.openxmlformats.org/officeDocument/2006/relationships/notesSlide" Target="/ppt/notesSlides/notesSlide153.xml" Id="Re65bf859b16444d9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1994fb7624f0e" /><Relationship Type="http://schemas.openxmlformats.org/officeDocument/2006/relationships/image" Target="/ppt/media/image20.jpeg" Id="R9ab878804ebb4dc0" /><Relationship Type="http://schemas.openxmlformats.org/officeDocument/2006/relationships/notesSlide" Target="/ppt/notesSlides/notesSlide154.xml" Id="R2a3d53f12004419e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328319b334305" /><Relationship Type="http://schemas.openxmlformats.org/officeDocument/2006/relationships/notesSlide" Target="/ppt/notesSlides/notesSlide155.xml" Id="R49b5c60dc9c04984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ef271f90a4703" /><Relationship Type="http://schemas.openxmlformats.org/officeDocument/2006/relationships/notesSlide" Target="/ppt/notesSlides/notesSlide156.xml" Id="Rb0e2b3730ff64b02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e668a84f24455" /><Relationship Type="http://schemas.openxmlformats.org/officeDocument/2006/relationships/notesSlide" Target="/ppt/notesSlides/notesSlide157.xml" Id="R03c639a0bf634353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66080e6b94905" /><Relationship Type="http://schemas.openxmlformats.org/officeDocument/2006/relationships/notesSlide" Target="/ppt/notesSlides/notesSlide158.xml" Id="R85c6eb1f69424799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98232c67348f2" /><Relationship Type="http://schemas.openxmlformats.org/officeDocument/2006/relationships/notesSlide" Target="/ppt/notesSlides/notesSlide159.xml" Id="R4ed4eec3455b470d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2e6edcc9f4626" /><Relationship Type="http://schemas.openxmlformats.org/officeDocument/2006/relationships/notesSlide" Target="/ppt/notesSlides/notesSlide160.xml" Id="R59b0ffbb304f484e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a3a148fb3477e" /><Relationship Type="http://schemas.openxmlformats.org/officeDocument/2006/relationships/notesSlide" Target="/ppt/notesSlides/notesSlide161.xml" Id="R6e9f721e21584f98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42f44e1db4e1c" /><Relationship Type="http://schemas.openxmlformats.org/officeDocument/2006/relationships/notesSlide" Target="/ppt/notesSlides/notesSlide162.xml" Id="R20b28e25fabb48bd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54c2237d14bd3" /><Relationship Type="http://schemas.openxmlformats.org/officeDocument/2006/relationships/notesSlide" Target="/ppt/notesSlides/notesSlide163.xml" Id="R3f0684116bbc4af8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74e9d22d9434a" /><Relationship Type="http://schemas.openxmlformats.org/officeDocument/2006/relationships/notesSlide" Target="/ppt/notesSlides/notesSlide164.xml" Id="R70679e9201a74a5a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13694ae1647ca" /><Relationship Type="http://schemas.openxmlformats.org/officeDocument/2006/relationships/notesSlide" Target="/ppt/notesSlides/notesSlide165.xml" Id="Rdacf7d836f434a09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27efa9dc54fba" /><Relationship Type="http://schemas.openxmlformats.org/officeDocument/2006/relationships/notesSlide" Target="/ppt/notesSlides/notesSlide166.xml" Id="Rb166e5fb7f4d4620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06fe70b524ad0" /><Relationship Type="http://schemas.openxmlformats.org/officeDocument/2006/relationships/notesSlide" Target="/ppt/notesSlides/notesSlide167.xml" Id="Rb97b48f45e624262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64cc0f33b4744" /><Relationship Type="http://schemas.openxmlformats.org/officeDocument/2006/relationships/notesSlide" Target="/ppt/notesSlides/notesSlide168.xml" Id="Rfa314de8f82744bb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3839b0774ebe" /><Relationship Type="http://schemas.openxmlformats.org/officeDocument/2006/relationships/notesSlide" Target="/ppt/notesSlides/notesSlide169.xml" Id="R4f6515f221754ba0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547117cbb499f" /><Relationship Type="http://schemas.openxmlformats.org/officeDocument/2006/relationships/notesSlide" Target="/ppt/notesSlides/notesSlide170.xml" Id="R6e161b2ecf844e5d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7fcc9fb0948b5" /><Relationship Type="http://schemas.openxmlformats.org/officeDocument/2006/relationships/notesSlide" Target="/ppt/notesSlides/notesSlide171.xml" Id="R9887fea744c04d16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570c9e37c4ac4" /><Relationship Type="http://schemas.openxmlformats.org/officeDocument/2006/relationships/image" Target="/ppt/media/image8.png" Id="R64a6ffd870544cd9" /><Relationship Type="http://schemas.openxmlformats.org/officeDocument/2006/relationships/image" Target="/ppt/media/image8.svg" Id="Rd8ea89bfd8094785" /><Relationship Type="http://schemas.openxmlformats.org/officeDocument/2006/relationships/notesSlide" Target="/ppt/notesSlides/notesSlide172.xml" Id="R8fe4a585c44b4768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b7bd6afaa4e9a" /><Relationship Type="http://schemas.openxmlformats.org/officeDocument/2006/relationships/notesSlide" Target="/ppt/notesSlides/notesSlide173.xml" Id="Rd2861301601a4a36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27c0ad9374f15" /><Relationship Type="http://schemas.openxmlformats.org/officeDocument/2006/relationships/notesSlide" Target="/ppt/notesSlides/notesSlide174.xml" Id="R4b8a608bf02b4a24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12ba03af240e4" /><Relationship Type="http://schemas.openxmlformats.org/officeDocument/2006/relationships/notesSlide" Target="/ppt/notesSlides/notesSlide175.xml" Id="Rcfbbfa7c829647ee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e23efc9544504" /><Relationship Type="http://schemas.openxmlformats.org/officeDocument/2006/relationships/notesSlide" Target="/ppt/notesSlides/notesSlide176.xml" Id="R61eae0ca93204554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aac781ca24c92" /><Relationship Type="http://schemas.openxmlformats.org/officeDocument/2006/relationships/notesSlide" Target="/ppt/notesSlides/notesSlide177.xml" Id="Rdd9f95eb385645a1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ea8e483ca4ac5" /><Relationship Type="http://schemas.openxmlformats.org/officeDocument/2006/relationships/notesSlide" Target="/ppt/notesSlides/notesSlide178.xml" Id="Rb4b3e319e11c42c9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2f6cbe23f45dd" /><Relationship Type="http://schemas.openxmlformats.org/officeDocument/2006/relationships/notesSlide" Target="/ppt/notesSlides/notesSlide179.xml" Id="Rb52125abc1374c00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b987044454514" /><Relationship Type="http://schemas.openxmlformats.org/officeDocument/2006/relationships/notesSlide" Target="/ppt/notesSlides/notesSlide180.xml" Id="Rf2dcf693d5514fcb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9e5c0063246f4" /><Relationship Type="http://schemas.openxmlformats.org/officeDocument/2006/relationships/notesSlide" Target="/ppt/notesSlides/notesSlide181.xml" Id="Rddedf75662ec4979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d895320d246e0" /><Relationship Type="http://schemas.openxmlformats.org/officeDocument/2006/relationships/notesSlide" Target="/ppt/notesSlides/notesSlide182.xml" Id="R98303a7ad4df41c0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affb9620c4cf9" /><Relationship Type="http://schemas.openxmlformats.org/officeDocument/2006/relationships/notesSlide" Target="/ppt/notesSlides/notesSlide183.xml" Id="Re281894c0d044b8d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d6cd87d5d4801" /><Relationship Type="http://schemas.openxmlformats.org/officeDocument/2006/relationships/notesSlide" Target="/ppt/notesSlides/notesSlide184.xml" Id="R055bc4c8ff1a4f24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3db2d677044b0" /><Relationship Type="http://schemas.openxmlformats.org/officeDocument/2006/relationships/image" Target="/ppt/media/image21.jpeg" Id="R22ee296d3b7a48a4" /><Relationship Type="http://schemas.openxmlformats.org/officeDocument/2006/relationships/notesSlide" Target="/ppt/notesSlides/notesSlide185.xml" Id="R4b6234be7eee4d97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63139b2554eb9" /><Relationship Type="http://schemas.openxmlformats.org/officeDocument/2006/relationships/image" Target="/ppt/media/image22.jpeg" Id="R2f743db1f9f44562" /><Relationship Type="http://schemas.openxmlformats.org/officeDocument/2006/relationships/notesSlide" Target="/ppt/notesSlides/notesSlide186.xml" Id="Rc7f03eee23064649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ed38e51194cbd" /><Relationship Type="http://schemas.openxmlformats.org/officeDocument/2006/relationships/image" Target="/ppt/media/image23.jpeg" Id="R762065de097a442d" /><Relationship Type="http://schemas.openxmlformats.org/officeDocument/2006/relationships/notesSlide" Target="/ppt/notesSlides/notesSlide187.xml" Id="R3bf26a5e759248e2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9b12256dc4d86" /><Relationship Type="http://schemas.openxmlformats.org/officeDocument/2006/relationships/image" Target="/ppt/media/image24.jpeg" Id="R0fc7bd634a95489b" /><Relationship Type="http://schemas.openxmlformats.org/officeDocument/2006/relationships/notesSlide" Target="/ppt/notesSlides/notesSlide188.xml" Id="Rb9dfe9a9481f4418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f244f82e54046" /><Relationship Type="http://schemas.openxmlformats.org/officeDocument/2006/relationships/notesSlide" Target="/ppt/notesSlides/notesSlide189.xml" Id="R1df7294f718049d1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e595862df4c91" /><Relationship Type="http://schemas.openxmlformats.org/officeDocument/2006/relationships/notesSlide" Target="/ppt/notesSlides/notesSlide190.xml" Id="R374fb6d5520048a4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4a1b4c5324e87" /><Relationship Type="http://schemas.openxmlformats.org/officeDocument/2006/relationships/notesSlide" Target="/ppt/notesSlides/notesSlide191.xml" Id="Re2dcaa94d26349bb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ac425da8d484c" /><Relationship Type="http://schemas.openxmlformats.org/officeDocument/2006/relationships/notesSlide" Target="/ppt/notesSlides/notesSlide192.xml" Id="R4989550227ae4895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9e611a946408f" /><Relationship Type="http://schemas.openxmlformats.org/officeDocument/2006/relationships/notesSlide" Target="/ppt/notesSlides/notesSlide193.xml" Id="R331c2a0962ad4416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0ad9cbb2c4d20" /><Relationship Type="http://schemas.openxmlformats.org/officeDocument/2006/relationships/notesSlide" Target="/ppt/notesSlides/notesSlide194.xml" Id="R4e7fb2444d4c465c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a02375c4844b3" /><Relationship Type="http://schemas.openxmlformats.org/officeDocument/2006/relationships/notesSlide" Target="/ppt/notesSlides/notesSlide195.xml" Id="Rbc9cc9880a1a47d6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1785aa703479c" /><Relationship Type="http://schemas.openxmlformats.org/officeDocument/2006/relationships/notesSlide" Target="/ppt/notesSlides/notesSlide196.xml" Id="R5a523be6290c452e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0a2558dc14e93" /><Relationship Type="http://schemas.openxmlformats.org/officeDocument/2006/relationships/notesSlide" Target="/ppt/notesSlides/notesSlide197.xml" Id="R41e0ff14408e4f04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b6b52ff694a77" /><Relationship Type="http://schemas.openxmlformats.org/officeDocument/2006/relationships/notesSlide" Target="/ppt/notesSlides/notesSlide198.xml" Id="R4fd1ece7842e4200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9e79c4acc4e3b" /><Relationship Type="http://schemas.openxmlformats.org/officeDocument/2006/relationships/notesSlide" Target="/ppt/notesSlides/notesSlide199.xml" Id="Rb6ef850e89c74cf6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e531a06564330" /><Relationship Type="http://schemas.openxmlformats.org/officeDocument/2006/relationships/notesSlide" Target="/ppt/notesSlides/notesSlide200.xml" Id="Rc0f2e5dcc6b34c2d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322eae6d54cd7" /><Relationship Type="http://schemas.openxmlformats.org/officeDocument/2006/relationships/notesSlide" Target="/ppt/notesSlides/notesSlide201.xml" Id="R4ebb6840e9094e49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02ca740884e1c" /><Relationship Type="http://schemas.openxmlformats.org/officeDocument/2006/relationships/notesSlide" Target="/ppt/notesSlides/notesSlide202.xml" Id="R720789bcfdd34625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56d77836141c9" /><Relationship Type="http://schemas.openxmlformats.org/officeDocument/2006/relationships/notesSlide" Target="/ppt/notesSlides/notesSlide203.xml" Id="Rd41deb9d97304b6e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186e3c99c4cc5" /><Relationship Type="http://schemas.openxmlformats.org/officeDocument/2006/relationships/notesSlide" Target="/ppt/notesSlides/notesSlide204.xml" Id="R91478d625bb44caf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b7475cc6e4e6f" /><Relationship Type="http://schemas.openxmlformats.org/officeDocument/2006/relationships/notesSlide" Target="/ppt/notesSlides/notesSlide205.xml" Id="R66b213285cdf4440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df303d25b4263" /><Relationship Type="http://schemas.openxmlformats.org/officeDocument/2006/relationships/image" Target="/ppt/media/image9.png" Id="R526a76c7339b4c95" /><Relationship Type="http://schemas.openxmlformats.org/officeDocument/2006/relationships/image" Target="/ppt/media/image9.svg" Id="Ra08ca7a8fade4dc1" /><Relationship Type="http://schemas.openxmlformats.org/officeDocument/2006/relationships/notesSlide" Target="/ppt/notesSlides/notesSlide206.xml" Id="R41766c59815a4fdf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5a6e4fc65459b" /><Relationship Type="http://schemas.openxmlformats.org/officeDocument/2006/relationships/notesSlide" Target="/ppt/notesSlides/notesSlide207.xml" Id="R4f29b1308ca44438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bd03327354150" /><Relationship Type="http://schemas.openxmlformats.org/officeDocument/2006/relationships/notesSlide" Target="/ppt/notesSlides/notesSlide208.xml" Id="R49bcb2ef57b346cb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09d2d49584ac6" /><Relationship Type="http://schemas.openxmlformats.org/officeDocument/2006/relationships/notesSlide" Target="/ppt/notesSlides/notesSlide209.xml" Id="R34e69d7ab3734fed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b04f0cd454e46" /><Relationship Type="http://schemas.openxmlformats.org/officeDocument/2006/relationships/image" Target="/ppt/media/image10.png" Id="Rc0ea2c3af84b4015" /><Relationship Type="http://schemas.openxmlformats.org/officeDocument/2006/relationships/notesSlide" Target="/ppt/notesSlides/notesSlide210.xml" Id="R1220e84a5c504cf5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51ed1b50f482f" /><Relationship Type="http://schemas.openxmlformats.org/officeDocument/2006/relationships/notesSlide" Target="/ppt/notesSlides/notesSlide211.xml" Id="Re524b44532b3472a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b251d03c64e78" /><Relationship Type="http://schemas.openxmlformats.org/officeDocument/2006/relationships/notesSlide" Target="/ppt/notesSlides/notesSlide212.xml" Id="R118f84c91ad94c92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23e80d5744d94" /><Relationship Type="http://schemas.openxmlformats.org/officeDocument/2006/relationships/notesSlide" Target="/ppt/notesSlides/notesSlide213.xml" Id="Rb454f2cf065b4023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d34bd2649403a" /><Relationship Type="http://schemas.openxmlformats.org/officeDocument/2006/relationships/notesSlide" Target="/ppt/notesSlides/notesSlide214.xml" Id="R8680c83bd15645ae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c3c3aa5d544e6" /><Relationship Type="http://schemas.openxmlformats.org/officeDocument/2006/relationships/notesSlide" Target="/ppt/notesSlides/notesSlide215.xml" Id="Rd507a6249a544b51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a97521a88481d" /><Relationship Type="http://schemas.openxmlformats.org/officeDocument/2006/relationships/notesSlide" Target="/ppt/notesSlides/notesSlide216.xml" Id="R77957157fd854558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57b82521e41d9" /><Relationship Type="http://schemas.openxmlformats.org/officeDocument/2006/relationships/notesSlide" Target="/ppt/notesSlides/notesSlide217.xml" Id="Rd7dd84ab2e08411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fd8900ad84676" /><Relationship Type="http://schemas.openxmlformats.org/officeDocument/2006/relationships/notesSlide" Target="/ppt/notesSlides/notesSlide218.xml" Id="R9fa406cf3f754649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7228996864aab" /><Relationship Type="http://schemas.openxmlformats.org/officeDocument/2006/relationships/image" Target="/ppt/media/image25.jpeg" Id="Ra4de7aaec9a34ef0" /><Relationship Type="http://schemas.openxmlformats.org/officeDocument/2006/relationships/notesSlide" Target="/ppt/notesSlides/notesSlide219.xml" Id="R89db4bdb1d27447b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8dc4fb5864472" /><Relationship Type="http://schemas.openxmlformats.org/officeDocument/2006/relationships/image" Target="/ppt/media/image26.jpeg" Id="Rbd28d01131ba4910" /><Relationship Type="http://schemas.openxmlformats.org/officeDocument/2006/relationships/notesSlide" Target="/ppt/notesSlides/notesSlide220.xml" Id="Rc26cb3c1a2474a59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5c99311684c38" /><Relationship Type="http://schemas.openxmlformats.org/officeDocument/2006/relationships/image" Target="/ppt/media/image27.jpeg" Id="R0336045ab68944cf" /><Relationship Type="http://schemas.openxmlformats.org/officeDocument/2006/relationships/notesSlide" Target="/ppt/notesSlides/notesSlide221.xml" Id="R9d86551407f840d5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87ea1d7814716" /><Relationship Type="http://schemas.openxmlformats.org/officeDocument/2006/relationships/image" Target="/ppt/media/image28.jpeg" Id="R332a3fbe13474a27" /><Relationship Type="http://schemas.openxmlformats.org/officeDocument/2006/relationships/notesSlide" Target="/ppt/notesSlides/notesSlide222.xml" Id="R018253e9936c4c47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5672c271942f1" /><Relationship Type="http://schemas.openxmlformats.org/officeDocument/2006/relationships/notesSlide" Target="/ppt/notesSlides/notesSlide223.xml" Id="R3d3942b7a3b14a10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99def9bd04b31" /><Relationship Type="http://schemas.openxmlformats.org/officeDocument/2006/relationships/notesSlide" Target="/ppt/notesSlides/notesSlide224.xml" Id="R2d670cbfbd4943af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d0e9a1c7949f0" /><Relationship Type="http://schemas.openxmlformats.org/officeDocument/2006/relationships/notesSlide" Target="/ppt/notesSlides/notesSlide225.xml" Id="R4eb7c09cf0fd4edd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dd1cc053e4e4a" /><Relationship Type="http://schemas.openxmlformats.org/officeDocument/2006/relationships/notesSlide" Target="/ppt/notesSlides/notesSlide226.xml" Id="R615dc1cbfe474c42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6bd4cabf145b8" /><Relationship Type="http://schemas.openxmlformats.org/officeDocument/2006/relationships/notesSlide" Target="/ppt/notesSlides/notesSlide227.xml" Id="R1e3b8a0c39f545a0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2045ae65040b1" /><Relationship Type="http://schemas.openxmlformats.org/officeDocument/2006/relationships/notesSlide" Target="/ppt/notesSlides/notesSlide228.xml" Id="R4bb7c7274d04468c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eaffed6ba4174" /><Relationship Type="http://schemas.openxmlformats.org/officeDocument/2006/relationships/notesSlide" Target="/ppt/notesSlides/notesSlide229.xml" Id="Raa8058addd0748d4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af0889551476b" /><Relationship Type="http://schemas.openxmlformats.org/officeDocument/2006/relationships/notesSlide" Target="/ppt/notesSlides/notesSlide230.xml" Id="Rf3b0da54cbc94cdf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3dd82e8fa499d" /><Relationship Type="http://schemas.openxmlformats.org/officeDocument/2006/relationships/notesSlide" Target="/ppt/notesSlides/notesSlide231.xml" Id="Rd703bf485b754ece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7804b27d54f12" /><Relationship Type="http://schemas.openxmlformats.org/officeDocument/2006/relationships/notesSlide" Target="/ppt/notesSlides/notesSlide232.xml" Id="R3a4601bf330e4b93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657bd75264eee" /><Relationship Type="http://schemas.openxmlformats.org/officeDocument/2006/relationships/notesSlide" Target="/ppt/notesSlides/notesSlide233.xml" Id="Rf5e37ff0ab9e4190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8f64ab28f44b0" /><Relationship Type="http://schemas.openxmlformats.org/officeDocument/2006/relationships/notesSlide" Target="/ppt/notesSlides/notesSlide234.xml" Id="R9918916c41a2415d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d8a1f7e1447de" /><Relationship Type="http://schemas.openxmlformats.org/officeDocument/2006/relationships/notesSlide" Target="/ppt/notesSlides/notesSlide235.xml" Id="R2829dc344c69452e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b7055db3a4108" /><Relationship Type="http://schemas.openxmlformats.org/officeDocument/2006/relationships/notesSlide" Target="/ppt/notesSlides/notesSlide236.xml" Id="R198b0506f6ea43ca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9f7dd03f84c6b" /><Relationship Type="http://schemas.openxmlformats.org/officeDocument/2006/relationships/notesSlide" Target="/ppt/notesSlides/notesSlide237.xml" Id="Rf3c159de9a844ef5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01c8569d1495b" /><Relationship Type="http://schemas.openxmlformats.org/officeDocument/2006/relationships/notesSlide" Target="/ppt/notesSlides/notesSlide238.xml" Id="Rbb4a53811ded4f00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38b742b264362" /><Relationship Type="http://schemas.openxmlformats.org/officeDocument/2006/relationships/notesSlide" Target="/ppt/notesSlides/notesSlide239.xml" Id="R3ba75bb5ec3741e3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7a34094c841cb" /><Relationship Type="http://schemas.openxmlformats.org/officeDocument/2006/relationships/image" Target="/ppt/media/image11.png" Id="Rd9e21df3a8cd44ca" /><Relationship Type="http://schemas.openxmlformats.org/officeDocument/2006/relationships/image" Target="/ppt/media/image10.svg" Id="R6e93777c37594e0b" /><Relationship Type="http://schemas.openxmlformats.org/officeDocument/2006/relationships/notesSlide" Target="/ppt/notesSlides/notesSlide240.xml" Id="R12b772c8180c4fec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f2a05340b4dcf" /><Relationship Type="http://schemas.openxmlformats.org/officeDocument/2006/relationships/notesSlide" Target="/ppt/notesSlides/notesSlide241.xml" Id="Re164b7695dc94567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226bf78fe4978" /><Relationship Type="http://schemas.openxmlformats.org/officeDocument/2006/relationships/notesSlide" Target="/ppt/notesSlides/notesSlide242.xml" Id="Rf3fde9d9c7784fc2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5cd649da2425e" /><Relationship Type="http://schemas.openxmlformats.org/officeDocument/2006/relationships/notesSlide" Target="/ppt/notesSlides/notesSlide243.xml" Id="R912cc4d72fd44d3e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e870565b94bb0" /><Relationship Type="http://schemas.openxmlformats.org/officeDocument/2006/relationships/notesSlide" Target="/ppt/notesSlides/notesSlide244.xml" Id="R6ef9ba87ec5641e1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14e4370524461" /><Relationship Type="http://schemas.openxmlformats.org/officeDocument/2006/relationships/notesSlide" Target="/ppt/notesSlides/notesSlide245.xml" Id="R64ace33e73d84181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5248e924e475c" /><Relationship Type="http://schemas.openxmlformats.org/officeDocument/2006/relationships/notesSlide" Target="/ppt/notesSlides/notesSlide246.xml" Id="R8ab974b5d8d745fc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82b0a59f44028" /><Relationship Type="http://schemas.openxmlformats.org/officeDocument/2006/relationships/notesSlide" Target="/ppt/notesSlides/notesSlide247.xml" Id="R8125893cbad34356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6e65ec9a849cc" /><Relationship Type="http://schemas.openxmlformats.org/officeDocument/2006/relationships/notesSlide" Target="/ppt/notesSlides/notesSlide248.xml" Id="Rf87ec693e1d249a1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3e88ccfdb496b" /><Relationship Type="http://schemas.openxmlformats.org/officeDocument/2006/relationships/notesSlide" Target="/ppt/notesSlides/notesSlide249.xml" Id="R78e6a39087ba4081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62597aadb4e75" /><Relationship Type="http://schemas.openxmlformats.org/officeDocument/2006/relationships/notesSlide" Target="/ppt/notesSlides/notesSlide250.xml" Id="R6f5e4ac8239e4337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c6979bdf24982" /><Relationship Type="http://schemas.openxmlformats.org/officeDocument/2006/relationships/notesSlide" Target="/ppt/notesSlides/notesSlide251.xml" Id="Rfc9e416842d34cea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e2740be734a01" /><Relationship Type="http://schemas.openxmlformats.org/officeDocument/2006/relationships/image" Target="/ppt/media/image29.jpeg" Id="Refa2be1204a540b2" /><Relationship Type="http://schemas.openxmlformats.org/officeDocument/2006/relationships/notesSlide" Target="/ppt/notesSlides/notesSlide252.xml" Id="R7a95163ccbb04d25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5e64848874d2a" /><Relationship Type="http://schemas.openxmlformats.org/officeDocument/2006/relationships/image" Target="/ppt/media/image30.jpeg" Id="R99a7658985fb480b" /><Relationship Type="http://schemas.openxmlformats.org/officeDocument/2006/relationships/notesSlide" Target="/ppt/notesSlides/notesSlide253.xml" Id="R07c5d30246d54689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01807c3f640ad" /><Relationship Type="http://schemas.openxmlformats.org/officeDocument/2006/relationships/image" Target="/ppt/media/image31.jpeg" Id="R76ac310c7eda4aa8" /><Relationship Type="http://schemas.openxmlformats.org/officeDocument/2006/relationships/notesSlide" Target="/ppt/notesSlides/notesSlide254.xml" Id="R9087b4ecc98d474b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c8bcd8a994361" /><Relationship Type="http://schemas.openxmlformats.org/officeDocument/2006/relationships/image" Target="/ppt/media/image32.jpeg" Id="Raf91b969515e4841" /><Relationship Type="http://schemas.openxmlformats.org/officeDocument/2006/relationships/notesSlide" Target="/ppt/notesSlides/notesSlide255.xml" Id="R81b32e3607704f22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136fa19184c68" /><Relationship Type="http://schemas.openxmlformats.org/officeDocument/2006/relationships/image" Target="/ppt/media/image33.jpeg" Id="Ra9d5735a99ae4468" /><Relationship Type="http://schemas.openxmlformats.org/officeDocument/2006/relationships/notesSlide" Target="/ppt/notesSlides/notesSlide256.xml" Id="Rd5dcc65d802e437c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514de20294249" /><Relationship Type="http://schemas.openxmlformats.org/officeDocument/2006/relationships/notesSlide" Target="/ppt/notesSlides/notesSlide257.xml" Id="R9143c5e00d364592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0ac4646434ce0" /><Relationship Type="http://schemas.openxmlformats.org/officeDocument/2006/relationships/notesSlide" Target="/ppt/notesSlides/notesSlide258.xml" Id="R540b1dcb2ccb4615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7edce9bad4e58" /><Relationship Type="http://schemas.openxmlformats.org/officeDocument/2006/relationships/notesSlide" Target="/ppt/notesSlides/notesSlide259.xml" Id="Rcb1a65dfb77946fa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2473f50554603" /><Relationship Type="http://schemas.openxmlformats.org/officeDocument/2006/relationships/notesSlide" Target="/ppt/notesSlides/notesSlide260.xml" Id="R40282ce7b12044ed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168dac27a4c14" /><Relationship Type="http://schemas.openxmlformats.org/officeDocument/2006/relationships/notesSlide" Target="/ppt/notesSlides/notesSlide261.xml" Id="R3333590cb3c5460f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89323d6de4edf" /><Relationship Type="http://schemas.openxmlformats.org/officeDocument/2006/relationships/notesSlide" Target="/ppt/notesSlides/notesSlide262.xml" Id="R39a6e41dc8c44861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778125af1472b" /><Relationship Type="http://schemas.openxmlformats.org/officeDocument/2006/relationships/notesSlide" Target="/ppt/notesSlides/notesSlide263.xml" Id="Rb128d34c47ef4502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53e3e9894795" /><Relationship Type="http://schemas.openxmlformats.org/officeDocument/2006/relationships/notesSlide" Target="/ppt/notesSlides/notesSlide264.xml" Id="Rdf23e44a06204342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410632fac4ec7" /><Relationship Type="http://schemas.openxmlformats.org/officeDocument/2006/relationships/notesSlide" Target="/ppt/notesSlides/notesSlide265.xml" Id="Rc17d4f77c5f04d45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8e00dd9b04e35" /><Relationship Type="http://schemas.openxmlformats.org/officeDocument/2006/relationships/notesSlide" Target="/ppt/notesSlides/notesSlide266.xml" Id="R49da7b2c79cd44da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c4bc5dd644c04" /><Relationship Type="http://schemas.openxmlformats.org/officeDocument/2006/relationships/notesSlide" Target="/ppt/notesSlides/notesSlide267.xml" Id="Rcc843d9958ca4913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21b887b494f93" /><Relationship Type="http://schemas.openxmlformats.org/officeDocument/2006/relationships/notesSlide" Target="/ppt/notesSlides/notesSlide268.xml" Id="Rf13537aec7de4476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5ba4a817243c9" /><Relationship Type="http://schemas.openxmlformats.org/officeDocument/2006/relationships/notesSlide" Target="/ppt/notesSlides/notesSlide269.xml" Id="R49a5a9d817ba48cc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5ec77a88b406f" /><Relationship Type="http://schemas.openxmlformats.org/officeDocument/2006/relationships/image" Target="/ppt/media/image12.png" Id="Rcb364d8e172946ac" /><Relationship Type="http://schemas.openxmlformats.org/officeDocument/2006/relationships/image" Target="/ppt/media/image11.svg" Id="Ra5027ca6c25b44a3" /><Relationship Type="http://schemas.openxmlformats.org/officeDocument/2006/relationships/notesSlide" Target="/ppt/notesSlides/notesSlide270.xml" Id="Rb4385d9f780a45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2EA81-9C34-423D-B3E3-BC4C250F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D8946-3492-47DC-8566-DF2C7131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38F10-5F34-4AE0-BA59-F4D0DF0A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09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0E235-BFBC-490E-9703-96438B97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답을 잘하는 AI에서, 일을 끝내는 Workflow로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8FBB6-4A3F-420B-BAE4-4C43CA9D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ECD58-429D-4768-8024-56334C22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66AE2-5972-416B-9B84-BC8ACFA0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09:00-18:00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979310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BC2A52-83F4-405F-ACEA-64D4D61A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A890D-66BF-4B99-9DCF-4C2341A8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첫날은 점심시간이 14시입니다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4FA44-C386-4EED-B7A6-56A64E3F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3942E-BCD4-4735-BF2D-26FA2E8F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8729C-0719-42C3-A1E4-2E5E3A9E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BB3A5-9626-44AB-9AF4-5473BB64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d44a32fe54b06">
            <a:extLst>
              <a:ext uri="{96DAC541-7B7A-43D3-8B79-37D633B846F1}">
                <asvg:svgBlip xmlns:asvg="http://schemas.microsoft.com/office/drawing/2016/SVG/main" r:embed="R70bea932fdb64d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784C0-17E2-4FD5-9ACC-892FB015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오후 주요 일정으로 이번 주만 1시간 점심시간을 14:00-15:00에 운영합니다.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AB540-4C44-4C9E-8F13-D3499739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55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D2F03-A061-410B-9806-9263D468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11:30-12:00 쉬는 시간에는 빠른 점심 또는 간식을 미리 드시길 권합니다.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4A0EB-808F-438E-BF67-72931B76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12-13시에 점심시간을 드리지 못하게 되었습니다. 불편을 드려 죄송합니다. ㅠ.ㅠ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9A97C-4143-4D60-BB93-28F2C115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7E440-E315-4C22-90A8-91FEA536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09:00-12:00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B82AB-FABF-4BC3-8052-1550BCA0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E5770-9F17-4757-B015-841FC5F9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57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09:00-11:30 수업 (11:30-12:00 쉬는 시간)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4E1CB-85FD-4ED6-850D-CA79488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빠른 점심·간식 권장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9A451-31F6-4958-80DD-D8272DC0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575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22CC6-F091-45D4-9D66-47A4FE6B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5D44F-704F-463D-95C2-0B3744F2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12:00-14:00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483CF-D302-44A6-8A67-33D14DC2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99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30708-E331-41AB-B5A0-4DC06095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12:00-13:40 수업 (13:40-14:00 쉬는 시간)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FD097-1166-46DD-921E-F62FF7A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99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2시간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A5F84-8602-4C0D-8A7C-FDCF15A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00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A82BF-AEBF-4657-953A-B1E95B45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2A506-DEB3-480F-9AFD-9E7D75B9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39201-5798-44F7-9953-BCBA2FCC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62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12EB4-FD05-48A8-BE4B-870E5A2C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62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93A735-29C4-4C1B-AA1B-FBEE0458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24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이번 주만 14시 시작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EABC6-9790-4771-ADFF-63F9A5F8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5222E3-B521-48B3-B0B1-FCCBC026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0DA064-4E1E-4D72-AD36-800967DD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15:00-17:30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5A2CA-C480-4AA3-8066-D85015D4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71E5C2-1110-49D7-A72E-488D92A7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15:00-17:00 수업 (17:00-17:30 쉬는 시간)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0FD776-4210-4658-B882-53B0C368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2시간 30분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457239-DFDD-4F4C-B3FB-0D0713E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149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28F4B-708C-4C3A-AF84-E263909A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60B1D6-88A2-44BD-A2F2-F5FC71AA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D36B19-9BAC-46E0-9F29-7AC3357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67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B81E8B-8984-4E73-97A5-CF5451B4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67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질문·실습 복구·Exit Ticket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59CE8E-F813-4BB1-A110-D3583A5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67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쉬는 시간 뒤 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768FD5-21DA-4079-804F-A2771D6E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7052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FCF70B-A3FB-4AF4-8A25-A158F1FA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강사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3BAE9-5177-43AB-999C-7537F26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머신러닝·딥러닝·LLM을 거쳐, 지금은 Agent 제품을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F827E-5C51-4A21-81C2-41A57A9B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1D8C1-E1CF-40C2-9857-2BFB82F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2B9C5-4C4A-4521-B17B-D01B52B4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F7F16-0371-40BB-834A-C5FA38CD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94AAD-DB64-4033-A0E4-D5A6B457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 · 서울시립대/아주대학교 AI 부문 겸임교수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44E0B-0171-4CE1-9075-532F03FF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55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B1181-4990-41EA-B22A-989AB9C8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AD64A-A736-4884-BF35-69E4D08D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데이터·AI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A05D9-4A14-419B-8720-9BA3C30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풀었던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0B046-E4E2-468F-A8D8-5C207467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77195-4648-4EA1-B2FD-56EEB9B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금융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A27E9-A99C-43E3-B2F5-1963A8E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38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정형 데이터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AutoML·MLOps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70CDE-E0C1-4066-97E5-A48F9081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은행·카드·보험사의 예측과 의사결정을 자체 AutoML 솔루션으로 자동화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34518-FF17-4EA2-B34F-0ADB061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에이젠글로벌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ML Team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EF340-1B7D-405E-B04A-A0625A0E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4B8BA-5761-4001-81C3-E2D1A682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B4FD3-9922-465C-B008-1F6E148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의료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EF83A-B89D-4059-8A39-328EBD5B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대장내시경 영상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DL·CVOps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6FFF8-81DA-4495-BDEE-CDD07A29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실시간 영상에서 용종 탐지·진단을 보조하는 의료 AI 서비스를 제작·운영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9C61C-E386-4CDE-92FB-33D545CA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아이넥스코퍼레이션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 Engineer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10A1B-1BB0-4AB4-963F-86F19D44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76C86-0B71-4636-A154-B1CB8DB8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교육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64AE1-6FA1-4FC4-8B2B-4B03146A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말하기·글쓰기·상담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LLMOps·AICC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7E8A6-1068-4AB2-AB6E-133C265B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7만 명 영어 평가를 3-5일에서 약 10초로 단축하고 상담 전·중·후 AI를 총괄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1B614-B886-47A5-ADD8-DE84BAFA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크레버스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 Engineer·AI PM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5BE3D-39BE-418F-82F9-C74A367F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619BB-738B-46A9-86F2-2AC9FDA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2E6D2-94D7-4112-95DC-8C36F2CF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이커머스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243A3-E400-41D7-B6CC-FB82F952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고객·상품 맥락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Agentic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E64E2-78DD-4234-88CA-E5F82336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AID Chat·쇼핑 탐색·Voice·AI 해설·SEO/GEO 등 고객 접점 Agent 제품을 담당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11F7A-B3E9-46BA-B2BD-2E1BB21D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무신사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Agentic AI Side PM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8900F0-4741-4D2D-AD86-9E6F65A7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A81D22-AD04-4DF6-B272-3A90C74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BD9B4F-7C2A-4DE3-9B6E-4EDD2743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17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강의·멘토 · 2개 대학원 AI 겸임교수 / KT·Kakao AX / 연구 AX / 재직자·취준생 AI Native / 출제·심사</a:t>
            </a:r>
          </a:p>
        </p:txBody>
      </p:sp>
    </p:spTree>
    <p:extLst>
      <p:ext uri="{BB962C8B-B14F-4D97-AF65-F5344CB8AC3E}">
        <p14:creationId xmlns:p14="http://schemas.microsoft.com/office/powerpoint/2010/main" val="82999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833A0-E4D9-4B29-8671-5ED97FC1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796E1-3025-4161-A6D2-C371078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먼저 네 단어의 역할만 잡고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F0E25-8845-4623-8BB8-D1999DD9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9996-5D75-41C0-898B-CD24A9AA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BF4E3-21A1-443C-BEDC-C10532B5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8CB6F-5B0D-4136-BA6B-B3FC8EF2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F1D5A-0C43-4685-A7A8-D459DB58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6FF4D-781A-4908-A999-EE2E456C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8CFC7-8051-43EC-A9AA-0FA7A591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BD4BD-F4B7-4E13-9AB0-D7DE2512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ED6AC-D09A-4D7D-A362-93C19584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F355F-4D12-4360-A9FD-A63BAAC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D2A64-9759-4795-8568-118A37F8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8C81E-9DEF-4588-A2E6-111B5133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47AB6-7F1C-410F-B807-F865B61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6710A-55B9-4C6B-9022-5D7666BE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Large Language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74A3D-2D61-41A7-9158-4CBCBC60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83879-3F43-4E55-877B-8058191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449CD-BBB9-4B93-BF63-EA1AA989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6B5A6-6BF8-46B2-982C-F7F7ADEE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Goal + State + Tools +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F3F2F-4AAF-4787-AD7A-142CA451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8D043-2AA4-497C-B06C-AC610F7E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B6E3A-D823-48F6-8245-7AC84A44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B4108-F742-4616-AA30-B46F063C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AF84B-369B-426D-A108-94CDDCD1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Instructions + Tools +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61A47D-7658-455E-8FE1-808243C2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C10B12-D25A-4ADE-A6F1-3A25DCC7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2A58C-BDEE-4CC1-91FA-0AC88AB7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4262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E45F0-B02E-4DFB-8303-4B7E7408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40시간 뒤 남아야 할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67B43-0986-47CE-87E7-F950DAC6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3C4D9-E2B0-4AF8-9556-3B254B09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8C99-DC1F-40A8-B016-0332589C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4F251-8D26-4B92-8DA6-0E6FDC9C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CB977-A64B-4F7F-9910-CCE369D6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13018-0C0A-4557-8893-21D5C983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“AI를 써봤다”가 아니라 “검증 가능한 업무 Agent를 운영했다”.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57abf98304b3e">
            <a:extLst>
              <a:ext uri="{96DAC541-7B7A-43D3-8B79-37D633B846F1}">
                <asvg:svgBlip xmlns:asvg="http://schemas.microsoft.com/office/drawing/2016/SVG/main" r:embed="Rb7a9e05a84c74c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ABE48-ADB8-4207-9F7D-70FF6C20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EC150-27E9-41C6-945F-738041CE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2C8FA-AFEC-44A9-BE0B-1FFC16A6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4D119-39CC-4EAB-88C7-17441499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LangChain·LangGraph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23B7C-4E57-4C0E-B78D-BD21621F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30CC4-A343-4FCA-B399-9F66FD5C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Approval·LangSmith·Git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63E06-F26F-4BB1-9F51-8BA142C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14B20-3C56-4DBD-92A1-9D0458E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데모는 ‘된다’를 보여주고, 제품은 ‘안 될 때’를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789154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77DC5-D130-47C5-B514-0C72A7B1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7D6F0-E3AD-4D9F-AEDF-D7F06F62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49F1B-5D12-45FD-BBEA-AD8CC39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E1C2C-C34C-4FF4-AB35-E4C7E725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E7974-D269-4CCB-AEC4-C7BC3FC1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63B25-B179-4BA5-BDDE-83F1A7D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E5A43-9518-4921-8A39-AD39300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5388F-9BB0-4831-A90F-B00D1845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9A34D-38AA-488E-B3C4-10CAEE78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469F4-AD80-4E5A-902C-8693EAA6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A209B-356D-4A32-9A8A-D06E5F6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4A5A4-6EE2-4FAC-9D1F-3541632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4862D-62D1-4D8A-98C8-D1222A9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D43E7-0167-4A4F-99AF-114162B6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포트폴리오의 차이는 모델명이 아니라 실패를 다룬 증거에서 난다.</a:t>
            </a:r>
          </a:p>
        </p:txBody>
      </p:sp>
    </p:spTree>
    <p:extLst>
      <p:ext uri="{BB962C8B-B14F-4D97-AF65-F5344CB8AC3E}">
        <p14:creationId xmlns:p14="http://schemas.microsoft.com/office/powerpoint/2010/main" val="19991683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7D79D-7E6F-432A-BEF5-12BC98A4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023F9-BCE8-4807-BE3A-29F62521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네 번의 움직임을 반복합니다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C8A05-5592-4051-82C9-A11640F4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0D1F6-C497-4AE0-9825-DFDE2C32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74B08-7248-4D37-A1DF-CA0418D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D916A-C58C-4DC9-A16C-6EBAE60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FCD3C-55F6-4359-9642-D04C40D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먼저 보고, 그대로 따라하고, 일부러 틀려본 뒤, 성공 증거를 남깁니다.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9FA38-8507-4A8B-BA7D-15B32159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9D6FE-014F-4241-B829-89057BA1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5D5CF-6527-4A2D-BB57-5582D779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050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먼저 봅니다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669C3-1D9E-4875-B5FD-D5A91E7C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완성 결과와 클릭·명령 순서를 먼저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B901B-B0AE-4001-9DB3-598E4E1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622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A9CA5-8ADC-4D24-B66D-210A7162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A0E00-07EA-4554-8763-927167A4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34814-2C6C-401D-9176-C53D6A70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화면을 따라 만듭니다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1A9B4-4CDB-4487-BFEA-CE8B6F6B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432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단계씩 멈추며 내 화면과 비교합니다.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A53A1-9164-4EBD-BDF4-5318265F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63664-6AF4-48FB-A4B7-26DB7AFD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3CACD-44FB-4913-A2CC-3D330784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6BCD7-27DA-4BF4-AF69-E6AB5812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814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일부러 한 번 틀려봅니다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DD373-5F65-4C6D-8F5A-F609E75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14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입력값 하나를 바꿔 실패 메시지를 직접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A2D59-1280-48D3-A5BD-14FE71CC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38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401F0-5C3B-4194-89C7-88F49106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21BD1-2AA8-4ED7-B60B-E38EF45F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E2944-AB44-47A7-A71A-C453F7E0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9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다시 실행해 확인합니다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79DB2-BEBF-4A18-8ED5-C783968E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원상 복구한 뒤 test와 결과 파일을 남깁니다.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FED62-10D2-4A72-8FC2-2E1315A4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6030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A8B7E-09E3-4828-86A4-A42748AB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948D6-6EE1-48DE-9CB6-39E134E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막히면 “안 돼요”보다 네 가지를 알려주세요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7B1C5-8A3E-46B9-9320-C06E6229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4E220-A09E-427B-973F-834F7C2E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59D03-A096-49F2-B9AE-12639B02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BFED8-C30E-4627-9950-B8B91C4B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E9F7D-CF08-4046-AD35-D16DF31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733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ed07c13dc4cf6">
            <a:extLst>
              <a:ext uri="{96DAC541-7B7A-43D3-8B79-37D633B846F1}">
                <asvg:svgBlip xmlns:asvg="http://schemas.microsoft.com/office/drawing/2016/SVG/main" r:embed="Ra4e983bd99284f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19812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C1472-35E6-4C22-8004-DA7428A6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“안 돼요”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DC3D6-EE5D-4298-AE5C-3FDA6BD0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어디서부터 확인해야 할지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알기 어렵습니다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CC88B-65FB-49C6-A0CF-CB2B9A09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811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대신 아래 네 가지를 알려주세요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8340F-4BE0-4BBE-898B-3B7DC53B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71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D67D3-0490-4CA9-9225-34846007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71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오류 문장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1E4FE-B46A-4EDB-A9B7-B631CA2D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화면에 보이는 그대로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B4F68-E2C5-48A1-9A45-CC0D591C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07C75-A49B-46FF-A61D-34D3DADC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98FCB-2069-47D8-98E4-73604978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직전 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C6972-8F04-40B1-9B0F-FEE9C24E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누른 버튼 또는 입력한 명령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FF41D-07D7-4C74-9AEC-855122AD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286B8-21CC-41B5-9584-F7A9F2A2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D7608-9053-4C21-A77D-43224D8E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19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실행 환경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1DBF6-0076-4526-A303-B9CFBF3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운영체제와 Python 버전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57B9D-3983-4F73-BA06-8AB3C0D2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875B5-6D2F-4921-BD88-865C0917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434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2337C-D3CB-4196-88D5-546967FD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434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기대한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64B53-6929-4015-AA1F-C5ABB908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원래 나와야 했던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98DF4-B6E6-4E5E-AD79-FD293C92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006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EF1B6-DF40-4F56-9A7F-E757F37B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50AED-9765-44A1-8BD3-67C740B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예시  |  macOS · Python 3.11 · pip install 뒤 ModuleNotFoundError · notebook가 열릴 것으로 기대</a:t>
            </a:r>
          </a:p>
        </p:txBody>
      </p:sp>
    </p:spTree>
    <p:extLst>
      <p:ext uri="{BB962C8B-B14F-4D97-AF65-F5344CB8AC3E}">
        <p14:creationId xmlns:p14="http://schemas.microsoft.com/office/powerpoint/2010/main" val="2006825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2C66F4-1105-432E-AC80-F61CDE44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42469-CDA0-4DD5-82A6-89E2B5A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속도가 달라도, 다음 행동은 분명합니다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15BC3-FED8-485E-955E-E1DE439D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4F26B-29A1-438D-AA1F-5DDF8D81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36176-9F8A-4489-885B-8EAD43DD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E2FFA-3858-43EA-A635-2B8A31E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644AD-2A2E-4E51-BA06-DFDE6F30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빠르거나 느린 것이 아니라, 지금 내 상태에 맞는 행동 하나를 고르면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44863-92C3-4C59-BB30-9F7D7C3F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DAF74-D7D0-498D-8D5A-64B691A7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내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33F6-EFB4-4BAE-8DA3-D79BE65A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할 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D4982-47DA-4246-9E60-2B92E3C6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다음에 남길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CC125-5DCA-4F89-A40E-02D1062E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바로 다시 실행할 수 있어요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612AE-1EA0-447D-AFBF-76E5E75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혼자 한 번 더 실행하고 결과를 비교합니다.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05066-C578-4FF5-BB43-FD1CFDD3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성공 화면 1장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B6DFF-FCEE-4E59-B8B1-3283AABF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F5C6E-FFEC-46A8-B225-6AC6146F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891B6-677D-4724-A992-2296AA48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장표를 따라가는 중이에요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79158-0ED7-413E-A563-016792E5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표시된 단계까지만 끝내고 강사 화면과 비교합니다.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E55F1-721B-40F9-A8B7-E51FB2F5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단계 체크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E7625-742F-43D7-8A43-ECEC0C66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18631-E9BE-4E71-98D5-6D74C5CD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오류에서 멈췄어요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008D6-297D-4332-B8B8-0E7C32CE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81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채팅창에 첫 오류 한 줄을 남긴 뒤 복구 파일에서 다시 시작합니다.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F7D0E-1F8B-4DB5-B7F8-1AA71B67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문장 1줄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AE74B-C719-497F-BB2F-BB10A722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1004C-409C-4B28-943B-522907C2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2E419-760A-444A-AFFB-1B4B664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먼저 끝냈어요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9C1CC-3BE6-4148-A812-479AAA7C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053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입력을 하나 더 넣고 왜 막혔는지 기록합니다.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B215E-3CE4-40AD-B74A-7EAFBF36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반례와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A01C2-72D8-4210-945A-242BDB3D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610761-9E59-43B7-A90D-C3B27A6A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막혔을 때 조용히 기다리지 않아도 됩니다. 첫 오류 한 줄이 가장 좋은 질문입니다.</a:t>
            </a:r>
          </a:p>
        </p:txBody>
      </p:sp>
    </p:spTree>
    <p:extLst>
      <p:ext uri="{BB962C8B-B14F-4D97-AF65-F5344CB8AC3E}">
        <p14:creationId xmlns:p14="http://schemas.microsoft.com/office/powerpoint/2010/main" val="1411301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69506-821B-4C3A-92F3-8A591450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26D3D-406E-431B-8953-76D0F7E6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완료는 “작동했다”가 아니라 “다시 확인할 수 있다”입니다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0CD02-FDFC-4539-AAAB-56BB14E7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661A6-0CCA-4431-9386-F1D7D32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1D991-DCF4-4AAC-A26E-0732DEBA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44FF5-65DB-44CB-86BB-2E1D6023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A876-8CD9-4F3D-87CE-10CC9A3E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네 가지 중 하나라도 없으면, 아직 실습이 끝난 것이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0DAAF-4AA8-4A45-BA0B-A81FA07B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체크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719E6-3ED7-4229-97CA-26BCB5CC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C8D2E-DA4A-43DF-BCEC-C8A1C08B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72E28-143A-4CF9-B2D1-79DC62F3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파일이 저장되어 있습니다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A1E42-68ED-4E58-8877-68657A67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EE2FD-D9DB-4023-B980-AA38BE4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93212-D82D-4C51-9F22-7AECB997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명령을 다시 실행해도 성공합니다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3612D-99A4-43CD-A476-EEC5BCA8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215F9-1157-4BD1-BD1C-7B74B4D6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940FE-1AF9-4255-AAE7-D65BA9EC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또는 schema 검사가 통과합니다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A902C-93F4-4913-9806-BD5B8C9C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3299F-7FB8-4E2D-9185-5D439F0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AE0E5-52E6-418F-A858-9DBDE2B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왜 안전한지 한 문장으로 설명할 수 있습니다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AB561-AED5-44AE-8C38-5B4563EE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5816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3EC7D-FB2F-4CA3-A854-64C4F0B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6E0C9-F695-46DB-8CFA-8DAA037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다시 확인할 수 있는 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A6334-67ED-4231-B661-16915D0E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python3 -m src.day1_agent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status: SUCCESS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python3 -m pytest -q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9 passed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git status --short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src/day1_agent.py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D1DC4-1AE9-4024-957C-F76BD45A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8CB9C-9A7A-4B7C-8F9C-2FCE9A83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 남길 것  |  실행 화면 1장 + test 결과 1줄 + 내가 설명한 안전 기준 1문장</a:t>
            </a:r>
          </a:p>
        </p:txBody>
      </p:sp>
    </p:spTree>
    <p:extLst>
      <p:ext uri="{BB962C8B-B14F-4D97-AF65-F5344CB8AC3E}">
        <p14:creationId xmlns:p14="http://schemas.microsoft.com/office/powerpoint/2010/main" val="889428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FE2279-AF7C-46F7-BFA1-E0D33186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FCF06-F688-4F45-A582-18347F2B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완성 흐름은 이 네 화면에서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FAED1-32EF-47CA-A2A7-BAE26E9F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13D30-1EA9-48FE-84A7-6274A1AD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D5EBF-EE22-49BA-AF5D-5080C418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0A04E-86DF-41F0-A644-4BADE1E3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BB66F-6E3D-40C4-A0C5-6C5EC421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Agent 도구 → 저장소 → 실제 코드 → test 증거로 이어지는 출발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1C542-DE39-445D-BCA6-3176B244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721FB-625E-4382-A4A8-3C7DDF64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C2EF6-F4D4-42C4-952E-B701E235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893A1-C678-49D7-9C65-5ECD03FF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371D3-2EB1-4215-9E9B-97FBB1A1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DB49-887A-4AF0-88F7-9936CA88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4F961-DE68-4119-BC72-EC30295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IDE·주 실습 공간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43BB4-945F-4E70-B5BE-4EE4110D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코드·터미널·Notebook·Git을 한 화면에서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5174D-13BA-420D-AD76-8E3CD24E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PyCharm보다 가볍고 확장 기반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09515-1EE8-49F2-BCB5-CA88A40E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06835-AB2B-4F0A-A9F0-CA12A84C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64064-BD0C-4699-8C04-3DE5BE45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Jupyter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C9B28-F00A-4CAD-95C4-443C9B73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설명과 셀 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30961-C7DD-4A5B-A30D-247F255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 배우는 사람이 단계별 결과를 바로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8BC26-DDEF-46E3-B5A7-6F09031E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Colab은 설치가 없지만 세션·자원 제약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769CA-F7A8-4D81-82AB-15F8E6FF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F1934-904D-4ADE-9C07-15287C71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Git·GitHub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4D69B-80EE-4212-81A4-FBCFEC21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버전·포트폴리오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11A10-E3F5-4723-A73E-E4BD47CF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diff·commit·README로 완료 증거를 남김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80D4E4-C299-4B84-8094-9885685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Drive 공유보다 변경 이력이 선명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1DA73-615D-48F5-9843-59B49A5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DC89F-AD42-474D-BADD-CB565D1B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BE7113-8943-4268-A13B-9CA9AABF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Codex·Claude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FCBC0-6C09-40B7-972B-4A2193DE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Coding Agent·가속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3E721B-C2C4-4B86-9E55-C292126D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spec→diff→test 데모와 코드 검토를 빠르게 반복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AEF31-D0B6-4A54-A884-2A900019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도구가 아닌 선택적 Harness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70CC86-E6C6-4AA3-8D27-EFBDEA3B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5038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2D7EB-9070-4EFA-8278-5BBA80FA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6626B-BD82-42E2-9D45-6C760086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CCF5A-8E35-4603-8391-C8E15CC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9B6A3-4ED7-4E9D-AFD9-F7A78DE9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F1C55-B956-437A-8048-269C9240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F0CFE-5296-4806-AB60-03B19011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B07DA-71ED-4A12-BCF3-FAB83DAC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3C8FA-7E46-45E0-A452-7559207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3B9FE-4F77-4BF6-88E8-86653FA3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BC74A-E4AD-4E9F-8B81-47A9E4C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F9BBD-E7E8-47C1-B724-73FB7E00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44C04-7610-4FB8-9983-4622EB52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0311B-D716-4D5A-B4A1-F7E6DEC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9B468-965D-4450-BE8B-A7C4BFF0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505FC-BEE2-4964-8E42-6A44DA75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6D088-32E3-4804-8A1E-D3E2D06E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d07a5169c4777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509F5-F53A-4BF0-86C4-AE6417C7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1601172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EFD27-BF57-4F5E-B78C-0780EA5F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2D800-A9C4-4F84-BF21-8930FB15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4F18C-E5F4-4C2D-ADC6-21E0D00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6CDC1-8220-402E-9796-1953206D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3C1DD-EC78-40A4-A039-5024B95B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650D0-06FE-4C9F-A017-49D1CAFF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32FF3-24D2-4D2A-81F4-BEFE737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91D22-4E10-41AC-8EEF-AD5E88D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522FF-9D10-42FA-96D3-AB8B4D9C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2043C-8150-4C8B-98BB-8AB48384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729AD-0A5A-4521-B919-38BBDBC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5CAAE-4014-4915-9C85-1A9BC13A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795CD-65A4-46C8-AB77-696C4BD9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CF5A6-3C76-4429-BA90-8DAFCC4E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48E6C-DDF8-4786-83CE-15D489E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AD0EA-14B0-4329-805F-D35FD5EC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9c4973f8e43f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E6BBA-3E8E-4B89-98A5-84D4B451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18816667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3CCDF-5254-4CBC-B294-E26253FF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F4E7B-37D7-41B9-BC53-B19992E3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B53C2-EEF9-42CC-9D8C-29835F54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B3C8C-F88E-4E24-979A-1A1C7E16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22FC2-5F76-4451-8915-8B86FDE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45031-AD8D-4032-BE31-F007DF38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B9BC6-4EDD-415E-988B-8BD500DB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82428-0287-4E63-8939-F77B1A09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35FCC-10E1-4BCD-92F5-2C759E9D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CCC46-C895-49F8-9CC4-D3EF5C6E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B1E2E-5D40-4302-BA34-6FFD52C4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A0F83-2B53-4BD3-886B-BBC277AD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AC0F6-AE64-4528-9D5C-97D282B0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F1EF4-0B21-497E-979B-FAEC8EA0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464B4-F5E8-4A0B-B339-5ACE7534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38186-84D6-468A-AC5F-A9FB451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1fe4dae9c493a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F2243-0517-479D-A45B-C5A0BD0C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13492382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27FB2-D1F7-438A-878E-ACB12784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AE574-2BB0-47C6-9275-F920535D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AF577-977C-4DFD-9272-7317DCC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911E5-59E9-42DD-91E4-DDA7598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EBA02-9A8B-4717-AEA3-54D1A105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197F2-EC12-4C9C-98C0-83C67B93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67839-0BA3-4B84-894E-6CA1429E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C6F82-A1BB-4D3E-8886-7E4946B3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171D7-A5EF-409D-B1A6-43CB1E35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A956F-E335-486F-A9E1-4A11F2D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A0CE4-C46D-466F-9815-BF72D0F2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F3207-F06F-4AA9-BEC6-AE5D9E25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25A43-2B0F-4E27-95A1-327FB2BD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2AFDF-47B6-4D14-86DE-5CF83666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18D99-D31B-436B-98E1-8CD5973D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900CB-353B-49DD-AE95-443BB747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38fd18c6e4129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BB40A-3755-4622-A3A0-76042E55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16546451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7E5EA-0EE7-4111-884C-5E4B13CA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89E11-F608-4119-AC0E-198EA3DF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26E6-1CAC-4DC9-8D6B-A0DAB974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86051-5F36-4CE9-BC1D-EC80C034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9A6DA-8E4E-4638-9B1E-7FECA0D8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7044C-F0E5-4B75-A662-EFF50C9E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EC8BC-D208-4B2E-B4C6-218C9BF8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0780D-7951-4288-8876-81A05965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6C0F1-8250-4732-8764-5974DC6A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D0A6F-C8F3-4ABA-90F5-8A3BE1C7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D662C-567B-4EB9-9C92-F179593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72299-6752-4A31-80DE-D12BD60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59AF1-AE67-4F7B-B73F-DEC88A5E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8A5AC-A2D8-4238-B2BE-B3E4C0C2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117B8-7DBC-471C-B925-1AC58076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AD8C9-D8A9-4666-BDD1-2F3B3991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58D1-B38C-43F5-8D53-80F6A990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07022-61CB-467D-A69A-F8DDE9E7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4393683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A53B1-3B10-4987-94EA-2C98D3E6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C1606-EF02-49AF-9B52-240D76DC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35D70-7A64-4C02-A8FE-1AF92FD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04F91-147E-47C1-9B08-AA52F42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86ADF-C338-4E97-A2BB-411068A5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650F4-421C-4A25-9046-3AF5E6BF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4BD42-46A6-43FA-ABF1-DACB69C2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1E621-D482-4166-9B8E-50DC44BD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F4545-B6D5-453B-A6F0-7EEF75EA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4DAB1-AD37-4F81-914A-DA8076D0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FC957-4E48-4AC1-B287-57EF8023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23F85-BCC2-4191-BA7C-E72EBDD6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83028-12E0-465B-A1AF-06BBBD91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4E414-5F57-4124-B08B-A9841589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E1B0C-FE44-4E2E-96E2-AD5E37AF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168CB-B3D8-48AF-8665-3C4CE3D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AF318-73AF-4BA1-B8B4-C87613AF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49334-986D-4B92-8234-410FD33A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13459375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5AAF5-51D6-42AB-9F89-90BFC103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16987-02E6-4A69-8CC1-19155717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FF904-3B18-463D-B563-9963BE74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96395-0A4D-4FFF-AA29-8A02E4EE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D7FCF-1B53-4883-995D-84612C71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8B984-3B11-448C-8849-5C98A076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2DEE3-27C8-414D-A199-AF297769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A1805-0B92-446E-ADBD-6605BFD4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8BB89-F3A8-407B-995B-B2DE206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7ACFE-D611-416D-A0A6-1E84C89D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45EAE-7AB0-43B6-9952-8D6BACA9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82EE6-F14D-4884-B4C7-137ADED0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EF3A7-7A93-4C0A-BCB4-A61BCDF0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040D0-887A-4586-8CD7-818F0D2A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1EF08-D41D-4B5A-B9CA-3A7BC60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A5982-0E7A-48B7-85AB-FDC1D164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60B86-E410-4110-A087-55F70A1E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0BE55-5EE8-4708-BFA2-EA2CBBC9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5071369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5330F-8BE1-4EA8-BC8B-5298536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E3144-AAA6-413E-AAF1-A5D6495E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9B25B-4399-40F5-A2B2-DE10577B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E3E6C-BF87-4848-A2C8-ABF49C1A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81309-F4B2-4F78-A5BA-E05F418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B749B-5C4A-4007-BFEF-1F111D69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21CFA-143A-477C-A1D8-18D10DCF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E64DE-A23F-4D4D-8C2E-CFE80A47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D508-C798-45EC-97D6-538E911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064AA-5ABC-47EC-8446-FD180C8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1C511-7A25-48E2-8281-5B3684C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5195F-9327-4070-BBE4-A1A1B111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357B5-3690-4B38-B7E6-E0013C4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FA8BB-407C-420B-A7C4-3A076814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36D54-DFD4-40A7-8C3A-310FD8C0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C52E2-F4D7-4DAF-8322-312B2928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8F271-A0AE-4B2E-97E2-EF71B684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32927-F3D7-4ECC-BEF2-C2AF7A59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6196643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45368-276B-4496-80DF-4F710237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8A911-8D40-40DE-8735-7F91D3EB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ED97B-EB39-4C4A-9C3B-6091A016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C70EA-C403-4753-ABC2-A750799C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FEF89-2A79-427B-93DD-95517730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F332B-E142-40BD-90BB-81322650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0B164-A9F7-4437-A50B-BFC1266D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6FA2E-E048-41A5-ADDF-5A9A93E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90FE2-EB39-445F-A735-88CA8DF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화면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AD782-BE6A-4334-94B9-FDD903A7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1C68B-BB67-4693-B3F2-DB47BFF6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확인 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8E39B-7097-4678-9DD0-E075934F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ACC7D-85AB-43CB-BE74-67165C98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5E0B1-39E6-48C7-A626-D21054FF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69165-205B-4A55-8C91-6E80609B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지원 지점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B560F-59F8-4E66-87B5-F0F4A520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70569-2AF1-4D4F-9DDB-B40FC475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17007-E22A-4D38-B16F-230B3F35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9824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CD04D-9AD9-4BAE-9A37-24AA885A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ADF1B-5BAE-44B4-9CC9-833BDB53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자주 반복하는 일을 하나 고릅니다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32694-0841-4400-B294-0E8DFC27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D3032-B0C9-4419-8514-843A800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8D5CE-E4AF-41AE-8111-5A81BED9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5D706-2E3A-48C4-B1FA-1018CE86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B12C7-5EAF-4D44-BDBC-0142FE97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630CA-34E6-49D7-AE8C-7D3CCB13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70D11-9484-4121-98DC-DEDECB0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3FD53-70F6-460E-80E6-DCA08993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B3E87-2D14-49A8-9BF9-86E563F9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7CD4C-5069-475E-9EC0-580D6934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 정리·회의록 요약·파일 확인처럼 자주 하는 일을 떠올립니다.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0EE8F-5C07-4996-B6ED-674C5C7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E6911-C762-451E-B26C-8FF139D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C2920-4440-407C-83AD-BCB44A43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받을 자료가 무엇인지 적습니다.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FBE69-BDD5-4C0F-BFDD-85D89380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F5315-9C8E-4FEE-8057-9556EB9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77413-4788-43CD-B936-CBD16329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만들어야 할 결과를 적습니다.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50DC5-8B1D-406E-9A27-E1EF26A6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2DDBE-7EFB-4274-8851-CE0645FF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C625D-DFDF-4DC0-8BD3-C8AF4336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하면 안 되는 행동을 하나 적습니다.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7F19C-F823-4782-AADD-98B5DA76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C18D5-15F8-4AC3-93F3-28D3A831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33900"/>
            <a:ext cx="813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예시  |  회의 녹음 → 요약문·할 일 목록 / 자동 메일 발송은 하지 않음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BF3AE-8B64-401C-AEEA-3D745A35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CCE709-CDBD-4730-9241-43D58CB7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 1개 + 결과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5646886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5D77F-D9E0-41A0-9894-F0F6A6D9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DDC28-7309-4CAC-BF77-FDEC75BF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오늘 사용할 예시를 혼자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8F70C-014F-4FEE-8C6D-4ED7EFB8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572B0-FCCF-4D63-9241-2A92A941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1415D-0D42-4A03-8789-7237A2A6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93A2C-EC7C-41F2-85EC-8F140FFE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37000-09D5-4A27-98E6-E2A77D09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7587B-5278-4C34-94DD-9D10548E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6F6D0-9A18-49F5-B81F-C4DE298E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CEFB1-2F36-4B43-B6D5-FA7E1540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25752-FF0A-49EB-BA81-9AB1797F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B71F2-1EC6-4018-B1E6-3C9E5FD1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회사명·고객 정보를 뺀 반복 업무를 고릅니다.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3F735-7B7F-4BE9-946D-57B35933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337F8-06E9-4046-B737-66EBAB59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6E8EE-F587-47CC-A7E3-7D674FAA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제공된 공개·합성 예시 중 하나를 고릅니다.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710F1-9E4E-4FE7-9FA7-D6AE1BA1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6EDE3-5CF3-4EE3-BEFF-CE9F7E0A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88D88-66AD-4A61-8E16-256F328A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 자료와 원하는 결과를 한 줄씩 적습니다.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2563E-3768-42D3-8A57-C096295E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F3F22-72AA-46FE-8673-E0B4773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75C4B-2692-44DD-B35E-29A1634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이후 실습에서 같은 예시를 계속 사용합니다.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32CCF-4D99-42D1-9F78-7007D0C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9C1A2-281F-463F-B379-CDD0BB9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33900"/>
            <a:ext cx="813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예시  |  회의 음성 → 결정·담당자·기한이 있는 회의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DD4BC-5831-49AA-81FD-7669DA44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18B36-1FBB-4D2C-A77E-188F01C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내가 사용할 예시 한 문장</a:t>
            </a:r>
          </a:p>
        </p:txBody>
      </p:sp>
    </p:spTree>
    <p:extLst>
      <p:ext uri="{BB962C8B-B14F-4D97-AF65-F5344CB8AC3E}">
        <p14:creationId xmlns:p14="http://schemas.microsoft.com/office/powerpoint/2010/main" val="18608613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6BEDD-B179-45F8-B485-C094845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7EE8D-753F-450C-B114-B12524E3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7E56F-5EFF-427B-951F-5E8AD03B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014C6-E2BE-4B03-A73B-E5FA35B3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DAAB3-3CD0-444F-BF71-85BF3053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6032E-0AEE-4DD8-A137-F8E8BA2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7A628-E31E-43A4-993D-3D2658A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EE8F8-F0CB-4749-AF0F-CAFB0614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B00EA-9C04-4E6C-AC41-5CC96C43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9E735-E044-47FF-B713-08686DC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0DBA2-5F74-4EF7-B560-5133313B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36D59-9227-4277-95D9-4264386D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1E57B-DF96-42E3-B0CE-283BD76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CAC5F-CD46-4435-BE66-4AFA1FEE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2B262-A2AA-478D-88C2-9F5E147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B092D-EF1C-4465-8A6C-E86A8DAF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7A5EE-CAFA-4FDC-A4E0-1A157E1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B71A3-2685-4738-A37F-DA8C1BE4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C00AD-7AC7-471D-9E5A-B4D9B6B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42B6C-CC06-4FF1-9DB9-3DAD4C1A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99795-5DA0-44EA-8375-A0B04155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0ED63-5EEB-477E-A8C3-0267ABCB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2169D-E7A9-4F92-8749-3CE64041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F568CD-982B-40EA-B27C-A0CACD7C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8055700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E720E-26CD-4592-8BA0-F131AAA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326F0-FB00-4241-9CA9-7E625397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CAA71-BC6B-451D-9A42-B77FC038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71649-3643-4030-B858-7F945B7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CF330-528D-46F1-8066-16D1AC3D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E0D38-0CFC-4146-B1E5-A0899EB4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319A7-C76B-40D5-B01A-B0E247FA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70236-0B66-4F35-B0BE-4EB99556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822CF-4823-4AC0-BF4F-B07BC0F4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DC59D-A469-4FA4-AE16-3EE49472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0937F-BA2E-4407-84FC-1B9FE4AC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DAA45-6433-44EE-8720-6AD10C4D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96302-4911-4C97-BA96-CA372895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504DB-7B1A-4B30-9315-B574DCA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DDBBC-5838-44FF-96B2-8F945B48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FF052-D63E-457B-8E89-E6F7876F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6AF02-7AD3-4FC6-806B-083676B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D6198-F4D2-4E5B-87D6-DD9BD8A5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2253F-184C-4835-86B8-E3E3D481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0DA18-9BC2-4F10-AFC2-6CBE1D31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32864-A85A-473B-8B45-6E6866C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3801F-DE70-4B4B-A6F7-4ED666E9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09EA9-9997-40A0-9AE0-12A6204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7C31F-4548-4AC2-A745-33C43882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5055202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BB242-B0FC-4FC6-9C81-8D45465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9E986-0B5E-4ECE-B637-DFE2831F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44F8F-3917-43E5-809A-4A963763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53251-9EDF-4069-A524-813EF773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4D89C-4AC3-4C88-8083-AF7EB38C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AB9A9-F102-4C33-BF5B-D4877DE1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C76CB-D5CA-4A92-B2BF-D2E4CD48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71498-12BA-499E-AC14-107D3B23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E3030-80DB-428B-B2E1-E0B5DD01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42726-B467-4069-9224-0D6C3DC0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95C7-36CF-41FB-B02B-227404A3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613C6-6ED8-4B5B-B65C-DE59893F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73167-320E-4D09-81F4-910841E7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252A6-63A0-44F1-9EBD-89A090F2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C2E4F-5C70-4E8B-A5AE-8DB87622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019C9-B3D4-42E5-9E67-C4A63405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12724-18A3-4C12-BC89-25FD034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74E3A-CC82-45F9-8FC5-1FCF9640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3B794-68C4-447B-95BB-952CAAB1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C5DFA-0BBA-44B8-8AF5-37117147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54665-0E21-480A-86D0-DFE0C380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0502F-F54C-4813-9CBB-486F78AA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3CD64-E4CF-4941-B34B-2F8FF995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0D51F-32D4-408B-90BF-1C8691E7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E6821-C125-4F7F-9CB4-DD7C592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8024620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1A6B1-141B-4418-94BC-95F61000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E418A-9C65-4297-8150-E9D9E839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752D2-F0A8-4096-B49A-C6F31A46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929C4-8FF2-4F5D-A775-9EF51C51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21ABE-9924-476C-A35E-601FD5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C9B16-F208-484B-ABC4-A55ABD59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53F49-15A8-4C4F-AA43-9C5A47C9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2EE12-38D1-4B64-9593-1B89E171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4D269-ADC3-4F37-9BEA-DE17C1D3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74BBE-1E6A-4219-A881-78DCA60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6FE06-5BAE-4DA4-82D3-98EF7B79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3CAC2-76D7-48AE-BB88-203BB099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C62B9-B6F1-400E-A9C5-D6B8FD0F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F04F0-1D93-49A4-B327-3C2EB501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69146-8CF7-4135-B3FC-CBE565A3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BC377-9C22-4288-8A42-0BCFAFC0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7C1A5-72C4-471C-8513-D3316E5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D2245-B906-4FC5-8BBF-79851DBB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465A4-FA75-4174-8913-3D8E10E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ED12E4-9C23-4062-A095-DA7481C7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DE2AA-425A-4DBB-9C46-917153F1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A8249-64DE-4DEA-BB0C-1865B2D7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B1F5C-4F5C-4D1B-947B-6EA6BBEB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8E514-3A33-4DB1-8A20-F74FD04A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C2D83-1B04-4FE9-B0E3-040BF575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17999130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EFFD69-FCB9-4468-A065-14DAC3C6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E2793-83FC-4B19-8B5B-C75115D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4D085-9DF9-455A-98EF-08B06FA6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C98DB-BEC1-4D86-8D3D-DD20150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82A49-DBAA-44DE-AAB6-C9E39883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EA321-B619-4954-A7DB-0BD1E97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AD7B6-3E08-4A0E-8B82-619011D6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00580-4D3D-46B5-AB24-46DAB77A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2D871-2EB9-4478-85D2-3ABA7A2E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1AC9F-DA61-4700-8A6A-83F587C8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F35C4-1C48-4151-BB1F-EFE05AAC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D867B-79E2-4A1B-89F7-41F8255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1286F-1779-4FBB-8BEA-34A5B2F5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75462-D198-4F31-845B-3FBF1992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2A9FB-B0E2-405A-9E07-5EC9700F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C30BC-43A6-4B4A-AA3D-C832DC09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A0EFE-7259-4950-8EC9-2FC3C903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00338-2EBF-4E44-AF9F-A64C036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1F9E6-9DDB-4D4A-8FE6-9C9BF495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8A38E-0007-426D-B52E-3FCDFD5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B6BCB-4080-477D-987D-E7D5B3DF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53E58-70C2-4D90-83A4-81E51D88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92DC8-4CAF-4280-920B-DEE50031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7276E-C61C-4264-A4EC-B2DD1BC8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7DAAF8-0575-48E0-B1D5-D6672EF7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19076167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0FADC-7105-4BBA-B3C0-DBEC290B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1DC62-8F05-4DEB-AD5C-2C13F71E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BA911-7287-47C4-9BBD-4B4F18B1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74A56-2C81-41AE-85C8-7DECD2B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1DDFB-4E27-449F-B1B4-E31A56F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DFAE7-C4B8-4D9F-B80A-A63BF9AC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F61CD-3610-4B49-AACB-E655C790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EBB08-0BF0-4145-967A-40B32592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674B1-5C76-44C9-973A-8CD260C1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4395A-24EC-497A-A30E-6994415E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22BA4-CE8E-430F-901A-F2F0E9A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57BDB-3941-44A9-ADC3-75734575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6511D-0D42-4D56-ABE8-DA7B2F50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9B5B0-487E-45AC-BD81-5F0F95E2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9CEBE-92D5-4B85-96A0-4C3F1333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798A1-74B4-4187-8F2F-754D162C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3EB72-7170-4CB1-B10D-0DD5DED7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AF637-DC48-4AB4-B81B-12366B09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C23A5-EA7A-4E37-A00A-FBFCE46C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D52C1-F293-453F-BB2C-F831CB4E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01D2C-8FA4-4CB4-A0E4-9F7FC283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9E200-109C-453B-BD37-7099A136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275A4-16EB-4E8A-8C60-1F0027DF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2407D-7AA2-42F8-95B0-D8896BC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64CFC-A536-4CAD-91CF-883FA4E8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10761737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05D1B-4807-4FDB-B52B-B466376B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51B6D-F8FE-44C6-9BD3-459094FC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1 · 범위를 줄일 수 있습니까?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B04A7-DA23-4E98-A2CC-FACC4C69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7967A-6BE6-4361-98F7-4BF11329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E9B49-5A90-4D6B-865A-9D0581BE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5B8BE-4651-40C6-8094-2159621A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DD834-609C-4181-87E5-F28390D3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“회의 업무를 전부 자동화하자”는 요청을 받았습니다. 오늘 만들 수 있는 한 조각으로 잘라봅니다.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EB461-DC32-45E3-968E-B91F98EB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D07F3-C4E9-47A4-BA2A-D380115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7195F-54B2-40DF-969A-D621114E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한 명과 입력 한 건을 무엇으로 정할까?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E9683-D587-4F52-8689-84E7A86B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9238B-D789-4F85-9575-AA23102A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BC354-2BC2-4B68-A79A-95F58222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하면 안 되는 행동을 어디까지 막을까?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44F8B-371D-474E-8C5A-EFAD1897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87BCC-9784-474E-A0B9-60E09767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62F29-817B-4F21-A064-84D9BEC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완료를 증명할 파일·test·demo는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5256119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409DF-8165-4420-ACA8-3CC45847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C4DA0-1935-43C2-A607-478BBE57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C4293-ECD9-4B7C-954E-BECC3C3C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Calling은 실행 권한을 설계하는 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B9C4A-1613-48B2-9A80-27CEB5D5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53891-D511-4F82-9DCB-8BD2AD4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E900D-7163-4D38-BD9A-462FC5F7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모델이 무엇을 원했는지보다, 애플리케이션이 무엇을 허용했는지가 중요하다.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4C7DA-7B5B-4682-8670-97B230CC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94261-BFAB-44D2-BCB5-FD8D53DC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17420961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BB6EA-D283-4E95-9D58-5A49E595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481A1-AF2D-46DD-BC98-D62CC223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아직 실행이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96277-FF38-4E72-8D1E-AE610352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BCF94-E47C-41EA-8062-0414A116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111DC-B8F3-4AFD-8A13-84CB649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A6156-BE4D-47A3-947E-DCF7ED04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68F30-69BD-4E30-AB9C-BFB9410A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제안을 실제 행동으로 바꾸기 전에 누가 마지막으로 검사하는가?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22B76-F01A-4A38-AB46-E45F2453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9AC40-BC5A-41BD-97D8-1825C239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F1B2-F759-444D-864A-5687BCF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name과 arguments를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9B9C9-6356-4E19-ACDF-62034DFF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1C210-3E8A-4517-B6B0-CE692FEF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B8F7A-4016-4D71-9ECD-C1FFB9ED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required·type·추가 필드를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CEFF2-08E8-4448-BB30-AFD8468E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D3650-A59F-4F94-B3A8-0A032C16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2788A-696F-4D2F-842D-7A2AEF3D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allowlist와 workspace 경계를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729C5-0E81-4D81-8CFE-249BE297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6A774-6388-425F-B549-47772629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45051-01F8-43C9-9FDA-18819D30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등록된 함수만 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69421-59E7-4DBC-95EE-B86DAEE2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C8955-CB6F-4B56-B733-FD187332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E6673-12FB-49F7-A186-ADA99770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result와 audit event를 함께 남김</a:t>
            </a:r>
          </a:p>
        </p:txBody>
      </p:sp>
    </p:spTree>
    <p:extLst>
      <p:ext uri="{BB962C8B-B14F-4D97-AF65-F5344CB8AC3E}">
        <p14:creationId xmlns:p14="http://schemas.microsoft.com/office/powerpoint/2010/main" val="19332709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012DF5-5879-468F-A80B-2EC558D6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A6BAB-404A-4FAC-A09B-AA640ADE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알아야 할 네 가지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3CF30-FFE0-4161-92E1-BFA5000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D0150-35DA-43FC-A839-F3D4397A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2668B-9C77-4B73-9C50-5F6A0E42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4068A-72DF-4AE2-AACF-52A467AA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B393E-42D1-4145-8753-5C45115A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2197-0373-4404-B799-20B96562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15E24-E1C6-4E08-8648-9DF2AD4E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731A0-CF31-4A73-8800-48E8976D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477C2-E86A-42D8-A82E-CA84657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Tool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463D4-4BC0-4E89-AE63-2613F653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DA57F-806C-4444-831C-1AF7B10F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F4494-A3BC-4C40-A2A7-4A7F365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1CE21-CC6B-4FCF-99E6-3E6E6251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1D4A7-7ADC-4C61-B778-8D444FB9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C9761-943F-4B3D-B26B-8BF105D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B3E69-A270-48AE-8107-82682949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72EE0-E1F3-43DD-AA28-C8F9B96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2FF6E-B522-4762-8B31-98061A1B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Contract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7A22E-6BF3-4E5D-8D1E-0F8F85AD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395E2-0A0B-48BD-BDE1-85F4C700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0C052-8975-4F8B-A1B6-8BB4F535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CF969-BFA8-4A3A-A760-3F00534D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89DAB-4CBA-4CB0-999F-CB017F7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Side Effect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External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77E79-95E9-4441-9763-7AC8DA0F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5C871-0071-4E04-9FD1-BB4BFBE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86E498-FA6D-4AFB-B92F-218849A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56140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17CEC-5445-4F9A-9F07-BE3C0870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53DC0-A357-4CAF-B548-7C9F27FB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E0F7E-A9CD-43E1-A2CD-7F4B8A7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08BB2-8131-4BBA-898A-3D2FCBD0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0903B-930B-4214-8D26-B3B06991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77F04-6B7E-4CAA-A6C6-0B79B232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A16DA-0B49-4EB7-AEFC-4A3E5C4F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e4f82db1748bb">
            <a:extLst>
              <a:ext uri="{96DAC541-7B7A-43D3-8B79-37D633B846F1}">
                <asvg:svgBlip xmlns:asvg="http://schemas.microsoft.com/office/drawing/2016/SVG/main" r:embed="R5e51f6f75b634e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7EE1D-21B5-46AF-A8AA-96E19AF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EC0D8-418D-4CE9-A972-D20B9015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name·description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CB15D-4069-4CAD-B4F7-9980D4EC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E1E35-F7A4-4DFF-94A3-A3EF15B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arguments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D4839-00F0-43DF-859E-3DE6FE8F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6E642-963F-4282-97A4-2684BA4E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8EDA7-7171-4CB8-911A-F3832F4E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72EB0-ADB0-4136-8945-CD2F48CC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권한 설계의 핵심  |  Tool schema가 친절할수록 모델은 똑똑해 보이고, allowlist가 단단할수록 제품은 안전해진다.</a:t>
            </a:r>
          </a:p>
        </p:txBody>
      </p:sp>
    </p:spTree>
    <p:extLst>
      <p:ext uri="{BB962C8B-B14F-4D97-AF65-F5344CB8AC3E}">
        <p14:creationId xmlns:p14="http://schemas.microsoft.com/office/powerpoint/2010/main" val="4907696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0A3FF-9230-412D-9FD6-824C063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25ADE-3414-472D-8BA2-9B7E06FD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A2655-A359-424A-8F6E-FA2D8DB6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FF7F8-BCA4-4307-9903-277A441B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10FCA-C2DC-4373-9521-88474CA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C506D-5F47-4B61-8CFF-47D3F54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6FB8A-45F4-49D4-AFC1-4B3BE22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A0150-9A45-4760-85DE-15B492D0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8E695-AC43-4016-8160-B079F76D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D3625-2A6D-44C4-90F2-66C783CF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30DD4-4A21-4A05-A47D-0DA92031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9BD62-6720-456C-AEC3-B96086AB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104107476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8C76A-7E3E-48D5-BE87-A18CB6A5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43A11-589D-44BE-BB4F-96E535AA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2F809-B39A-4060-A3C0-DBD78AA6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6AA1A-F48A-4E6E-BAF6-875FEEB0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F85CA-066C-4FE6-85BB-DA655E9F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B6D35-2E84-42BD-AD76-BDB1051F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B0CAA-8B7C-4930-A7BF-D33B98AB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4A52B-7799-418E-A378-138F018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1A35C-0F0D-4A5F-9894-7A08486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TOOL_SCHEMAS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9EB60-8C5B-4496-BBB0-5B2E7A29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3F145-389D-4C40-9890-C0F155CC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1A68A-1328-40D6-BA2F-6CD49B6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A8744-4ECC-4539-B6FD-BC3B9F68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1662341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DF86F-CA07-47A4-ACEF-2EAFE36A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EE25E-0F5E-4210-BC48-84E97FD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58BE0-C77C-4810-B177-A7B4BD3A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FBB61-4188-4DF2-94C4-A1923150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B320D-3953-44E4-B057-31F4A188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7E04B-CFD8-4FA0-B616-888360A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29BE2-B77F-49FE-A2FB-23E34AE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C309F-D0EA-4306-A891-4A18C25D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DDC73-204B-434C-B490-9EC05A87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C1046-6DDB-464F-A9F5-147E21A9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59B42-5502-4A06-AF89-AE7E897E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C2433-CAB7-49C3-AB1A-6BF20EB7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65F04-B149-4A2F-A8D5-AE8D1620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14707-75F6-4FCA-BF10-B87AA828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오류 메시지도 제품 계약이다. 복구할 수 없는 오류는 관측되지 않은 오류다.</a:t>
            </a:r>
          </a:p>
        </p:txBody>
      </p:sp>
    </p:spTree>
    <p:extLst>
      <p:ext uri="{BB962C8B-B14F-4D97-AF65-F5344CB8AC3E}">
        <p14:creationId xmlns:p14="http://schemas.microsoft.com/office/powerpoint/2010/main" val="51333819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B8BC0-82E6-4948-8E62-11D7CE4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8AF99-65DE-48D9-8731-B8A49DDD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06C94-76D6-416F-83D4-679397E7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6887E-D77A-4476-A6A4-8EB247B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233FD-B7F8-47EC-93F4-1746EDD9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07512-D4D9-4B42-9EE2-7A262571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2B879-5BA4-437A-902A-73680C5E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5CC8C-1F50-4C23-BB5E-360CCF28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6AFB7-50EF-4FE1-957D-8404EF53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EF7CE-8F14-4C04-935A-F6040F9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F7B33-FF12-4ADC-BAAA-C6032C56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unexpected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2405C-AEC8-47D7-A3D4-5109500A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71DAC-FDA7-430C-919D-4B090238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4387446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DE5A9-3A1D-4D56-A4E4-4ABA84CB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AAEC9-8A20-4FF1-88CC-7F041C75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E010E-1BFD-4FED-B3A3-E275F74F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64CC4-BB85-4AEE-831C-C23451DA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FB403-B659-49AD-A72A-BFAF7CF2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9C491-61B6-4211-BF4E-C43443B2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B82F0-C006-4652-9FE4-43414FDD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5500-9162-4AE3-AEC1-0FCBAA57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276A9-6CC5-4FAA-B730-3978C0DD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E61A8-015F-4187-B193-9BE3ED39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6C561-9873-4E40-B555-8476E383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15242-28E9-4A04-973B-EDFE98B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D58EE-0AB5-4BC3-9E9C-BFC17B25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88AEE-ACDE-44DE-886F-F8865D3E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3681299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B33E3-D2BB-40C4-85C6-D090FC91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8E7A7-5C61-4969-A512-5035A11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89FB2-8C07-4B77-A0E5-714561A9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BD9CA-4617-4034-A7E8-43BD782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8E6BC-0D01-4F7F-ADB8-726DA4F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D467B-39ED-487E-9C67-70B24E73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2A33F-ED91-4821-A0DD-45B59C3E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25E3C-966B-48B0-9672-DDC31898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3DDC1-6C79-4737-935E-4AC074C7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read: 자동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7C696-7A85-42E0-A569-DD339E3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F5051-DEFD-4038-91CB-7E82786E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draft: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875B0-36CB-4FAF-B0C7-6E1FB6A4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24441-450B-4BFF-B3D6-C37CA9F4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14947241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100AE-D9E8-4B79-804D-DFE5A5C3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event가 설명 가능성을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75BF7-49F2-4727-8372-B5E4787A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23B56-3B12-465A-8F2C-2148215A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0C212-F882-40AF-95E4-F7395A6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DDA73-474B-4DEF-85AC-0F51741B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C1931-3F8D-41EE-874A-DDAD48D0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무엇을 요청했고 무엇이 차단됐는지 구조화해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2457F-9263-488C-A169-B64A3267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24A1A-5EC5-4C69-B378-FA3B9098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E884E-D769-48FD-9D64-53788F8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44C17-04DF-46DB-B327-3859385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tool·args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F71AA-A01B-4075-9C9A-B5A570D5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C130B-A70D-4EED-AF03-D6D2D20A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decision·result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6772A-C489-4B81-A2EC-4EC4704E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0C6DB-9929-4474-9CA6-CBFCE681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83F5C-2053-4397-9513-89FABFD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53A2E-1814-45D8-8788-0E2EF0CD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외부 쓰기 권한은 기능이 아니라 책임의 이전이다.</a:t>
            </a:r>
          </a:p>
        </p:txBody>
      </p:sp>
    </p:spTree>
    <p:extLst>
      <p:ext uri="{BB962C8B-B14F-4D97-AF65-F5344CB8AC3E}">
        <p14:creationId xmlns:p14="http://schemas.microsoft.com/office/powerpoint/2010/main" val="172524591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E6F28-418B-45F9-8E4E-8D2150B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E8048-459D-4430-B1FF-7402D1D3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B3E51-2224-43F4-AF70-9DF3260E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CDE5A-49CF-401B-800A-37A0D7F8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371C3-6FB9-427C-A6A7-90EC1675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4EEF8-BD2E-47DE-801D-92DDB0CB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B010D-D204-43B1-9749-862440F7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1DA42-CF3D-42A3-AC13-D5307D6D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CB38C-137D-4EE9-A6E8-363D80AE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70FB8-6108-47CC-95A1-8D30A763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FF89B-E816-4B99-9770-752E17B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DF156-81F4-49E8-AE4E-D945E43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5DD89-70D9-4D75-8E1F-EB8ECEEF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931C0-401F-4DEC-9AD6-1D2516B2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FCAD7-DB20-4A57-9434-9418217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69F79-D20B-4472-BD0E-61A6298F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9F780-5B3A-46F0-9527-D6E136A6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E701A-C446-4ED7-AE07-B7FD095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36C82-5747-4E36-A5D2-A0DC142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9A6D2-53AF-42D8-8EF1-517DE98A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A319F-EAFB-438B-BE49-90FB8CDB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C4B30-6EEC-48A8-AD90-75BB6619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78903785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16F57-B5DA-4D3B-B64E-89AE4EC7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40D3B-866C-4C77-BCEF-D6AC229D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FEE92-21D3-48AB-91C9-23BA1C8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7CE07-1BCC-47CD-9CD6-A79ED398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D102D-0528-4D28-91AC-CC9EA70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25FBE-0175-467D-83CA-E6D86976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775EA-C15B-422E-BB47-BF4012C6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EECF3-BC60-4D38-A57E-B0D5FEB8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43C6D-48B4-49C6-B7B0-9ACDFAC5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6C474-6C65-48A4-B749-FBE593D1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2EB69-4361-41F1-B5BF-70B6A73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F008C-46D8-4C68-A076-E3B86BE1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B847A-F6ED-485F-ABA0-C323B34D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B5185-C61D-4B59-A923-B3F55902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필수·타입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0103B-ABCB-43E1-BBF4-CBE6FF8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3B3F1-2929-415D-BD70-DEB2F90D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85577-E6BE-43D3-9BC7-1C3DB1E8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8EA52-6963-41F7-AE49-EB67C66F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enum·길이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424B9-1A0E-4CE9-AA90-6080393B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ABA53-8090-4FE6-AF86-524C878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7CD7C-1F4E-4A3C-9335-7AD1EFD9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AF3E0-CB9D-4F2B-82EC-B2EDF179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37701446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A5FFE-87E5-4456-A7ED-DDDCF00C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68078-FCDF-4E75-97CD-C9A148EA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94664-5380-4E19-97B7-5B0CF69F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F5C21-A58F-445D-890A-7E3A7DEA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D6480-07A2-4E19-8917-32DC74FA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6F5D8-4F61-4EF6-978E-E00C302D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25A5D-BF38-4E6F-9782-7099F6B1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0C212-3E15-4013-873D-CD046D76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2E1F6-7E47-40C3-848B-43EFA1C9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A4C1C-D167-479C-9BCA-91A454E9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9DEBC-5B11-40CE-BD89-53EA70C3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927E9-A2EF-4DB5-8E04-3BF00304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22C82-9F18-484B-96A2-F9899A06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B695E-2D02-4530-B745-A15109E6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19DE1-5D4D-44BE-AAD1-C82AD721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DB9B-329D-416E-BE2F-5C3E8A43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9BF94-3D3B-430E-B48C-DE8909E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7E594-4309-4562-97BF-09F4553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22139-11F8-4658-BE0B-600B0F9B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9AA90-9251-43B3-BB9E-72A54C88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464B7-9D78-47A7-910A-A64AE999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96FAB-2291-4230-9CDF-836EF986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20418627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291A9-37C7-471B-989D-7B86B01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CA6D6-48F8-458B-8542-3A7BC1AF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40BE0-3991-4BCD-9627-C4EF5EC4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8185C-0E02-4B61-B273-403E957E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DD077-DCA4-4BDE-A96D-A711FEED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D4437-9112-4DEA-B140-4FF5B69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DCEC1-F458-4512-A334-18163BA9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0FFEB-F203-4743-847B-D5FEAFA1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4CEF0-5AEB-49F2-B393-E49F747C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4CB86-F0F5-44CF-8645-5DC61C53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9736B-6D48-447A-8F31-8CD0AFC7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418ED-D66A-458C-BE14-A8BCC852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2CF23-8E79-4EA3-BAE7-D70FA653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51E9F-E7FD-424F-80FA-93A9A6E9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5A7F1-DD37-4A5E-B932-2484D0B3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80F71-6341-4552-8079-D576B5CF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4142F-129C-45F6-963C-60880507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5DB2A-91B5-4559-8742-EAF53616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3896B-13B2-418A-9D7E-FB5E4451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6752C-CEE9-4F99-AA9E-2738169A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F6CEA-C458-47B7-BE84-91BC100C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4AE4B-58F4-408F-9E78-5546207F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204442525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E7591-B8CD-4F32-AA4C-A254916D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C0F5D-0735-49E1-A769-87BF6FD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A2889-7F01-4604-A6FF-7026EBB1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AB366-2438-44D6-BD0E-07C2BF7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BBD18-879A-4E75-8489-318D4B16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0F197-B3C4-4EB5-872A-E9084424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B7D78-00B0-4149-8799-E98DEF70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21DB6-BE85-4E6F-BEEA-E3B27FD0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5C873-1B83-4F82-AA71-3842FF8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AFA99-8960-430B-8F79-0E057142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4D0D7-1528-4F8E-B8FD-88F182AC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70C9B-6117-40B6-97BE-F89A9368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75002-DBE1-48D0-8DF0-DC013AF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16FE0-1922-4E0D-A7B9-1B1707CE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367F7-AEA7-4675-B9F5-7CDA430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2C61E-5171-49B7-90CB-27299F8B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B976D-920E-4D40-A9AF-0D39691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A10C5-0D2C-4CB9-BD46-124E4056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94E89-DA78-460A-9270-3CB03A5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AA078-1B7D-46C9-AC4D-779C2B32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B3484-E6D0-4D0A-BFA7-D964312D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4451A-C1AC-4EFA-AEB7-2D5E6D8E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74362812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3E0123-6874-44A1-B486-827602E6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545D1-AF5F-409E-A681-A602F064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‘실행 허가’가 생기는 화면을 순서대로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03D8D-C8DF-483B-B86B-2CB5F720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23240-01F7-483C-B6EA-47F03275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B3A07-8199-40C8-8936-C5F0BD40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14402-7F08-472E-89C1-8AE1FC71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5EB9D-623A-4A6F-A21D-6F40D820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형식 → 인증 경계 → test 규칙 → 실제 통과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F7223-71E3-4AC9-A574-71370F31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E7B7E-723C-4F8E-8A5B-FE953D24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1F26B-911D-4589-9245-581E147A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요청·응답 형식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8BCF3-27F5-4875-86EB-B07230FA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base URL·payload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1FED4-3040-4F7F-92CE-C525F366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89CC0-DF1C-4372-AC67-37249E43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68AFC-A751-4EA9-9781-491383AA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71311-323B-4E48-8098-8E082F73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인증을 코드 밖으로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2BAB9-2FF0-40A5-A2F0-11890F1A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환경 변수·최소 권한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DBD24-B71B-4395-B84E-FDA0CB43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68A16-7768-4FF9-883A-E75EEA5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9A410-5F23-4360-85D6-ECB295D3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85107-D31F-4D3B-BA33-DD218F78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실패를 test 함수로 고정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59D7D-785D-4C7A-B2C6-81ACE795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assert·error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F25CD-03EC-4314-9AE0-C50E9756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FD905-38AB-4413-AF52-D457A086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048F9-1DB2-4438-AC14-DE92A1BA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D0B9F-AE0B-4F61-AD94-46DB59AC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정상·예외를 한 번에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DA5D1B-205B-4FFC-8547-2D5D616B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9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589B5-8B1F-49C6-A9FB-E8E3FBA2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564973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9AF59-C9B0-487F-A006-09A1157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863A3-5B90-42C5-BA05-2F625D2E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9A195-FDC3-46AF-BFA5-B9E2A41D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14656-966F-4D17-AFC5-C3C77C1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A03B2-09C0-4B33-BB57-DB674B06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6F953-EA1D-4AF2-9388-41795FF4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9E9B7-5372-47CC-B4CE-1F410308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C5B99-A7CD-4992-B123-84A0BDFD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A0AE6-ADD9-4762-81BC-952CB516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14EFB-B9BC-4DC4-A57A-25F4F152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5B919-5054-4D22-B890-9AFA8BAE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151C2-A747-4E81-B329-D47B5F8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3EA28-C7B5-4AB2-91A3-68EF5800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14715-790D-42E5-AACF-7A3ECCE3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29206-74B2-4EAB-A856-D00A3C22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B5F6D-6CD5-4F21-861A-CDFE2081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eaa21ad55443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B9710-5723-412B-BEAF-94E39823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35062018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6B5A7-FF81-4C48-8A1A-E802BA6C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D37A3-AE51-469F-A906-BFFDF3A9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B1E4F-7727-4E0F-B506-EFD39E4E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48C25-4972-4471-9E10-7FAFB166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7CFD0-3773-455D-A7AA-847D494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CA83F-C807-4FDD-8E0A-AB7F03C1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810D1-5646-4572-8CFB-7D542CDB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0A898-9A93-4859-AA15-F0C8E0E0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43E59-3638-4812-B358-08566F73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57CE4-5A96-4F04-AA85-22011958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41EC9-3F7F-49D7-ACDA-46D6FAE3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958E5-9352-4670-BB01-CC25C4F8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FDC82-2FEE-41C9-A9EF-10C45372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1E585-BE9B-48A3-84E4-D772696B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24F33-5EF8-47B2-9F15-E4BB78F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05399-0931-4FEF-8501-F27ECC2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1e5f8b1c64f8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DED5A-98E6-45EA-B1F7-1ADA6E16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7944123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0018B-036F-4414-8022-ADF63831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AE71E-6EB7-477C-AF4B-77D9DC2F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33C3D-E9D8-432D-8B9A-67C610E8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D93F4-277C-416B-9D80-139F42A8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2C104-45E5-4D27-8D0F-E0564EE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53E2B-E0C5-4202-96AE-EDA1029B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0D41F-CB60-44A2-9AF0-3A99B070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9627E-3F12-408C-AB55-070C315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C8175-E264-498B-B2FF-F2C94E4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681B5-AA14-4A82-A368-5DA429D9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C4DE2-935B-44E6-8908-808FA4F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4DBA7-F526-4C30-8725-6191CBC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C68D3-B6B7-47E8-B817-2339386E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813DB-421B-4D0A-A4C7-DB006E10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5DAC5-77F9-42D0-AA0F-F53E756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96149-2F8F-4C28-9D9F-CDE6FAAB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aeb9f10454b0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EDDA7-3E14-47E1-947A-EEC4EBBF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23178103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C0DA3-FEE4-4397-B705-5231323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D0234-14FA-43F3-AB40-DE2C6257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4FC2E-4F8A-4640-A693-E002FE3C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AAD35-B797-4ED2-842F-69DA454A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04A03-603C-498E-A1D3-3636246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F4853-8CDA-4BC8-8C4F-5AB58403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87B9E-29C0-4B83-AECF-E41EE80E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91381-53E1-4DE7-BB2F-2DE8073C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0E7A8-CA39-413B-93A2-60BC565C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 9개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A4544-B207-4040-BAB0-1C12C3BE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7A797-460F-4BF4-BDA3-4F78A690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AACB4-7E26-4B35-AC16-37F491D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5C596-6376-4F67-88FB-9CA863FE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78038-2598-43AE-8A9B-448EC5B2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B418B-E8DC-4B23-AE41-F8CC7AB5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30758-074A-42B6-8C2F-D9FC8E61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e528fabfa42fe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09271-7CD2-4B80-9236-0D994654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37586807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4B1F4-3D57-4E8F-90AC-5E19721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9E15A-B5FD-411A-B78C-9199D7E8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698DE-F7C3-4CCD-B325-8FC12A7A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010B7-CC7B-4904-9872-993DEBA8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6B8EC-5B39-484F-BF62-7E8C7C4C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74D6A-AA4F-489A-8377-10C01A95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4D7F5-3679-4064-B24A-33548C7B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EDF75-C36C-4AC1-AE45-1592763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77D11-5CE5-4B25-B483-5CE71BDB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60729-9E4C-4BAB-96DA-33CB21AE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C3230-EE29-471C-A25B-1492E7D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1E55B-512C-4C35-B581-A935FE48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8D2D3-FA84-416F-AD36-11A90567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5BA37-4D47-41F8-B11C-EE7698E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6E3F6-ADEC-4155-8011-9F21EEDD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80737-1881-48CB-B368-4286C7F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1D2F3-971B-47CC-B64F-BB021A4D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C57B2-D42E-4907-97D0-81E4303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172955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141FF-31BA-4CAC-AE0F-0C485BCE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B0BB7-83D4-43C4-9C6E-4DE78A5F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C630D-1A83-45B3-8BE9-25FA4231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0DFF6-0AEA-4419-B545-952D9FB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A0414-8013-4348-8906-93AAAABA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16B95-7BBC-4C93-B906-D0F0AD77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47B7E-272E-4174-A037-A9BEEB34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749FA-A49D-4F9F-837A-01A53A19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651B0-9A23-4EF1-ADDE-72F5BE4A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BDC04-9866-4762-8592-D372F62E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2ABD4-6560-469F-9AAD-C148B4F0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CB20D-DA6A-4BC3-A72D-4653C18B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D12A0-45C5-4661-8718-CACF4913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608B1-9252-410F-BFD9-B274BF5E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23B58-FB2B-4C1D-A520-7AC69D0D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1E56D-F5F2-4833-B901-23123D74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50AF2-547A-4C85-8BF9-E55345AF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7DC64-C3B3-43CB-87E6-78B679DC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109116647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D2536-4394-41A8-ABDA-3D2406D8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429B3-5C69-4C92-AA4F-F3A5DD5B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6BC6C-07BC-4374-97E3-F9090676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5C282-5DF0-4F73-BF6C-7C4397B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8E7F5-A449-4D44-A362-6636A0E2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68783-9BD9-41BE-AB43-1A5ADC3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629B4-96BE-42DE-BA88-CB10991B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DD9F5-9B28-481C-83FB-50D8E218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3D897-DA11-4021-A6E6-2AC0D339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68EA9-BCA0-4046-A68A-5A9C2ECD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10EE7-E08E-4D73-A0CC-3897547B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DDDB6-327A-40CD-B03A-DC75D8A6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AA0A4-D154-4D9C-8AF2-0F4B1F4F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8E01E-5152-4944-A710-1336E8AB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ABA2C-2A32-46FA-8CBC-9FE5A6BC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52524-289E-4AAC-94E0-8B1D160F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82FA8-E073-4DAA-ADC4-E881FC7A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DB92A-A3A7-4205-A941-73ED0C43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30582708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75ABB-03FA-4653-832F-6FBF8C3F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867A4-F32B-480D-971D-DA8FDFA9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2EC30-C8B3-46F1-9DD1-A77058FB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A29C8-EF34-4C47-BED8-D229BF12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B82F2-CE83-4E61-897A-143418DD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760A1-6F65-4282-B44B-5F96120B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B8C7E-B520-48F9-A0F5-5D3220E3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DB58B-5503-41B5-86A8-8A66AE06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FBB9C-53E8-4488-B4B4-6E2429D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F48DF-5A0D-4BC5-9DFD-590B8652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304D6-22FF-4999-AAC9-13A72B02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A594E-30AE-4585-8A9D-DBAE0BE3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D9373-458A-4CFD-987D-9BFD910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9BE16-5743-4A0E-BC88-46ACBCD0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A42FA-B5D2-41C5-8B29-0E4C933A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5BCB5-79DB-44C4-8C93-61715953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78F74-1E86-436F-9AF4-803FF810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EA4FB-9A76-4971-8E92-ADF812BB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329338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D11A8-4FA6-4B99-A527-50B238F3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00934-5A36-4BAA-85C7-C9D3783E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D327B-67E2-470B-A618-A6CF9E13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D3FAB-4423-4B41-A94D-3677DF13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43160-2480-43A4-A000-FE8AA7EF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A7A9B-855C-4D63-8676-A8A0E359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7200D-B0E3-404F-9778-8108E204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22478-4D69-4594-9705-B6AC4F4D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A5554-AECB-415E-B48E-65B4F57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정렬된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7E7F0-8121-4DEC-81E4-3413F7F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769FB-F1D5-4F36-B31D-497975EA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A2926-4436-441F-B938-6F875C33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B6512-BB2D-4FF5-A83D-3CC250FB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07277-2089-49BC-9D62-FF0D8B23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84FFA-7D6A-4297-8999-6B354B2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쓰기에도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15ADA-A429-4E75-B0F8-B4DF7DB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1B996-396C-488B-93FA-D9559A4C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3F769-7855-4DC8-98B7-578BE3EA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10121287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CE9AB-47BC-4638-A2BF-B121B003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1559B-B13A-43BD-A8A7-F1009F3C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6F109-11E2-4653-B20E-BDC29BF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00FBA-D13E-43FF-A4AD-FAAAB0E7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50443-FA7B-4AE3-A27F-15C90FD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7A174-1A62-4BDD-8551-B4D8D13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AC7A0-B769-4CF6-AA35-55AF62FF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A0840-3F28-420A-B5E5-076A2EE4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96719-F426-4239-9CA7-D9F70DB5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2A0A2-E1C9-4B9A-81DA-81074753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48579-923F-4123-BBAF-7244F80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0011D-3AF0-471C-B1B8-10C9D14B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A21BC-1017-4720-ADB3-047CC080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DA7FA-A85D-48D7-802B-D5D5CE7B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14B9E-4948-4F11-860F-941A6710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8B396-ED83-436B-BB99-6EBE56F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6D132-3B4D-4BDD-AE2A-F964DEB5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CBB77-0D22-4B50-871B-A6F0577C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27419-291E-484A-9491-A909463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A3701-1002-4E88-BB8F-4D15239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55FB5-CE71-4591-B5BE-3F495255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F4D65-7585-49C4-8B1C-3865689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EAB42-1C52-40F5-A234-E9436CC9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A6742D-C36B-47C2-99FF-F922E545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145830150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73C91-65E9-4029-B9FF-AD761A9F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1DEA6-7368-4D7C-8E52-DFC0BA41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8061A-0C46-4E79-9D4C-F956105F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BD039-32B3-4750-BE20-43C29B9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A6782-18B1-416B-A70E-C1C6579A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365C7-F0BE-4806-9590-1F978C06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1476D-B4EA-4CC9-8DF6-FF380AC4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2D668-0D12-4D1B-AE27-657775E0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7042D-0FE3-42BB-8CAC-531446DC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63BE9-E258-41B2-A93B-AE1F70F9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A13DF-1C59-46BE-9114-9BEC20D8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23EF3-D30D-40E4-B0DD-57EAC3EF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FC169-ACD7-48F4-8DC1-DA38AF67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DF228-DA05-43D3-A6D5-87FEEA39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5104B-1238-4842-8202-0478D3F7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DE57D-B0B7-42C3-87C0-0B4417F4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283C7-7C7C-4F8B-A536-A807C726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5F233-0E34-45A0-962E-9F87B271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F220F-3C1E-4E78-AF94-05FE09E4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DB070-5533-4871-BEDF-4E809A2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C4ADD-59E9-4672-A1CD-F6D75F6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9FD44-94BF-48C6-A327-5757C8A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22DD1-018C-4C15-B73D-1853DF47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0F81A-D9CA-422A-9515-3FFED01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51780290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6BC0C-2187-42D5-A816-6016C03C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31BC1-8BBB-4B9E-846D-1CC41005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E3FFF-1BDC-4E9A-B348-96E88258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11960-2910-4C06-9854-085AD0D7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6EDBE-F8D9-4E70-A4BE-71A49156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B5743-266C-4780-8B92-9479DA4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FE965-38B4-4C25-B208-84C4EC10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5CE0F-E8A5-45C4-A89D-3E2BC7F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06A49-0E22-4C43-8DE0-0C481686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2B8BA-F9B1-4C6A-B1BF-DDFB8A85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04F6B-8C6A-457A-A8BD-BBB91CB6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A6F32-EFBA-4E9F-A775-AC1B571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894D7-5538-41C9-9F3E-72153747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CCAC2-8C8E-4F5E-9466-F448DD17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4745F-BD77-46EB-96A8-EDB14FA9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0AC13-CBF0-4135-9FED-DF866F2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F1A3F-019D-4C8F-83F6-5845279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BB65C-A682-4442-B316-44800A6A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E2B27-786A-423E-992E-AD4A7995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57C58-3F64-4D95-AC40-85D08BD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C6A54-CE20-43CA-B455-13BCEF39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2C489-B8C2-481B-8CFB-1101C837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8EFCD-1884-4709-A21B-4145CA1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B86A2-7919-43F7-90C3-6306B14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163338273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C3046-55B3-4F97-8020-E7CCF62A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0112C-CB14-4C58-9332-EF275FA8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3F8F0-E58C-4AFE-913C-8B9845F9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3BBB7-5C0A-4AB2-87AF-3AE62CE3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BBAE6-7082-4CD4-8ABE-7873EAD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17F55-EAD0-48D8-8600-0AF3C839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D054B-01C2-4394-B1F0-1D10C4A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4F472-01A1-4F9E-8491-0EC572AE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DCD51-BE60-4714-85A9-AD04EA3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6802F-4829-4831-A3F6-C1B41961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DFB0A-11CB-4BD5-A5FC-648B6A72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9D0AB-610D-4267-A432-E285046E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C2E97-C21A-4260-BCB3-96A47979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44675-989F-43BF-9C14-3B44D9C7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7714A-9E71-4E7E-8182-8900B4A9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5FA00-C8D1-4C66-A20C-C5F2C38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7301D-C561-43A6-A5C6-86C8804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B3643-BFED-4DFB-B627-5829BD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F22BA-5F3A-4FD2-9202-9B7585BC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546CF-EA12-405F-B06D-83E72318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98036-19A8-4B4E-850D-B0DDEE3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CE6D9-C546-4A9F-AF97-DC99BC4E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7C1A4-4E19-4854-8C45-6FBC3D3D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38F8-6742-405F-8D54-95CE0688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73546589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163E6F-5C3E-41D5-8903-DBD54A0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1DC18-5CEE-4B66-A685-4C9D4F9A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4909A-8BA2-4EB9-964F-6E72D198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D5DE7-C5C1-4378-A127-8D0DEEB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EEB8F-66DF-434D-AB7C-2498219E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5B90F-85BB-4094-B9FE-7397B9FA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D5E29-BD30-4682-AF0C-F20D0412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EC0B8-CBD5-4F36-968D-5F78B835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8A207-16E5-4BD7-84DA-4F09EC4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2CC1F-2052-4E5E-95B7-5F01E27B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86A9C-F391-4C85-B769-1B5F3629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26E5E-A8C9-49D5-945E-70E0413A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A82F6-F106-4B81-9050-8F5D55DE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E8C2B-268C-4212-B66A-0C3C564C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B9B9C-C247-4CE7-858A-F3C0A300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89A18-EDC1-4C0C-B446-CCEF11B8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DF051-A15A-4928-924B-9BDF3776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34D36-D407-4417-83BD-78E03AA6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1731C-C215-4BAA-9A37-474FED4A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0342F-12DE-4B74-9AED-DF57B06C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B1374-A5ED-438E-96EA-F6908454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72099-66BB-4F61-A011-05A6CE37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426F0-2350-4ABE-9B35-5685F154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6FFE3-BE5F-4080-94F6-DCBBE52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94DC2-C0F3-4960-B467-8A7C71E2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156414007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866F3-2B34-4EF5-9F85-FDAA123D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FD74F-B77B-4D0B-B96F-44FDADA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8D13C-BBA7-49B4-99CD-4334397C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1A65D-A5A4-4AD1-AC84-8DDE9E1D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2AEB2-D00A-4F3B-9745-4F25775E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A6B02-D569-492B-B68F-AB777055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15D75-564D-4CCC-AECB-FE854002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603D8-A399-4467-B08E-71E45A06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6668B-B185-4D0A-BE25-24D456AF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3C741-BC45-4C97-B7C3-BA255648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36D84-BB3C-459C-839C-63CB6FC6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2B23B-900E-4BC7-8D79-A3496545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C7DEA-5EC4-4A69-BEDE-841501C1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A0220-C7DB-48DE-B377-7FBA8BAA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29D3F-EB58-41CB-8A00-8F313ACA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41E64-604C-40A0-83AC-66297311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A5B3C-FEE5-44DB-A133-EBC00B2A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28A56-D8CC-4F47-90EF-2A8F3923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DDADC-51FB-4C96-BE73-AB031FA7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D7DF0-6D04-4BA4-BC3A-9807F0D3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1B8CC-4473-454B-B014-8F3326EC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9DD49D-58E9-4771-88F2-9EF3FB09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C922D-B4FD-4B9B-9D84-A86A16BF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773C0-C5EB-4810-9B8A-E1148AEB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50BA9-630D-42D0-B6ED-483C6F28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184271621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7240FC-3903-45EA-A221-8DF75EF0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087DF-E16E-41E5-B121-2891B308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3F386-6DD0-4D0C-B4CA-33112F8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F4700-5E0C-4080-9319-0F78F40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6F4E6-11FC-45F3-91AB-A6045C8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347D4-D7FC-4CB7-A43E-42CF083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73DE0-2812-48DE-9D50-B3980D3D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AC57E-B173-48C4-9507-8BDDD6A7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CB306-A9AF-4FF0-94AE-5D70897C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D16BF-DED1-44D0-8F85-CC9D736A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B781F-47E9-4AD0-82DA-7E3BBC4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3E9F5-7C35-4DCC-9DCE-7A3AAB08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5AC33-F478-467D-BFEA-874E56D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B0666-77F2-45D7-87E1-1AA44F49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48FBA-567F-4EA1-9633-C88D8FED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034A7-4FD9-4FFF-AC15-F4170CB7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4A7B9-CA81-4F29-8211-8B65062B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9EC73-2C52-4A80-B22A-C38599FC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2BB5B-52CC-499B-95E0-141CDE92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3A6DD-4445-4719-B8F7-1EB1AEA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BD537-3E5E-4666-A8BF-6165B2AD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7099B-C795-48C9-A832-4C3715BE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51694-FAF7-435C-80DF-A35076D3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D1CD1-F0A0-42D1-AF3F-2F3AEF62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A01DF-5022-4A3B-8CE1-5F5304E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199390708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220F9-BA7C-4318-BFC7-7A479E67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FE6B9-DAB6-411B-A10D-529B65AA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D147F-A533-4A77-930C-36716DDD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97676-E388-4499-BA94-2F732850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0AA30-9B35-4C04-98A9-5A92EA3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5AA9E-7379-4D6A-AB6B-1955B968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7E756-FBEA-4C4B-8DCA-022DCB78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F7A62-372A-400C-A59C-D03EB55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8DF7F-5C8F-449D-AC0D-B619B02C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F95C7-C9CC-4BE3-9796-A33AD1C0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D899C-0C8C-4A1B-BED5-65AC9EBA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518EB-521C-429C-A20A-E5B7D3FC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BF77C-E270-48B2-9EBF-039977BB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6F5D6-2F05-44D4-B333-B1978F5B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A0B86-0E9A-47C2-B3D1-FC20F3BD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D6788-AF51-486F-B062-DA3749D6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982B5-905D-411A-9172-DD4E7247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A0214-C6C1-4091-ADCA-743FE965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5D945-3E33-4E86-A0A0-50AD0895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553A8-4A58-40B9-A58E-B82172AD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3BF4C-7493-4656-B9B7-FF87CB2A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281AD-5FD4-44EC-BD8B-A66D7955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2D16A-3662-4914-B875-8A2C41C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85417-F356-4CFA-9A3D-111423EB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D7FFF-E6B4-4FC0-B5C0-61B91A24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3576478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66680-5AD1-43ED-B3CD-12C49126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84C07-EE61-4952-B5B2-6EC52F7D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2 · 이 Tool Call을 실행할까요?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48F84-F612-4E44-883D-2A44AF19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7B91F-3AD2-48A1-A5CE-5267AB30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BC6E9-FCA4-4C41-B29A-1358AAAB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3D6BF-7AF5-492E-A43D-8BF4B74B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DA83C-4188-40EA-8700-D9F9BCD8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등록되지 않은 send_email 도구에 예상 밖의 admin=true 인자가 들어왔습니다.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E2DF6-ECD5-4D94-8668-F9EC9B8E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54AC2-73B2-47FC-BAB7-E4486955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CC3D4-9777-430C-B84E-7DC3525D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실행·차단·사람 검토 중 무엇을 선택할까?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F90E4-D3CD-49F0-9783-572A8AD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047B0-AC7F-49AB-95A6-9AB5823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AD187-166F-475A-83D0-8A77CC58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downstream에 돌려줄 error_code는 무엇일까?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B67C0-09CF-4BD2-A4F8-DD59DBC3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0F51A-5EF4-48DB-BD66-1051DAAE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2B11B-F14D-4A43-B6D0-B90D211E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event에 어떤 요청·판단·결과를 남길까?</a:t>
            </a:r>
          </a:p>
        </p:txBody>
      </p:sp>
    </p:spTree>
    <p:extLst>
      <p:ext uri="{BB962C8B-B14F-4D97-AF65-F5344CB8AC3E}">
        <p14:creationId xmlns:p14="http://schemas.microsoft.com/office/powerpoint/2010/main" val="9689136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A4E3E-81C4-4BF4-A3B3-B5F28FE7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E70E9-F605-421F-B72C-E9BCE926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23828-B82C-447A-9FF5-D91CF691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데이터의 핵심은 맥락과 책임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AA243-E89E-4506-BE24-13EF0779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실제처럼 보이되 공개·비식별·재현 가능한 한국어 자료로 프로젝트 범위를 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1CD20-84C1-4EE4-B447-B90485C9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56F73-734F-4BC0-BC8D-1950AF79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문장이 자연스러운가보다, 누가 무엇을 언제 하기로 했는지가 보존돼야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6989F-D11E-4115-A0F2-77D73969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B2F54-90B7-43DB-BFE8-B5FE40B2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19558720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551972-1F51-4BAD-8F2E-7568BB90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CAD12-1980-4775-8E3F-474EAD39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요약보다 먼저 근거 단위를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F22A2-333A-497A-BECA-555285EC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0EA72-68BD-47B3-9598-05A3CF37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02756-7DFB-4D12-AAB3-038A2FEA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ADC01-019B-4551-8285-F2370FC4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A3F88-2D9B-46DB-9212-87005584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그럴듯해도 원문 근거를 찾지 못하면 업무 결과라고 부를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CBDDC-0AEE-49A0-8633-4EC7736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9BE7D-3AC4-4CE8-A596-5B45239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FF5E3-EE46-4E32-84F4-D2CD3AF6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원문과 이용 조건을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01DC0-152B-47B2-B00B-40469924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3DCC1-45FC-4019-825B-C6A2062F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003B9-E9EF-4A31-ABDB-001746AC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발화를 segment와 timestamp로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E13A4-622E-4857-8184-A99F5C40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4BD8B-5E69-4521-B50E-7DC50D59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3AFE6-5B0A-4DE9-99C3-25C2E641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개인정보와 회사 정보를 비식별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AFDD2-51CA-4690-9FA5-481B913A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E87AE-3218-4A74-9D13-02316567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4194D-27E7-419B-AD2D-F0B60F2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결정·담당자·기한·근거를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0AC21-A2FE-4BDE-9FBC-56AEEC7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15610-AA61-4561-A5F7-D7A06485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6B1D6-DE67-4CC6-8042-1808894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대표 실패를 Golden Dataset에 추가</a:t>
            </a:r>
          </a:p>
        </p:txBody>
      </p:sp>
    </p:spTree>
    <p:extLst>
      <p:ext uri="{BB962C8B-B14F-4D97-AF65-F5344CB8AC3E}">
        <p14:creationId xmlns:p14="http://schemas.microsoft.com/office/powerpoint/2010/main" val="204676107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EE83D-0A23-47D4-966E-8B181656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BBB4-291E-42BE-B6EF-BD51A2A4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데이터를 읽는 네 가지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53957-04F1-4119-A370-CFEDDB4F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EE5D5-0351-436D-B880-2382CC38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44EFD-B486-4AF9-B071-0B423FE7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F2D19-4F81-46FA-BD50-167F102C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EC24E-AFE4-4A14-B006-F3D3B9CE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228D4-C626-457B-8C1E-35203E5E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343B6-86EA-4A28-964B-01856284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8D4C6-D49F-4EE8-BCFB-550ADA50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86A46-17A2-4713-AE69-8C006902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Speech as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B2DDD-F1DD-4DAD-9D27-7C78EB53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28915-C150-4B3D-9C6C-1D0B1E5C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BFE33-F906-401E-91B4-60A85ABA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04398-15FE-4C4E-90D2-95F86FF9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2963D-912B-47E5-A120-81542FC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Timed Utterance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6D8EC-F894-424F-9081-6BAFF2E9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92362-8E38-439F-9249-7DE7310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41.2-48.7초의 ‘금요일까지 초안’ 발화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370EA-A887-4395-B74E-69FEB3A4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BE662-A6A5-4D86-912F-7585A695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82AC4-FBE7-474D-99D6-09B8498F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90ABE-6D48-4323-81B9-B58AB0C9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6A5E8-308F-4863-B3B2-380DB859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DAD03-EF9D-430A-9C89-C78977CC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150B3-2A86-4968-AA53-3A979BD2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Source Grounding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97448-EFD1-4ABA-9DEE-90B40E6F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000EA-1308-4D9F-8FC5-AE16808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A14A5-50D8-4DAC-86C0-48F2303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880170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2F156-3326-4D57-BAD9-F9945FCB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171CE-36A9-4ED7-A2D1-EE0A8FD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9B376-B980-4083-B535-B3CB33B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435CE-E0D4-426C-9850-35D17976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D2671-900B-4944-86B8-399067EF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DA9F9-B8AD-41AE-8B12-2166925A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2AC92-A3F1-4C34-BAAC-38224D18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4a6622fc54954">
            <a:extLst>
              <a:ext uri="{96DAC541-7B7A-43D3-8B79-37D633B846F1}">
                <asvg:svgBlip xmlns:asvg="http://schemas.microsoft.com/office/drawing/2016/SVG/main" r:embed="Rd1bb180314c24d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2A7B7-6C1F-481A-91C9-7791C826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D94AF-D29B-4080-9FE3-2EDA3974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사용자·상황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D4EDC-8B91-46F4-9B24-E12F9961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FC082-21F2-4315-935D-E7C327B3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33A1B-41BB-40F8-B595-EE7EBA95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F2AC1-ADCF-4F4C-8188-D020309A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원하는 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710DA-3DC5-41DF-BA99-1C55D254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BFE10-094C-495C-AC8C-CC562EB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한국어 회의록에서 가장 비싼 오류는 문법이 아니라 사람·숫자·날짜 오류다.</a:t>
            </a:r>
          </a:p>
        </p:txBody>
      </p:sp>
    </p:spTree>
    <p:extLst>
      <p:ext uri="{BB962C8B-B14F-4D97-AF65-F5344CB8AC3E}">
        <p14:creationId xmlns:p14="http://schemas.microsoft.com/office/powerpoint/2010/main" val="10103428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576FA-8F89-4D72-988E-BD3E0A3E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첫 입력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854E3-B617-4293-A3CE-E13F600B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790AB-FC5B-46E9-B5A4-0E78A88A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23C2E-369F-42AB-95D3-438FA713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BCBC2-B99A-46D3-A934-9A52E32B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4A0AD-765E-4C96-BC12-22EE30F3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2-3분 한국어 회의 또는 정답 transcript 한 건으로 시작한다.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74F57-2B89-4E3C-A80A-8DCE8B8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3B9CC-AE50-4A10-9D1A-8A7E2EC4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21FD6-74C3-4108-A473-4761C1ED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C0E0F-1A35-4A1A-AB38-D4D38A6F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E9AD1-1FFB-4A6E-AD1B-4E3412B4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AB4FE-8B6C-48A2-A2F5-C89DCE73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387657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D7B69-805D-45B0-A205-DF40FA0C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8D4DC-5E76-4771-8A90-CC4A5A13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08C30-D18A-4785-87B1-13F7506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F3BAF-2F87-4C4F-8E43-90A04174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42CD7-00EE-4D48-8A88-DFEC1FCE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9119C-4416-490D-A8F9-C0B86A4F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733E7-09C5-4CD9-A5A7-2C14DC2B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AC5F1-AC13-448A-A18D-013C5B5F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B50E9-C964-41C1-862E-43D9A501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생략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B8664-16D7-4946-8F55-E9294AAE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F7ECB-0887-416B-8B93-7AD27BEA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주” 기준일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A4F1F-5432-441F-BC71-1D667949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49C4B-DA9F-4414-AD51-6C8069C9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제품명·약어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1E076-383C-4205-8746-1DEC4DF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D2B2F-0780-4EB0-9E31-C71756EA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54483002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973B4-95A6-49C4-A3B3-A8E04077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3BA17-38C4-4C69-9132-6550581C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5C008-0B0B-4B58-98B5-C3F27181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BC595-5EF6-4389-827C-559533F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14122-5525-43AE-B992-5F1FA4C2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52661-D651-4D63-8B51-87B2E3F3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1DE38-948F-4E6B-96C9-6977399F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BF2E8-497C-4EB6-AA54-0AD48A8C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23D9-1595-41C1-B2CE-9C8FC1F7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39D14-DB67-41BB-B1E1-6A6FCDAD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01E80-3BE8-4EC2-A43E-65F777C6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46F1B-F122-4E59-AA82-606520E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E0E59-45E8-4E43-A4A2-B2586F68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BF3A3-A320-48CC-8477-26872E2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78B5F-D63F-4193-857F-0DCB69A8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51372-6E11-41F2-9BB5-37EF4591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공개 데이터는 무료이지만, 사용할 수 있는 맥락까지 무료로 주지는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52459865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C64F5-8749-427C-BD22-E2A5E6AF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C6B59-32EC-4324-B43B-3C395C9A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A75BA-32F9-4142-81AB-87B577F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A3A3B-22DA-4879-B85A-FC3EC531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ECAC7-7BEE-494C-81A9-291DDA37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71C1C-369F-4C44-AE3B-251DF5D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296FA-AE23-4A8E-87DF-069D4528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30F15-0A97-4F26-A4FF-9660CA5A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947A8-BEE1-4F0C-B8B5-64A2F4E9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D4674-20A9-4616-908A-96AA7987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45F11-0A35-41DD-8805-F5A66A51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45E5F-ACA5-4E9F-9BB7-1A3D9812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AFFAD-35DE-484D-A783-AACE10C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85A45-6ED0-4914-BC3F-2BD753F5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02E34-E4D0-475F-AE09-9C459DA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205469556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A3F63-C6A2-463D-937F-C697FF5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0B706-7C85-4096-AE80-BC6CB5B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EC468-7E64-40C7-89C5-CF35AC3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20B40-D185-4DA6-97BA-EA9B9D5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203B7-0999-4C24-BA83-012C566E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D972A-548C-4252-8094-66066A50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DE3AC-A17D-4B12-9D97-378C5B32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8B58C-9F57-4608-A018-8E83F541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23CA5-DEAB-4E3C-B03D-FA098737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2DF2C-AB1D-4034-BB00-4903CFE8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F45CA-7795-4D58-9FD4-CC3E4CD0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7612E-08CD-4DA0-8BDC-DF5B1C17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E8628-449A-4F0E-ACFC-BE031BF1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7E69A-168F-4165-B024-410B688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24001711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9A46D-A8AA-4E77-8FFE-C16E95F5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12A9D-C487-47D7-B44C-C3A2A275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39523-6F07-46A7-99D6-48039649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41B72-6DC1-40D0-A87E-68035382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F624D-82C8-4F7D-A21E-925EA01D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3F808-F93C-4D10-9676-B2B29174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2E778-AEA8-4C34-BAC0-A0CB9F14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AA688-E447-4B2F-BC34-A222CFDE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88FE9-6D45-476E-AD7B-05FA90A4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start·end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DCD5E-4885-473C-AFFE-C30F49A5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45E09-61C7-4801-8D88-9B313EC6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2030B-77BF-4258-9F65-FEBE2002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EF2DD-2E62-4FBA-813E-E1E88060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BACC0-47F8-4697-94D6-779E2E93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1B2D0-FCD1-4819-901E-A4CE7126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163869213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90F7F-9BF3-4397-A5A3-A6420B7F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75333-8065-459A-A2C9-8E448579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43031-DA8F-42AC-A5DD-67ADA213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BC563-04BC-4188-A40D-5ED5DAE8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10733-8292-49AD-ABB8-6F337AC0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2FA20-A1FD-4EC7-88CE-1991519A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9416D-8771-44E5-9138-056BEF13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91202-B1BA-4FC8-B73E-85C2E8F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A1E47-805E-4AA0-A6A8-783E78BC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C5059-92EE-4FA5-8AC2-89E93770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45AAA-5020-41A1-B913-1B412368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0A1A1-0F6B-42D3-B90E-815DF8E2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51514-419E-41E0-9A87-E6ADE8A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2AC80-7C1A-4090-9044-A604B72A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9F26D-64F2-422A-8E45-42F0CB1F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6040D-870B-45D2-AD96-9EA87505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Golden Dataset은 정답 모음이 아니라 팀이 합의한 품질의 경계다.</a:t>
            </a:r>
          </a:p>
        </p:txBody>
      </p:sp>
    </p:spTree>
    <p:extLst>
      <p:ext uri="{BB962C8B-B14F-4D97-AF65-F5344CB8AC3E}">
        <p14:creationId xmlns:p14="http://schemas.microsoft.com/office/powerpoint/2010/main" val="1194923857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7DFBA-7F1D-49E4-A49F-A368D5AC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B299E-EDA5-40B8-BFC8-E0BF7E06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24234-8F27-4D3E-B2CD-F36805DD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2274C-B724-4A42-8E38-41A5610F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B256B-2DF2-41D3-9B37-5E036BF9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F194E-5D7B-4DC2-B0E1-5E1AE69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5CA0D-E52B-4561-837B-548F218C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4CC9E-6DD4-454E-BA21-839055A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A32B0-E7E3-423B-A023-DA174EED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E517A-9C54-48FE-8C4A-742BB58D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BE8B1-B016-4F4B-B8C4-805E05B0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6D9A7-6459-4CC6-B39F-818B5219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671C3-0EEB-45C7-870E-FFA39396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DE326-5F76-45E2-9EB5-40EADFF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E3F62-43E0-42DF-A144-A48A6A90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5782E-EBDE-43E7-BCBF-50BE00A4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C3A8D-3F4A-469C-9DF5-902026C2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4C49C-6CA9-41F3-B023-06D73F8F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73633-8888-4475-97A1-032B712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6DAE5-149B-4D83-9CB5-03DDE7C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55076-EC34-4BFE-A761-364C1CB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92867-3526-4B5E-832B-0AC55F2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175458191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E243C-5DF1-457A-9B66-F5083186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D8B77-E692-4CC6-BFFE-AC12EF2D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F85FB-EB1A-4ADA-8013-93C9A809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27CA2-798F-4502-8095-C6C48828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B7C2D-C126-463D-85D0-2A23E25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3D0A9-C940-40EE-9696-3A1696BB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AF083-CB7A-4DEC-BCFA-E56DFAE8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B2D6A-71B5-4A4E-B2CF-E2FDD777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EB1C6-9D84-4DC5-8775-CFA3867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C13F4-F9F6-4590-B210-A82B17E9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PM·개발·운영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546DD-1A5C-4346-823C-23C13643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D35F5-BB97-4E0F-97F0-8D14D514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EE058-17B4-4347-94AB-E014959F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쟁점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05D61-3D59-468E-BAD3-ACCAA10F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A54B2-D117-4455-901D-D077E59F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BFE83-2AC1-4A18-8214-DF1E74D5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617D6-FEC6-4042-A3C7-CF03AC6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0269A-BA5D-48D8-B37B-6F9DAF52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담당·기한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6B1A3-5B2A-42C5-B05C-4A10B729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14C3C-085F-4C29-BDB4-67F2C44F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2C45D-2509-4FD9-92E0-93250D3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0EA7D-FF64-44F9-A4FD-6856B163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114239176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6B61C-6F2C-479C-8539-702875A7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95753-79D3-4190-9CCA-30CDFDE6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1106-3AF4-4B1A-9231-BB8F7C0A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BD636-03DA-4414-B913-E6EA7317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31341-477C-4CF7-968F-246D9231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1B22B-2D9A-48E9-BA36-065ECA04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747D4-BD01-4EDF-A617-81421F9C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932AF-7D3C-436E-83A8-CA89FEF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B82C8-A800-467A-837B-42423E26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616F0-2954-4E23-A94C-ED01DFA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B0F5D-50D5-4388-AE48-F7E67300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F6938-56B3-4194-86C6-C76C4198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CAFE0-38A8-4BD8-8F9A-E13BCFD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110FE-8A17-4B74-803A-4364E1F1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95577-B1BB-4347-B921-3FD13982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56280-4B95-429B-B577-C3640F1E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6AA4B-C105-4BF8-9BDC-DADD83B4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30EE0-0631-4B04-8B36-9008C379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91AB1-33C1-4A9A-9E03-038B68C6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6C6A0-5E79-410E-9A29-99C0CF4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67F1C-3F9C-462B-9603-5B4B8E1A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90E85-DD51-4B7A-9DD8-5D24F559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137999026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F4255-9D1E-46A0-A0BE-FFFD7B25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419A7-4F69-423B-AAB2-31E0440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0A62D-7C29-4E95-9DF8-CC5FEEBE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E1C33-F376-4AA2-ABD1-3E84B5EB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236CB-05F1-4FD3-8A85-6CF39E28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C2D9D-B9E5-40CE-91B8-AC12FEA4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74AA5-5683-4BCF-A733-AF3D66C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44764-579E-4059-9699-4089A858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8DE4C-498D-4779-9B46-58D760B6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C610B-F3F1-4A09-8255-4C2C22C2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B85DC-B900-44E4-8552-87172587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55C17-8DBC-41E7-819C-A9AB8F32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76794-260B-4173-BE76-DA38AA6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0022E-81CB-40F7-9FE7-1AAC889E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26BE5-1D38-49E5-A59F-133C6676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64139-38EB-40D9-A948-E44292B3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53056-B979-4C2F-B696-4DEE2C6E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A73FB-805D-42AA-A1FB-6C22DC8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00D15-FD7D-4A7F-8413-D27415B2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993E0-DF0B-406B-91D0-00D1325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E12C3-3B91-452E-8022-7C5EDA16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58DE7-E2E3-470C-99B3-AF02FAC7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26964071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9786E-D331-4FFB-8960-EB8ABB8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DAF94-6C0D-4BF4-8F97-7F316B3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1CFFC-6141-4115-AF60-0E8D1809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3F765-B045-4487-8AB7-303B3CC2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F5BA9-2F59-49DE-8346-2381251B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EB9EA-34DE-467A-B8B5-AB6215F4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9ED97-670F-4A07-B1F9-D6E3967A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70EFE-D271-4331-964E-62FAF8B8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8CFE3-5D70-40DB-AF17-F9AAACA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C1105-0871-4884-A152-AE1EC6B6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93D72-DABA-4F14-BCEC-7B3E572F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B9996-FEF0-4B1C-867D-BEF0DBD3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D3221-DA8E-4DFC-93D6-2909C9B5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13FDC-6D29-4C98-A836-6074815D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C4005-DDE9-4F70-873C-4343E034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6A57D-B001-467B-ACCA-3EAD91C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1C1C8-E791-467A-B4D3-3F4A7F00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3E9D6-96C9-4D97-A8A6-FCC571D0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1315E-B5C4-4E3C-B4DD-18228A6A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251E4-D62F-4FFD-AAC7-E758EB4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953D5-F537-4EF6-9674-CDBB99E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13E4E-BCC3-419A-B9DD-DB760E3E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103641081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F108C8-95A6-4AD1-8F82-87C0B177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EBFBC-2F00-45AA-A8B4-87E2DA73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데이터보다 먼저 출처와 발화 구조를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0D6F0-1847-4996-885C-0B3F1E7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A366E-D575-49BD-9C91-86C4E2EE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8E6C2-069F-44CB-ABA6-D7EE6ACF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402FC-0582-46BE-8E22-1E0C7B8B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1E183-087A-4984-AEC0-2A1DD768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공공 데이터 → 말뭉치 → 회의록 → Managed 전사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23FBE-4B62-474B-A55F-4135E97E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FDE2E-267F-40E0-A233-D3DE0CFB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B6B38-5B88-4099-B48F-1ACF810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F1D9B-AEC0-42A2-AD33-765839C9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813CE-8747-438F-AF7A-C8400764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746C2-03F4-40D7-829D-32841C8D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서울 열린데이터광장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87CFA-51F9-4FEB-8A9E-2BB779E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공공·행정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76A29-60F6-4A8D-994F-CE622317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공개 데이터의 출처와 갱신 주기를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023B2-7021-4A5A-8215-940F0B75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발화 데이터는 별도 가공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6A9AD-0992-4628-969D-C60508FA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1A8DB-FF14-4F23-98FC-B0D447D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33992-E5C6-435C-B14E-C33E8E9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모두의 말뭉치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B9357-0BC5-4C97-832B-AD5D22BF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원자료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9CD5B-2627-41F7-AD1D-0B732358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문장·대화 자료의 언어 특성을 이해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2DC77-95F2-46FF-B28C-C845D75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신청과 재배포 조건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529EB-6D88-48CA-B990-7FB15515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7632A-CD2C-4EA1-978A-8C1FBB97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국회 회의록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95107-E9FD-48F6-8D5A-A5E27134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회의 발화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A8BB9-58AE-43A3-8799-8C8E441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화자·안건·발언 구조가 실제 업무와 가까움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1EE18-39DB-4C93-BE03-7C12E970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 업무에 맞는 정답 라벨은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0CCE2B-016D-463F-B42B-921C968B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4A326-77C7-466A-8D9A-137B7A70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25341-45C5-4EBA-B57E-F443DDA4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Google Meet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F5007-CB8E-4E0A-AFAA-495A68D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STT·노트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77AA9-FB0A-4F9D-A13D-4F3F03E4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현업에 이미 있는 전사·요약 기능을 활용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00C243-AA99-4457-80B3-E5D4D7CD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구독·edition·관리자 정책 의존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16573-2169-4747-B1C4-ECD2EE26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3441655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08F8D-1B95-4AB6-ABFE-873B6ABE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EC49-5FA5-42F7-915E-837E9325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72098-7CCC-4A49-9F72-3735EF9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1D6F1-5D34-4675-A580-4FA86E2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32CDE-C73B-4B51-B76E-C4F53A85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7F24F-AD71-4775-98B6-1C2C7512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A3D3D-3330-47BE-A544-390E8BB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34427-B3F0-4BB2-8172-5DE4A4E1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68D54-26EA-4329-B361-FDF38B63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1FB10-CC83-4B1F-889C-F04ADF31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82D62-66EC-4942-94DB-0B1FAFBE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F1C86-8A45-432B-8A28-DE8E4223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9FDBD-3BE1-45A8-B3A0-992FA28A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561B3-A8B9-446E-883D-D2464A77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8CEB3-F886-414F-85C1-1F7522A1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9B32E-E836-4F53-9FA6-35BA672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8cfad5e8f4aef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5BEF4-8514-4327-A48B-C569B8CE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0344999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9FB0F-C573-456D-A3D7-43F9F242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73382-AEA2-4E51-B1A1-E2C39BF2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5D55E-B34C-417E-8973-03D8FE88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D22A3-D664-4ED4-B706-60D30F0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0EA71-A38F-460A-8F32-8D61B956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5219D-6500-4452-8B3D-9476EA4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C7707-35DD-40A0-A7F2-2827A16F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1A911-62D4-4EFD-A5FA-FD1872D3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B0F6C-BDAB-4804-9DAA-749F443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1CE36-29F1-42D5-9D66-01E4231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F5967-1875-4F0B-BDB1-BD4FFD07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46D42-1933-4C00-87E5-B9CB91B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BCCB7-6DED-4C86-9FD0-3B4051C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4EB57-73F1-438A-AA41-185F9CC1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EA66E-A3DD-4267-8659-ABD882A6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7CEC4-D7A4-4255-9EEC-38407677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ea67fdc794c7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2842D-584A-47B9-A869-EEDF75C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140795477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3513A-7FCA-4713-BF73-DABDBA87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43517-33ED-44AF-99BB-9DA7710E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7C633-54BB-415C-BF3A-1609159A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B7AF2-1B22-45E3-9194-EE7C70FB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842E6-B4E9-4CEA-AC9A-0843896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373C6-F22D-4AB3-80DA-43F9C130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8D0C7-86BC-4169-95BE-3CF7B344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788BE-3167-433C-B213-5DF51116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D6A2A-4F1B-4A4D-8C52-609AE51B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74247-56B6-4C40-847A-47956AA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4917F-688F-4781-8280-511C9CD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0673E-A053-43FF-A18E-E69EB2C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42A16-A32F-4E59-8C1B-36C5E281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38409-2115-4A9E-A578-76B5BB30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29DA0-37C7-47D3-9B67-59967CF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94C6A-DCA3-4CD9-8AAE-6FFE5E8B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b40f0e28c4fa7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75070-9CBE-4F9E-B1C6-17C78119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86647265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15A69-9057-448C-91DB-E96E5F3B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628AC-535F-462C-99CB-22744AA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E4E3-C6BA-4432-A8B6-09B83210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62529-9B6C-46D3-9918-7751117D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47035-72F7-457B-9E0A-CD9FD60C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6DC72-2EC7-4A47-8B0D-292FF81A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70CD6-72CA-44E1-9B84-D5E9494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47E6F-8939-429A-A234-51CFD314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A986A-C1BB-40A8-8536-487B067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4F9AB-DF8F-4B6A-8B8D-EC980FE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827A8-CDA0-4FD7-A47D-C19C4EC8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95E51-AAEA-470E-A23B-1F2E6546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5B6C4-E1AC-434E-88A1-1C1ACDED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EEFFA-50D6-4898-A9AF-D8959E70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833FA-F892-4BA3-AC78-BA099B74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75EA1-8233-4A28-997C-761F8D3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dc2c73840434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58CA5-38EF-463E-BDE1-7022EB9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167807488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737E6-CAD3-4067-8F9C-849EE014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4DB8F-A30E-48CE-BC85-E08A1916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6BC5A-E857-4B79-AC3A-A923B0F0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15072-5F3D-4939-BD1F-95CE87EA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9F78C-C9AA-4947-B566-A9DB5D40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C5E0D-B207-4B4E-A4EA-21732420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859CA-FB18-453A-9C83-2B9A5AC8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338A1-EB86-4C35-9433-DAED630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64A12-FBD3-4ECA-9B74-E12F99CA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B049A-D02D-43A3-89F6-D985405E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05182-6D8B-4144-B847-8C2400D6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62E9F-B013-4E30-8BE0-347DA66B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E1400-0DE8-4E98-86BF-E41BA653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3ED0C-6841-450D-8033-3662E5F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9B019-6015-42E0-8D52-A8E2E1CA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B28E5-F978-4135-ACD7-3AEA21E9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5F5C1-798E-4081-9DD6-7A8881AA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517CA-4A13-4782-B314-B94AC012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090368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CE523-DE3B-44B5-90B3-46D19037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950F1-5084-48C4-98A7-3A4537D9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29CE9-6411-4371-A674-8B36AF0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02D59-F26E-4EB2-887E-A13C423C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E1496-A535-43B5-A424-59F0C724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10EBE-98A6-4709-BD15-F6320F5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3585B-D186-4537-B199-35080BF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8B70B-B55B-49EC-B1FF-FA3AB132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74AAD-D872-4BA8-B5F5-C9FFEB4C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BB0EF-7443-4DB4-92C1-ED20500A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DE160-F563-4392-A515-287103DF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72585-2BD1-4929-9A2E-2F8F4E1E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12BEF-917D-4DF4-BAF5-33100B3A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3E8DC-9278-4A66-9DEC-F1D4321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39582-A638-4D14-9B72-D55F4FD6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BA6A0-03DD-497E-88B0-DC9FA971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5E49A-6E19-4DF5-864A-E11BAA68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AB0F7-3C39-495A-88EE-A90AA589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649427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072A4-01A1-428B-9DAD-0CBA9C40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1AFDA-E08D-44B8-AB87-E1CDC1D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E3727-1875-4C4D-BCF8-679544A6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CC87E-59AB-4DCD-A37C-CDCC4555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FCD74-882E-4B84-A1A3-3BFDCE5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B378A-CC13-4EA2-8FE7-387C40D5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3D522-5D65-41DA-A707-6E37D5D1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CF3BD-ED98-44FB-A61B-7D6334F4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9738E-3896-4B58-8B45-7214273E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2B7D3-82C1-43C1-91B6-67D6DFA3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0C8B3-0817-4D1C-A339-9FEF741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E383B-A235-43F3-8F21-73BE9963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E0ADB-D21F-4D90-843A-890E6A55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AF4E6-4BE0-4E46-94DD-4CDF70BA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0EB1F-ACCC-4DED-8886-47B69CF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CCD44-7CB3-4BB2-B0A5-F3889D0B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01D3A-0739-49BD-8587-640A3E8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2AD1B-BF17-47A7-97BA-628BBAF1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6621751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752F6-E630-4BD2-820B-E1993B09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C7ED2-322B-4525-AAE0-8DE16C02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3F2B2-7B56-4D3A-A4F7-B413D070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47AA2-0263-4B7F-9A01-F3FA2A3C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E9719-C2CD-48D6-96C3-D4D8EB56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0BD86-FB76-438D-9519-C27B062E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E2827-8A5D-42D2-8A2E-A45294E6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E8CF7-A046-4795-B370-F0466551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A45EF-83D9-4BC6-A424-63F3BC1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정규식은 1차 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CAC4E-FD04-4051-88D7-95AF073F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5B853-CD40-4C79-B467-33E1ED0F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별도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448A8-92D5-4859-9471-475B4416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4967E-3615-456A-BF81-8007BD10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과잉 masking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D56A3-B459-48AA-A989-61097A56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539AE-9F7F-43A3-9093-330B86A2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25889-8930-4A70-8385-EECC7D8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1C883-03A1-424C-821A-EA9066AB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B7042-33F2-44F7-95CD-517E8206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85721788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31861-C63B-433E-BEDA-F3ABE1D9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CA814-8FFD-409A-8BCE-8ABAAC7D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FA060-03DC-49B2-8385-A519C392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E06BC-4704-4448-8539-132105F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078F4-E303-4D3A-BCF7-B2322099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241D1-1378-46FC-883E-B5250A67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19655-763B-4469-8752-FA0CE4CA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9A0AD-CDD0-461F-ADD4-0628D605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FF450-7308-4A83-B141-3D3F7E5B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3AE74-2769-4379-AFA8-4FFB99C8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075CA-3684-4972-9504-15DBB661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209A3-666F-41C5-94FF-4F111788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9BC85-F583-4DF2-B343-C4DBF805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950FD-692A-4B92-B28E-C786F73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207AE-7D84-4C4C-8531-87F14318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9AE7D-341D-4447-B8CA-B25F6A7B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EAD7C-342C-471C-999B-46E15F71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42263-3018-4DFE-8ED3-5C173DAF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190050000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353D1D-BE38-423C-8D83-F523A103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A3FA5-408E-4884-AFF4-06819912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34359-615A-4AEA-BED5-EDD39E39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6A086-A347-4739-8946-CCA2DE83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9CEE1-9153-4F2B-BD5D-74888FBF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57ECF-FD50-4863-ACE9-FE4C9466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7E0B-12B3-403F-BED5-54A44522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CE002-E72E-494F-9054-BA56AA2A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25629-80AB-479A-8E56-4E24EC3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E8071-5502-4898-865B-D611A4F0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69B36-F353-4A20-9C3E-13607188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B9C6F-29EF-4CAE-82CC-98EEB831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E81D5-8709-4947-A5F0-50AA42B5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B5D8A-CC9C-46E4-8DCC-3F6D8BEF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36AA4-BCDC-4AA1-A2DD-12FD841C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52EF1-14DF-4DAE-94B5-9084994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C8780-05A7-43B9-B2CD-72A9DECC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C7B11-93FB-4423-9AA9-FC2A9782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075B7-91A8-4434-9BE1-FC7D6B61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B5012-AE0B-484E-8F3D-0F1B9585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FFE88-4900-465E-80C0-EADE9AF2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0618C-E11A-49FB-B8D4-DDF63B00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6F5CC-9120-491A-ADFC-22F6E708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EBED8-E1E5-4681-98DC-67E8A41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186319778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88639-3143-4AB4-ADC9-F8EC8F7F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A7D72-330A-4B53-8FBD-16A44F6A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5DA82-7676-41BD-8D62-0278C941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7AA03-633E-419D-A3B4-30C52951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F8475-A562-4B8D-B014-D50F1832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5861D-3BFF-4798-B085-14E277C8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E9542-CE68-42BF-A7C1-885A7AC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10E44-2F5B-4467-BD09-2458AFCB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632BE-5015-46F3-A2A5-43ACB9DA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BA27C-6B15-4D3B-8C66-D0D1B117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61C3C-6A20-4421-A45B-1DCB748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0F596-064C-46A1-9B39-26F0C82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7A4F1-3E7A-4734-B93C-1A88A5F2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F133A-22A2-423A-9F18-CD4A9288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537E7-6AC1-4F78-8F92-EC9AF53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8EEC8-BB0E-4436-B3F3-4960412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55F84-E9BB-4AAE-A8FB-237D67BB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F8673-5FC8-4D75-A4B8-78E3228B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94B25-21AA-4A5E-A05C-1C1A057E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36266-E172-4988-8847-30D031CB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8E51F-C0C6-47B1-88B2-89235CD9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7F86A-8FB1-40CE-A4E5-3487F1A7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4DE99-D7EB-4C51-9F97-6752D55B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94726-DF61-4961-8AA8-B148C7FD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91879329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310EA-E874-42C7-8457-A80500F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D1B6E-C592-449C-985D-ED97A2BA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E154A-71ED-4855-AA80-3F178333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1108C-FA2A-4B5F-91C9-156AF392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0537F-6794-4358-8A04-6DC2D2AE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9A512-96EC-4EAF-B7EB-BB42829B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EFAF3-1D12-4970-9FE1-8FD0916D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0327A-1FB5-4DB2-9125-7C4D2BD7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7D929-73D6-472E-AA16-8B8382B1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341CB-AE6F-447C-A185-E7B2CCB1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BEDD1-D0F9-42E5-8B00-D68BF702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D3A3E-C5E1-4BED-B33E-7FAAAEA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FA9CE-C38E-4E08-939D-CA2E1471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F4A60-339C-4FA2-9E00-4344379E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97C3C-7680-4A2F-ADC6-9AD35AAF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1개를 대화에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41FDE-42A0-4411-8243-31D2F8E1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1953D-D128-4166-8E9F-64676408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CFF0D-0F96-4FDA-BAF5-D7CAA24C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6ABE9-5CA8-45D9-9C1B-F751AED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62025-F85F-4E67-B1EB-E63093FE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872CF-D95C-417E-AE3D-4A000DA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표현 1개를 일부러 넣는다.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0A47D-1349-4DC1-A816-0CEAE12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E8B7C-4370-4A70-8A14-61A3ABA9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0FC58-F767-4122-8FDC-209AE5F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1746292834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2E023-1A33-4DB5-8529-EBFE3B21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02437-B770-4176-9AF2-DBA39E9D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09754-58FC-4E35-B27E-A612EDFC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D4960-DF63-44FE-8FC5-5DE782E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85655-122C-4819-859D-95C2A0BD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750BC-1F0A-4171-AD5A-F94FE820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FEF42-29E6-4127-8778-C0CB0F2C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F3959-CCDC-4F6C-A609-69C291A2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081CD-4325-4BE9-8627-24447ECC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BB5D7-D618-45E5-B080-A6F3BD21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62AB9-F78E-484B-9BDD-BB3703E3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6EB35-C607-4A3C-83E5-178B0D68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20BEB-857F-41FE-9BB2-E20A9E6B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8DE7F-6594-4577-BDFF-20158C74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7F25D-3D33-419A-ADD8-C06C9742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decision을 한 개 구조화한다.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E99DF-0CB7-436F-98AE-58C3973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9761C-7BFB-4851-96EE-5953F12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BADEB-F351-4D63-BEE4-3F659675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B95D0-EDB4-4602-8179-33E5D265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8D46D-F2E4-4161-B7B6-F2DBF9A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05D45-DA02-446A-A493-73338E0F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항목에 evidence ID를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4CE20-30BE-47A0-866A-D732053F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D7C6E-75D1-4556-928F-46E2D8AF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495D3-9599-4416-B293-3DB13AE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202819540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B0738F-06D1-4F86-9957-F182E721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94208-4C20-4E2E-8F6F-68D18317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0C7DD-AF5A-431A-8F75-B6A4C810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1ED3D-EC47-435A-B6BD-E9751871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832A6-E293-47EE-A6F6-07C6FDFE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CD66D-EE49-4269-8DA3-4CA6A35B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56447-3219-475B-BD98-85B717BD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6AB90-AD29-4E26-947C-B71875E0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2DF19-055D-4C0D-92F4-E858D331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B620A-0902-4EB2-A012-B54C4D8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7A830-6B47-42DB-BC61-2616AD94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F083E-4D20-4F80-ADE6-4FF02A89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38F4E-9636-433E-A6D7-ACC6ACC1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B3726-A15A-40D0-B2E6-8440C03B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A1769-D0D4-46DD-8FE7-D362DFC3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BEF1C-AD67-471B-8474-393FD8CF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13886-6ADF-4D24-B517-537964BC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455A6-B87A-43B2-B17E-64D49B96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1539F-0DDD-42AA-BFB7-43D44785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7CE1E-B5DF-474F-91BD-E68F3FB2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364B4-220C-4142-9845-FB1BA598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FE424-180E-4E37-B0A1-85D5ABA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79B7F-E42F-40F0-89B2-006DFEE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A990F-6294-4227-9C93-8E03D3F4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89C63-8331-4B1D-8812-4B2A2946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1913124037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FAE53-3741-48F1-8301-91DF3848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C6205-E0C9-4E55-BD70-E58BF5CE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F2A4C-591C-4C1F-916B-26F7B783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778FA-7D2F-4A18-8FC1-D1C2B70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E4333-0A3B-4ECE-A35C-F2F29A6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DFCAF-0A3A-4A10-BED4-6D843A3F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89667-ABBA-421F-B0D0-B888861F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CA0DA-80A2-400F-8FB1-A52AC07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58E26-D38A-4EDB-853F-29DE4F26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FFE40-D81E-46E8-B40E-C661770C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DC846-5360-4546-AF95-674972EE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8025F-39B5-41B6-8230-DBD1674B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C665E-4CF7-4695-B3A6-C8750139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4AD36-8649-4777-B939-D3898166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0B3E1-923B-4811-9C45-6781E107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41E8D-DE09-47D4-BE6D-8CBDB64B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FCEB8-5442-4E23-9D3A-05B62708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969AA-3882-4915-9DB8-8D440F75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4E262-AB29-45BC-9CD5-C0378FA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96EA7-AA28-4DA7-BFBC-32CA0C3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CC051-6BAC-4C90-9CCF-917E8D3B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C7CBB-BA5B-4BA3-A4E9-3098CC0B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7322E-4FD3-43B3-8878-5A3E77D4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3C5A3-0EF2-497F-A4E5-2E8F4676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6F31C-DA4D-40DD-84CB-996B1B31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39586386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16DFE-02DC-4578-91DB-908AB5D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48962-07FD-4979-BB1D-2F6CD758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B5307-5ECF-4190-AB72-0C2E9861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0233B-F236-4B4B-B93E-3409FCFB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16D85-F523-4518-84EA-56D19BFD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9D698-C41B-4833-B084-ADFEC797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1B18F-DE88-4045-AD3A-F07BBF67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971DD-263F-4551-9ABF-6D593F3C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36EAF-D0F7-43EA-8ABE-4C74F8A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5C9BF-20BF-4A09-AB46-7C6742D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54BD1-E5D4-4CB1-8527-3C4F95A3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C5133-33A9-4390-9332-D80E402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D3297-F329-44A0-92F5-C57866EF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CE20D-9585-41C7-8AA0-BDC816E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8E2F1-CF85-4A03-8B78-761EDCA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1B9F6-3020-42D2-BF28-DA99D115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57C4C-C945-4753-9924-14C538A3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EA2CA-242F-4106-A7FF-D169AC2F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95ACA-2A1D-42EB-B277-B4E9FAE3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891BE-ACE4-4D02-A8A5-C739D100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00586-DE86-4785-9F70-0F031DC2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F03FA-59AB-495F-84F7-4C93DFD5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35DE5-7793-4B2D-8BB0-E160FFB9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0859A-DAB1-4D09-8B2C-2E2FB40D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28113-301A-4782-951E-64618101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701101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40C50-BA56-4B13-BC46-1473F2C6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483A1-876F-4F1F-9FCC-A364D2AB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70D56-473F-46C9-A032-7AEE470C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08F1F-8420-48B8-9F43-BE274AB4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05B52-6D4A-4B8F-A821-5A0C150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50B41-200D-48A3-B6B9-144E5873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76595-65E2-4B64-A59F-9B1DC2C5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74AB0-D597-474F-A2FB-3A9069E2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E59E0-8AF1-4D4E-9A91-E2C6925C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EAF34-191F-49CE-B558-F44C447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1FFC2-EE2A-45B5-841F-14E2FE6E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1B062-7B86-45CD-88B7-E2AC1FDA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2CC3F-8610-4025-92F8-2D5ACE5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19578-3CF0-4DFD-AF53-637EABF9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6EE19-2F83-45F2-8DB3-8B17A161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999DA-BBCA-40F9-A951-D3D0A2FB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EC59E-4632-4B5A-99F6-D7FEC7BA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A7E30-6C07-45E3-9645-FA9D53F3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2D9A0-FFDF-40E5-9F86-29D9B004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8F93B-F1D0-42DF-835A-81C7CCA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FF1B6-D0BD-456D-8E3D-D8CCC07D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5A5CC-A093-446F-AC24-31ACBDEE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6BC2-0145-4518-8D34-D457A251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5FAA3-EFA7-4716-B410-BF2D4383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75FF2-EF6B-4AE6-AAF0-DD340395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646801506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9D652-01E0-4292-A454-33A0082D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E9571-4CEC-4FC0-803D-465BA3B1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3 · 이 Action Item을 믿어도 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FD7DD-3673-4B5C-9A47-248986BB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C5F22-C0D5-44A2-BBE2-3CAD554F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F0748-1F6E-4889-A666-56F37CE4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35494-3812-40A0-9ABA-08D8FABE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B4C89-3A0F-48AC-A2FE-FAC58D48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요약에는 “다음 주에 민지가 배포”라고 적혔지만 원문에는 담당자와 날짜가 명확하지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2AA54-B888-4894-84CC-6E89D33F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17527-6199-4F9B-AE1A-32C839B2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742DC-E60F-4DC0-A1A9-844AF206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segment를 evidence로 다시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DF58B-6877-4C15-867C-A745274E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0A0DE-09EC-426F-A91B-38A9666D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F9683-23B2-4A80-B0CE-74C3AB47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담당자·기한을 null로 둘지 사람에게 물을지 결정하자.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6BF2C-2B4D-4FD4-A477-CF10791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DBE90-DA63-4F8E-A446-B7144E26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2CAEF-258D-4B6A-AE67-505A337A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사례를 Golden Dataset에 어떤 실패 유형으로 남길까?</a:t>
            </a:r>
          </a:p>
        </p:txBody>
      </p:sp>
    </p:spTree>
    <p:extLst>
      <p:ext uri="{BB962C8B-B14F-4D97-AF65-F5344CB8AC3E}">
        <p14:creationId xmlns:p14="http://schemas.microsoft.com/office/powerpoint/2010/main" val="1838292374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BE049-ECC7-4362-A93B-8C44E37E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5DE1F-2D09-45FB-904A-2202665B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8F454-1557-41A3-B8A9-0E1BFE1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환경 구축의 목표는 설치 성공이 아니라 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576DA-804A-49A0-B928-60304539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모든 학습자가 완주하는 필수 경로와 Codex·Claude로 가속하는 강사 경로를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97441-38E5-468D-9A75-DF00EF0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99A13-7F24-459B-ADC4-A052A2CE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강사 컴퓨터에서 한 번 되는 것보다, 학생이 막힌 지점에서 다시 시작할 수 있어야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8BDC9-E2CE-40CC-BF6E-D61ACC7C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F4E88-5B39-42A2-898E-A3FCB6C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78036423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C361F-A23B-4BF5-AD35-1B75AF7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B2179-7A6C-4443-B289-3726CC69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명령이 같은 Python을 가리켜야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CFC64-6603-48DE-B3B9-D0BEDD05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D38FA-F3B9-456C-8B02-E1E01FF1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BEED6-BD2B-4F32-A0BC-7A5705DA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9E6ED-4A57-4727-94A0-9DEC034E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AA638-FFBB-4F1A-BFF6-F5C0E9BB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설치가 실패해도 수업과 프로젝트를 계속할 수 있는 두 번째 경로가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6DC53-72B0-42D6-B6C9-B13C36C7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E6F93-120F-4A1A-9C22-8E831000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5C1AF-AC76-4900-9DC4-5A0DB99D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OS·Python·Git 버전을 먼저 캡처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660A3-4537-46F9-ADB3-932AC37A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A614D-D08B-459D-A052-9C78D0A0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격리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80F9E-E9BC-4F4B-B645-4F4B139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.venv를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77717-4B65-4992-8E56-886BA250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BCF3A-FE49-4AF8-861C-FB3B1A52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5E89F-35E2-49C2-9FB7-822E5D7A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Code와 Notebook interpreter를 맞춤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F2A99-EB4C-4EF7-9D3F-03F01D53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72332-3E29-4628-AC65-B82EB4BC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C1282-706D-4ADE-88C5-FE34387B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secret·대용량 파일을 Git 밖에 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E7AE1-B5D3-429A-9FFA-2399617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ED37D-B3E8-4D31-8AD6-F47D3527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54601-2862-46BF-B60C-85404265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commit과 fixture 경로를 남김</a:t>
            </a:r>
          </a:p>
        </p:txBody>
      </p:sp>
    </p:spTree>
    <p:extLst>
      <p:ext uri="{BB962C8B-B14F-4D97-AF65-F5344CB8AC3E}">
        <p14:creationId xmlns:p14="http://schemas.microsoft.com/office/powerpoint/2010/main" val="48439571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8309A4-42AE-43E6-92DB-2B9DCB54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F3EC2-4E73-4E0A-85A1-8AACB3A9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설치보다 먼저 구분할 네 가지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C125C-00AE-40D1-8769-8B2B6514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79F37-D609-433C-9EE4-2C39A32C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80D9A-ABA8-40DA-B8EF-5FF5BD7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8D7D5-890D-4FD1-96BB-F79C904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58B5A-983C-4ECC-B69C-5D92550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35715-5DDF-4AB3-982A-266AA06C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6465F-6AC7-4CF0-B229-6E8473F0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5F6CA-920A-4C7C-B597-83B89074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C0B10-83A2-42FE-92AA-309CB238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 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51985-25F0-49BD-A097-CBAABE8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3C863-19B4-435A-BE7B-1EF1326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36E6A-DFD6-4B9B-99FA-2648201C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7EF51-53E4-4919-ABAC-F624663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3AA7A-B851-4750-926F-7CEADF6D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Selected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E6BBD-754B-41B8-880A-52A45C6F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C91C5-C12E-42E6-BE0C-69BE6CC0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B125D-3F71-437B-830D-4579A8C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984D1-5B19-421E-B03D-E51BAFD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Isolated Packages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FD191-6EB9-43B1-B3A2-F59EB1E5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8EDF8-53BD-4374-ABAD-C448E267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80092-EA1A-445D-9E42-28F78C3C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071BD-517D-42D7-AAA1-79E425C4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766D8-1791-4252-BC80-36940BA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Versioned Project Folder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D6152-98F7-43D5-99F6-B81A629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AE857E-0480-4E54-8096-713DF049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6AEBD-D1D9-463E-991C-618F80E7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6026530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DD056-3CB9-46E1-BC96-057C21CC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E0C5D-4D4A-41EF-BC03-D8A4EE1A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114BD-3559-44D7-8175-73C83669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370DB-DCF2-4490-AC7A-7A49B047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75E87-679E-42E8-9B3D-BE4C111A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66B6C-CE51-4C69-B299-7A912D9E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F3682-B81D-4E5C-94C7-DAC15B69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6f81c3e464595">
            <a:extLst>
              <a:ext uri="{96DAC541-7B7A-43D3-8B79-37D633B846F1}">
                <asvg:svgBlip xmlns:asvg="http://schemas.microsoft.com/office/drawing/2016/SVG/main" r:embed="Rad83e97c994b4c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B73C5-DFCE-4782-9988-07000CE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D97F5-8937-4279-B070-584E117C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Python·Git·VS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C2FDF-B828-4D1E-BECC-44F2C8F9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763C6-5191-4FE2-A560-500A6B9E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fixture·local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A1059-A4EB-4261-B153-09B8E7C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F65D8-8C4E-4317-96AF-A16B76E3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서비스 초과 과금 주의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8662A-673B-4EE8-8C18-7E4848C8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19877-5164-4AA6-AF73-CB0BBA6A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수업을 살리는 기준  |  환경 문제의 절반은 패키지가 아니라 ‘지금 어떤 Python을 쓰는가’에서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1103475325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7A893-715A-409D-8082-77FF8B23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FE3F6-5CA5-41C9-95D9-131E7F66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BB0FD-9423-4C64-9385-7443C766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D0C6D-01A0-41E1-9CD9-AB0D287E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B269C-9C5F-4159-B933-020E270C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A33A1-AB48-4F84-9911-E91D883F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9C3D8-B2A5-4B75-B6CB-782CCBFF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FD39E-3E83-4AA8-AED0-857A4ED8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23F4B-116E-41C3-A678-9656A895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2339B-6343-49E5-8DDD-527FB4AA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D9CC1-A381-4614-911B-B03C78E3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B8762-64E0-4F7D-9675-FF4F4DE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3251524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DE316-5A80-496B-A3E3-9AF5817F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D6627-88D5-4627-9FA1-BEA988DA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2F266-0E92-4267-84FF-4BB321DF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0CF5D-AB96-49F8-9ECF-99ED5956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BC33E-52BA-42E5-8464-F677BCE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54CEB-47CB-40E2-9C0A-CBC7B0EF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BAEB9-323E-43CC-B2B4-BC7291F7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E7CBB-6A47-4A70-BB5A-FBCDDB9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ACC76-72EA-4EAA-BC3A-CF4FA8C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1157A-5C94-43A8-8684-70A15B64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66244-CEF7-4450-A29E-3F0F6E6B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editor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E21F2-C92D-4D11-962E-369C1F7C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9A0B0-640D-46AA-A46A-B569C8CE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834541024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2B85F-A667-4224-A9CF-F74476A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7A59F-05AB-45D0-9297-BA5D49C7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21E05-103A-43E2-977D-F3BEB9F4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1FC54-4308-424B-B48A-876F721A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6DCC4-1651-46C5-A68F-BEE2FE75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0493E-092B-4749-85D2-D663902A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B9B98-B8CA-4E3B-A5D2-ECE4F39D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55723-9043-4564-AD83-373E50A7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56F18-A2FC-48F4-A4D3-FE4322B3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72090-7C7C-4C57-8F33-B29DADD1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C3F10-BB7F-46D2-9F9D-8530B801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5DCFF-F1C6-4DF3-9CDA-44DF9410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ED28D-F6F4-469D-9BF6-E06BD2C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B6418-5678-44EB-AE88-1C2956A1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첫 commit은 저장이 아니라 복구 지점을 만드는 일이다.</a:t>
            </a:r>
          </a:p>
        </p:txBody>
      </p:sp>
    </p:spTree>
    <p:extLst>
      <p:ext uri="{BB962C8B-B14F-4D97-AF65-F5344CB8AC3E}">
        <p14:creationId xmlns:p14="http://schemas.microsoft.com/office/powerpoint/2010/main" val="1725427629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B8EBF-670E-44E4-8FB6-499427C8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Git은 제출 도구가 아니라 사고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C4A3F-2A22-4028-BE02-A5CF72DC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C685C-2614-4708-8E5E-3BE4089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F0736-A0C6-48DB-A40C-57DC7228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FB61E-25B3-4710-930D-1D2DFE4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15031-7B0A-440D-A671-142FC642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34ED8-802C-4B22-8EFD-58D94A7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commit이 무엇을 바꿨고 왜 검증했는지 보여준다.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9A16D-26B7-4BF2-B279-41ACFE66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9FBFE-281E-423A-9A43-60F5E50F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ED17B-E6FD-4173-A073-F31D06A8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3B7B5-8DD5-4D5F-AF97-94DFB43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D6AEE-0BBF-49E6-A600-200371F6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CE7C8-8D0A-4DE8-9125-09B3F830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21F0A-AA3E-424D-9492-5D74E72C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F6B8F-1D9B-4720-9D25-30C35D25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1114935593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12521-0414-4B1A-A54F-21125EB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110CB-E171-48AE-BCE4-44DC727F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430D2-7E11-4353-87A4-8B398A1A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32ECC-B341-4F65-AD16-56F82CB3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6FB8F-58DF-45CC-A8E8-6AD52E79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D69B2-D776-4281-B62A-3483BB9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A4AF2-4E29-4F35-968E-7F4DA9CD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481B3-B34D-4402-ACBC-5F8A8E4D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3D251-E8C3-4278-B932-7EFBA9F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BFB4F-4021-4967-A25F-BC999B8E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383D9-580F-4889-8D91-E1FBF585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DFC2F-E028-47D7-9238-8A648F5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C4F77-7EE8-4688-81B2-F777A7C7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6C30F-983D-4B26-9F0F-6996106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686458495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0EE95-EB20-4C8D-854B-4D511682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F0ECB-3AAB-48D1-9B45-BF59B2A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8C8BB-FDF5-4783-ADEB-BE8BFBF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9798D-9CAE-4303-8FC9-698840F2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D1D7E-8274-4616-BDE5-5B15AA6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18755-9935-4A47-9445-C3CB8F11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A085C-1FE5-4803-B0AC-0FBED150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10BF2-9D87-49C0-AE63-CE3C873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C7456-21C9-44DC-9F48-B1AB0C3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C2280-895F-4779-9F5C-595C558F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52EBA-7A51-4B5C-9679-44422181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89AF5-1B76-429D-B84B-C1A3FF67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287BB-3F0A-45E7-A04F-B7AAE0CC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2057598647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45026-AC0C-4673-BB65-3C6932C4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작업 환경을 설계하는 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468A5-5517-4856-B800-8A8AA746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31AFB-DF31-40F2-B4AD-568FABCA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707B6-DFFE-4B3D-BF13-777CBE59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3FB6F-B5E7-4017-86EB-244D0911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18487-7088-4024-996C-4EAC879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좋은 지시보다 좋은 파일·테스트·checkpoint가 Agent 품질을 높인다.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3783A-664F-47B4-835C-643F294A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CD7B0-7371-4B70-BB0D-A1AF0704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AGENTS·README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53919-38CF-471A-9232-2EFEB92D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EDF6B-513F-4AE6-8436-D0FEE025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74ACA-3B26-471C-8D9A-6E16CCCF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6D3BD-AC5F-4630-B25C-4328FA2D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executable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47DD1-828B-49E6-8934-476FC043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41264-2CD5-48F9-B664-03B20648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F3047-D259-4382-8EC4-7F7CB089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46F24-2EA9-4BBC-8628-622A3465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Harness Engineering의 출발은 좋은 프롬프트보다 깨끗한 작업공간이다.</a:t>
            </a:r>
          </a:p>
        </p:txBody>
      </p:sp>
    </p:spTree>
    <p:extLst>
      <p:ext uri="{BB962C8B-B14F-4D97-AF65-F5344CB8AC3E}">
        <p14:creationId xmlns:p14="http://schemas.microsoft.com/office/powerpoint/2010/main" val="787247713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4DD5D-48B6-4523-AB1B-14A7F6F3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7F5F3-FC82-44EE-B6AA-72513E8B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3D1B2-F5ED-41C3-8CE1-270CDBA1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68C37-9892-45CC-B73C-7B30CD20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8D3D1-61AF-4ADE-AC99-E2A6E3E6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0F921-56F5-43D8-AA3E-C7450FBF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FD376-0240-4F58-8527-529EF013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74929-320C-41E2-8EC7-0FED700E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F0286-B1FB-4057-9F9B-3DB3AE2C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809F9-9E30-4FA2-AF7C-BF562ED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CEB87-D0CD-4073-B40B-F519E59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BDA2A-6E4C-47D8-A7D5-617252F5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68EA2-7603-438D-ACC9-F7E757D6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AB0A9-B7BC-46D6-B73C-FE79C5BA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8C8CC-8122-4054-BD8F-999686E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76F69-3C10-41A3-A0E6-9C78184B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91E83-3D66-499C-8DE7-BFD82B75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A1147-FC0C-4A84-A7B9-D1B366EE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9A129-3DE4-435A-A6B9-964201EF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172FC-246E-4C21-8F90-031031D7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1DE34-8493-46FF-9C69-5A9DF21C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B8889-1F73-488E-A144-75FBD6E2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121678290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498DF-53C7-46CF-9D65-42EE4E56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465A2-9DCE-4A4C-86E2-2EDBEF71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D3A18-4750-44D6-81C6-9327F7E1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02251-1F7E-4B96-8264-F2B36599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5FC6D-6250-4426-B329-D76BDC65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EC81F-A403-40F5-AA19-E568AA23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DB4CB-55B7-43CA-B3E8-FF34C569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FB991-5EDE-4D3D-8D5B-A80646A5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F8F26-AAD9-48C1-85B9-A5F378BE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8DBF2-8ECE-41B7-880B-612AB671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FCC07-4998-4B67-8107-C1AB68C7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4A2E8-0AD3-4E00-A8E0-D1471771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3C49F-03A7-4B47-9A5E-EF5AFCAE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1315A-87AA-4C78-824F-666B01A6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B752E-0369-4BF5-8A9C-D746A9A8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AE99C-05F2-4E15-B64B-6305D85E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B0810-7825-40F9-837A-55FDC662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E78A9-0DBD-4B78-894E-A3A9D15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AAB29-6024-42AB-9220-85FE6DCE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F5485-6D6D-4636-AFD9-4420B657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27D50-219E-4E08-A619-77591D5A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63137-4ACA-4FC9-A563-7E2BFF24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1552924533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27B8D-DD3A-4B53-9BE6-EE09910A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9D720-7BA9-47D0-B57D-A2730D2F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53EF1-928C-4548-85E8-5195B3DF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9B34D-A3FC-42E3-BA49-D515A0A8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6BEFF-3E62-4933-9243-C2D81EA7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303E3-39E1-4F94-A50E-2037F908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C6EE2-05BD-46A7-820E-11FB2EF1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89376-AC86-47F8-8454-C898A05B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CCF48-398A-4A70-B20F-A15A06E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E63E3-2EB1-4FE7-8A85-5405E39A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9FA19-14C1-447F-B226-D5A95185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346A1-DEB5-4619-B4F1-88972ED4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62AA2-331A-4EC1-B858-13E60262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48331-E8D6-43FF-B8AE-D62538C3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C6B10-92E4-431E-ABA1-34B5D568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01CBE-50FF-4CDB-9B41-98A9C1E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41976-8031-4BAB-B012-03E14B8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D4634-9D86-43C7-940A-952F9A87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DC5EB-1CB7-4DA8-8125-C45999B9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12A48-C6D5-4C11-883C-10B4F091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56376-E86D-415D-9AD9-83C52143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E7C14-69EA-4115-8316-3EF4B858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1368958858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90977-FB75-4C40-A773-69358DEC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9BDF4-2DCD-4D2A-9172-A6F4320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A8CD4-9942-43F5-841D-943A4F07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F3B52-4DE0-452D-9CF2-9C5E02C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8B033-CEB7-4CA5-A73B-15DFB783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BF799-8D3D-4B92-A286-F4F8872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50457-3DB9-4929-9556-A7F1BA8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C6996-E94A-49C0-8D49-401A4F48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DA9F5-3176-4603-9D47-0BD141F8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78D96-2C64-45BD-A2F7-B5FC4263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D6DAF-4F23-4F6C-B9BD-C3C8530C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CE2C1-EB73-4FBE-99EC-4D497530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0160A-90B1-49AA-9A1E-3BB3177F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D854B-AA85-40CA-ABB4-76F70AB1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B5980-EC9B-425D-ACC8-6E957D35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EC58D-0FFD-436D-A8BD-5071381D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4377E-EB57-42E8-9F00-61BAC8C6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7FA34-42F7-46B0-BF16-D541461C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관련 파일만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5C317-DDA0-45C7-88E4-618F117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33AAB-58DD-48FB-A441-6686A32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8F523-14A7-4068-9CAA-91E6DE6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A6095-91F0-48C7-A829-2A6EE49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169713166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59DED-AC5D-4074-BB9F-9544CBD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C4894-3167-4E64-BA53-F700AA42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1E831-B6EA-4263-BB5B-07DBB402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F10C3-5767-4F36-84C0-289E041B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0D0FA-A452-4258-875A-0EB29E0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10D78-0423-4C9E-9FA5-4A185248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96470-A94C-45B6-A6D8-DE291205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1A0F0-D78B-41B4-AB8A-B830CC50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A71B9-B2B5-4719-AB96-2D48DC4C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0F19A-8581-4753-824C-297CE706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할 일·금지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B48CD-96D7-4B79-9BA7-3B81E5FC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7A4CA-B406-4FFA-B434-D59ECFA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5D663-1252-44C6-B264-6388A51C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5A483-BD9A-4B65-94D3-5B83FF39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필요 파일만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8066C-4B87-44F9-8B34-F1FE7347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3F00D-CBAA-4CBC-BC5B-31476C5D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BB373-0350-4FF3-AF7A-6317CF9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ADB2D-B43C-40D7-B2BC-0762CB8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EB884-26CA-45D1-BEFB-047974ED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FA6D4-868F-4B95-B62E-B1D81E74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968FC-EB0E-489C-89AD-DAFF5A93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02CA0-FB95-4452-95D9-EC27A54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1668933233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829245-22A9-4A82-81A9-62BB1B3E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338B3-CC35-4522-963D-86A63F20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화면은 ‘어디서 받는가’보다 ‘무엇을 확인하는가’가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B72AB-69E6-4867-A81D-1F8A372F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6F1E2-28DA-48BE-968B-AD447565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0F024-D2F4-42C8-A283-4FE07DC3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00939-B500-4BAE-B7AC-BC50FADB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D9A7F-A167-4E0C-A894-61C9DE30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→ VS Code interpreter → Git identity → sandbox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3581D-2CB1-44F2-B00B-49FE8B8B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65875-2F5F-44BF-8868-0297B9EB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2EE5B-2449-46E6-9497-DEDE647B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OS에 맞는 runtime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3824A-5258-4E70-A04D-E0F9BE86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버전·실행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88104-D047-4908-A2E4-F55EB6C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01260-F2EC-4BCA-A3D8-63F2F2C4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EAD50-9DD6-4431-9231-46FDD98A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0CA61-15A5-46B5-BC3F-71D762C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editor가 쓸 Python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367A2-859F-401C-A282-F87631C5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.venv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0F74C-6CB0-4C0D-A8AA-135F70E9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B7AAB-18B3-4D2F-AEF3-695F35EB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F3043-3735-4C14-83E8-EC9ACC12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3935A-A292-4EA2-A54F-E777FDB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작성자와 기본 상태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138ED-EC5D-4371-AFBD-D2AB94D3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identity·status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E8A54-99F4-4495-B849-07A23674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E0005-63BA-44D4-BF7B-65F81BDE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BE73D-76A8-4FB4-83D5-2AD1804B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B8040-E8FD-4577-9CE2-A5903C9E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저장소만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DAA70B-2B8B-4593-9E0D-01E07FC9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sandbox 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3A02F-0DE6-4300-92B3-6F64906E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386790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F2DCD-2F12-44C2-8994-41CA3404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02932-C835-4ED5-B15B-CE75567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30AFA-1A40-454D-832A-E755C07C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A32C8-F0B7-4B5D-9314-86CE7E15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6658D-0A22-4267-80CC-0BD0670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7E05D-F944-4830-BF68-96E81027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BF050-12EE-4111-AA8C-07190772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4E10F-ABBF-4D8D-A66C-030F71D7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09433-BCF8-403F-8252-F6D7F630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3A0FC-AC01-446B-96A0-AE6FD33E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B6677-68C5-4AE5-9940-642CD8B1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A26CD-EC2A-4901-82A8-8238F5B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F3D50-E9F0-4675-A8DB-35AA3300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D84BD-561E-4970-89C3-C2C8AC4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FB8B7-9844-41E8-9761-715034E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CCF3A-7531-4087-BEBC-263EF3AD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81d0226174d5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B8640-E064-4A46-AA23-EAA433E6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82895108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86AEF-B3F9-466B-94D0-7DEFFFB8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76F58-E331-4BD9-85B9-CF51FD8B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EAA13-09AF-44B3-9225-0CF28E1D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ABBC2-565F-4922-9B37-09BB5831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DED9E-4253-40BD-BF83-7F758BF2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B6ABC-91CA-4A7E-A771-FA46838C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29F75-47D4-47DA-BA15-3E95F8B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2F9B4-F93E-450D-B6DE-29C0BC53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A456D-1FD1-43B7-BBA8-8657B3FE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29415-E66D-43E8-80D6-25C04473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C4349-7A00-4C18-BC4C-714ACD8F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DB06A-DAD0-40FC-A8A6-0285658A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2DCA5-7C8C-435A-A48D-954E80F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0EA12-F649-427D-8783-04AC491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821D8-0044-4860-9A2F-BEE5D7F5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89EB8-BD29-48BD-A851-2853039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2de48d941431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21C4B-2D8B-44F7-A888-68EA1FD5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837369248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C1D0A-79CF-455C-98CE-E0298C1A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4356F-5046-4326-B189-1FDD7BAE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7605C-33EE-431F-A3B9-77D0B201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38170-DAF3-4D9A-AF9F-0CADFC57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FCDFA-1A33-4D37-8D7B-3A17409E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60BD2-5AAE-4BFB-98F5-2CEB4B0C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136A6-A4EC-4FFD-85DA-49373006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7B97B-AC3C-4AE9-8BF6-1F1C5DA5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E25AB-487D-4862-8DB9-ED72D293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E04DE-A8B6-4E7F-9563-41BE3870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96CE7-95B3-401E-814D-B53FDE1E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0F6B1-6DF0-4A22-B45C-0CE72E02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A6E92-D98E-4ACA-9798-A65CD7A8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9BB9B-4050-4047-A09F-5C92D8D5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5533A-D563-4F74-829A-3D0D0709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D311D-D459-4AE4-A109-E2E3ED65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571aee74b496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7BF6A-7316-4D2F-B535-E316FB77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545554742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5797C-6E26-4AB3-8FE4-77960176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CDFAD-6F99-46DA-82B1-7A0463CC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D8FD9-90D3-47E0-B34E-8349065A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B273D-21AC-4855-82FD-A854F8F5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52CDD-E7A0-410B-B30A-40179A5C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D7230-10C7-463C-B0A7-5B09AA74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96B6D-DA2D-4A35-8715-7E120874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9441A-229D-4F2E-BD04-2C8FF4B3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AE6DE-813F-4CEB-AE33-017EF4E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F59DC-1B91-4EAB-84B6-8CFD8030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D06AB-0F25-4E62-9772-EBA52BFD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68DCE-225F-4A1E-8586-027C2EC5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F8CCE-557B-4394-99B3-3EC1C58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2E43A-D457-4182-A31A-A9384BB6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EFD50-6646-44C9-B4CE-014F4A0B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5E3DA-A320-4693-947A-243854A7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d467b04224be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F614F-FC74-4BB7-81C3-277A9453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7787322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4012C-7B4F-485F-82DA-E37E631D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046EA-011B-4CCF-B92B-537BCC36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C841F-437E-4D8A-A012-40B59703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ED504-0FE9-4FB0-98ED-05C56A44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9563C-D3CF-4929-80DD-D537D42E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75C02-3943-4856-8401-2F7A55A0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2E23C-DFFD-4EDA-B55E-5C071D7E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E9797-1EA6-4629-8E69-D1F967EE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3C514-B91E-435E-981D-158A3471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8C4B1-B28A-4AF7-880C-94AD7C0E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AF879-2DA2-4B94-A58C-C8C7226B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A7A21-1C42-4B54-8D9E-613C1EC7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667A1-F4D7-4527-A216-1DDFDB51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15851-5F17-4A2A-BFCA-1E7E8DE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65B7A-1AA0-4E82-A47B-C91B2B8A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EC377-686C-4942-A42A-296ACFC4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DB7F5-6C68-4AAB-B3AE-1C84E69E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4D010-6375-47E6-8897-571715D2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1715498388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F81F7-113C-4D7F-9A84-4D33E1D7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D10E6-587B-4DEE-9580-6BF922E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9186B-0C35-478C-875C-BCFCEF1D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BE1F9-3180-4F7A-BCFA-EF249081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D8B4A-B0D6-4C5F-93A4-3D7B9205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4D4CC-FF59-4427-9B6E-092D41C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F1EAE-CE0E-4417-9A1D-29AB2146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1B470-F175-443C-B295-0D0AB084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E8EEF-D82B-4894-8075-9AB6A11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DE508-28B0-4D80-95A1-4B794C9E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3F024-51C8-4079-8F18-AE9074A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74396-AACC-41BC-85DA-02135BF9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1233F-C8A5-481E-B3D4-E2258585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0BAC3-4479-4835-94DB-F56977F1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20CA4-9230-4488-A027-62856494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716A5-60F0-44A2-A953-16D854E6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7A284-6FC5-4CB2-8C55-82312435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1DFC0-59F1-4BBB-8CFA-0F14115A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1769121541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B2A31-A82B-48AA-BA3E-BB19A5EE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C837-2F39-403E-B405-DAE6345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111F4-9EA9-43C2-98CA-8E880D86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D6731-1180-41B6-8033-BEEA11CE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CFA29-C152-4092-8FD1-C0FA3890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AA406-03CF-4B21-B29D-1789C170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B29F8-6069-4ED2-80D6-AB711E5F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E49E5-E063-44B2-A83E-35B867F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79D2A-C1FD-4446-8B94-519A1CD9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DC195-D745-4E2F-8109-EAA58DC1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44D63-6867-4F78-AEA7-68982E26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11288-F772-4592-ADD9-E297AF6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FC53E-12F1-49C5-AE87-80C663BD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A4E75-1B55-463C-8054-3C284CE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7FE48-D366-4CC7-8BC1-8532D83E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82A54-FFB8-48BC-8B6D-94D0B345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95B13-77AF-4CF1-BF89-AA54117B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AB592-CC47-4E6E-BA79-65AC0377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123064129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7BCFA-A3F6-4F18-8813-94A7BA0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5CAB6-94BC-41D9-B3AD-87150C19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A4FC8-3F52-476A-B186-3516DF02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ED01D-5B2A-48B7-A88F-A46CE87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AB3E1-10F2-40DE-9B12-E7F9440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5652D-F7FE-4B09-B98C-A9107DB3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B9C7E-BE89-4AD3-9732-9BA352DF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9E435-C79D-4014-9C1E-219C3119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E3418-E518-4BA7-9501-4B9501D9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unrelated 파일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D41F1-BBB5-4BB8-9545-4DAF09C9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D1446-AFCC-4CBD-A22C-D9EB9805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 전후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3B519-5434-43BA-BC44-692C1E47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D5743-B164-4A5C-8FE2-C0CAAB1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2C554-DDE8-4610-8203-5773928D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C3B2D-8F2D-4703-A2B5-76D9C16C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명령형 메시지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16A77-5A7C-421D-ADB8-31C8442E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B22FF-EA5B-4A18-B2C9-520ADD6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4A1CC-01FF-46CC-AFBD-C5E56E9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2119954619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25603-C21C-4E82-A6E1-B8D1423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CB228-37B3-4509-9244-8EA7736F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083B8-766E-4C89-A0E2-F0C180ED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0FCA6-87A9-4F66-887A-FC74A711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42BC8-9647-424E-8AC4-50A35BCC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DDAF-F5FF-4616-8AE3-A5ED7BE7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7FF78-00E7-4E39-B91B-89DDBE54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0AA93-64B4-4386-8B44-BCF3AD2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9F2EF-A621-4BF3-8480-E931DBAD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이름만 공유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0E417-BC04-44FA-AC69-B4E40FEE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D45FD-FE1F-46EC-88B8-F2C12DA9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secret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F1756-0C74-4FCA-976A-85919BB6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EB79C-783E-4268-956D-5D56227F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27EED-1281-4BD2-8B2D-7A9A6E2A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5CAB0-2951-4DEE-88B2-4887C7AF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생성물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904F8-7D7A-4B29-9A1F-DF744125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B1FD0-A06C-4F6C-A617-EC045737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47019-BAE7-44CD-9169-D55092D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1445776577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C2CA2-DE19-4422-A42B-BE9B5F29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586F9-B576-4DAC-AA65-839DCF1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AB3AC-3632-4260-979B-CBB100B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BAADE-8FAD-47E7-A3DA-0D6D76F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9CCD7-7A6B-4E87-9B4C-9600E0DF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E2651-9EDD-4F97-AB34-2D05A3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952E9-327A-44B1-8C12-7DF0C598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98502-89FB-4F04-845F-4E999A78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8A147-5AF4-4FB4-BBEC-F6924DC2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79C82-F04F-44EE-83E2-C11A4285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D3627-235F-42E9-BBB0-1206889D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3DA8E-E10F-44A3-B05F-358D8D42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593EC-B96B-4D08-B12A-CDAE8658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32CD6-2036-4BA4-A1EE-7BA62AAD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F229D-9C8A-4C6C-8C24-87CAD88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CDCCD-E8AF-4FF5-AE4F-306DD04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F9CEC-B4C4-4251-B2C5-8035FFAD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662DA-173E-406E-9A68-0B00CB75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09601-5FA5-4B06-AA8E-26F0BB2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B83D9-C9F1-490F-B465-53C05922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57C98-CD97-4C7C-9CE3-2A8947A8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D317A-DE0A-4F6B-9622-1795F43C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B811D-437E-496B-A390-01940AE5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304EA-8995-4785-A2E0-57BF0EF2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1991402940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B744F-17FA-4553-804F-0BE354BD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013D3-34B4-4C3B-9C38-4BEF8C87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3F8A5-4AAA-4599-9F03-FCDAC8CF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643F9-1F8A-4D59-86DB-EB3CC929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82DE2-633F-448E-B385-672767DE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3BDB-3242-4212-A133-C8D38D9D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8F2A2-E0BA-447F-8CE6-D01F6D45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D346C-F8B1-475F-843E-52AA6F2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DF109-E965-45CA-9881-D71E6409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2D960-337D-47C8-A7DF-6292869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AB41C-E661-4804-9C6E-4BD9B916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41E3D-CFAC-4ADD-811A-8F805A09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4A4C3-E9EA-4777-BA87-BDE0608D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1D2FD-277A-4CBB-80FB-38A2A519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4DB1F-987E-45E4-8003-3C62D026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61E5B-606C-45AD-89A1-119679FC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8E8BE-D4F9-4D7D-AFB3-1206AFFA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E5811-79C3-4D5E-9894-E0C9309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34593-F71A-4E3C-8834-C81738F1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00C32-23FD-4661-9DAB-03D549B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73734-B755-4D4B-8BF7-CEA5DE69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5CE7D-72F8-4DFF-A123-3A53776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670C3-5535-4B85-848F-89A718A4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B5B9F-2523-4777-A990-6AD2735F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165588050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EEF31-F31B-46BC-987B-A8CBA40C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B7F41-F9DB-4A0E-9E2D-7B018DEC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8FE91-D50F-4764-966D-93F8F9C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09E15-2A1B-4B7F-B95B-F15CA0D6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B5111-618C-48B8-933E-229210EE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36993-4ACB-4E9C-B66D-EDA667CC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918B8-328E-4D28-884B-2463F4A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6283E-035F-4509-92DE-BECA9D8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53D29-274F-4635-A53D-56528C02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89DF7-400E-48A0-A756-A019C4A8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DF08B-0DB9-4DE1-9554-41F6F518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3FB4C-AC84-4B7E-8184-2345CF47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3A7D8-2E9A-4F05-ACEA-0A798B80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2950C-DBA7-4D38-B648-D0465E1B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CBF5F-E4FF-4BA9-871F-855953F8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A7C1A-EE30-4D9A-97E8-8491CB66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A7AEA-0369-453C-A352-B2B6F0B8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5C9B2-12E1-44BB-887D-9BDF39DA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168F4-DA17-4351-9DA3-D94CB93A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E41A3-339D-4ED0-9A57-8F9CB735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253CC-4E4A-420F-9B7C-80A0234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4EF52-FA87-407B-961C-C4BF95C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8DBA45-0C2A-4863-9AC6-7326581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23947-6868-49C3-9570-09182C53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1044761985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B4E9B-151F-4B81-8C37-60E29F57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0CA4E-1A4D-4B9C-9EBA-1C550AFC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5C600-51B2-46EF-AEAF-4EF00D14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06FCC-5594-4DBC-BABA-CEAA2BC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2397E-7591-4A88-89FF-ACC77D09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0F8EC-AEFA-4560-8ADE-ECA151CA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59BDF-2533-45F7-88CB-17E2711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B91A5-0851-4CDB-BC19-8B1308F7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84AF4-D94F-4456-B5D2-B382957C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265D1-93B1-4F4C-8BB1-EC5C7D2E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988BF-BF16-4F06-A646-D4C1FFE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092C6-685E-42E1-8EC4-59263B9C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status --short를 실행합니다.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A31B1-ECB3-4BA1-BF45-2CF21178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4F987-70D6-4F34-9DF6-A14767F5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A0E34-46DD-44BA-A61F-979FAC94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수정된 파일과 아직 추적하지 않는 파일을 구분합니다.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FAF79-8259-4C85-886B-FD5E4FE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7126E-2E16-4524-9350-26044B92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A9F5B-BF54-454D-81C4-B77D2EB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diff에서 바뀐 줄을 확인합니다.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AF670-7FCD-4B6E-9DE0-5F50C5FB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7289E-57C3-497B-B3A4-F3CBBEFF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7784A-3287-4B8A-9F9A-7945D86F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지금 stage하지 않을 파일을 한 줄로 적습니다.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3A0D7-B6CE-4EFC-95FD-AB0436EE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4D3FB-1202-4C20-B5F0-B1AFEA6E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26A4E-DEBC-426A-9C5A-FE166FBF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status·diff 기록</a:t>
            </a:r>
          </a:p>
        </p:txBody>
      </p:sp>
    </p:spTree>
    <p:extLst>
      <p:ext uri="{BB962C8B-B14F-4D97-AF65-F5344CB8AC3E}">
        <p14:creationId xmlns:p14="http://schemas.microsoft.com/office/powerpoint/2010/main" val="1786767802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796DF-29BE-49BB-ADDD-2383E64A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9F10B-DBB3-4A5B-8679-852A225D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D7786-0C99-4F51-A545-1D3FA6FF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253A7-B600-40EF-8F52-2076436E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2922A-3151-4EDE-8DAC-01089AED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1F235-3DD4-444B-9C34-4F0C263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695B5-58A1-42E6-9E4F-240B7B25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689CF-F772-4576-AA4F-B62A91F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A9D7D-A653-42A6-820F-58C76190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C6CFE-F112-4273-AEAA-A4666A0A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C3C6D-421F-4681-A88F-0C62B24D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FF598-605F-4172-81A5-362367B7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BA052-3213-456C-B68E-E706517B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65048-F2E7-4855-81C8-B69E029E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43796-7479-4AEA-B0F0-A95F569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F31F2-A186-42E6-B5DF-AE236E3E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FC6C2-FC00-46C3-BCE4-E639ED07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F5705-FBAB-4581-B305-7444635C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EB285-FDAA-4C81-A840-BC1CEF0F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C12DD-FFCB-43F4-8E70-E2B4FED8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F4B34-0A28-41FA-8BA2-2278F606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63062-DF57-4C48-B6F7-F196192D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3E3BB-046B-4EE0-98FD-410839A7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3D898-93FC-4CEC-9F74-D9B4C374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E8BB50-A4C3-40FB-964A-FF403EBB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683693305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61736-4FB5-404E-8456-13977E0A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0A525-8B70-4B2E-A0AE-9F43A46B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2108C-97BF-48B1-8F7E-B122FF8B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668B9-5EB8-4EB9-B346-BD23DA62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82208-3B04-4753-A1BD-9BA203FF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8071E-89AF-4C49-934A-77076B4C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91814-B787-43AA-B4BB-5A0E14E7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72A0C-605C-4CBF-BD9F-5E8C6A44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1976C-8B43-4E05-9253-596DD28D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0EB8F-9B08-4814-9F10-4B95BC0D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9A5E0-9DBF-4758-B7E8-79A03913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33C44-3FA0-47C0-B29F-9593FE17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39CBB-0006-4885-99A1-33E4E18E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ED025-42BC-48D0-9380-3D79A522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ED7B2-159D-41F3-98E2-904E4EEC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CE656-729E-4EEE-BC12-CC4DF7C9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411E4-3163-460C-BA04-50110942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A462D-00EC-4D44-9BBD-A8414DA5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C8CC9-8A0B-4572-A212-9F371A98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A4CD1-29FB-4B1B-AC50-259FCBFC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E6CD4-0297-43E3-9680-5C8834E9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C9FEF-1127-4FF1-A75F-7A2E4766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5D493-D2F8-4076-8C06-84C6CCD9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B487A-C321-49FE-91D2-EB21BA7D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B9D86-BB82-4C69-9C43-40376645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1238407702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D99E1-8051-4983-920C-EF3391AB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D2B00-9F0A-4D54-B9C9-0A4D8DF8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BD58D-D439-4EEA-AF44-4AFF7B5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5D9CB-BD71-41C8-8D49-99125469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48814-D426-468E-84A8-3FD7B9D9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2BF7F-1FF9-4A33-8BE2-A4C9175B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3FC8B-6B88-4295-BEDA-8B72C834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C2D3B-0C62-460A-B448-71BDE44B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B4E60-5D69-4F35-8202-F77D4023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E7736-EAC4-468C-91CE-1112F1DB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15E20-290A-4C44-8415-DB87777B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2A37F-E1D1-4600-B1B6-298755DF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6D058-84B5-4A80-AE97-DCD2F88C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23DB6-92F7-48DC-89A5-33D0CE7A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F342A-9713-4813-B66C-DB7E69A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32408-6AFB-451E-A55E-6BBA99C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ECF50-2BBC-43CE-8E81-A79C7974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44ECD-2321-4D3E-AD50-13E35DE5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9A2DA-BF4B-4EE4-A85B-DF9ABC40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FDF82-2D07-4E2C-862C-A95BE83B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3E523-56AE-4881-9659-D2E2E1F4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923FD-BC1C-4E07-8EA2-EA32B61E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0E3B0-C4D0-461C-B815-D7560587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98602-FCB3-4667-A4DD-40AFB072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A510E-BF03-4241-9583-243BD4F0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103469381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F6B82-E110-437B-A2AC-2D8644E2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A0E79-0897-4841-902B-7F77E8A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26633-DFDD-41AC-B59A-0449CD9A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715BD-C9CC-4C40-A53D-5A745402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39DCE-1CD0-415F-86CA-7616DDD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15864-FE6E-4836-8299-EF8FCEEE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9BB5D-C2DC-435A-BCB0-259E96B3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E3B54-B31B-4B0C-B655-892C5B6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5F991-44EE-48DB-BCB1-45ADFDBA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CBEE5-E7C3-434B-AE93-D67DB52C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B2BCA-5024-4A3E-BD92-765DF49E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68B00-E92E-4A4E-8D4F-46531028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8E31B-B0F4-492C-B822-AAA879B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59491-24BA-4C15-8A24-64EAC98B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CFE1E-5C78-4D6A-B09F-8C5A6373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6696C-592D-4C7C-9423-EE79F18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2E637-F839-4F98-ADF4-6F53691C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BBB4E-BB4A-45C4-97DB-B1F53A5B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3F636-6397-4578-9581-B878ABA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FC37A-A84E-48AD-B025-8A4F81CC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6BFEC-466C-4BFC-96A4-0935D83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6F279-0409-4D1D-AC6F-4CD07A20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D939D-0732-4CAE-8DA9-5F4744F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11AAA-4C44-4E62-96EE-456D226B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84BF8-6C23-4E90-BD14-FD88F228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1196497509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30687-CEA2-4A35-9090-C3B6C25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46D79-7552-411B-929D-E1D590DA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4 · 다른 PC에서도 다시 실행할 수 있을까요?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FD3F9-7AB8-4FB8-B221-94B6C378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7356B-9424-46A2-94D3-D2A9FEFB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F75EE-D508-4DB6-85D8-DACBEA91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0B08B-5B97-435D-9D5E-18B507B8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1A981-E2CF-4AF2-B46A-2CDF2B57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저장소는 받았지만 .venv가 없고 Notebook이 전역 Python을 보고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DD70F-6E24-4A61-9824-FB9B8092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8E541-0F10-4659-AC45-2DC72FB7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E8D40-5EA7-42DA-9ED7-E5DC9B2C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세 명령으로 runtime과 경로를 어떻게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F5A09-DFAF-4850-88A9-4CF377D2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7A245-A800-4E52-8282-9B0514DC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745A8-43E1-480F-ABD0-0CCC33B5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안에 설치가 안 되면 어떤 fixture로 계속할까?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23B80-1A94-4D60-93A8-5FD2083B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A78D2-3C7A-4453-BFF1-4B9F471A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A9706-8667-43A9-8932-5AA0ACA6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상태를 어떤 commit과 캡처로 남길까?</a:t>
            </a:r>
          </a:p>
        </p:txBody>
      </p:sp>
    </p:spTree>
    <p:extLst>
      <p:ext uri="{BB962C8B-B14F-4D97-AF65-F5344CB8AC3E}">
        <p14:creationId xmlns:p14="http://schemas.microsoft.com/office/powerpoint/2010/main" val="277283028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EC6F0-4C49-44C5-A53B-3D4715E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92CD9-C403-4B95-933C-F2EFCD8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1F61D-4384-4E28-B20E-9CADA7B3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Agent는 똑똑함보다 멈출 줄 알아야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3C94A-87A6-4CDF-A989-3A6C4092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점심 전 한 시간에 결정론적 planner·validator·executor·test·Git checkpoint를 완성한다.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307AA-DD0D-4E81-AECC-FAB6CBD4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EDAB3-2221-4DCD-969C-147D5762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planner의 화려함보다 timeout·validation·retry·stop이 제품의 신뢰도를 결정한다.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B1D46-B95E-40E9-B821-28473623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82219-EBBA-45D2-B1A4-8630B79C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145988542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F507A-33D0-454F-AD62-D48CA74F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539F5-A51B-433C-BC4B-04040C96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LLM을 붙이기 전에 실패 상태부터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C90EE-02F1-4E1C-A9D3-1F8934D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D548C-6E8E-4614-BBF7-98E1614B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9998D-9628-47B9-B960-D9A2155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A4949-C9D5-41FA-AAA0-279DB9A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633F2-4757-4520-A155-5A6139E1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실행 루프는 언제 재시도하고, 언제 사람에게 넘기고, 언제 완전히 멈추는가?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2721E-A147-4EB4-ABB8-AA3F30C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727E9-0D00-416B-A416-6D860B1F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0BCA1-64CF-4E32-BE6F-90CD707F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planner로 next action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98428-6A19-4E61-AC1F-9E54AF7A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3B5C2-98F4-4764-AD8C-5441F8D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7E002-61E1-4446-AF6F-21F5E911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schema와 policy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407BC-41B1-440E-835D-A68E40F8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59EB7-9264-4E2D-B0BB-2FDDEE81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6265E-00AF-4C1A-B251-2E8FA1A9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executor가 좁은 tool만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2CF02-43E9-43B1-B48D-D37EFB80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A92B9-F9F9-430A-8F6F-1527AD9A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0FD7E-7ED7-4CAF-8E12-E959A6AD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ToolResult로 성공·실패를 정규화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6088A-C5A7-4628-BF76-A572CADC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68B2B-A8DF-4925-B7D5-E72E9B0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3A902-EFFB-4DAA-85D9-CCF74B07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timeout·attempt·terminal status로 종료</a:t>
            </a:r>
          </a:p>
        </p:txBody>
      </p:sp>
    </p:spTree>
    <p:extLst>
      <p:ext uri="{BB962C8B-B14F-4D97-AF65-F5344CB8AC3E}">
        <p14:creationId xmlns:p14="http://schemas.microsoft.com/office/powerpoint/2010/main" val="303741204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DC38F-FBB5-4FD1-A994-613C0603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87E81-2DEF-4907-AB74-7ECE71B1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실행 루프를 나누는 네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1A920-6C9B-440D-9D26-C7E0C298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C10EF-AF28-4634-A3FB-364BC0D9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E8556-032C-4D36-9A58-695C969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35581-AD97-44A7-8CEF-A36307C0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37C6B-A215-440E-8BBD-EF387D9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B61E4-7444-4179-B33E-EEF3329F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615A9-FA19-444D-A7A6-7F8399C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24506-4F02-423B-B220-F4CEE418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E9532-C22A-4242-9E45-B62E626D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Next-action 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4689A-DFF7-41E4-B5AC-5BC0C597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B658B-FBB6-4306-A0D4-07001E55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4570C-AD22-4058-B13F-DA8739E8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E697E-184A-4814-B797-88D37FE0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841D1-97BA-4083-B12F-4C3EFD1B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Validated 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5E429-5544-48CE-9278-6158C19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9439C-1A3E-4BDF-8243-87B6872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7A853-D0AE-4F18-A124-023CC152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F054B-6293-4A82-B9E9-B2F35059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Maximum 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57601-843E-48D6-A386-E3A9889E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C742E-BEDA-4872-8385-A07E3447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E33AC-976B-402A-B263-11B42FD1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DF831F-FF0A-4DD9-96EE-5B62041C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F21DC2-356D-46CA-8792-34DDB4DF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Idempotency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Same Request, One 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D54F5-D092-413C-8172-4B1DF23D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5B5A5-8172-4515-AE0A-2CC8B9A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B229C-FF1F-418A-9178-4F6080B0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0837755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3F32E-EB61-40BB-B222-BC6D6878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B80DB-28F8-4BBA-B2A1-AA4964DB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AEF28-4E42-4B0F-9389-5D873023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25C72-1026-418F-B978-7B8B0459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01BD2-5A99-430C-9E47-F765C3AA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771E7-B344-4439-9AB3-30CABCB5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5A510-2FC3-4AFA-ACE5-C6EE4EEB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040925e9a489e">
            <a:extLst>
              <a:ext uri="{96DAC541-7B7A-43D3-8B79-37D633B846F1}">
                <asvg:svgBlip xmlns:asvg="http://schemas.microsoft.com/office/drawing/2016/SVG/main" r:embed="Ra9f42554271e45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934F2-0371-4BD3-8B37-2FDC151C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3F023-42A0-4198-B03C-087FF774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3ACB5-5FB2-4B68-8C70-449F138A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F66A7-BB97-4E64-BD88-95CE5041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A9717-4D29-4CC6-8CB3-5C90AA86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B50B2-F56E-4F36-9496-75BF9101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executor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A2F06-F51B-4085-84F2-DAC43EC9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861E7-E824-4DD8-8C30-A92090C7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무한 retry는 회복력이 아니라 장애를 늦게 발견하는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985710999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C3BAF-D60D-4F46-8255-793A9625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51AD8-B013-4D09-B534-9BD61EF8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5CA2F-69C1-4DB6-B028-B36312B0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6ED1F-28FE-4FED-A96D-73B9AAA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2F47A-C106-4AEC-9F63-30168E71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F289E-A871-45FF-A434-5276AA8B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7C487-12E2-46C8-93B7-660B638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4E81A-1ABE-4B43-8B6F-359FD959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A73DD-209A-48C4-ABB8-9FF71141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E6BD7-00DE-43FD-A03D-4E8EBF58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564A6-1609-433D-9F79-FA56214B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E3D78-EEE4-4D24-9AD6-39F59CC8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902251479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B65E2-E4E5-4315-B4CD-70B0C82B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4105E-F9A3-41F8-9055-618CD35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C16F4-B596-465C-A173-4B0B4FFC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E1434-1970-47E6-AD62-91BA16F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A550F-91E9-427D-BD1F-57BDCF4B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18CA4-F213-4717-AFFB-3FE43C02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5083F-A747-4CF3-901A-E05F5CB2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5C1FA-8EDC-4955-B524-E59EEFB5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B6C4B-CA27-47FB-930D-95BC5B2D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D071B-70FC-4B44-9EAD-CE0E9C33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0C5BA-16C0-4C37-A3FE-A80156A0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50699-F88A-4331-9A2D-AC738CCF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A6A76-A55B-4381-B6DB-2A10CBC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guard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BA922-0601-457B-BA0C-3AD5D651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6ACA2-49AD-41B3-878A-8F91BC95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794571584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D42B8-B59C-4213-8ADA-EA2C0092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CE1C5-CE0A-45C5-862D-F32AF87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41BDD-9DF4-4D61-81E2-427FD5A6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CA7A0-95F4-492F-8D92-5DFA14F3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9B934-1517-4409-B497-7254FC8E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FD996-9132-4CB4-95A8-BA9AC0C1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64BAF-E797-4BDE-95D2-BC0F18BD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3558A-198E-42B9-83D5-C834C090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AE9AD-24DD-4F8B-9D2A-EF247848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5A0BC-30D4-4AC2-AAEF-0F12F2DF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CE1DD-EC07-4403-9BFA-F05C39F8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5213D-9FD3-4BD1-9CA7-B2AEE855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B5A96-A22B-4047-BBEF-B7EEEC9C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0F624-46DA-4851-8FC6-EBFF8F83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결정론적 planner로 통과하지 못한 계약은 LLM을 넣어도 안정되지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13272016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A2E9A-BC11-4BCF-A22D-C456F2E9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605AC-CC89-4C3F-944D-FD015A7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1AD08-F43D-433D-A882-7906523E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93EB3-C133-4932-B6E2-E44B3200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24252-8A7E-46EB-8748-2341A6D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08EA-072F-41C0-A708-B9D67DDA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73D08-2DDC-44A2-ADA2-65F6BC3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A97C6-8EE3-4383-BE6C-5D997992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C8C67-BCF1-4329-BB14-68C3ABD7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FD34B-D16A-4D2F-987C-C46143FA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D7964-7145-4B0A-B140-B977CFA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57EE8-FB5D-4F3E-AF89-EE1C63F9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41EF8-2D9B-4814-B797-B92C9E5A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4C514-1EB4-4023-9F52-7DB08B62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46827-00E9-4BE0-85A5-0454B11B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603429372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CD253-8A01-49BF-B46E-66B67FA4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9D464-F5C5-4712-AF51-D833AF05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909B8-905A-42C4-98F3-5BBAE67C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29F8B-A393-49EF-849B-FCF96E3D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B7D32-BCE3-4AB3-894F-8AEE7131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BA993-BEE5-4439-AE9D-DE6AA5E1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7F4D4-892F-40FB-8BDE-48638F3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65FC4-097D-478F-BE6F-567DB21B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A66EE-7410-4708-86C8-C983C1D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39F7D-8DAB-415E-BE88-EF3810A6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95CB2-80E6-4791-9A3B-19A02A93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86AF6-5977-40D6-AAC7-EF3FC659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90708905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52D37-B1DA-4411-BB61-DED0ABEB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D91FC-7CAF-4532-AC2E-105B1380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E5AEC-612F-46D9-AF46-F8644006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BCBF2-B520-4CD0-928E-A320EC2B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485BF-9FA8-4BB0-83A9-1697AD2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AA44B-8B8B-4884-8E07-1AC9B7C3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79952-11C4-40A1-8F66-F4C8B2E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966CA-E3D6-4808-80A0-77DAB67D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4E287-8911-4A88-98F1-6EB9EDC2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까지·작성·검토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CA105-8523-4108-8667-3BA96926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5D005-EC6C-4D99-AC03-CA38BC8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2A35C-24F3-423D-9051-C45CC140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A0037-555E-423C-A849-EDE5015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F2071-2B73-46D4-9EA1-BA5B38EF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80C4A-C1C2-475A-B2C5-6A75447C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Agent의 실력은 성공 횟수보다 실패 상태를 얼마나 잘 구분하는지에서 드러난다.</a:t>
            </a:r>
          </a:p>
        </p:txBody>
      </p:sp>
    </p:spTree>
    <p:extLst>
      <p:ext uri="{BB962C8B-B14F-4D97-AF65-F5344CB8AC3E}">
        <p14:creationId xmlns:p14="http://schemas.microsoft.com/office/powerpoint/2010/main" val="271277623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EFB9B-58B0-47F8-8D7F-2DBDE9F9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CDDA-2A4F-4E1B-BBD4-A10EE2DB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15C88-147A-46E8-B398-CF013B69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B9BF5-2AC5-49BB-80CC-4B64B01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BFC4B-F665-4919-A25E-D660651F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0D9E8-67F2-4513-8608-B181F666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D1686-4F33-431B-ADF8-E645F791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526D7-7934-437F-B352-95D50299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67BEC-5004-404B-886F-C8A250D3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82FBC-4099-4272-BDA4-3450C45F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2AFB4-5E0F-4E36-BA7D-159BACF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50251-A636-49E3-BBEB-EC4FE187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B6C85-C8C0-4D62-8CE8-4BAA8BF1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1BC99-C869-4FCA-8F93-152718B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6C304-1121-48C5-87B4-313A5F17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E30C6-256F-4D5D-B9AA-C21D6E94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A09D1-F64C-459A-9F29-BAFD8BA4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F79D5-7B99-4498-8BCA-A6AF418B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0C6FF3-45AA-4C0C-8324-78F81132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4A891-1996-4690-8A95-79B26E8F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D62A2-6277-42F1-AC6F-EFE13A8F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28571-6145-47ED-88AF-168F5B5C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1231272918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60828-4760-4D2B-B1BF-A65232E5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83640-CAE2-4AE3-9456-8677788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0E2E5-EEBA-4433-A54D-7A8D87C9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589A4-E63C-4996-888C-0BA045A8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5C59A-C3CB-494E-B526-3964A766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576E8-316A-40C2-ACBF-7CF1C70A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EF27C-8DAB-48E1-AFC3-724F72FB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D5350-AD5B-47D7-8238-40C569DE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45735-6A06-48B3-9029-141CA241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DFCD7-297B-4CFA-858A-16338C74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FC928-D730-48C4-B90F-0C81BA4A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D7077-1A73-4228-A359-6314F2E4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1E9B7-48BC-4BE2-92D9-50BBC4F8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6038E-2C8C-4E25-86F8-1040BDD9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4C59C-70A8-4DCB-9F35-FC87A51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F96F6-CD63-4862-9691-BD412DF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8E2F3-7CC0-44F7-A0EC-DF1ABE5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B8EE3-8986-4AB0-9594-BA3BCE6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F89A9-EB90-4A5C-B4E6-83FF523A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8BA23-5CB3-4614-BB62-810DA732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6C37E-D574-44A0-96D2-508097B4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65868-A682-401A-82B7-AC0EB0A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26115761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B5C12-3686-4105-9164-0FE30A31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9A82F-9161-4BF0-AF78-79DDB2C4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ED0E7-2473-4AEC-AF3F-831C959B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BF962-98CF-4168-B6EE-E87C5461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35590-44ED-4C3F-8CCF-8D87A4B6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D276B-46EA-43A9-B6DE-E03574C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5CCCF-77C0-4E4C-814E-41864C52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6F687-60C4-47FD-B31D-B0106676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66148-C824-4B5E-BFE3-DF781BD9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1A370-D26C-4F8E-988D-FC055C8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12F82-1F4D-44A5-8E6B-01D46A6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5BF35-1371-464F-B55D-B069B6B0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15BF6-3CEB-4F93-8919-BE3915E2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56D31-BFB7-4A9C-B957-D9A2AFC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283A1-DC39-45C5-9894-51CBC1F3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8B946-5933-42F6-8045-84C19EAC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C82B2-A502-45B2-8E6C-AA0867FB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BEF3E-6A45-4BD1-9704-40C23CB2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705F2-52B6-4DEE-876C-E50932D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31059-5883-431D-A204-E9C7F73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D2075-4FCD-4CB1-B2A4-C471BF9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5AC30-8476-4E86-B07B-081DD12D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679625408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CD792-D91E-4C2E-9D4F-772637B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20E1A-4CB0-4AD6-847B-2DD4351A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B744E-A0FC-413D-8501-46A956A8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33071-75A2-4D93-92C6-412CBC67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F6E4B-B229-4D2B-9306-D9189EB4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A0026-5B9C-4BCF-9EA6-87CEACDC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98A70-157F-4E32-B6BE-2FA2A05B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2443F-834C-4F72-A2DA-285236EC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6301C-6EBB-4974-A826-20E2C767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73EAB-FB16-4102-8F98-AEE0C96D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ABFB2-22C1-4978-8396-B31C3CB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26AB6-96D1-4974-B1AC-4FEEF6F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79302-3F83-4180-9353-CBD30377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198F8-B8D7-4ACF-8DF3-04B160D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8494D-3659-4775-B974-9D606CF2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80298-2EB1-4D2F-A727-513A1B65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3E97D-EFE1-4D92-96B8-F8002E13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8E6BD-5207-438B-8B07-1DC3A563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B64B7-043C-4B6D-A05E-E3608BCC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E02C8-BCA1-4A85-9CEC-F80BAB5C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2D68A-C955-447C-A040-B03AEF1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A7EA7-2F09-4975-939B-5B1FC04C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1287932874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596CD-ACBE-4AFE-B837-D549DAD2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F42F7-6B4C-4641-B066-A26B5F34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C5A5F-7144-4A9D-AAE4-E9E009E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8CFEE-C4C5-4C26-A1CB-BF252865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A6356-76FE-479F-9870-B57E2141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8107E-1E56-4CE1-B950-A7B54052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2D24B-D67C-4A3F-96D1-71C656B2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6273D-4A56-47F0-9994-73F7A67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AB343-1DE1-4A84-A6B9-0C89FF10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19464-414B-4D45-919B-9015F639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207A1-6951-4CDF-A7C0-D5A43E18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EA47F-5211-4902-8875-B65FA03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553A6-5575-4D42-9546-70A4DB06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60DEB-4C0F-4D7A-8826-7C22E273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3BFEF-36F3-49CA-80D7-8233376C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D64C9-0588-4314-AD87-08537AFB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EEE70-3A3D-4720-8056-68FD05B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1591D-F4E1-43DC-AB72-7BD68532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00ABD-631E-45FB-8731-59E767B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285A0-5F72-4775-BC20-5D4C6F3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B4AE2-B5B1-40E8-80BD-EE45A3AB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A6EFE-EA98-4392-9C35-CD0FFC4F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1512479868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209CA-0421-40BB-9C23-29229B7F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942D5-A0FC-4C0E-89E4-CED359C0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네 화면은 실행보다 복구 경로를 확인하기 위한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0789A-BED2-4F73-BBEA-02BE18AB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5F5E6-B7D4-4165-8A3D-1DC07215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E4476-549A-4582-A2D7-FD096553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83A13-56D6-4E2B-A1D3-45FE9CA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AA49E-1FC0-4E80-982E-D2174188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실행기 → interpreter → Agent 수정 → 같은 repo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76FED-8E75-45C1-80E0-6C556397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07E52-D8EB-4E40-ACB0-3BDCE64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A1F99-C2F9-4D5E-8306-1129609F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kernel을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7742C-0EA4-40D7-9574-5893010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3018F-1270-4128-A683-3FF5B1C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7862B-BCF6-47C4-8E2C-7A3584E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2E76F-7806-4B13-A1B0-2AFCC5C4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292BC-F770-44C8-AF58-6C602FA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 Python 맞추기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A44DA-C6F3-4A09-BF4F-27F0674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24935-7A9D-4380-93CF-B4A7670C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7DAFA-EA77-40FF-88FC-49D163CA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DF85E-669D-44EE-801D-107D6DE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54E76-1906-4BD8-8809-299D8EC3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spec으로 한 경계만 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CC51B-E761-403B-B741-635D22B5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제한된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3A129-8185-4335-B06F-EAAA629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78C71-E6D9-4A69-B6D1-153CD484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2E9C9-9EE0-4CED-88DB-160ECA4F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51639-A174-40C9-8B21-B33B8B80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Agent로 실패 조건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ED8FA4-00E5-427E-ADEA-BB35090C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test 재실행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45433-0136-4429-946B-D8073866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7399427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91460-68D9-43BD-881C-C413148E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5AC26-B165-4A90-97A7-AC78F31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B3E3C-10F1-4FF3-BAF6-FE48250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FF516-310D-47C8-BEDD-F248DF6A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DB706-467D-4256-9241-669F508E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2342C-0C67-434C-85B4-6A9F2659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4FE2A-8D76-43E5-8C47-533C0920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44381-2839-4569-9925-1CE09D7B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F798D-04C4-4013-A4C4-C3E39CC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66949-0439-4455-AEAD-071C2B64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4BE1E-BF9A-46C2-BA41-1583FBF2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3E9F6-57EF-486F-AD2C-43582E3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54D2C-C4C6-4E43-AD1E-C91721D5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A2CAE-02F7-403C-915F-325458B5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637C8-D06E-4393-B700-58057F2E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9A21A-158D-45CC-AD05-23D28D8F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2059c9d4a4ac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11CEC-CA5B-415E-8AD4-7C7FAA51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137770013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58E05-BB88-45B0-9BF4-F909D138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1823C-CB33-43C4-842C-770E5D71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17D7D-B212-4105-B25F-404A9E68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546D8-2900-427E-8448-01DA44EA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A0C29-BC1E-4A17-8202-14B52853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D33D2-7375-45FE-B68D-B32185BF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EA01D-005F-4B99-9B65-DF0B55BB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0FF1F-D985-4406-94B1-67F02BD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E6FC3-425A-4FDC-B1DE-5922EEE1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A5196-8AE2-4328-B836-45AC1DF3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A9B5C-0358-4475-9E23-D70A1BBD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DAA73-0F76-4183-9EE3-AA2A749A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55410-1340-445F-9C85-B11C73E1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7CA82-5CF3-4493-B186-7B7C0D63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3C262-E28B-499A-AF39-642198E7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BAD7C-D55E-4054-846A-0906DFF7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cf73a68cd42f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086E8-53E7-4CF7-9463-42F58962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818010055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FD9B4-C88E-4436-A44A-D4BFD114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18C70-1C6D-41AC-8A83-F1FEA51E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5FA8B-9680-4B6B-97C4-D5101BB4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3B012-1311-4906-8A91-B4036AC6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A0B4A-00B4-448D-99BC-969E456E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47CF5-396A-4ADF-A1C9-D954E7F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9322C-5909-4D0A-B7D5-FB70FF21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AA33B-0D64-4DFD-A5E2-8488A4E2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DB7F4-939B-4B47-B041-70536CB8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6707E-6671-40F8-8B14-26E34BB7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EC398-CA09-4ABD-9192-E4982FD7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FE46F-4391-4365-AD3F-F8276079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05AF3-912F-425A-9E2A-8BB082D0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EB9E1-8478-4781-BF8B-8B10F1BB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4C693-0F2B-4DAB-9DE7-CA3456EF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30E83-9E8F-448C-A5DC-5B75C374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19be93c6d45ec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F8447-1807-43BA-B6BB-B5B717A1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613751214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E3F86-2A6D-41CC-83F8-B830B967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21DC4-F8BF-4E81-B709-261A471B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8B855-B9B2-48B1-9A19-A78B0583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EB651-C854-4CA5-A88B-AEF0DE44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08C9B-EF02-4F16-A945-0FAE8E0E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AD5BE-3328-4F4B-A60A-24677E3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47529-C021-401C-B33C-63819136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AB301-1ED9-4F54-AA46-9438AFEE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1B474-9F95-4F84-8E00-C5BAF4D0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CECFA-0854-4AEB-B510-1D13217E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B4065-B2FB-4A2D-A3FD-0B877E7A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E36F8-AD86-4A43-B749-DD77D742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93839-F12B-4C83-953F-B47BED0E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2AA93-B5D5-4139-845B-25C51019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C1AB6-3022-4DC1-8F42-6A3789C4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F0269-38C4-4380-A860-E9F6EC24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878804ebb4dc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F1ADF-64A2-444A-B042-6C171753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155779898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19F06-61EF-4CD7-9764-05F8837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3B576-636E-408F-B0D9-6C99AAB3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2E173-D849-4A2A-BFAA-98A7972E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14CB7-2CB5-48DD-830E-D6186393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01A6C-95E0-4AAD-9119-DD76F61D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5A707-F330-4681-8B67-465BB1AE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9AF9D-9936-43B4-BBB6-A7D3E9C0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28322-C69E-4A45-8E70-2A382A52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F15A2-DF96-4856-BE0F-CF7A872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46E36-5690-4D47-BCC0-1D99A43A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483A7-EE83-4A91-9B79-3952999D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1931E-741C-4887-9701-EDA7C76C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D1139-96A8-422F-BDE6-B7FF13F7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1A0E2-9E93-4AA9-BB57-2139787D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ACC81-3D06-4C73-BEB5-1BCFDB2F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77BE4-0AB1-4318-B72A-87B58553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40805-010E-4A63-BF72-B640C0D3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C323-301F-4D42-A6DF-C22C019E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1311988935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145DE-66F7-4F0A-8494-F897B91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216C5-1C75-4683-95E0-C46F2DBB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F8600-E970-4D9F-9998-E0C48DD6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427C1-021D-40CB-9C38-DA1560E3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8FF24-D602-4D79-B7FF-6BF3CD48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36965-6C7A-40F6-A22A-1EEBA0A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20C4C-3A69-4150-B33D-AC61DF97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AF51A-B89D-400B-819A-A809F6F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2B823-7189-4A77-8354-89FF8C0B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A0E24-3490-41F0-9725-4E45D79B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1FD33-C805-4225-8522-02D4FBCB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A5107-5B57-4E02-98A5-CC443BC0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2EA2D-5EB6-4EE3-9D2D-C8AF7975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C7234-81A1-4C00-8BC5-B0BDACE3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113B2-0412-4C59-8992-0C24AD6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BC794-EE49-4044-9D82-95DC2D6C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6B616-E545-4A88-8E5D-FC3A193F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D6565-44BB-4939-92FC-7024F8C1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674673886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CFD6C-83DC-4764-950B-4DBA1129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9356-7741-48F1-AB80-DDBBAED0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0101E-EC83-4BB4-A1C3-85D2BF04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BBCB0-FD3B-4BF2-BF37-11C7B4F4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DCE2D-E5A1-4E57-B1E2-AFB26357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D989F-4D68-4179-A7A7-944D9BF5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6E8F3-F09D-4F59-AF81-C0A8CE3A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D713E-EA1E-4470-B0AC-2A999E87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42CB0-B209-44F8-8C55-E0A704E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CFAC1-A87E-437E-B98B-A435FBF4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DF4A9-C58D-4DA9-B052-0CE5C292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59C1F-7061-461A-AC50-BCF63104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695F1-DFDF-4A1D-8881-B4D8769A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059A5-438B-45D0-8050-5F47391D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355DE-CF05-4CBE-A7FD-8549AE83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FA54D-6044-4D04-B22B-C6083776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DA005-C94D-47C9-B789-028BF523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77B69-AC5F-4CBE-8A1C-F75DB3EB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241627600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0EECD-0979-48B4-9FA5-7DD8B25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0474F-A132-44A9-B787-D77B6EA5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F9A3B-E326-44F2-A459-5B1685E8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5D7BD-802F-4B99-845D-D4F58B9A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1BF56-2B77-4CB9-A54B-A6A38B94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613EC-8B65-4E35-A308-1E71D171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06DAB-6A8D-4EEE-934B-4A22A8CC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533A-E96A-4CDE-8AD7-6510BE8F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9B638-BB13-4E0E-BBD4-FBA9B7D7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84154-E939-4DE6-8AC9-E1C9F583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A0C51-9CD8-4960-91BA-D96FE449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F2F41-2642-44D8-BD55-9D7F382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750D3-D84C-4A89-99EC-B680714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D7097-A03B-4E52-BC21-45A9ED9B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4635F-2C54-40D6-9F35-F2302CFE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A9183-CB77-4155-8CA2-2CC18D0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2B6E4-EBBD-4EC5-AC58-9CA54CFC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9D2A3-1CD9-4843-9524-DC9B0038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844120871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DF753-F007-4421-966C-96E66476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34F4-925E-481B-ACCE-07DAE61E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16058-7A55-41F8-BE75-A6B1E9F8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E42B1-A460-4271-B2CF-2D023F7B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DC126-A6B3-4DD6-A37C-F6D1B936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F30E1-0166-4639-9852-7AFF2027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ED05D-F45B-4F5C-91C3-26C9619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C5EB4-9840-4E70-BAC2-4A1304C5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F799A-044B-45FD-B42C-F6075019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8C5D9-1922-48E7-BEFF-75E2EAD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5D8BD-F655-4F36-A18F-55C2E6A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D0E59-3026-46D0-8F78-27A4265F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72D40-A3EF-4A15-BFDD-662946C2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786F0-CDE2-4627-ACD8-1517EB35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DF317-5395-49EB-8D6B-46DCB6AE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4D6D3-76A8-437F-98F7-70C23824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D7FDF-F485-4B6B-B585-E575C421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4CC4A-5FFA-4FD0-81D4-8E974D7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6541702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BF581-59C0-44C3-B345-52801706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D3685-6EEE-4BE9-87B4-0D2ADFAF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69237-2876-46BB-8850-A4D2E0FE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7E3C5-594B-43F4-85FA-8D2272FF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8FF05-EDDF-4F3E-8AC3-9AEEEF65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2696C-81D9-4D1E-90AC-659DD056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2FA5E-0FCA-4FA3-B321-0ED23EB4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59BA3-5275-446F-B404-9218364E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C4B99-8A2C-4825-A14B-CD338164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2DDEC-0653-4136-86B8-5C915672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A79C6-5832-4629-B5E7-7EE22294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A9236-9AEE-4825-AC64-C14E25FC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5EC83-9518-46BC-9AAA-9DDDF544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837E3-777D-415C-B94C-4480758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93D0F-4BE3-41A4-A210-92952FED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CCEBC-7F14-4499-BD51-F76C8EC0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99986-84E5-467B-84E6-2D141918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91592-79A1-4720-BDBE-C5D6E178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0D388-7C2D-4587-9F45-3237694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39B77-AAF2-48DB-B212-0A60E11F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EE533-D515-48FC-8D84-EE46A0C9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101E8-01D3-469D-9201-6D933EE9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9E267-0F30-4010-B181-069AA99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35540-43D0-4B12-A59A-261C6AF6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1430237232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9FEB9-478A-4BC9-8BAE-08D7034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FEF2A-E4C9-4FD4-A3F8-347099C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6809D-19A3-42FE-9A61-EBA40242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D4E0B-BE2F-4ABC-99DE-BFC02E28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33FAB-A30C-49AA-AC7F-0F2BBAE6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EE08E-9F7F-4E65-9675-21B210E0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244F8-98A6-4997-966A-802EC736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64EA1-8517-49FB-8B7C-325B2251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0764F-5E0B-4D98-8CC8-A3B9F7A0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85AA5-A002-44F5-9D0F-9CFAC6C6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5F665-9207-418C-BD36-DF557F23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BC0E2-0C9D-491E-899E-2FC8122E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226FD-BEF1-42E5-B4AB-EC26B05D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38BB1-8E50-4379-9EBD-9BF299D3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45CC0-A3A7-4019-AB4D-42760FEE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131ED-505F-439E-9609-08C4EA12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0CDFB-D8A2-4F4E-8131-67676710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6C9A3-DCA0-4BA5-9576-E71A9744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2778A-F0E2-4F28-8627-22E410E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CD7B7-0B88-4F9D-AB30-8B1F4D3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E0F20-484A-4F32-BD32-8690296B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EEBFD-6EA0-41A9-9F11-E7B54BC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3DC99-C8A8-4FC1-BA0E-623EBDD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44667-F043-45E3-90A8-03B8732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1221508035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5347F-1583-4229-8688-EB91F64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ED032-C058-4A75-A4E0-9628BB73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3F806-6AC6-42DF-9727-63995768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2BDF7-5CE5-4483-AA18-F2BE5099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D5901-DCFB-49E7-A46C-79672DAD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F3A30-F661-41A7-AA2D-C68D61EB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C7070-3F66-4870-9ABD-2FF4565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560C3-BE84-438E-ACD9-4800A253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75DEF-07EE-4845-BE0A-18E5913D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C8050-21F3-4094-9163-67737E1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D568A-AC6A-40E9-8D70-477A03D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5C4F1-6B6D-4658-8BC5-9770CF6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2B1A1-A6F7-48B9-9C57-88C74B73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539D-1862-4134-B425-64893953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88EC1-1060-4E3C-9CEF-9AD738BB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86EF1-B48D-40B8-A82D-08F9010A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DD485-8C7E-4FF0-8E75-FB995FA4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F5B74-BB6B-4AC5-AEE3-598B9329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764D5-5049-4C92-B4F4-96CC4BE7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C6809-923B-4328-838C-EFF00CF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73D4D-6E0D-4E54-8C47-30749849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15B19-68C8-4B74-A3EC-420818F5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5BF0E-C06A-4745-9C3D-1D4AFE32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0853B-94EC-4FD8-8D7F-D6871A14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2001272532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E0D00-1713-4F8F-8460-443B95FC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DEED8-D612-47B3-BCC5-A6012D20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BA743-4A98-4924-8855-0847D95C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0D58F-AD75-4427-9819-CA289F74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43609-82E2-48E5-A9D9-684E448B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9149F-9A24-446F-9DFD-26D67D57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58F64-C0DF-48F7-82F0-A2DD1CF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CC5E9-88ED-427E-AB5A-A7CA05DE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C3172-E2E3-48F1-A670-6E48BDB3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96B0E-C86B-4F97-A431-13E8B7E8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7E753-3584-405E-A265-BE781519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612B8-2DF1-47FD-8A89-831A2DF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009CA-74CB-40A2-9CD0-3FDB7320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0701B-C4F0-4CD9-9A7C-81942CF3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37515-21CA-45B0-9E26-CD0B41D1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62CF7-FB42-4F26-94FC-ADFA9B47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96EE3-B25E-49E3-B87C-D9DDDD3C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50C56-F19D-4E5F-AA30-A75A6695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9D73A-0E58-4574-AF4C-1E7A38DD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D6970-59D6-4081-944C-DBC5220B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A0BE7-A622-4A0A-9623-73866003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154F1-4FE3-4D5D-A594-C46BE176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E4BB0-3B51-419B-AB31-4F9ED459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F0107-81E5-4232-816B-3CAFB466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564990780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5332A-BFE2-4781-A81D-34CBE0F1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1CFFA-91E1-41D1-90BE-4352A1C1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55477-C0A9-4344-9C3A-403CA957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A311C-B151-4E65-B03E-2948CBB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42B8-487C-4EA1-AE97-17A248BC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CF20B-2EB1-4FA3-A4F9-1126C82B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B59EC-AE54-45FF-82B7-259DC37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2A3C9-698C-40EE-82C7-794F5D92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D5277-06BA-4C3F-B839-D4255939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7916D-7688-4279-86F2-58DC566C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F3D16-CA57-4C16-9308-9A7AB5F8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28B74-7D5B-4569-88C5-5877678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74E44-3E9B-4BB2-B27A-508A66A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9BE36-7327-4286-9951-BF816C47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4258D-17A4-4AC4-A0ED-D36260FF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F5D7C-4B40-4BE9-87F1-2D0EB21D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B076F-9336-4BE8-8C47-C7D04C2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7BE05-004D-4E0E-A52C-A8E59837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F1C3C-42DB-4C9E-807F-6002391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6A9C6-4363-42E1-9B5E-6F61E421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E496C-E428-471E-AA1C-638FCF0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EC353-BF63-4BBE-A851-EF40E56F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A9D12-6118-428D-A342-5F1CBC5A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02C13-7906-4463-A6FE-871BC306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E8324-D5B4-409B-A392-A9F4AD6E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1170813477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06DF6-57EC-4E67-9867-CC792390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C236D-CB5F-471A-A7E4-22247362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245D9-FBED-45C0-8D85-5BCD4DD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41A0F-9D7E-4641-82BF-71A228CF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D8D06-A6E1-4A99-B794-BC29B76D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6A32F-FE12-449F-A049-429287E1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83285-B80B-4B36-AC5E-C14E9C89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1B7D4-6E01-44D2-B74B-1FFAF858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130E6-A586-4380-9DE1-3F4EF24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37D08-C914-4694-BE38-C13A55E0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0DFB2-B329-4937-89EF-386BD438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975FC-8D24-4CED-B51C-74BC14D2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43B73-B2B5-4704-834F-D771D108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31A3B-F834-45C4-9911-E0814A10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34D7D-4D89-4E4B-BEE8-307C077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31E16-BA21-414C-B31C-07847FF7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A87C5-CAE5-4609-9DE9-05DB5DE6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9EA5E-59C7-4FD1-A454-C0C47C94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8BB21-1D8A-4278-9DC9-D764347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1A33C-B12F-4D75-B9E6-6AD2F0A5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959C0-12F5-4159-8059-986E4861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C9507-BD1D-4F20-BCD9-E1790CFD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D25B88-48D3-4EFF-BD6E-BF4B704B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20AE0-6109-4D2A-B58C-B1AEA516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ADC42A-415C-4A0C-AD49-FF96B09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463379558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34085-FEE3-4CF0-81EB-5E0259F1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85E28-91E2-46BF-914B-CC21B3F4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809AF-C552-4190-A688-53C6FD9F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FA7AD-58AB-4EDA-8223-3F3F829A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A002A-CF86-4C2C-BD84-EEF4C253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107FB-164A-4AE8-B8F7-53A7883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EC76F-38C2-4D84-A6C1-D2AD834D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12965-49C1-4224-B4FD-79D81422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B3063-FA18-444D-B73E-CF1F9E24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AE704-572D-4DA4-91EE-ECCE0B6E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C5ADF-1B9E-47A9-A58C-66A61FF3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FDF05-01C7-4485-8D8E-769EDEB8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A5BA4-69C6-4EEE-A8F5-AA50751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EE8AA-A6F2-42A1-A3D7-72AA9D37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36FC6-3E31-4E5B-BE28-6369B2BF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1C74F-2E64-4391-9630-28367B8C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70983-FD6F-4A65-A8A9-88963C4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A42EE-2956-40A0-BBFE-040E7A71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A7BE0-5257-4CA3-8D2B-544C0A8F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D241A-7330-47C4-9D55-2A165183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0C1DD-904A-4E46-BC40-4F6D4282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178E1-9731-4B72-BD7D-D555D58D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4BFE6-73D2-46D4-B1E3-ADA3AC4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81B27-17B5-4FC9-8B7E-4516876A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49937-02BE-4F1B-B3F7-F0992B8D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931068746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983C6-D84B-4B12-8954-2A727388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A96A2-42BC-4C0B-958B-7C317C40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9FDCC-0EEC-4BD0-A0F1-078102D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6300A-B3C9-4D10-8D1C-B8BECA30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4ADD9-AB88-462B-8000-3966BDCB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71FA0-65E9-4834-AAC2-645ABF39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B4D32-FCD6-4835-9025-EA48F26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079D7-67C0-4157-AE41-14A58017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CE74B-9869-4DD0-9852-BD3F10C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DDCF1-32B3-4238-B40F-FD3EAB3C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A4EB4-CC5A-4AE2-81E6-1A999A8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82A4C-26D9-441F-832B-0093DF3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64D9C-1D83-4670-B8A0-A5524540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12814-8A44-4D51-AFAA-A95E096F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16FD6-8E35-459D-B881-5217778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C472F-FE42-41C5-86AC-A4DA5D1F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D36F2-EA3C-47D4-B10D-4D7FC165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44546-70AA-40DD-B9B1-6E6FE7E7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52BF3-931D-4114-BCB6-1D627FEA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55B68-3C72-46CD-A22A-0A25359B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BAF97-7A33-4B2F-83D7-B15E1104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4B0F8-A7DD-4E62-BE4B-3900B19E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84DDB-2980-46C1-BDFE-AC915C4C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F1AE5-EEB6-408D-8B1E-E4AEA054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F1D3A-5739-45D5-AFDC-115697F2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1008361912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DE794-94ED-454E-A988-20040E3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430AB-A67E-4B68-B65B-9271F8B5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5 · 14:00 점심 전 실행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4B85F-7236-4C15-980C-9B134C99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7C52B-9232-44BC-89E2-D4CE9680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191D0-8D68-4A5D-9D6E-84E95E3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3AE9B-5DD8-45C0-8743-9D25391F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05179-7564-44E8-BF34-B4EC6701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지금부터 점심시간입니다. 14:55까지 돌아오면 15:00에 Local LLM 연결부터 바로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B6B5F-4432-4AC8-AF72-9BAF610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FFA89-7FE2-47D5-829D-7BE8FA9E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75DD4-F447-4BC9-BDCD-24D821E7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 결과가 남았는가?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5FB37-B189-40A2-9274-9550E33C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0C09F-25BB-48C2-96E5-30C8D6DD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F73FA-6193-41D9-95C6-7E188E4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9개 통과 화면이 남았는가?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86068-A6E6-41E8-B4A0-00F3E7F3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F6977-FB48-4381-AC53-E950ECC5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85EF5-2E3D-4BCB-B80A-B7EFBFF7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diff에서 바뀐 경계를 한 문장으로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81807902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4EA73-10E0-42B4-9F10-1E8FA5BB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7BA10-2C07-487F-89ED-ECFB47D1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9C26E-9EA3-4660-A04C-9BD4E310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실습의 핵심은 교체 가능한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6C267-8248-40BD-B33A-90BAB719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Ollama·LM Studio·Jan을 선택지로 두고 provider가 달라도 같은 계약을 유지한다.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088AF-3FFA-40EA-9ECD-8BDE886A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D5895-08C6-4C28-8A21-BA3E4AF8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Ollama가 없어도 fixture로 계속되고, provider가 바뀌어도 나머지 코드는 남아야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0CBC2-4142-4DC8-8A6C-CE21A1BF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9C84F-D9F3-4DAE-8EA7-6B70EBF3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1937928598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3A743C-5D62-405C-9862-220150BF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9383F-0DAC-436C-A735-70781C5F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프로그램이 달라도 generate 계약은 하나로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DCB2A-1C15-4B44-993E-B4C841D3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88870-3DCD-408C-AC91-48CB7322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23D01-A291-41A7-96AF-B70FAAD5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5E0AC-9E39-4B19-8BEF-8731A35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FD727-B85F-4B99-BD57-0D9A148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특정 모델과 프로그램이 사라져도 이 실습의 핵심 계약은 그대로 실행되는가?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18E5D-EE7B-4D26-ACA4-99B5D0C8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DD72F-D37D-4D5B-B559-EFD33B84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68952-BAFF-408F-A26C-C70D202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PC 사양과 UI 선호로 provider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DCB95-110A-4C69-B0BB-32BE9E75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71955-79C2-4200-97DD-A02BBF4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35390-8B76-42FB-B0E5-0F29DECF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health와 base URL을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5E0D5-F599-4B9A-B276-2734DDDB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0A748-10DB-4E34-BBEA-991BF59E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472B8-DF4A-4FA1-B353-58B76DA1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adapter가 요청·응답 차이를 흡수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43C08-2407-44F2-9811-8C32592D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51DCE-5CBA-4EE9-9BF9-778FEBAE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A4B43-31A0-4B21-A5DA-E8032D37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schema를 순서대로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27524-D90D-42D3-8BB0-757C1447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3071A-7B0F-46DB-8FEE-2024BE2F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302C1-7402-4F0A-823C-59A86832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 시 fixture로 계속 진행</a:t>
            </a:r>
          </a:p>
        </p:txBody>
      </p:sp>
    </p:spTree>
    <p:extLst>
      <p:ext uri="{BB962C8B-B14F-4D97-AF65-F5344CB8AC3E}">
        <p14:creationId xmlns:p14="http://schemas.microsoft.com/office/powerpoint/2010/main" val="1903645707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83F26-AD6E-414F-A186-12E4220C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528FF-11DF-4954-9391-A1974B44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교체하기 위한 네 가지 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F9589-3F0D-473C-9188-13D97754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8D623-CAB7-4517-9790-6BF1DAEE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ECE9C-1A18-4343-A19F-71FF13F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B2990-AAE9-412D-8A1C-2FE9F8AD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CAEBC-7DD5-47B5-8A92-D04D8F27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BC036-1F81-4C3D-A389-8AFED326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4CD7B-2EC6-4DD8-9D07-9E6B89DA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A46EB-E748-4CFD-BF10-698056F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7B9B6-FD45-4435-BDC6-A1C9502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on My Computer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341F5-D4FA-49CD-B6A8-AB7F7278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419DC-1DDC-4AFB-B09B-7FB92445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3F667-EE3A-4891-8DCE-112A957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036D6-FF49-4899-8B0C-77649782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FF4C9-92FA-4AB1-82CD-18B9F58D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Access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19A0B-FD02-4CF6-9D84-784A6ED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72DC7-8E3A-48DA-8AC9-8507A2FD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360A6-BFDC-4143-828D-E15B559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A9271-1ABC-4607-B6DE-5C73B1BA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Common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91D70-E061-4140-A3FE-E95215F0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8C9D6-3A85-4391-9094-5D588393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A1EF7-A55C-4F72-B441-02615BE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76BB3-1EB4-4D79-88EF-98D8BF54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3EA89A-0DF1-4F98-A642-6C4A564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Alternative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25729-CE50-44F9-9ED7-53B2DDBE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A3773-B43D-47AC-9F0A-6A58A760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D0ABFE-8891-4706-9514-C5EA655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784989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B904C-D7EB-4D18-AFBA-FAC564B7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EDC2A-C821-4085-AE01-A3F48127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2DC9D-7E5A-4D01-8BB4-5F883025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E8C76-1EE5-4EE6-8EAF-0D80FD1F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D03BC-7D71-42F2-BAD3-D6BA6706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692FA-A735-4112-8AB3-BB093889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0DD45-3FEF-4C3A-A8E0-294E0DEC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6ffd870544cd9">
            <a:extLst>
              <a:ext uri="{96DAC541-7B7A-43D3-8B79-37D633B846F1}">
                <asvg:svgBlip xmlns:asvg="http://schemas.microsoft.com/office/drawing/2016/SVG/main" r:embed="Rd8ea89bfd80947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DE309-D571-47D6-88F1-8C38C0DF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537AA-89B5-4827-9BCA-3EAFF780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mandatory: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7032D-7722-4EAF-A4A3-C1390D6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7201C-ABE5-4FFD-808D-B7F1706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optional: local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5FF00-C04F-4E39-9F40-AD7758DC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344F1-BDAE-41F7-98BC-0A5B32A6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score penalty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91BE2-BB31-48ED-BB19-6DD47FDF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BC55B-7163-425E-914C-8A6C08C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무료는 비용 0원이 아니라 선택권이 남아 있는 구조다.</a:t>
            </a:r>
          </a:p>
        </p:txBody>
      </p:sp>
    </p:spTree>
    <p:extLst>
      <p:ext uri="{BB962C8B-B14F-4D97-AF65-F5344CB8AC3E}">
        <p14:creationId xmlns:p14="http://schemas.microsoft.com/office/powerpoint/2010/main" val="192636140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D7E3-7703-4BFC-A201-8205DF44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DA18A-B5AE-4DE4-A578-95533715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86BD2-BED9-4DD1-A72B-404F96C4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5346D-CADA-4AD5-890C-2EC19AA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C88F0-9BD6-4E82-A637-EA35EC9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CBB6C-7252-44CF-97BE-F5E42CC1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56361-E10C-4059-B3A5-CE2C339F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BC320-F927-4D5D-B515-22F84EC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1C1F7-65A4-4DCE-8E64-1580E3A0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967A4-7964-4442-A15B-F645414A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3B7D3-7B66-43F6-B747-F1C5AFF1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1D5EC-7EB5-4F6A-8977-5911E331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929568095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11D92-857B-44A6-BFDD-FB214C9C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7D0A1-9D52-46B8-B556-4B4C77F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0C26B-B583-4234-9C61-9699CC55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6571E-D1C0-4FD7-9FCB-75D33D73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36A7F-05C0-48D3-8779-0CAE7DC4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68B1F-DF16-4A16-A8FC-DBAE2AA3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81361-DD94-4963-A498-4D941BB4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371D4-2001-42F5-8ECF-C8D369B6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B7FCC-38FE-4EA5-BF28-75078767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download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E16B6-EB2B-40DC-BC40-2AF3D7B2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23375-4F34-4DC6-96F4-B1177923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AE6D9-B67A-46C5-B2F4-429107D0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4E148-4C0E-4984-9B2C-1D73EF54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294654810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A3474-2237-44B7-89A9-CED2E865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F4181-9A33-4BC6-A99A-C38A0DA3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901DC-C492-4C73-9C33-7F53435E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67161-6897-4B8B-B618-22FF6FFE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2A246-4D6C-442F-99A2-88ACD91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561E1-26A4-480D-8824-17D6CBA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2B539-B75D-4D20-A8BB-212C5AFC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FB2BA-E7BB-4CA9-A12B-0A826020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64F74-8179-4AE3-902E-02083234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69B6B-CDED-4CEE-9177-F0A65EC7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BF1FA-B371-4F9A-B53C-F57361A0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1B881-D30A-41AA-A34D-1BC8B6BD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502AA-1FEA-4EAC-887E-5B104354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169C8-4757-460D-B95F-D8512076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adapter가 없으면 모델 교체가 곧 프로젝트 재개발이 된다.</a:t>
            </a:r>
          </a:p>
        </p:txBody>
      </p:sp>
    </p:spTree>
    <p:extLst>
      <p:ext uri="{BB962C8B-B14F-4D97-AF65-F5344CB8AC3E}">
        <p14:creationId xmlns:p14="http://schemas.microsoft.com/office/powerpoint/2010/main" val="634268166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8759D-C6F4-48FE-8D5E-8E90D9FC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1B2E7-F474-40C7-B7D1-5E42A247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F5A04-50EC-4554-855C-216DC546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F9F96-7F38-492E-B3C0-F6E9E848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E290B-0779-4F69-B3CB-8CA066CC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94E4D-895D-4238-9938-68AD5284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E2180-1CCC-427F-86C5-18EBB0F9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A0FCD-8C13-4CBB-9875-9CFF5919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BB615-9DB8-469E-AF2A-7854AB90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FBCFA-E06C-4C9A-9676-C3683F0E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A895C-9390-4BE5-BEB3-13CC5A7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success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A65EA-CB9C-48B0-AA02-A46C96E4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3D80A-1380-4804-B0A6-44396D12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62176111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F636A-88B6-4703-B6C8-6FF517A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5A592-D5D0-4A7D-A56A-8B0ECC16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3379D-BB2F-4D84-B496-B9F1A37D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8BBD6-56DD-4DD4-A471-D43666E4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1EF93-8E61-4471-AA3C-42CF21A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70A0E-C807-498C-9A00-5E024DA2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80847-2B28-429B-A6C5-476A2CF5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E6A61-688E-4539-96AF-B5D7D2EB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062A8-AE91-4A5A-9DD9-0F86CCCA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4BADC-A02C-4916-970C-B618801A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3A8D5-9451-4DDC-AE4E-B6CF213E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64CCE-D773-452A-A649-332F6946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285083500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50874-7727-4AE0-8609-53805729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9487D-D155-49BD-B581-2EB44523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55531-8C31-43B6-B507-D01DE54E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54503-8B8F-4954-9F5C-4E5D5C14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86F8A-BBFB-444A-859F-281BE5D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69377-E2F8-40A6-8316-B24B2853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375EB-170A-4EE9-B6CA-2BBBA169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3740F-27C7-4BDE-AA3D-687CC7CA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AF99D-D170-45E6-A1C3-59BBB634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extract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DFB24-D77A-464F-BB4F-9D4EEB6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557A9-2C92-4499-B8AC-AB4CCE77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4AC46-B9AB-4F94-A11A-ED1322B7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37C6C-AEA4-4512-B6AE-77D6D535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CA585-9B2F-457B-AC09-61093C04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89369-2395-444E-8785-1605DE21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F9CBB-B225-414D-9016-6ED409F0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0B5A0-AD47-4D03-A326-1450A4D7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local LLM은 정답이 아니라 데이터·비용·지연시간 사이의 선택지다.</a:t>
            </a:r>
          </a:p>
        </p:txBody>
      </p:sp>
    </p:spTree>
    <p:extLst>
      <p:ext uri="{BB962C8B-B14F-4D97-AF65-F5344CB8AC3E}">
        <p14:creationId xmlns:p14="http://schemas.microsoft.com/office/powerpoint/2010/main" val="1435181196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27461-5F44-4B37-841C-5E99D360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62EDB-5A95-4E96-A18D-53F3CC84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E2840-E0EA-4248-B14D-CB2CDE8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7E043-4554-4570-B13C-1220C5B1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5A7B2-8702-42EF-B41C-F59C13D9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BB22B-8155-4AC4-AEEA-BC7B99F1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FFB57-0359-4A4E-A39C-9399504E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88F13-9EDB-4CED-B76E-E20FBBD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3909C-C2EE-4804-A0B1-95B0C1A5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B968C-1EAB-490C-977A-F72B3986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2572D-1326-4E7B-B1B7-81747E50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87F9E-D3F5-4270-8D2E-CD6D86BF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BE2B9-D785-45C0-8125-B0E71EF9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54EBC-DA4D-4075-A906-19E8E6E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F6EE2-EEBE-4EBC-BB03-858C25D7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9043D-EF35-4B2A-AD1D-B1EDC3F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8ED8A-02D6-4381-8248-9A822F4B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AEFB4-9F48-4790-97FC-5CD085F0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804F1-3AEA-4B71-9FF6-01B67E8E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9568A-1B71-4FF2-8859-CA0D3882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D8435-3FE9-4AB0-BEC6-93EDDC45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F481D-AF83-4D6F-95A5-09FC21C7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214098579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BE1B8-41E6-425B-91F0-E599C8C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E7D2D-F76B-431D-B015-5076409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ED9AF-91F7-4031-B6D2-2995104B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BD389-40CE-48E4-B0E6-3492F3C0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4ECB-72F6-42F9-9E5D-23541DA4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09649-C790-4163-A404-299B14D7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40409-1A87-44DE-92EE-23F9DB91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681A5-61FD-4AC8-A024-C2C9FE31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0F330-56B7-4680-B10D-0DD4092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55E06-37B6-4CB8-A94F-AAA91EAA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6F7DD-C561-429D-A58E-9609873B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9EBDD-76AC-4AE4-8C80-B5FB1A55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BA60B-3691-4194-A9D7-A1433153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77A79-E123-476A-99C6-CA95184C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F9556-1073-45CC-91A8-79C7CBA4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F3689-070E-4871-84A1-345B29E2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4AEA8-3DFC-4368-90CE-C01D0BA0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53FB7-05BE-4371-8F66-25215006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FEEBA-E135-4C32-85EC-C3695AC3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175A4-541A-4981-B1F6-F83C0A7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D385E-037D-441D-B625-F395C73E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59BC4-C956-47F6-82F1-D16BBABD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1888833106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D4034-E97D-4227-A782-28ECAD5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9D08C-36CB-4E44-A367-B4D29425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7335F-FF6D-465C-97AF-58C020ED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80DC4-B608-459D-9A4D-22AF198B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D857B-0B63-4DCD-93C2-5FCF7272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0CC12-D81B-4098-BE1B-9818C245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8C6E0-8813-4759-B8B5-682825F2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3A7D2-45CE-4D24-9D5B-D5373EDB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B4096-F352-4A5B-86EB-032B5240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11D59-5226-4BD3-B729-6E39A17E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D6157-0127-4AF6-B192-000FA5D2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5088F-2634-4B3F-9629-AC60DC7B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48C5C-7E5B-4940-9D84-4BC2CFEC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F998F-5721-457B-B0CD-EDB9F240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FCCBA-2BCC-4BA1-8AC8-ECD68F3B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7F9AD-2B62-478A-8176-99DE717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1E035-30A3-4E62-9CB8-75D4B956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93B69-0D11-4C30-981C-FAE4B4C7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DC2A0-EAE1-49C1-A038-981AE410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7FDB2-521C-4E85-AE6A-8EDB389D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EED4A-1D5E-459B-B766-D9C66343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1A487-D136-4FE1-B74A-A57F2CC7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518939077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343FA-3031-4F4E-86B4-D1EF2AF8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736A3-7910-4C97-9F43-FC76757E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F46D2-45E4-4AB5-9C99-0D5EDE18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43DAB-BE0F-4258-A4DF-3111D4D5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64849-46EB-4CBC-B460-DADB159A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945A0-4331-41B3-B86B-392680D6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F1B12-DFF4-4BDE-A944-1868C2F4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C239F-C66E-4CD2-80A1-8DE45367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86D83-9D2E-47B8-B223-1F01302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8E72D-08AA-446E-9273-335B2003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DF64B-449D-41A4-886C-F161A59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2B31A-1B82-4CB9-BFB5-F8570F6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DA4A0-5943-4FC6-BEE7-FC0924F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BB1EB-2B39-4FCB-AA3C-788C541E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82316-7E86-4811-A75A-C98E858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72580-4D30-4782-AD40-16726CDA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30E2E-0012-4E15-8DFB-42941720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EF679-A929-447F-A115-F831E905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05C9E-BBEE-45D1-9792-ABB3F008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62E96-DF13-47C8-80B1-FA3E5511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58BEE-9D85-4DC3-861F-18187F6D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E746C-A165-460E-A828-AC75F8BE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469197427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92CAB-458D-4C80-AFE7-1510709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0E43B-0696-4CAD-AC70-6F0A6D26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C9463-198D-4B78-8369-8A7EC9AE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BA91F-10D6-4D08-9C5E-E005F404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37D2E-4D33-4AD3-9295-00DA4438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F3ED0-7B17-4B09-B9AB-4795D56B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05A60-E198-4D01-895A-B6A725F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12738-1DD4-4DF5-A668-7720A5B3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85554-E432-4C41-A525-C895C65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07CC4-B818-484F-ACE5-D434B521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FC9EC-8B71-4815-9230-CF8BBF6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D052F-E87E-44E0-891E-0A77B5D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F99D8-CF0D-4191-B0D6-0632219D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ED7C3-14CE-4372-8456-E49BDC3C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4D450-70E1-40F9-AC49-6A0BC8AA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253D2-FDD4-41E5-8C4D-3236778D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EA84F-3172-4925-A646-9BC97B7C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57D8E-F146-48F6-BBCF-3C2FD96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AE400-5BF9-4939-8807-8D69DDF3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B4A28-B89B-4930-83C8-DC79A4F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F1A0F-E68F-4507-AAFE-793D1219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D1194-A9E1-42D2-8EE5-DC627BC8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1484516385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5303E0-C01A-49FC-B98C-C08C5679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41669-9DD9-464B-97B6-B2CD89E5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프로그램의 차이는 화면에서, 공통점은 adapter에서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F3EB7-E6F1-4ED4-A84D-BB3DBAE8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568FD-AE29-489F-B197-B7A4A8C8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595CE-F247-42CC-8900-49425402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9F7DF-6628-4334-8624-C4516E41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644ED-3496-4C76-B9E7-930BFAF8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→ model tag → LM Studio server → Jan API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82729-9EC5-47D8-8BD9-08764481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21D04-3736-46CA-AE32-F4BF47D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1BB94-94A4-4A56-AA3E-D4509827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7B417-9DD5-4C84-8718-2CFC1DA9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774E8-F26F-4387-AA4D-CADF6367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AE6E1-C9FF-43F0-AE91-0B00D1B6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D07F4-60D1-4B72-A52D-1D52899C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CLI·localhost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D005E-4DB5-4431-AC87-7C53CAB6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몇 줄로 local model과 API를 함께 실습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34E7F-CBC1-423B-B58C-A5625411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GUI보다 단순하고 자동화에 유리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473EA-633F-40B2-AEA1-8D2F3C9D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E6D7B-B7BE-4D1F-9390-0A2590E6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B6BED-234B-460C-A11B-9FEA99B5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LM Studio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88482-3A75-4FC7-AD13-A76BA41C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GUI·Local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7435A-E7ED-4236-A87C-36AA3587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탐색과 server 상태를 화면으로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07721-4CCB-4687-9EC0-2140EB55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초심자 친화적이나 GUI 조작이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C2B39-37ED-4593-83D1-B436BB3B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E6208-567F-49EF-B1DA-75E8BE5C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Jan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616E4-F948-4671-B954-EBCD2F66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Local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54D274-66FA-46AE-9B89-BD3C66D7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대체 경로를 하나 더 확보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CD9CD-A60C-4591-90A2-8DB72F4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생태계·문서 범위는 도구별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63A29-2EB5-4A76-9A00-1B14956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73AE8-1224-4140-9C26-BFFFAEA6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5356A5-D7DD-489D-8B13-FCAADF6F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Fixture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DC2C28-774E-4EC5-9FAA-76F04C9D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없는 고정 응답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81499-5F14-4828-92C0-AEC8AA5C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설치가 실패해도 Schema·Graph 실습 지속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D49E90-A2EB-4EC9-B48B-B06CB20E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품질은 평가할 수 없는 복구 경로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568C88-6E97-4F22-9F36-B88D37A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89023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0AD09-B349-4B9F-933A-E38F8DF5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4D09F-B613-460C-AFAA-718AE74F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07474-2213-4AF4-A72E-4C9B80DB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68438-5FCC-4B6E-82BA-6011F592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4CA6D-AAB3-4E1F-953C-A222AAC4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629B7-8DF0-43AA-8E00-2CDBA78E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C77F3-CE49-4EC9-ADEA-58242C09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F3F5E-6959-474A-906A-93CF5D3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46DA7-1F08-4FEA-8A13-65C91C71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BA9A8-5EFB-4CEF-B42B-BD0826CB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6F852-E76E-4B28-A1CF-39848530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D870E-B268-4592-B866-6FBD8D3C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C2F36-8E7A-4CF7-9F78-7CBA77D6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916E6-F982-4370-AF7C-20ABA60D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519E4-FBF8-4E7E-9DDC-F5519809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01A4B-A690-4971-B6CB-1B7FDB3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e296d3b7a48a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4B781-792F-42E0-9EE7-ECB83870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47586627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5A408-6AC0-4D20-B070-653E2E1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21D9E-9832-48F8-B135-C8E4C56F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4C426-3DCB-49DB-AB3C-BD3C9A5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09F95-0AC0-409F-8F3A-4A5957FA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4E6C6-ED2D-482E-A17B-85ADD86C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B0557-3BCC-4840-9BB1-769C4DEE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2F273-8EF5-4458-95EC-480C3BA1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78286-8D13-43D5-8D92-48FFE2D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62169-AA39-4355-A9ED-A2F81192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603AC-42E8-4B2B-9F74-5EE0B853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828BE-1649-46A1-B135-0178D4E2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A9FD3-7157-4760-BDB6-292090E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5DC26-5E7A-43AB-9584-C1F393F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957A4-6FF8-442F-B836-37AD8705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569AE-D786-4850-9473-1C6BF9A2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4D03E-E55A-44FB-AF3E-3CC2A36B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43db1f9f4456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ED266-2DB4-468B-8547-EDA39C1D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720270496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561F0-6AB1-4688-BE31-96C752E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0401C-9673-4452-8221-F8A6CC02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1C9E4-919A-42E6-A42E-DDE2D1DA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23249-9C0A-465E-9F2B-89FA4975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7FD9C-CB37-4E12-A2F8-9C3E2163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81751-76EE-44E0-9944-5A846BA3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C9531-F534-4A64-8288-98C7B6DC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4BB5E-AD60-4BD0-9ACB-B6E0F20B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BCA0A-E903-455E-8086-1CA86C86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ADFAF-B3A3-44DB-866F-899E621C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AEA59-1CB9-4E54-9B7F-A754B34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0078E-599D-4F0F-837D-E884A9C0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161A5-DBEF-4AFD-AE3E-40D1E2E2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2993A-82EB-4DE7-B988-F3B8779D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4B169-3B2C-46B1-9A4B-0F8E0067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27C03-3531-4033-B9A9-EC352DC4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065de097a442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FD4D3-163F-4A47-BCC2-C60CBA43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709594613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009BF-122F-4EB7-B935-5AC7E0D4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544AA-47F4-4FB3-8B73-E3EAFBF7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2260A-DF7A-45D3-A863-84E536EA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AA746-07EC-42F2-9678-BDECA912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E9FAC-1B2E-46C2-B4C2-CF7F507E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435A3-68E9-4210-9B62-5E5F3715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C15AE-0669-4BD4-B845-6A18667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59FF6-5CFD-4620-9B13-70F789C5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A56CD-15CC-4944-B7F0-0011EF00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CC6C7-E4F6-4544-9FC7-1CB75080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E320D-196D-4E29-B56B-BF7F8C4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FDEBA-8B37-46A9-850E-C2F02593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B34EE-CB85-4A34-8791-D67DE90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6B7D7-9DDB-40D3-AD99-2721AA05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687E7-C47B-4A5E-956D-F096FE8F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67900-028A-4508-B1C3-DB994711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7bd634a95489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F4023-BD20-45C6-8CB4-58BE476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40203269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5D576-8C0C-4C4D-A76B-880C9313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888B0-CB2F-41DD-8951-5EB6FC72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1D322-AE6E-4D65-A079-D1F52725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A228A-007C-48C8-B3DB-600BFA2B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EEC0E-7EF5-44E3-BB8B-42B71F42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4A913-8F5B-455C-AF90-8EBA944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4B582-C217-403A-832F-61076B5C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07DB2-1603-488A-BD01-DC8C9776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A663E-D317-440E-9A99-66E444D4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2B5E1-AFB8-4843-B7FF-D3FC0DC6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3B3BD-A6BA-44CB-AC42-D6242D41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6315D-74BE-46EA-9C7C-D0434206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0ADAB-00C0-48C8-AAD2-D0F672D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71FB0-D7CD-4D0C-AECD-9155A08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7768C-9CA2-497C-944D-E91EBC4D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AB64C-FDC0-4208-ABDD-5DE2BB72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2A78E-00F1-4FC5-8BE2-A08E8F2D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6B58B-6FF1-43B3-817A-52EBEF8D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1299830730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B892E-AE59-4126-A32A-2198C044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E6B2C-0EC7-45AB-BB2D-989F9872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4FD25-AF25-4C07-915D-3FCB3F84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19B7E-AC35-43DD-969B-B68B2E13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A0F92-6A10-4973-B569-D616304C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C1AB9-183F-4983-9969-ADD97E3F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05D4E-1F60-4743-9538-639ACDB6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0CB84-6225-45FE-814A-DEC481F2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F8711-B9AA-4E82-BECB-4A243747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366FB-C039-46E5-8DF5-EEC531E4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B1901-3A29-444D-9FE8-83B89099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A4F0D-7376-48C6-8E22-216FB5D3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9D35C-BDFF-4037-BA96-B8A94922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EDC6D-7209-4466-A628-20EC1F13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A5D6A-A7F8-42D7-A8CF-81AC79F2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2F028-EBDB-4EFB-AD32-C7C71FA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F9892-F705-4460-95E2-3B041801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5AE36-61FE-422E-8012-2361FB7C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1321368835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7E4B7-ADED-4C31-8196-EFE8D9E1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1E0D1-C6D1-4971-BAAC-7186275D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73B1E-4352-45EF-96CF-210DBA39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747DD-22E5-4094-860E-002C6A1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FAD1F-B0A4-4EA4-87D7-3DC3913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54DE2-3271-4D70-8DAC-D98A8B6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1056C-0EBF-43C9-B886-9F20AFBE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CAEED-4DC1-4F9E-AF13-3CBCD0E6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44957-930A-467D-B0C4-521983CD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BAED2-E481-46E9-BFF9-D7E16308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2A2D1-47CD-4C68-AE10-0E32080F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9E8E7-9632-4CEE-BC66-DBDE2F9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08506-4EC2-436F-A55F-AEDE1369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B7AFF-0BAB-49F2-AB0A-5B908518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1B989-AB23-47EF-A1F6-D08E6004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D6976-AB0F-437F-9189-9800395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CD48A-7159-4FE2-9E73-3252D7FB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DDBF2-74EC-4AC9-90CF-8574EA7A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47142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7CF7D-9627-4E60-8907-D3C7D24F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2EE4F-2440-4A16-B1A9-E16FB51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669D0-E04B-461F-A367-1C437424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EAF62-5F0B-4003-841E-2B48A60E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4686-B934-47E3-BB4A-AF9613D0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59953-B105-47EA-A144-D99C7784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86FB3-CF49-483B-B36D-07971846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B902A-7858-433C-9E54-DA84929C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D3D04-B8B5-4733-A98E-0D14E8C0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69382-79EC-4800-94A4-6D92F4BD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1E817-A783-4908-9AC3-774D5112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27199-CE9E-4A3C-94E2-3E090FA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26D47-4540-4480-867D-4E088F30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04275-D44E-4950-A65B-C1327B12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C7B3C-C5F6-44A5-8C27-928514CF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0386E-BC49-4E0E-B1D6-0E1D6146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B081D-5728-4848-9041-995DBCE6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4C871-2620-44FC-B2C0-7ABEC58E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536710563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2AA6E-E9F4-43B5-9BE5-17F2238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B036E-80A3-4D2D-8DF0-73EA12AA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4C56A-A7CF-4B5D-89CB-A2A9944B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BB40F-775E-4742-8292-79D1A64D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7B739-4808-47F1-BC43-16BA30F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CD41C-6852-4A3F-B2A7-9AC39262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BABAE-0505-4451-A2B6-92485715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98CF7-F6C1-4001-9C37-1EE2E3DA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A259C-BBB7-442F-B6E7-9056A0F3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11AEE-E2BA-4FA6-8B73-E1C13AA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636CD-9AF1-4D80-920B-9D24287F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D5934-403C-4736-9DDE-CB12FF59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5044C-2957-4BE6-84F6-2888D46E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6B8ED-0CC0-4862-BDFF-2195593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4F32E-1BB3-4155-B554-ACF85BC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A763D-A442-45DD-A85A-5C1CC305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B147B-2B67-4FF7-AA13-635F7697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7F53D-7AD8-4538-A217-F158F127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515654147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C56D4-0594-41ED-8404-A9AD2121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C323F-5D8D-40B0-8463-1D0E83FE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E588D-3556-4D1B-A40D-30630CCE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7D469-08B7-463F-950B-9FCFE9DD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B62C9-263A-4879-B238-041F34F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1F1A5-FBDA-4EC5-8733-0FF296FC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F7056-74D3-4608-9B82-B9C44799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9C9EF-895E-4458-B957-CC617F04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55E6A-9726-442D-96B9-8D5240B0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407C0-42C2-47CD-8D16-3684581B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E63EA-54F0-48A0-9E18-83C6F2AE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65495-3B64-4838-BF51-19F9DD61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0B418-E9CC-4D35-8902-BB9B68D8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5C3E1-50B1-4757-B068-84732166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4B424-E32D-4860-A41E-7C90FCFC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4FF57-CDD5-4AE1-A1F6-D96066F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6B2E4-DE73-4385-8889-A1C30594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7B341-D985-4C65-BC5B-17FEE8D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CB9C3-A9CC-4731-AD1C-7FC4063E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10E99-7F7E-45F9-8BA9-D5130E8B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08165-D03B-463C-A780-9CE1218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AA621-89CB-4F54-A681-E35B8AC1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BB8ED-8C7F-469D-B5CC-EE53CA91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0C17D-2EF4-4F6A-98BD-ECE5C91E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408138033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27F43-7226-4325-816B-38C160F6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CACA9-784E-45B7-89D7-EDF989A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01BE9-3668-453C-8B96-B3F77B6C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9E093-7B1F-47AF-B85D-4025EAF3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0FBE1-20E4-4A75-A38E-172EB7D6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FF67D-F6CC-4B2F-B3BA-05B4557D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F2A70-385D-48A6-9C53-BC92953A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A57A1-4F63-466B-B079-D4196498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407DC-F906-46FE-924F-0723F03C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8FBBA-3C87-4A57-8FC0-E16C313B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3F143-6247-4F61-A4D9-96945F66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97777-B76F-482A-8438-885FC653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427B5-18E2-4100-9CDD-29E5FD1C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E4D92-01D0-42E8-9115-A6A155BF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937B5-FCD8-4B59-9EB2-C5CAA16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A8533-FFCD-4B85-9AA6-94E88DF0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FF6F1-F71C-4732-8C9F-BE703871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10651-8BD6-47E5-895A-1FB20BCF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E969D-1551-439A-812C-BF476659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B7B35-CA40-402D-9B96-C84523BD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BE1D3-5969-4186-BB80-B0DF85F4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229E3-D62C-4AD8-AAF8-F6E3F9C5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D2B86-8C0D-43D3-8387-2047F83D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61C0E-9751-497A-A3BC-664ECC2C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697093726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AA6B1-2D1F-4F14-BA69-CCAADC6A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0947B-EC55-45E5-9575-9AEBB32C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9941E-17EA-49D8-B1AC-C77E6A0C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C4974-7CF4-485E-BE35-D6CE2D6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89DBD-7343-40E6-9DC2-1614CDA3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6A991-3E73-4C04-8615-3A788733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490AD-DF34-49C2-86F2-6F509DE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DF29E-B54B-44FA-9201-740A31A7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9967A-180B-4B3D-9350-1FB2167E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621D0-8A49-43B3-BB86-6FB8234C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BEF86-440E-44FA-B61B-429DDE9B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A8C83-43C4-4E2C-A119-788AFED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DEED3-B194-4F13-8F1D-55585595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AE69C-6EE9-4E54-85C7-CE770A74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EF37D-5DB4-4F3B-A6C8-6EECD7B6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E9A24-406D-4A12-891C-5F91DC23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39619-6675-4C2C-9C4B-88293E7C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78C4A-4943-4E8A-BC94-8A6E3C80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02CBD-DF3D-4752-BF9C-1D095827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81166-D6F6-4EDC-ACD9-E4257EAC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29761-2B26-4494-A0EB-A82AAE34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CEBAD-A70C-4ED9-A2D3-8A82835B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AA0BB-B9F6-462B-AE6A-90896249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B3B5F6-5B5D-416A-B376-772899FB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587930661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18F76-C6C6-40BB-B01E-1CDFC7CF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5FD5C-1F6A-48CC-9369-087D596D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57BB9-BDBF-42A9-A832-1ECB3C1A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9699F-8508-447C-97C9-A9751155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06B16-8136-4C1D-9EAC-DF56A6BC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5CB0F-EAF8-4AAA-A02A-5A147E8B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6D252-06DB-4C89-8350-5E543CD2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200F6-F2D9-4750-BA63-859E7FC1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F22F3-E6A1-4D24-A188-D88525A7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13306-94E0-4B51-9016-30E78EF8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3041F-ABA5-425C-BA70-5024E9D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BEF41-6807-40F6-A765-0E488B4E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3450D-9DB9-434D-BFE1-7CABD941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5BBD0-8844-44BF-89B4-97377A1D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FF863-5EB5-4223-B014-A66AB7E7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B4F00-9B4B-4666-A60D-D3FD370F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D05F3-38F8-40AB-B275-6AD9172A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B5663-E98A-44A1-9497-952168C2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1F5D6-8A90-4146-9995-FA588959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80CED-18F9-4DE1-AD1A-BBA1CB39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05A5E-23E4-47A4-9C3C-CBF53734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B4F8C-6F3F-464C-8CD5-F0D25EB9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A5195-05AF-465B-A598-87D3D8F4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8CF8E-6940-40D3-8868-329886A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24026391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C1B75-26ED-42DB-84D6-C1CB66B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2D55E-8CC2-4E5B-92F9-9652FAC2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0975-7E2E-4FD6-BB0C-8BBD4C1D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9706A-594D-4D33-BC26-F8981628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0C39D-52DC-4377-A75B-2901397D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74C10-670C-499A-868D-2E3425A8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BF254-D9E2-43BB-8B57-E96D6F5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B32AB-C03E-4CEB-B1D9-DDE525F4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1C379-AF38-44FF-A193-A28FE5A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732BC-07E2-4D1E-AE63-7D60B38E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D90B8-3D23-4FFD-8EA1-C0049BD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BE7D6-677C-4373-A586-7BC0E933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D647E-D155-4D8A-BF3B-53135F05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08079-E74A-4492-919E-85074DE4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3EE67-C7F3-4674-B265-F712D60A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E289E-CF01-4B1E-9103-12114E54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8BF85-DBBC-474D-9A5E-404E1746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95450-BBA8-43DE-8A11-06B375F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E3DA7-E2F4-4648-92E9-5C62A3F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0D995-2301-4318-835F-DA59A4D8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6F945-FE18-4C94-AD57-C73C9B8B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FF8C3-F76C-4119-AF29-3E50D75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7BC9D-A535-4C2E-820B-CC95E6A0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4DC5F-A812-424C-BEAB-4CF902A1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37F31-29FF-4883-BD5E-21684D4C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735261203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7A8CC-8F78-409E-946D-67F179CE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1B1CA-00FB-4FE2-8B70-F806E16A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40FB7-281F-46F0-97BB-5B084846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9D1E5-3108-42B2-9C25-4ED0FEFF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4705D-EA40-4B35-94EB-943BCF5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30C1D-9D8A-4325-B349-6FADE0FC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9FAF3-B8EB-4024-BA12-3EBDC0DB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917F3-12E6-4073-A731-2AE8922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7F741-2F9F-4453-93AE-B9ADA239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C3FB7-A3C7-4A0E-A274-B21AB090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30EF1-4B68-41E7-85EB-689D978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EA81E-1A09-4DA8-9277-BDE1C46C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D6CED-6A20-444A-928B-7BFD8B12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90DBC-FE18-4257-8E1D-D4DF1654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8CFDD-0975-4D11-9ABD-37C9ED2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3C167-CE95-4C14-8377-32B8737D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7565E-05A5-472B-AB31-6B9D3727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69EB5-F550-4692-9B1F-EAC0D9A9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0E1B8-2A53-494C-AF9B-A7BA7223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99F71-BDEC-4B93-8EBF-2C46171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B662E-23BB-443A-A2D5-267CD5E6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81A32-4D23-4225-9A9D-CCA5102C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7699B-D7DF-48AB-8B17-D9394277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31392-F00A-442E-A6D0-EDCB0C0D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50063-F270-4238-9128-C22EF30D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722337795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4014D-8EB9-4023-BBDD-510D244A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D891C-F7CD-4917-9E29-F4A923B3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59641-6693-408F-B4B3-2FC2FBCC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3339A-6346-4E15-ADE5-B4E4BF14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ED719-6CCB-461E-AAE9-4485AD1A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880C3-AD9B-4521-BC49-BA1A9C45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A1A7E-A9E6-4CDE-A6C2-E8FDBA8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DECF8-577E-4BE8-908D-585CD520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0730A-D393-456A-ACFE-AC0E3342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8547E-2E3D-4A60-A7E4-8525355E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39DCB-F751-4DDB-8126-77003E5E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E347A-7B9A-4EC4-9EAB-80770F43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508A2-58FE-4F2D-BDA8-54B64D3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FA8DB-7078-4621-AFF1-1CEE27E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FB1C6-3AF1-4FD9-B5D0-618CAE5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76FEA-7439-48D1-8975-2B01D5CC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A4056-23BB-4178-9CD0-97FEA95A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2C09E-993D-4EF6-89B9-686C9BF2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D13FA-D1E2-468F-A35A-87BCC26D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A38D8-999E-4E67-9ECA-BCE603A1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E4630-6288-4204-8C52-8550544C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73BBA-FDDF-4BD1-BFA5-8482E76B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5DBD9-E109-47CE-A004-34984F0A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E7819-0DE6-46D5-A3D3-408FCF8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12411-BC8F-4F6B-B999-80A6AE5F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283686688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5844C-D9DC-42CA-AFBC-2943E458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44B43-A684-43A3-A349-26CCC31E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4A1E0-FF15-4A98-9118-BF464C3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1686-FCF9-468D-8D0D-DDB24AF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D7BD5-FE9D-41EA-883D-A4DEEC36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8B959-B3DD-42F0-8757-7CD45215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B648D-7AF0-47FB-A715-DFA3DF8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818DC-7DFB-4CB4-BCD4-50AB5F22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A9F83-B661-4508-9BE4-B3C910D8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D6C53-22D0-4623-98AA-5570C9CE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A422D-D69A-46CB-843A-83FFC89C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144C1-0D38-42F4-A395-421AD2C2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8D634-6686-4DA4-8C11-CD954896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C6A0B-44BA-4F3F-992F-0E695564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2C910-0657-4F24-A047-A538DECA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B2707-E1CE-494F-AA1D-57A9050F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60BD8-3F80-4D1E-A797-72792049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DD51C-42CB-454F-B22B-790D6D1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1ACEE-CA30-4AA3-BFD8-434474A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AFBBC-5EA7-464B-A50D-40F7E42B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D3980-8FA0-464F-9AE5-0E9F8719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AC145-0EA6-437E-A362-EDC35897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5BFB6-BB36-41ED-AE16-8128A071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C9925-AD89-464D-95CA-D0EC5DD1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47824-97A1-473B-A517-24D70024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743691823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8E2A5-957F-42CB-9A5B-5A7EAE1D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28303-FC23-407F-ACC7-45E0CC3B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6 · Local LLM이 꺼져도 계속하기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B9FB0-18A7-4C63-8326-A3FB3261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5AEFC-A7BB-4191-A658-7F69261D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74AE0-6426-4E75-B3B9-742F11B6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1E54D-5EA2-40A9-9C54-819E31B5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4DB8C-919B-40F3-A310-3BCD0189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Ollama 연결이 거부되고, 교실 네트워크에서는 새 모델도 받을 수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E33B4-1463-43F9-AF92-A89C5E0F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A331F-83AF-4152-9B32-51DDEF4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C596A-1864-4B7C-8C2D-72E5A0F1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Provider contract로 어떤 fallback을 연결할까?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B2139-2187-4C4A-9A0E-DDBEC0E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8E3D2-163C-48E9-84D2-38732816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D6274-FBF2-415F-9E21-F8018441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실패를 traceback 대신 어떤 result로 돌려줄까?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4FB46-EC5F-4575-9B96-D74C8357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6E88A-A5FF-44D6-8D26-D45BF53A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DB901-2CDF-4159-B386-66287B2D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fixture로도 끝까지 검증할 출력 계약은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274000473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544C3-AE91-4EA0-BA65-09A0AFE0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B4CB1-6ABB-44B8-BA0F-52F6B65D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6663B-73AE-412C-A14C-2705418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LangGraph는 중단과 재시작을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B562E-8D1C-4045-905C-69CEB61D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여러 단계가 실패·중단·재개되는 흐름을 LangGraph의 state와 interrupt 관점으로 설계한다.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E9917-E06B-4ECA-A5A7-5159870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225D8-1F63-4C3C-BB36-BE63273D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Graph의 가치는 멋진 그림이 아니라 중단·승인·재개를 같은 상태로 설명하는 데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14F8F-DCE7-4C94-A614-CABC6E51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AF649-00BD-447D-9902-0A9CAD37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2055613068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AF0E8-013D-4D3C-A144-2E527823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AA96F-7C25-4E6D-A695-D4B3F59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검토를 버튼이 아니라 State 전이로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DE505-A885-4126-87A2-3F6A44C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94FD0-CA60-4A83-986C-47E9EA94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58FE4-86CE-4A13-BB83-123EF257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48903-FAE9-4CD4-B6A3-CD167AF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94265-F83B-4471-82A8-D30E4AF0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개입한 뒤에도 같은 요청과 같은 상태에서 안전하게 이어갈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62CD7-D36E-45A8-B86D-531D094B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CD6B2-CD82-426D-BB4F-FD895B8B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F333E-284E-4647-BC83-87DDD682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필드만 선언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FD474-85A6-4C48-A82D-5BFEF644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A2A29-9E29-459B-8368-B8A093F3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2197D-43BB-47A1-B5FA-0851D1EE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edge에 retry·review·failed 조건을 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871F3-48DD-45DB-85DD-F299051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01CF1-95D0-48C7-83CB-A1D80A82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DB11E-1198-4F80-B8F4-E5E9DC3C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payload로 근거와 초안을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0D917-A77F-4E59-81E9-EEBF79A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83D70-850F-43A6-9FD7-1196753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6831D-D07E-4595-823B-9B64D461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 event를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7A1F1-4275-44AE-A820-8ABEFBF6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825F9-A6F7-4437-B2E9-596D2F0D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94018-0B25-4BCA-A404-4A3AE143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thread에서 idempotent하게 이어감</a:t>
            </a:r>
          </a:p>
        </p:txBody>
      </p:sp>
    </p:spTree>
    <p:extLst>
      <p:ext uri="{BB962C8B-B14F-4D97-AF65-F5344CB8AC3E}">
        <p14:creationId xmlns:p14="http://schemas.microsoft.com/office/powerpoint/2010/main" val="225363407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9D5DF-CA6C-40C7-8E23-41413A94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44B25-0856-47C5-AE7E-9E696A32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재개를 설명하는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94F8F-9DBE-4B8E-AC64-CD003421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84F9C-54A5-4CB4-AF47-5F83FAA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9C7C2-06FE-4161-8920-3CF7E11C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2726D-8114-4875-813D-FE2262FC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ACC16-3E11-4A83-8919-E6786A97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C0D06-F878-47E0-A2DD-6CBCDC94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E4A30-1865-44D6-80D9-9DE6B913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BCE15-67A4-4CC1-A28D-B01A92BB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19907-5806-4AFA-BCB4-5FC915DE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3DEC3-5063-4D64-BC33-0E9679DB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265E5-BC95-48F5-9B50-308B726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42ACA-C438-41F8-BDF9-26313F5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D29EF-7BF8-4785-ADD3-14BBCAF5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D9583-CDC9-4022-88F6-20A7C2CD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Step /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8EE58-FEEF-4E84-80C1-804D09E0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0B971-A10D-4285-BD43-0FFF2066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C6CEE-35D6-405D-AD0A-E1DB030E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E9734-2B76-499F-8B9D-414CD4A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Saved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53EB6-B74A-4588-A352-3D2B4DC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0D1F8-AB1D-4480-AE05-1B0CA273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A5325-D941-4DD5-BCB6-1A8EC20C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50B36-59CE-4859-BE74-D65A27B9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3C7C8-0AB3-40E0-A6E3-D5EBA0B7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HITL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Human in the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A3C05-9DF6-4A77-AC76-80BFF6C4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76F99E-03FE-4542-B0B0-976B42FB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78C6A-0EB2-4278-98EE-DEEBF9E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4113357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24BEA-0001-4919-BE31-7033BBD5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EC9BB-B8E0-4E58-99EA-079AEACD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15104-C1AB-41AE-9F2F-3A5795A0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7506B-69E2-4D1B-B7A4-CAED4314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608DF-643B-4A11-B2F8-5D88E312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90F58-62E8-4DD4-9B9F-172520EE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1F7F9-7B3E-4716-B148-35EC9C53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a76c7339b4c95">
            <a:extLst>
              <a:ext uri="{96DAC541-7B7A-43D3-8B79-37D633B846F1}">
                <asvg:svgBlip xmlns:asvg="http://schemas.microsoft.com/office/drawing/2016/SVG/main" r:embed="Ra08ca7a8fade4d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BE6B7-5BEB-4EE9-B285-21DC48D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C30BA-C4DC-4A08-9B75-E51BC942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request_id·step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828A7-6C13-4D71-A900-1E5B6AB6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CAC6C-162A-48DF-A7F4-D187DC9A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93598-18E3-4C9E-80C8-0720E270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98D58-3544-4154-B3DC-C8915B7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retry·approval·status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35EE5-F79F-4F39-9F4F-886B216C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81F3F-61E5-48EE-BA0A-55113A2D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State에 모든 것을 넣는 순간 Graph는 기억장치가 아니라 쓰레기통이 된다.</a:t>
            </a:r>
          </a:p>
        </p:txBody>
      </p:sp>
    </p:spTree>
    <p:extLst>
      <p:ext uri="{BB962C8B-B14F-4D97-AF65-F5344CB8AC3E}">
        <p14:creationId xmlns:p14="http://schemas.microsoft.com/office/powerpoint/2010/main" val="1585740165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982C7-E3FA-4DBD-A450-637BD8B7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07E8A-15A3-4EB7-9D6A-94B0B77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BE8CA-1B40-4DFE-9761-6A26D0E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978BE-71FC-40AD-B083-42063C7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F7DC2-07C6-453C-BEFC-93637C0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844DE-E41E-4533-89A1-911D9DC6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8D8F2-3791-410D-A038-822BBD4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C4E1A-59C6-4624-A70C-9D9BE4ED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E8413-664D-4BC3-9949-F9D8999B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795CF-220D-4724-995E-A01B8C97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B425F-28C5-49D1-B777-40E455D9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E37F7-7BF2-474C-B4B4-C47C3099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20149-3EAA-4958-8A32-1DEF83C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32B09-5C2D-46CB-AF9D-6B05FC76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035023591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07088-4EAE-4659-9670-585C97E9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2508B-3B4D-4AEF-96A3-CAF55793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A1700-1BE6-4EEF-916D-5691D440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AFAE4-AFB8-47B1-9F26-DB95F642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4A90-3BB3-4E96-9975-0B8846CF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2BA37-1658-4DAC-8F42-E12D08D5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C3758-8FED-41EA-9B13-B26ABB03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985D8-1D01-4D6D-AECD-DA41E3FA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32109-2F9B-48A6-B30E-6BD1200C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conditional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970C2-A8F6-4A01-8881-BCAD3658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1840F-E378-40BF-A6B3-90A53911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23875-4CBE-4526-AE82-E409D62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FDD94-9083-4091-B416-DBFB919B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2025296064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B38BE-C87F-4E87-98D0-2894AF8D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2D0DA-DF6F-4120-9613-DA212278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B3366-2023-4768-9045-894E6134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243EB-3ED1-4423-AA48-4758A135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1FAF0-7013-4855-960A-93CA65F3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C35BF-B7FA-4D35-A800-FF77AD77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EF7D2-09B9-4D8D-9BFD-F35D9CD2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CEC5A-C390-4B1E-948F-1C2117D8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3D470-284C-40FF-B9B3-FAD724A6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7DF15-5983-46BE-8149-1C7B1F9B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9F62-5C16-49B2-B973-7727D5BD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D3131-1C99-4FFA-B7CD-1F02F5E1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F933C-6A54-4185-B352-CE01B72D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D602E-EB31-442C-8A77-DB553C6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Graph가 필요한 이유  |  Human Approval은 버튼이 아니라 근거·결정·책임을 남기는 event다.</a:t>
            </a:r>
          </a:p>
        </p:txBody>
      </p:sp>
    </p:spTree>
    <p:extLst>
      <p:ext uri="{BB962C8B-B14F-4D97-AF65-F5344CB8AC3E}">
        <p14:creationId xmlns:p14="http://schemas.microsoft.com/office/powerpoint/2010/main" val="1595488177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13835-2D0F-413B-A5A4-EDD114E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참고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0D24B-ECB6-41EE-AA16-BABED330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A1757-9D1F-4A86-8FE0-B9F1075C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FD93E-D633-4B99-B918-AF9F1BB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3E8DB-5027-408D-A37F-F9F9D3E2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CA581-DF58-4CE9-93E4-72DCC911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E4CD2-B754-45E4-8A8F-C40D3DF2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6F45E-4CFD-469F-B5D3-D611EA62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21A97-9B38-452C-87A4-4D219F3A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7EEBC-9630-4EC9-9A82-03093880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E8D1E-C2D1-476C-969D-FB259D6C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F8515-91A1-4DFF-A09F-3243A789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a2c3af84b4015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58520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D8F53-17A5-45CD-927D-F92DE55C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262C7-4AE3-4EA3-A038-6CBFBAE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04E74-8AF2-4A55-9C97-CBF5699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B0C5F-ED3B-4AA1-A09B-6243BB57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F104D-8741-4869-AAAD-059169B5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81055-6BB7-4B79-8C06-72743857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3D073-3394-47FE-9D13-4CF116E4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0FEC5-E920-4C1C-8548-C0E077B5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05D46-E6BB-454E-802F-B4A53941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93B71-A55D-49A0-AF0A-9994F267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2D53D-2C2C-45BA-8760-56D427FF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DC5BB-A814-4028-AA0B-1BA4BF12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E9CC1-C121-4EC1-A3D4-D90F3CF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BA860-0659-4D9F-B50D-86C0DC55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1016576816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E016F-6EF0-4EBE-9F41-7C3C388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61BDE-1A7D-4502-9FED-430CBE63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C9091-469F-49C5-A6D2-B839E6E5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CF867-DB7A-4AE2-AC7E-096E475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1648B-EDF2-4D0F-B5DE-12AB9FC9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563FD-507C-4116-9268-9AC67DD1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96DB2-CB38-402F-9877-6F07467D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81F2F-3A6F-47C0-8317-0E652D72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677A0-135E-424D-A280-CB663B6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C7AAC-E144-4363-B973-8A9BD7D4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50886-5272-4CD5-A43B-83A00E43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E4106-50D6-4E81-953D-C2E67008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21DAD-9EC2-4B9A-8454-9EDFB02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 delay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B061B-973B-4B4F-AF82-2C8F7CCF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53F94-1429-457F-BA72-EAB794CD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A57E2-3C07-44B9-A02F-27B87A80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B8384-0A80-47A2-929B-3732B35A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Idempotency가 없는 resume은 자동화가 아니라 중복 사고의 예약이다.</a:t>
            </a:r>
          </a:p>
        </p:txBody>
      </p:sp>
    </p:spTree>
    <p:extLst>
      <p:ext uri="{BB962C8B-B14F-4D97-AF65-F5344CB8AC3E}">
        <p14:creationId xmlns:p14="http://schemas.microsoft.com/office/powerpoint/2010/main" val="2068114296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D4354-6A3A-43E3-BF9B-8D68B4B0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57D00-CD2D-4307-9300-E14C3845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DB3CA-48B8-4C44-831A-8682FBC7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9D2C3-85C2-4D50-B5DE-5A95AAA9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43EDC-DAFE-43AF-BB51-8AA514F5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B97D2-FBC0-4114-B78D-2675B38B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7CD31-A4C4-4097-AA8E-062C137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4F1DE-D5D7-4C48-B950-B8E37346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E7F61-851F-45CA-BED8-3BCAB4B7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EA515-66B4-4532-B4CB-63C4EDFC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139B2-5590-4C51-99EA-3B02A6DE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F68A6-40C5-412E-8069-EA6C8885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C25BE-F70E-4F75-A767-2A45C26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31EC1-30C8-4659-940A-E8208EF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0915A-286F-4648-9662-2558149E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9667C-54D9-49C7-BCF1-C32D3B40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E00A1-94F7-4BE2-9DF5-652F40BE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9D241-FBF3-45D8-9A35-425BB112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5D335-35CE-4C58-81F9-65F4DEBB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A45C8-5E82-4E06-88FB-3588E20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14515-6412-4493-A48B-709E3411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7CAE8-9287-49BF-828E-8E121272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1534340152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AF7FE-2E86-4FB1-8751-3929DCF4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70069-4C1C-4805-9C41-D82BD543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B5551-1C59-4FA3-9FD5-6594EB78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D1C90-A1D6-45AF-8C70-45DAB304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DA6D6-D148-4D9B-B4C0-F310B83D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CEF3C-4D8F-4A06-9AF5-B49A61AF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3D542-BAC2-44F9-88E7-849D4E15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0C134-54B9-40D4-8453-7882BF8E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CB97E-8103-47AE-9BA9-D5C5EC74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DBC5E-460C-40D9-9191-FAD84662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B4965-43DD-4A7D-9D72-131C7778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54D75-639F-4FE7-B30A-BC4CAF2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862E5-C608-41B6-A77A-E89265B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2DA3F-D47E-4C1E-935F-017F5740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9E37E-34D2-4336-90DB-5203561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1F6DF-47F1-4E40-A22D-7141C06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A7D40-9F3A-4549-A3D0-1D55E52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56AC2-951D-44DD-80FA-D4C9B8B6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0DCC1-1C0A-40BD-91BA-D64D359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9EB58-573F-42DE-A63F-79CDD4D9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DEC26-50E1-463D-AD19-BB367478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B2747-A3B6-465E-9F41-8C83B088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1453102060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73E6F-5CEE-4E84-9A25-070DA002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1FB16-228E-4DB1-8C6C-C15E3A0D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37607-1649-4C3D-B599-B82D31E2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E5B3B-387D-4A05-B06D-D729EE8B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9F05B-9A51-4825-9F0E-D81B0254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265C8-F149-4090-9DBB-01EA3E44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1640D-D283-4245-8D4B-A4DC728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2633C-7F52-42B1-8623-F5410031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CE6AB-5B88-427B-841D-58EC9DAF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0CB91-188F-428A-935D-69546CDD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9E9BB-C909-4332-8892-F02E39FC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04830-2D54-40C3-BB29-543DDE2F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96CAD-D1BC-4166-8256-4130BD9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CB75B-4F9F-43B2-BD72-7DF8427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BBC0E-D31E-4D0A-A5B9-E4157355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D6839-ADD6-4023-9EBF-B7652D5E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F6530-5F46-4B54-A7FA-D7C8C094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0BD8C-ACEB-48E5-A0F5-6EAB897F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E9ECC-D762-4655-98AB-66DBB991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2C3D9-8DB9-413E-B5A9-D6499391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5C46F-9347-40D3-8BEF-0E7126CA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4EDF5-BA57-4BEB-A5C2-5A472D6B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112057622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31175-6305-4996-B76C-E0DDDF95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CA662-4346-4C57-8BB5-624D8B5C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D9BAB-3DAD-4BC9-AE97-545C6FDA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25AFD-5394-48B4-A97B-7ABCA43B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122AB-61DB-474E-873B-235F4F35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02598-2CC1-4D7F-834D-966791E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A0D19-9091-4FC0-9A03-D077D9BE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C3021-585E-4DE1-AAE5-3B3B98C5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CEAE4-A64D-4CA1-95AE-147BC521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FFD87-ADEF-4FC7-850D-7F8227DC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01E51-ED9F-41F8-B8E5-2DD7884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BA829-D0FE-4B9C-9600-7FE28139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4CFC0-171A-45B9-83AC-BCA46ECD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BD5E2-8E7A-48D0-8367-B9CAD53A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0400A-01B9-49A1-8CDE-CC5AED1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711A2-054E-475F-99B1-E664CA01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958D4-DB9D-4950-9D57-DFB6B9B9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A7AFA-EDDD-4497-A80C-443E1BE5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33A1F-1E85-448A-A559-503542CE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2436F-CCCF-4357-BE8C-ED6F76D7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7608F-0EA8-4707-B83B-13037631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3AB4A-55AD-4A90-A793-1E339B1D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1767785842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362B6-690B-4231-8936-4D1ED192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59595-2243-4CA2-B980-DF611637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7F455-30CD-453A-B774-60EF553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FE60F-EF0A-4A7F-B13F-CB5D1508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6B217-9806-4E41-BD53-C14943AC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A201F-B61C-4C86-AC13-92F1D344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1C700-BE4F-48CF-95DF-6372EEC9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2D3CB-C8D7-4C76-8AA1-5FF75669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6B511-48B5-4BED-8A55-17589E69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2828E-038F-4142-8BAC-70D12D1A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C6897-FF73-4148-A222-BF1107ED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CE556-10EB-4500-A6DB-2795B02A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2E406-5680-46B0-ABC1-DBF30EF7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2594E-8428-4F7F-BE5C-4D8CDECB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D82E9-58A0-4040-8A44-7B2C4039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7014C-6942-444E-8282-E076FA26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465D4-A038-409F-9428-0EE6802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C0DEC-8E67-41F9-A59A-4832FCCA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F6522-CFFB-4C06-9978-A8DD8547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060EF-D1BC-4A49-99AA-0FA2BA63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DC99F-51D9-439E-8FBB-87544118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925E9-35BD-41C4-9DFD-9FE8AAEB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1477845359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934B89-A474-4AF1-B7B6-3E06FD5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4B5B9-EC62-4C86-98F1-5387DB5C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LangChain의 조합과 LangGraph의 중단 지점을 구분해서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C31B6-431E-421D-A22E-DF539716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D640A-73CB-4CF7-BEC4-59C8FF0D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B447A-BF54-4A94-87CF-B1D39E48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C5054-2C21-4BEB-B4E4-971B4D72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87AA0-F7FB-4FF4-99CD-F4FBF761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조합 계층 → stateful orchestration → interrupt → 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545D1-8DE3-4C73-8DCD-6330AB37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DD791-9568-4CB6-B552-82D3719C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59F78-94A3-48C3-856B-67F13B5A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8B39B-BF5E-471C-98EA-D8495253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E6A15-65BD-41DA-9A6C-623227EF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A1059-4E4F-4586-8517-49DA61F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09852-8AD3-41CE-9E1A-6AEA1FFD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모델·Prompt·Tool 조합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EBFAF-7E13-4706-8C1C-E5DADEFF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개별 AI 구성요소를 공통 인터페이스로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60B46-2B63-4C81-9AB3-FCF46F22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단순 호출은 SDK만으로도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E8B7D-7E72-474B-925F-55428990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74BBF-4F3B-440E-BABF-B3FD0255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B30AE-0DE1-437F-A1B7-6B9191D4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42693-FF7A-4E80-A7D5-E34F70D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상태 기반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EB4CD-C466-402F-900F-D917813F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분기·중단·승인·재개를 State로 명시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65760-2BC0-4489-B1D6-1C949B71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직선 흐름에는 과할 수 있음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BF8E3-F0CD-4B60-BDA0-DF2A6B0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7FF01-C1E7-438E-A411-6B43952C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D9250-AA33-412B-8126-9131EE38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관측·평가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1617F-335F-42DE-8B2E-A99A2731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trace·dataset·experiment를 같은 실행 계보로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59CF3-C92F-4C82-A08E-3632F44B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JSONL은 무료지만 UI·협업이 약함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96F21-625E-4A73-9F45-48BF4F57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8161F-6FAE-4A19-A32D-E8F1B420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C0A98-7314-4F64-A7C4-DF701747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Pydantic·pytest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04C40-25B2-49FA-9D23-9A9B979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계약·결정론적 검사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3CFC6B-978C-471C-BC02-08F20E6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Schema와 실패 조건을 빠르고 재현 가능하게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AA589E-7C65-4230-AF41-AB3D28BF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의미 품질 평가는 별도 rubric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5DBC9E-D250-4F76-977E-EFB7FBFD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4044593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5BB7D-B0C8-4F52-894E-2B4D2E5B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AE9AF-869E-4A40-A1FE-2F2C7661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E9BC1-AC22-49A8-A7C1-DA70791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E09D0-111F-4686-AE06-3C706519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2B06E-BEC6-4FB4-B0BB-84C3323F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216D0-BF07-4576-9533-F98055CB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018A1-5150-47CE-879C-91626637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50441-1439-458F-BD00-219AD5C8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A90BA-818E-4236-8A1E-FE7B4BF3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27AE4-FDC0-4C1A-8401-EF07CC54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7F616-80B0-40DC-846A-C82BA2BF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6399-BD25-4015-9243-2D78A3AD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E83F7-462F-4A00-B10F-01630E71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2BBB8-1CE2-42E3-9A9F-8A170F58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AE5F4-ACCB-4EE4-96B9-42E0184F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C3A11-A1AC-4C11-BAD2-5CE288D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e7aaec9a34ef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8D1E2-7A32-41B9-BB8F-08ACD6B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854060861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7A617-6CF1-4A1D-8FFE-3CD4A67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98CAA-D9A2-43FE-A7DC-C7B5EA47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A288E-7367-4C00-8074-93A929D0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1A806-B0E6-45E3-A63B-0259661E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37293-FC4D-4F23-A735-BCF4F01E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E7EBA-A8F2-41F1-AADE-1E9FFC32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6C537-457E-4FB9-AF16-8703FEC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C246E-97D7-447E-A93A-1424663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7C8D2-A3A9-4C97-A9D9-C6320CC7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BE61B-4731-4CD6-AEC9-43156E8D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303B0-AEE7-457A-833C-805969AB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FEE8D-7E4C-44E6-95B0-2DD10885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2B40A-23DD-4FA9-976C-EDDF74C7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E964E-EFEE-4BCF-8979-1C27F63D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A6430-CD23-4B55-9049-29DC8DF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41435-F71F-46AF-89BA-9A126A66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8d01131ba491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E2939-D1E5-4392-B0B9-8D26E1D8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190265858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58271-7373-4731-89AD-440BE81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79F4F-8E24-44CD-9A5C-BBEC0169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EB991-BEDB-44BA-8803-393B9AEE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49785-BAC9-458C-AF0D-F4467DC0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33C2E-2522-4FED-8727-04413129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8FA7A-D477-4824-8646-02426CC7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52559-66E3-486C-B9A7-AAAD0045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AE964-CA47-44C0-A20D-E0B347A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E5AB2-D2B9-416D-B380-60A6F35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3BE9B-7EFD-4E22-B04B-5B81CC9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E795D-E45C-4325-8D4F-A6EAB04A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E6C8E-5909-4707-9C57-AEC03249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BF0E3-4832-4A95-B350-F0E9E54D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EB2A3-519F-4E8E-A2E2-C04C980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3A422-3AB6-473A-AC3D-16ECE323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7E708-7FEB-47B1-B232-1E7A2230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6045ab68944c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E8F3D-AFED-4A3B-9860-57125C28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2113090218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B4DEF-090F-4F87-9784-FC9EF8FD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98E8A-93CA-48F5-A309-3A4E96E1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713B3-50B1-4756-A0DA-BA5BB98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A82A6-1B2E-4705-900D-0870B250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D4E4E-81CC-4990-BE23-D0F8CF70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B2C75-E040-480F-BA72-CF20E322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C4508-8D00-430D-B348-39103A1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05743-BF50-44EE-9424-3AD8C21C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FC8E5-2C9A-431C-B66A-752F2E6D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BE74C-6F6C-4BE9-8780-4B660B60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8563C-2092-4AAC-9F4F-CF1BF48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E7734-652C-4276-B398-F9BDCB2C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C0C89-6742-46F7-8B87-E2C33E7D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338B3-D539-4182-BA71-0903CAE1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62F72-EE21-4A3E-925C-5DC52DFF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6FA8D-436F-4DC1-B010-77015437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a3fbe13474a2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BE77A-C937-463D-A70A-8632DE2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2132040583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192A7-B16A-4C15-94A9-6A7E0C2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3E369-0369-46B8-A3B4-F7C6C251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FC010-C0F3-4630-80BA-B787E6D9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3F7E2-AA8C-4CE2-BEDA-08DD989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82174-F4C8-4624-ADB2-232889A3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A068D-1E61-4825-A033-64F4165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947F4-255E-4F04-B973-D10435A5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5A43B-0347-4DF4-9395-280AD6F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0AAF8-4E59-4665-A641-A78D7855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DEF21-5C2F-4F6D-9836-3117CDA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CCBC8-8E13-4674-A973-EFFD94B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E2194-F974-4AFF-9E20-45BB75AE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5DF05-815C-4425-B8CF-762F8C9F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EA8BB-DE4A-494C-A92B-EFB6BBAD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90E13-E8E1-49EF-BBD2-01B4A8A9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53AC1-74DB-4F51-A463-DA75093D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7F829-CD8F-4D5B-8154-982816BE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E7EB9-4143-44B7-AF82-52D950F0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1981873128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7455F-C877-423F-B4D6-382D6391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8204D-E439-4382-848B-500974F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37765-ED78-4D5F-B070-F73BAAD2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3AB1A-3DC7-4573-86B1-42EAF6EE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A07BD-5C18-47A3-835A-1216958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3EB36-1DC0-45EF-93FA-91EBA6D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398E5-9342-4DAF-A5D2-2A8BCDCD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CAAE6-4279-479F-8041-461D98A6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17697-08ED-4865-AB45-920CB6F7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2BD52-BD9D-429E-AC06-6DEA6556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18422-FCAB-4BA3-8807-9CB0711E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CAAC9-02D0-4CFE-82E4-05E7FE5C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B4326-64D6-450E-9A99-FDF97ACA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98B38-EA74-4532-B24B-6CA27174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11C55-5DD7-41A3-8148-E21A68A3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FDCB-3D63-4FC7-834E-1755B2C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291BC-1225-4656-8856-2E7DF095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3E1BF-D207-4638-80A6-77CCB19A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133103901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F3B32-1C26-4354-8A46-DE450E3D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F330C-7BA2-4A8C-91D1-DA47CDDC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16923-CFA0-4EE8-91DE-6844BD0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BF539-1234-4490-B6A2-23EFF02A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A3104-F4DF-4312-833F-62F2562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EAF7B-E420-4D7E-950E-2F1ED6A2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A8561-DEF0-4A5C-801A-24187FBE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C1F5E-9B32-4D53-8817-53FC02B3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C48B6-B330-45E1-BEC0-8B63832B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AEB00-A642-454B-9785-C75247AB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86D77-764F-4E3A-9FC6-F52D030B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65268-1D9D-45EE-B218-BC5F9EF7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E0F74-8EA2-4554-9000-AF548316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9B917-772F-449F-8C3E-0DD89850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C0407-A2B7-4E2C-8B07-20ABCD0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F7F86-79C3-4DA6-8F1B-81333992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6D601-DDE3-43F1-885E-7B490878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6320E-6AA3-44D8-886F-D6C1F218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64803044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107B5-0FF2-49B0-9506-E57D49C0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76DA7-5D0E-4AF6-9E2C-C4EBE8B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C3318-2AED-4A0D-A463-B4E10B85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38430-8EF6-4CAE-80BB-F4BA9DF2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A7150-4B6D-4B2B-B7EF-FA88B829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106B5-9D6A-4AD7-9429-C4EB0004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C1765-D250-4F7F-BA72-41D8C57A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9A3F2-9A77-4EF9-8A49-C573C300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44305-B2EF-4B9A-87CA-BDBC0F5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7ECD6-B293-4733-A1F5-5467711B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C6C3B-56FB-4CF1-9A45-CC7C2D10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FFF0B-9972-43F3-9679-7F87BF8C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EF6E0-6F41-4D5D-BD6F-0AC282FF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A0383-30D9-46DD-AB7E-A25EB4C1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8C97B-2581-4ECF-BE8C-BD2C6D2B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E7614-A9B8-4161-BC5C-44B3045D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F3BB8-5EFE-4F6E-AFD1-4556AF27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A8328-A464-486A-B31B-9A256966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1831143121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11015-4703-4509-9E47-D1C7C35C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4A5BB-C8F6-4D2D-85E3-E7200043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A7343-E010-4185-B332-755B90E2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BB42D-BEA8-475E-8686-F145BACE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AB872-8D05-4D21-9578-78D3116E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F38C8-B323-40DE-AA11-E22D926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8FD3F-3646-4251-9A9D-574A7553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E836B-C0EF-4263-A458-93D446A2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BE0DF-1997-4F00-8C43-EDDA0349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A7181-EB01-4319-8B10-19739BB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45014-CE4F-4CAF-9078-E856FF09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2DA28-C213-47EB-82FD-7892CE10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35DD4-B326-4FB2-82FF-B3D902F8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4AAE3-4F09-4521-AABD-F87BAC1C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A70BB-037C-4DAB-BA32-F2A2749C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0B518-8155-477F-9E7D-1AD2D24A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943E9-EE7C-4FED-B897-499F9E98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59BBC-451E-4C21-9C3B-CE6EF36C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2644386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16B14-692C-432D-A5C4-26862808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0DC70-E978-443A-A435-6C8C09B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42D9D-9DB3-46B4-8126-43290B9C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84A17-18A1-42A0-B9F6-94689D9A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97455-33B7-4983-AEA9-B754CAB6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D2578-CF9F-487C-B752-4C50DBD0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5B866-BF92-4F04-8BEF-12EB222B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4AAF6-DC6E-4EAC-A1BC-6976D032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C62DE-9C92-48ED-BEA8-3F3B4EF7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027BC-714A-4B08-B52F-1403E576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C9CAA-C7D3-40E8-87E7-931FD380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FF8AD-A211-4DCA-B4D7-37A6034D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75761-535B-4014-BFED-A95E5C0A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CDF2D-8B1E-424A-9397-5EC05067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859EE-8AE3-442B-B8AD-7A95A7C0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8E0D5-973E-4EF7-A793-73608992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02B80-3182-4951-A798-4A47C8F4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59710-DE8C-44A6-8809-80C3E545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5A0DA-F843-4C23-9A87-B15551D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F5D3D-1723-448E-B405-4ACCA97A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188DA-EA37-44E3-A41F-2286024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1F1DC-9824-49A4-B620-B04A48F7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D19B6-1339-4346-B697-53558E49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D061F-AABD-4645-A8E0-CD5890D7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616830317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2C16F-9373-4A43-A01E-23E2547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7E9D0-803D-4C52-8A11-3C19AFBC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21841-2F9F-4D19-B2E1-5B1D92AA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3F142-729C-4A5F-921D-4CA60B98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E86E2-511A-4EE9-971D-90FBD265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98A2B-5ED1-4657-B5A5-21BAC829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1A180-32A7-4B9A-8E31-E3AE2CE1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60708-D4A8-4B0F-B79A-2514F170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C742A-B9FE-48EA-A4C0-0BDBE29B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D81A5-7871-45AC-B156-19504BD4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35C7C-6E58-4334-B9B8-49EC94E8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90DA6-B4BF-4D97-A0C6-9F2390D8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4EBE6-39F8-4DDA-8DA2-B882FD4B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08718-824B-403E-BE1F-321683B4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8FD64-8C08-46A9-B10D-A72D83CC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AF9C5-FF95-4CBC-9538-02513341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FE70E-D660-4CA1-88E0-5D3CADEB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E3ABA-8DF9-40DF-9865-C19B2DFE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0A3D8-2D87-49C3-8500-371B959D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45E47-96CA-4DF1-9131-8D99272B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10189-13C5-43AF-9413-D1817C48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22BA9-D82D-478D-BE4D-F92C176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B2B0A-091A-488F-958B-0775E25B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98EA4-761A-4829-A37F-106F47A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1420802334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ADB2B-2007-4365-9B5B-41F058FC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9FA3E-EF74-474C-97E2-612B6EC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5785E-67F2-4B3D-8F71-FDE73BC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0374B-108E-49AB-9AB6-3C1C7A3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C8DF2-644D-4CD9-ABFD-DD73A8F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D2CED-08D1-4BF3-A521-E078B4C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5F17A-B99F-440C-B069-59EB579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C66E9-809B-43D9-B223-8119409F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9E6F-C6F5-4067-98A0-A7C34F1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47B1C-4245-4302-8B39-365E57AF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D3505-E9DA-4680-990B-A5A96F2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59808-9A63-488B-9AC4-AD406EB7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33C98-5A01-4142-9F0B-B8C9950B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9E81E-5681-4B8B-9796-C728DA58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11CB7-C8C5-43C3-A683-DD33E0E4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011A9-9C4D-40B0-B908-AEF1A75F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552C8-6770-44D1-8E5A-A7993A7D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1E1FE-F638-4EC3-BA6E-F73677E9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AAA69-BBA5-415D-891B-A9BF5B17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579E9-DF47-4376-9A48-F1E95DD1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3D747-64FC-4D33-A1ED-0DE7B53C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DEA29-B59D-4369-9272-5B0538AE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ACEEA-914A-41E6-8C1D-FC1B0ABB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35D17D-2777-416C-8EFC-1AB72796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599207079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A4D740-54AA-4FEB-A898-AE5DB146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F7426-BCA5-494B-ABDB-4F0B60FF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CE3AC-8F80-43C6-ADE3-F46EBB53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84614-A1D6-47C5-981E-0AACB9CA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35E96-5A02-4D65-A46D-C77CF141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B8928-86F2-4DCF-B149-D40424E9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12011-4463-4324-9387-A17AB2AB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9490E-81A3-49FB-820F-76D15642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4FE71-BE96-42FD-AE51-D372A37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62EAB-01C1-46E7-962E-5D69E547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F0FE1-DBD2-461D-A2AA-63EB210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E96E6-345A-4DB0-96A1-6C8A7294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64EB9-6571-448F-AECD-4D33381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3F589-4AF7-4944-8821-85FDE1B6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42A3F-815C-4224-B842-E2B8027F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81562-F60A-450A-AFD6-D7910A9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FC728-B1AF-4E14-86F8-17C2F823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6461C-AAD2-4CB9-992C-1C112116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91B87-F408-466C-9FFA-0219152E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03985-D5F7-4E67-A492-0262F2C2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88FDD-C560-4BD0-B537-AA180584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C43B4-1756-4FC0-AD32-E3EBD805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7AAB2-092C-40C3-A76C-1CF8B7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AC85D-F5FA-46AC-AC66-39FEC28D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1054773139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E6EE4-1EBD-4356-8A25-141C45AD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BE095-DA6F-4D93-B6A4-B3AE73F7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F5968-B170-4B1B-BD8C-FC998483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45398-ED10-4A8A-AB87-B2E4B813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4F0CA-B6D2-49F3-A86A-F7B872E5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F5F3B-9030-4D3B-B022-10DB094C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2D892-910B-4F10-9A53-74A0E740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500EF-3A4E-4B81-A1AC-B5097A9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44912-6518-4973-9DCF-C4921B4C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4C5F6-86E1-4425-B979-E45E10C6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AF020-489B-4AE8-8AC8-DB949045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5F75F-9E24-42B8-997B-FBA4FF2B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467C8-A73B-4E95-A1A1-F975DC00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61FDC-AC1D-4300-BB0F-6B9AAAA1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98DF3-37E3-45A7-A4FA-92F1424D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60983-E422-427C-AC4D-F01F37C5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E6C36-02C5-4D02-AA0D-A728063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1A86A-09D5-4380-9A57-498366E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02879-A112-495A-A019-2C64693E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E2545-F984-4171-BEA4-188CF75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1487D-28EB-400B-AC18-1129D3EE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DF7B7-B893-4729-B426-35939C6A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DABC4-32E3-43D8-BE11-FE8AB1DC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F94C9-3633-414D-9EE6-DB038EFB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EFA20-EF8F-484E-9835-CA35106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1684449009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5B07D-9EFC-4B64-BEF3-7AE16EC9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41377-4852-469B-8EB3-11C648A0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3620B-C4FD-46ED-8F80-3AF739DB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A3F96-9919-4E26-AD98-67A23ECD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A764E-E0AD-4F7C-82FE-765B04B9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00C44-C2E0-4CDD-A3C9-3EC30983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3310A-5BFE-4B91-8774-A28FB94D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13AC-9589-49C4-8BAC-B166B84C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2E701-4096-47D4-9A35-8BCC4DC0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44D75-5FC9-4E90-ADBB-55EAA094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0AAE-A896-4E33-8786-B6EB86D3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EB8D5-7F2C-4423-AAF9-21367286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D4DB9-B847-4E66-9615-903D7BC0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D04A1-4346-4116-A059-0A1EE4C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BC2B7-ED92-4051-B73D-5C7A2B60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46853-2808-427F-B7E9-BBDDDBBD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11991-AFDC-4721-AA79-626C4BA4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204F1-019D-46D8-A152-DA80DDF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44353-6B4F-4B10-9A32-FABABCF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A8E2B-DEE2-41F1-99C9-DC5F105A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1DC61-8AC9-413D-A66F-3669C1A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6BB88-1B67-4A26-BD04-9583716D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FD4FD-E589-4E30-B863-F4F01F7F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41AFA-37DE-4F79-97CF-FB98864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95D74-A5F0-4658-9946-4C4FFDF2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1601442570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36A68-9D24-4021-8FDC-B3CF401B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D640D-3F9B-4734-AF66-DEAB052D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6FFA3-E771-4408-8EA9-3B69542B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B104E-9259-4ED6-B9FB-E78EA5F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4D133-478C-49B8-AC4A-FF2AB760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BC7E2-6C3A-496E-9C19-167FA14F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00211-3AC0-4071-A4CF-0D505FA0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CD39E-F347-4638-AA93-AB962E77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0ECF8-32F4-4EAC-9C67-BF8DAB7E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EDA27-FADD-4C56-8CEA-1D790055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D7561-C1D4-4430-8BB8-28E4984B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92A0D-C650-4C22-A7F4-8DA29CBF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E5DE9-8FBD-41FF-8AC9-E61CB1EB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D7B80-EFCD-4B93-8CAF-CF108B9D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ECA46-F4C1-4989-A00A-9351C009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83ABF-E54B-4B65-9AA6-7DB10411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D6185-74F6-4D70-A023-BE6ED638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E6390-7BFC-4239-A53A-ABF1E7E7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67CFC-C9A5-4AFE-A092-223ACB78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051C9-EFC5-4CFF-8577-F05563BD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3C6EA-95E0-463F-8261-5813701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25AD0-CDF6-48F9-8772-513DA84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EE76A-A0C7-4361-9CC5-0C25627E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CBBFA-A4D9-4020-ABAF-B9394CC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302617-4483-4788-83F9-6C23E7F6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1893765015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69BE7-C11E-4AFD-9B04-3E4B0370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B6760-17EB-4CFE-8D4F-C3668F17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C9EEA-B839-4919-8606-D8024853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1CCC9-9FFD-4390-9CB1-0E498627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E1837-EF7B-4D56-AFA0-A5D2EE36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0341B-06F3-4035-B90B-580EAE38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96C52-CE44-4557-8963-B7FA62D4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DA145-FD43-4522-A5C9-EC828629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6A4B3-50AA-4550-8F98-BA08FC15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63722-486E-4615-86D4-0A99443A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6E53A-709A-441C-8D27-E66CD2CA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BE08F-818F-4550-A966-F3F0DB65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47949-949E-43EA-A531-0F9C89B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1D863-69A1-4FD1-BC40-C40B692B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FC18D-A14A-42E7-8282-E3D81BF0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E3BCE-AC82-41EE-B192-7CF00FA2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C78F6-20CA-4BE9-A2DD-8D10E4E3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E4DA9-22A2-4127-BD30-FD2ED0BA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AC187-A386-4870-9E79-674A4F0C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E1D86-5844-4BC0-897E-43ABAB7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639A5-5495-4E60-90D9-AE4D4EAD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3644B-E882-45E7-ABD2-8AD9D5F2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7C7E5-A60B-4D6F-B5ED-7FB63713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1EFF5-1A22-468B-871B-9C6D6FBD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BA537-AB89-4B0D-A67A-420E1401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546361062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3E0B4-D414-4169-B056-3E68FA2A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BFBE5-8F9C-401D-88C6-9D2C57D8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7 · 승인 뒤 같은 요청이 다시 왔습니다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5941-06FC-4423-8B2B-7E90865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18965-6C0F-4C67-AC2C-6D89BAF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E6229-7962-4F4D-830E-B571108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389AA-C104-4E33-BBAE-A18E451D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1ED7B-1A5B-45D7-8EE3-EA86937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reviewer가 승인한 직후 네트워크가 끊겼고, 같은 request_id로 publish가 다시 호출됐습니다.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F2F8-0730-4738-B39C-534141A7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C5190-6E9E-4BDB-A06C-18281253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0A33B-A39D-4275-9737-CC226263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State와 checkpoint에서 재개할까?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F0D00-B87B-4E16-9811-F1EC1A73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2AD6D-E641-45D1-936D-6457313B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19FD0-A307-450A-AD30-38A70058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event에서 어떤 근거와 결정을 읽을까?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E69EF-05B1-40EF-9B34-20CEEDF1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1DDA0-F0C2-4C7A-8D07-AAEA5C4A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88B66-467A-4CB7-8811-46D7ABD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새로 발행할까, 저장된 성공 결과를 돌려줄까?</a:t>
            </a:r>
          </a:p>
        </p:txBody>
      </p:sp>
    </p:spTree>
    <p:extLst>
      <p:ext uri="{BB962C8B-B14F-4D97-AF65-F5344CB8AC3E}">
        <p14:creationId xmlns:p14="http://schemas.microsoft.com/office/powerpoint/2010/main" val="1333741254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3B310-5198-4600-BB24-67454C4B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71876-086E-4857-832B-9203F17D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D34AD-F8A9-47EE-8410-1D021A73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LangSmith는 배포 결정을 위한 증거다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56C85-A5AF-4FC5-811C-C7D584EE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7F2C0-D6F6-4933-B269-E93C4E4D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FEE93-DCEE-4477-B503-2D1DB20A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Trace를 많이 쌓는 것보다, 어떤 실패에서 HOLD할지 미리 정하는 것이 먼저다.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5583F-DD18-4168-9F5A-6F17EC0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F7AF5-C2AB-428E-B6A2-19272C78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866520385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3FE59-0B26-4E9E-96F1-6E5188E5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5AFC5-CF31-4B79-910F-1D79BAD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관측은 READY와 HOLD를 가를 때 끝납니다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E0B97-EF30-4386-8547-DC301872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1E89C-A66A-4B36-8939-26F89EA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4B59-9B44-4D74-8337-275623CD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6F5F4-11EC-4E0B-BDA0-84C3400D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BAAF9-5F61-4D12-A99B-2EF4722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버전을 배포하지 말아야 할 근거를 trace와 dataset에서 바로 찾을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70F9B-B4CC-4A11-B887-C83F5D52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EB764-8C16-438B-8BF5-42B7C90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66C9C-9FC6-4B83-A7AB-16170F34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또는 Local STT의 segment를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3966A-1A76-4A2D-B0CF-989EDF96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531B3-F577-413E-BC53-9DAC8B03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품질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36302-1B01-468E-B420-A0B2B6C0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무음·반복·이름·날짜 오류를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C95DF-A74F-4D97-8866-A403AD06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06340-D2CC-4279-8B69-4883C364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D2A0F-6863-4736-B0F4-9E783EBD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node·LLM·tool을 trace tree로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24D7A-C9E8-4876-AB14-3027F3FB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815F9-CFAF-4D61-85A4-62AF77D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1B138-6F7E-443E-9310-5819A06A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dataset으로 baseline과 candidate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3A31E-6F0D-4E0B-ACB3-BA7BDA4F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A7D5A-2704-4F22-B15E-303B4FFD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C5E51-A19D-4A6C-9F61-F2C0D2B6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 기준으로 READY/HOLD</a:t>
            </a:r>
          </a:p>
        </p:txBody>
      </p:sp>
    </p:spTree>
    <p:extLst>
      <p:ext uri="{BB962C8B-B14F-4D97-AF65-F5344CB8AC3E}">
        <p14:creationId xmlns:p14="http://schemas.microsoft.com/office/powerpoint/2010/main" val="251564260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2F02FD-5BFF-48F1-A29D-D2FF7E9D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D2C01-BF06-43F8-8282-06B9585C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관측과 배포 판단을 잇는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E2D3E-B532-4E1F-98AE-C190BF52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5ADA4-A3E6-4AFD-AD5C-6592C7A2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2EF36-639A-442F-B9C8-33EC14BC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9664F-D470-4E1E-B5E6-ADCD9358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D7152-3792-4478-BD27-D30A0BA7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1B9D1-161B-4048-A467-AFF698A3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9B491-74BC-4A94-A513-07D0D0F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A03D8-EB24-45AF-B109-93CD6D27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169B2-14A9-4B73-B190-2F0F726A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Speech to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33552-A44B-4E33-8185-DA5BEC8E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6DC0B-B161-40E9-B334-27211EC4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BF637-B2BB-413E-9015-D1E3EE9E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DE97C-17C4-45A0-B1F6-BEB41FA0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CA9A7-0A11-4526-B3F1-36643C5A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E3303-954F-4CA0-8507-776C48CE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C2848-85BA-47A1-A0A6-C1E3F596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522D2-ADD5-4856-B06F-C6CA0FBE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1D1DF-B23C-4ADE-9FE3-75C37E98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Fixed Inputs / Compared 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D03DF-BEB9-4555-8458-7E6076C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65F8F-5CB6-4F37-BE1D-8E25B3AF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A62B4-A003-46E9-B51F-1FE3EB7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E0917-F840-4325-9CD0-5D0386C7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D6E68-44F7-4895-909B-DCE6B54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Ship or Hold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7E2B7-3FFC-4722-B3EF-5BEF40CF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F96E1-8BC9-4939-96EC-0EED6945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READY이다.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38816-110A-4CB1-810B-FF2D84A1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289688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77951-5D07-405F-B517-660017B3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BF241-D895-44DE-BFC2-2319ED30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03060-A07C-4D3B-9D9B-7E81402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02F97-6FC8-4333-A4AD-695258CE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6AEB1-57D5-4A91-A99E-B240C72B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41624-E4C3-42EF-BD13-3EF7A862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FD2B8-546D-4A1E-B955-102A3455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21df3a8cd44ca">
            <a:extLst>
              <a:ext uri="{96DAC541-7B7A-43D3-8B79-37D633B846F1}">
                <asvg:svgBlip xmlns:asvg="http://schemas.microsoft.com/office/drawing/2016/SVG/main" r:embed="R6e93777c37594e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21400-0017-44FE-B37E-B486CFBA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569B1-30B8-49EE-BA34-C1D9D675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활용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C1779-5A91-4B6F-869C-7875E675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ABC75-39BE-4505-B786-9571EF8F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정책·보존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23039-79CE-4DE2-9F00-F5E98ABC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4F122-7478-42AC-8A56-7A0EA7EB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언어·edition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BC756-7B68-479F-8517-55471F12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8D586-C4AB-4B36-A7F0-A8664BDC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STT가 틀리면 LLM은 틀린 입력을 더 그럴듯하게 정리한다.</a:t>
            </a:r>
          </a:p>
        </p:txBody>
      </p:sp>
    </p:spTree>
    <p:extLst>
      <p:ext uri="{BB962C8B-B14F-4D97-AF65-F5344CB8AC3E}">
        <p14:creationId xmlns:p14="http://schemas.microsoft.com/office/powerpoint/2010/main" val="1161604019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653D6-5E73-4075-8A23-C9DC50BE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F4405-B5A3-4425-AA33-F0C8F466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98BD3-A750-4D9D-AA7B-F15AD824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2C185-94F1-4195-91CF-49FFB32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F43EF-7B27-49CA-BBE8-BF757CE2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8EDCE-04B8-46F0-BB2B-6F5C741A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C9692-103F-40B3-A8D6-DC8502C5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F33F1-D6C2-42A7-93F5-573D2B8A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E8B10-AC9C-439F-9C14-2457FD09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A655E-5799-4FE1-A866-F8DF8C69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EB0E6-BD5B-4924-A30D-3E231AB3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EEB3A-4131-4CAD-A8DC-76B32135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1705086305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1B61C-8AEB-41F2-BBCB-2C9E56D4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84214-0093-4F07-8091-9499E88A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11DCD-16C2-483E-A553-C6080DB1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963AA-5A6A-4B72-AB4E-02676615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37CF9-2C10-4613-B560-F933D51D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B781B-D43A-4E03-B630-5DC994F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4C8CA-DB7A-4F52-BF95-E2DD78FD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CA475-F0B0-4083-AFB6-EFFC507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6770B-15B7-48E4-BA36-EF97A9D8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empty·repetition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771CE-1993-47DF-AE54-4B5293C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E10BC-9B19-4AF1-B034-34AD972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entity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21BB4-935B-4C6B-A5D1-A2B274B1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8D4E5-8AA4-4876-B44E-E23964B4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C7028-EA85-4BAD-B0A7-B2E6C85E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5ED4A-4D57-4CD4-B230-4BC86099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correction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80235-4B67-4832-9363-8D589370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4C8E8-0EDB-4F1B-8CDD-8C7E1E46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Trace는 과거 기록이 아니라 다음 실험 질문을 만드는 재료다.</a:t>
            </a:r>
          </a:p>
        </p:txBody>
      </p:sp>
    </p:spTree>
    <p:extLst>
      <p:ext uri="{BB962C8B-B14F-4D97-AF65-F5344CB8AC3E}">
        <p14:creationId xmlns:p14="http://schemas.microsoft.com/office/powerpoint/2010/main" val="651058956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AD7B4-69CA-4903-B661-06D16F4A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C9EBA-67EE-4B8C-85B7-FCDF5960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8D3F9-C8C2-41F9-B8AA-CFD3B561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662C1-E572-4A30-9B78-15EB7335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3F612-A9AB-4859-B0F0-D59DB7D2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A9349-EF03-4A10-A4D0-4B57E6E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8B26B-64EE-46DE-899A-30B442B9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B93FF-4804-45E1-80D7-F1C4168E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4466A-1980-4ECB-A5F8-84F5BCEE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5C2EF-A333-4313-A4B9-4BFF9C1C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311FF-8908-4FAA-931D-CE5BE52B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11F41-2F67-4DA1-A546-E1997757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AF376-2145-4C66-BF4C-436C7E2A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827B5-D19C-4708-8E6F-C7067A10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743643976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FD55B-B3C2-4082-A07B-1104632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67104-3504-4277-AF71-D39EEB4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3A5E7-F4A6-44E3-883E-44C6235F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5306-6BC7-44CE-A4C8-B7A66A99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FC400-6D22-4B84-940F-9420933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76BA1-ED52-4E74-B046-8D1AB245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3F277-701D-4BD6-8F6D-6382F15E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D42D9-9671-4D30-BDC6-1C5AF2FE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C3877-3E9A-4EE0-BABF-C212213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anonymize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757B2-4A1F-4C52-9702-8F292F1C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71909-5FC3-426D-A171-C59BBE12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47963-7C0B-4C5F-AA46-42D4C482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D7D28-BE89-454A-BB05-A5D93379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5C6B1-4A87-48ED-880C-2AF64208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49D7E-175D-4544-AFBD-43FB255E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1269811732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008A6-6626-432B-8990-265E12B7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5E86E-7AA9-4673-9F73-C785ABD8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B2AB8-8F04-4421-970C-4FD02074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DC4F4-E362-46E2-B466-EEF3969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5385D-1E11-4269-8E31-1C1E198A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A15A9-CAB6-42B2-94A8-E483EF19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973E7-D100-461C-B8D7-656155F9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66959-413F-4A97-ADEB-93AA3AB8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B7628-3E08-410C-9644-3631766E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A8DFE-C65F-4E5A-9226-B924D145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30E14-DEF7-4150-9867-ED5F70B4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26DBF-C843-4A45-A3AC-3728B226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4DE44-724B-43CE-A0CF-76BC9FB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53473-921C-46A5-9EAB-7C406A2D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197B0-3D09-4855-ADF2-767DC2DB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DFF90-632D-4D92-8644-91EE52F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전에 보는 신호  |  평가는 점수를 내는 일이 아니라 READY와 HOLD를 가르는 운영 결정이다.</a:t>
            </a:r>
          </a:p>
        </p:txBody>
      </p:sp>
    </p:spTree>
    <p:extLst>
      <p:ext uri="{BB962C8B-B14F-4D97-AF65-F5344CB8AC3E}">
        <p14:creationId xmlns:p14="http://schemas.microsoft.com/office/powerpoint/2010/main" val="1734794645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1C33A-EF7E-4689-923D-3736966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5C51B-4686-4C88-A165-97447AA7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E0887-39C2-4D5A-B73C-3063D15D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BB32E-9FBB-49A8-8BB5-CA066004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8B29E-1543-4346-8866-8ADA0EAC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16DEF-B862-4609-817B-4D05B075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660EF-6201-4FDD-A296-9F4A762A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3B114-6968-4557-83D1-940FE05C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26E0C-5ACD-42DD-99F1-0D412D70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4F15F-3F3F-4530-869B-65565922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CD44B-95D7-4C4C-B0F8-B538C2DF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DF66A-27EF-4AF8-A9FB-04A6502A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0B013-833C-40F1-84B3-BE853A39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B82BF-86FC-4FF1-A2C7-C6C9225E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58C0D-63B5-491D-B1C4-309C37EA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E6B19-30A8-4D95-89A6-1259B3CB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1E86B-5F83-49BE-950E-C48BC08F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B06A6-68A2-4352-934B-492A4A28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1B644-4A0B-4471-BFD0-D4C6DE06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C6AD3-C651-4026-918B-D57624EC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74119-75AB-44B8-9FF7-6607F91B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C1292-7B52-4F21-961E-B88BD706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1530573295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D1C31-E9AE-451B-9898-C16F298F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75B9D-46D1-4B61-B767-B7F3A42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92A1B-7ADB-4110-A81D-AECBC698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827E3-477A-435A-867A-6CF69B84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DB4F9-672E-4A3F-8435-31D35AE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B8491-3DCC-486B-AFB8-D75BA553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5568D-F17D-4B32-B10B-CB122C4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F2392-49F8-4297-950E-FC99632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9F527-270C-4E41-8564-025B701B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29A96-A2E2-498D-9344-AED86E3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1CB68-D08A-4CC2-B641-B1D25AC5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3EC6E-3277-4E0B-A59A-F7B5A04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5CE97-4794-4EC0-88B3-2621BE7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CCC33-9DEB-45F5-B104-E3813A7A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C39E6-6831-4F54-AB4E-F47662E9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C4BA2-7A28-4EBE-A384-D3127230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5D96C-F4AF-43A9-A1A3-922E6548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A982E-364A-44E1-B355-90E3DF7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30F36-26DB-425C-B5C6-2DD9EB1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5A82E-DBE3-424C-B01F-D648CDF2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2EF57-1AE4-4387-8650-11097C5C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17AA9-189E-40CE-BEAB-F1AD41C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1561100481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291CB-B9EA-482C-BED4-E71ECD78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DC257-661E-417C-A3A7-A6DA90A7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5F364-9E06-4AAF-9623-C882F9E1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222EB-AF9B-42E3-9C5A-B87B5AF8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2E59F-0CEE-4629-B4FB-402FE3D2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3F22B-B11D-4DE7-A466-957E4C44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D8476-49C6-484F-A4BE-19DD2FBC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A9504-A77A-4349-8049-7949617B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3FFF0-2940-48D9-A41E-0564DC4E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069E0-954D-41E7-930D-7E417384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13AF4-E9D5-42AD-A502-753A37E8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8A1B2-CDD1-4DEE-BB59-8FC1DE77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357AC-ABB9-445C-B760-4F234ABD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DAC24-242F-4CDB-B447-017BB877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8CF4F-BAB1-48B7-BA95-676E8045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EE953-0991-45C7-B03E-F3EF3A8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D4798-1AF7-41A7-9034-1C68FFA2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46324-2833-4AB4-9F3F-D52DA726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E74B3-A2DC-47B7-B4E9-372E6AFA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CC76B-9B25-441B-891E-5A8FD3F6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F5DE8-4A46-4FD1-AB75-2C2B405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31C30-2123-4A7A-8714-875212BA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1880033515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EEB46-F108-48EE-B0F7-07541183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3D773-AC94-415E-990B-3688EFB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5010B-E07F-4356-8317-769EF39C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90768-8561-41C0-B0D2-9AC6156C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CD720-4B19-4BE3-A4BF-F9521019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BDD68-A3BC-4FF9-9E30-29E91679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9C5C2-DAA7-415B-A2D7-B098B6E1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36220-B5DC-4260-87B2-933704BF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3F748-614F-42AC-B0C4-E61874F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762CF-871F-4B9B-B0AF-CD5B5E1D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057CD-BF2A-4A3B-B170-A24AFA8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F4C7A-D82E-4EA0-8A52-4B967C8F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34930-C361-4C67-8AEF-89D3A27A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E0700-D51D-4EBF-A09F-659B65B7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BB6BA-8F93-4250-AF03-8AB2C031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6DB05-CDE4-4FD9-939F-D061A4E8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FBF8E-2725-4714-B0A8-E1345A0E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0B1CA-D0D8-474C-A8B5-5E498A3E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4B7F2-433D-4BE3-87F1-40C7C856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E58A7-DAE5-4CF4-B455-C6AC6DA0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0CFC1-228D-4BB3-AA27-7944C998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F8F9E-668D-41F1-932F-D663B195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1054956327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1F010-44A5-4165-A236-B8262595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402BE-4BDA-46A9-B808-6AACB46D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91EC3-36F3-4972-9FA6-A2EBA165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BB400-9B67-4DEB-8076-126EB50E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C4A72-2C5C-4118-A179-A411FE55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EEB95-F675-44FF-B5F0-B1F1310C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7E42B-9B89-44CA-BB6A-D1F57D69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BBE6F-C7C7-41C8-B64A-7D4355F0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C70E1-B66D-474F-9BFC-AD18D911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3B97E-4D4F-462A-831D-940C2426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72C0B-C74C-443E-A2BA-62102EC2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EF274-68BD-4F89-95F4-77DC9FFD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4BC2C-65E1-4B98-B050-EE134FDC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FED2E-463A-456D-B7A0-883894FE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37623-9DC7-4191-B0EF-85539B02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250E0-CFFA-45BC-A95A-A4E6D6CB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5BB90-76CF-40AE-B3C2-FA650681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64077-7028-42E3-A22F-2406A10A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2DD1E-9006-4D52-86C7-73705A79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E21AB-E89B-42E7-8F17-629F683A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7D468-A55D-461D-AFEF-EF7F120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AC011-984C-4860-8626-FFB11977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1869401154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971CC7-FBF8-4CEF-84DC-B2C101A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D22C3-DD7C-48C2-B820-48A4DCA3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STT와 LangSmith 화면은 하나의 품질 루프로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03518-77FB-478F-8517-F3810A69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AC7A9-B080-4E33-963D-7FDDF0CF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C3654-1143-49A6-9F10-877F4310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56E4A-6256-4FFE-ACB7-50A3B56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3D055-E97E-4951-82EA-C6588263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 STT 두 경로 → Managed 노트 → trace tree →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59A42-D8BE-4E27-879E-7953315B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5AACA-8504-4D54-BF32-C6CE3858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5B2AD-D938-423A-8463-921F689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FD204-568A-4DD1-98D8-1E0CCEA9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81388-12DD-4567-B67A-8ABBA190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30D85-D1A4-408E-A6A6-1F534CEB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Google Meet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A9CFB-6732-47BE-9CA7-EAFA1543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STT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9D218-171F-4E40-BC16-FB6F4C02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이미 제공되는 전사·노트를 현업 출발점으로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1C44C-3857-4D62-8251-9427766C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Zoom·Teams도 유사하지만 구독 정책이 다름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84D8E-66FA-40EC-BC97-83055789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A0FF7-6125-49D1-A0C3-0FFE03C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11BCD-E2B0-4D08-8AB6-97D97B75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faster-whisper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E22C3-5942-4F44-8229-732FA8EA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Local STT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65725-4863-45B0-BEC6-3A71A6B7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segment·timestamp를 코드에서 직접 다루기 쉬움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8165E-8757-4EBD-8036-548FEF98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whisper.cpp보다 Python 통합이 편함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A5030-2755-4FF1-B422-335DCFF9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FEA8F-1DCC-458C-8525-E739CE2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whisper.cpp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BC645-7115-429D-8B66-07566A8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경량 CLI STT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EBD09-BE9F-4FC4-9B11-CFAD7756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사양·다양한 환경의 local 대안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E625A-67D6-4CF8-A354-CB8730B9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pipeline 연결은 추가 작업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4D5E8D-9EF6-4505-8D41-5EB01879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17F46-1ACA-443E-8AE7-4B3E5636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3DD99F-B8D2-4A71-9A12-265261AD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 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079DD-E2E3-4B81-B04F-6BF1DA44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관측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EDE095-4A00-4DC6-9D88-0D443622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node·LLM·tool의 지연·오류 계보를 한 화면에서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0F31B-846F-4CC9-A47B-EFE92364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masking 또는 local 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E95ED8-7E33-499C-B177-E09D202B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839F43-AEF4-4213-9640-3179B189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 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E0D020-A066-4551-A748-860D7FF5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Dataset·Experiment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B0B1A3-52F6-4074-B695-60F9ABDA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입력으로 baseline과 candidate를 비교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8D37CB-F374-4BD6-8D9E-D6CD1037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pytest는 구조 검사에 강하고 의미 평가는 제한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75A58A-2965-4796-9CB3-1CF9C0FC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5105315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E02E1-A5D3-49DE-8673-37C096C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59444-2C6B-463F-9745-0C401FCE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EAD99-AD39-432F-A3CC-D9EF08C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B2403-22C4-4A4C-8EAF-85814539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E5E3B-8BE0-43EE-B538-FB4AFD79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B32D7-B346-40ED-85DD-69C6CED9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40428-08DE-4E41-8CCC-49F6DAEB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08EEF-AFC1-4FC7-A362-3723DA1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0D91C-AC6E-45AD-A323-DB6BB7ED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67E5D-4D62-47B4-9ABC-BEDC3967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D786C-F0B8-4C7E-B78E-9FCB88ED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669F6-7ECC-4F6C-A3E3-2DD963B4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AC861-90B2-47F6-8F24-5A3F570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C6166-A480-4B34-8DAF-62B75967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A6AA2-AE77-4B33-95AA-2E211817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D8499-0208-4136-BD43-C75AE821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2be1204a540b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03AC5-61B5-48F9-B299-F266850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2127131299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A349F-E28D-417B-BF11-ECF537C4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D44D3-3D42-4D55-91B1-C70CDD37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D2295-60DB-4D85-B507-17585F5C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8D637-3881-40B9-9687-C6A52AEB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59A62-F073-4B09-9449-2EA7E5E7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3AF78-1E7A-4C6C-AA36-F29B9BD7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57BA9-5432-42AA-8511-41909646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373F3-81D2-4DD4-AB6D-487A231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90709-8525-4456-BB50-5E11BE00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9CD86-2A3E-48DF-BF2C-61CA3AEF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7F7AF-76B8-463A-BD39-1C16A6E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E33A0-8CE7-4020-AA26-90939278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B0BA7-4574-433F-8A78-813DD618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84105-0A6A-461F-BE64-147C3B9D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2B243-2FE0-459B-9595-CBCBAE41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4639B-AC81-4A8D-A9C3-7965F52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7658985fb480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83FA0-FD4B-4DD1-93B7-D076DE95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2037959559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C9975-8F20-4A05-905D-015BE6D1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AF046-9A38-464E-9818-7547668A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6ACAE-EE22-46B7-965B-7DC849B7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58FA2-168A-4095-B3B2-195DA57F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74995-FD9B-4529-A34C-5DBD5474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8178B-988E-48AA-8F1C-2FD0231A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AE93F-618B-4198-943A-9CE4416E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79A2F-858D-4B09-932B-C62F09F5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96A51-D35E-4B39-8D20-26880500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82EBD-AD8E-4169-BA15-321BBA11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308E7-0303-41C0-ADB1-127621A9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4C904-AC6A-4C65-81F5-F2C03156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31786-9B3D-44F8-BB66-EB25CED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548D6-ACA8-4BFB-8818-237DD823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0C4ED-A754-4A4D-A024-3937F1A0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3C85D-B1D5-44E5-98DE-2456C45B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c310c7eda4aa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18529-9D9F-4689-A07B-59907DC8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341243431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4BD74-4BE9-47D3-9864-81F0E6E6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E4F5F-4494-45E7-94D0-EA8DEFC7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034A4-1A99-48CD-9BF6-2E66E7C2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01170-0A3F-465B-965D-F6DFFF8B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75DAD-4253-4A6A-89E4-34242A10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C30AA-A009-47A3-9910-187BC608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2FD5C-3C76-42E8-972E-29D98924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604A0-9F28-4583-BB83-14D8D68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6A9BF-84BD-417E-9DE3-2D0898A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2541-2996-4C4D-A0C0-749E5B2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B368F-F5C2-497D-B6FD-FF157E34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DD747-AE91-4204-B530-C244CA85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46A41-7C57-48A2-AC6D-F95D0DFE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88F67-1DC9-459F-BF2A-4060E4B7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D85DA-FD12-4EB4-8EFC-2F7EC0D3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27A92-1E85-4C7E-96AD-CA2961C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1b969515e484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90E30-18A5-47A4-8325-B91306A7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421250280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CB12E-BBAF-4268-8624-2EE6F090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050D3-A858-47C6-A0A7-E7FBA045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33242-432E-4655-8926-B0BB94E8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58615-888D-4455-B85C-6DAAFD42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D9C7D-1BC3-4990-BAAF-4EADB1EB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C80A1-CD46-41CB-A678-DD5C057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18BC8-7024-4694-AEFD-F2C71A0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10E0D-8D5C-4A76-B5BB-E3C8B8B3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F0AE4-D454-4A3B-A3C7-0C25CB53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696DC-0E20-4870-A8D0-2ACB999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E51D4-CBBC-49FF-8279-4A10EC9D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25901-62D7-4DA1-89CF-37ECDAE6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31A6E-8C2A-4F18-A5FB-EFE047DF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0660A-1994-4457-B19C-954B5EF4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C2089-0F97-42DF-B41B-E60A8700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6729D-BD54-40B6-A5A6-5756A465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5735a99ae446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8BD02-4084-4E93-AC0C-B8E1DC65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390001716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61D8E-4F24-4914-8C45-E4758E16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73E54-BECC-44F1-9C49-9AE09278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EDE4D-21CC-4E74-9288-4C501F77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99D51-84BE-4BD1-8081-71441E2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E4B2C-2A95-4D80-87C6-116EA93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656BC-A653-4D58-8D97-858C57CD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57388-5ACA-4DD8-B253-BBFF49AB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393B5-6AF5-4133-823E-35C0B89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9806A-3A81-4D06-B543-178474D1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CDA9B-3AF3-427A-947F-3904230C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09A86-D092-42E2-8007-02C67A4B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7E736-8E81-4807-9D0F-7ACFF7C6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C3A87-7CC2-424A-853E-B8F2CC5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747FC-1C83-4D4C-BBFF-DAC6F6D0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590A6-3951-4FB7-BD26-25DF2CFA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E546F-1E90-415E-A045-C83AA556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DB59D-4A3E-4092-A879-60BF7F73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DFD03-42B5-4B73-8B78-1A684135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344183861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E8615-6DC9-4E42-B352-AFA8948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04EF5-FAA1-4D28-8007-9D8B388C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82C5D-12E9-436F-AFA0-8F6B5EC6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62278-FF81-401D-B3A7-3AFD2E10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128A8-DB58-4AE5-818F-EB2B78C5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A32DD-46DE-41E7-BF34-0AE3D9C0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D0313-480B-4656-AA8A-BAC9E6C8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5E3D6-92D8-475C-91DB-2C4266DB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B79FB-5687-4EF1-A0B2-E81CCC62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E513D-E0AC-4B3C-A6E0-206636AD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1A666-1B03-4903-898D-ADAA4D29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006B2-4D26-437B-8D26-6F536B73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59DAF-05CA-4F7C-AEE7-E104BF80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426B9-7D9F-417A-84A0-B34FC8E0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40106-D599-4AB7-86A2-9F058725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4A1F5-B395-4A36-8A50-B4314716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E1058-460D-4FA0-B859-889AF2D0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F6259-09CC-45DC-9B4B-6A81220C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009438334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9C76A-001C-4B99-83EB-85610FAC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F5D90-084A-447E-BA01-409D0F5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D313A-4C01-4DBF-9966-BC15601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000C0-6452-4F69-B9D9-FD046990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049F5-90D5-4072-9BE8-DA791053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9852D-DF3A-4B0E-8A33-51C5B99E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65E1B-29F1-49E9-A370-AB0D5F47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5F71F-7E7A-4388-820E-29C6155C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EDB1C-455A-4789-90A5-98F8C38C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97160-E20D-4AE6-9489-A80CD51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8DCD4-7C60-4569-99C2-8D5C4022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CE166-289D-4254-81A4-02194F4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7D914-E7C6-4388-B256-BC5BD01D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3E24C-2D83-4178-BCED-B5A98DC5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145BB-EFB4-4DC0-8717-012F2E29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D1505-13E5-4246-A729-6CC6062C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9F611-CC1E-4CD3-9D7C-258EB566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9521B-E142-417A-A178-68C4BA1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1468555261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14624-9C39-404B-8AD8-9599EA07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22F14-899E-4AAD-84C7-98F8909A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9C06F-9260-4E32-8574-12531113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B6E1C-B193-4A39-BF27-1FAA4A73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1A9FD-1719-4DA8-8DF4-EA703116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D41DF-566E-49A4-908D-D68EAF24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DA00D-020C-4D3C-BDBE-33F6DF56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B6621-1DDD-4649-A9FF-8BC9ABF0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84B18-0FF1-4A05-A27D-9E4457CE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B0CE9-287A-4EEA-8742-661844AE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B6FB8-1DD6-4C16-B86E-1A95062C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0B4FD-5CC3-40DD-91EB-CC3585E5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EEA49-74CD-4F39-A2BB-26248D96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41A38-0F99-47B1-81C2-98FC6AF7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EF2EC-6216-4773-BB00-A431915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F6C86-102D-4BC5-988D-6AAF09B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D9136-B02E-428F-8CFC-60473538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9F577-FA66-4477-B4EF-C55CA7D3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6151431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CA2E4-F485-4443-85CF-B6E019B8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24AE5-DB31-496E-BEBE-523EF0CB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6ED8C-F337-4A31-BEB8-A6E4DA0A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F29FD-3192-4FAD-A804-96DFF6D8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D91D2-BFE3-4EB9-B8F6-C3428FB8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AAAF4-0351-4D8F-9C50-3D4AEB3E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9E8DB-4C18-4EB0-98E1-99FA75DA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A88DD-BBCA-4073-B1F4-840678B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B5B91-3121-45B1-8C08-D01338AF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69990-D52C-4735-B2B5-568CCE2D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B44F7-5086-48F3-9511-D80197E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9D1AB-8AFF-4A38-9B33-5C7462B7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BF3FF-3F85-422A-9F65-72FE9508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9C6B8-5956-40D6-8471-78E30ED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BAC76-9DC7-4092-BAE8-CC1D001A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D0D83-057A-4BC4-94D1-ADA302E7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E3193-8A0C-4C12-B1E7-1AF06270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6408E-BBF3-4D18-8CB3-B2760198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170818027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8D076-9DAB-46F6-96CD-6ECFE89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817FE-0235-4C9B-A853-7FFE641F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9D0C4-83B5-488C-B3F2-6A762A5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E37BD-16CA-4979-B72B-7E892C31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B4B37-EF77-42DC-8182-16A97317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E3B10-E458-407C-AEA2-71D75340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825D7-0872-4DF7-B7FF-3CA9C753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03497-9EE5-424F-8242-8353CC91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AB01B-4D48-4489-BFB2-E3BFE62B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D459D-F10D-4524-96BA-881233E3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34724-C0D0-4B2F-8C5E-ACBDE0E1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12126-E09E-4ACF-8123-A78D3D3B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F22B-A84D-4C74-864C-1D5E590A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F7F46-052B-4320-BC0B-134257F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204B8-2125-45C2-830E-C357545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9495C-F535-4121-8642-105A2B99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9679F-142A-4617-ADFF-D219BB50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6F992-D2AF-4B7E-BCE8-144F888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94C1C-ADFE-46F0-91E0-E521DDD9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FE996-B16D-4EC9-8E45-90D0172B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1D90C-BC92-400A-A9CC-455E7DEE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16D93-4239-46B5-9976-E05B6CAB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BF9A5-A80F-43C9-951C-DE28E54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6C213-D56D-4E5B-9A6D-DD5B61B0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770264350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7A5BDE-B102-4A01-A5E2-8852E10E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97177-4E16-40C0-A708-EE5F2DA4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05B82-07C2-49CF-9F06-2B458DA9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5E713-11F5-4B80-8CBE-341B2A00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0B0B3-DAB7-404B-859B-D6721CE1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979DC-2997-49B4-B34B-E95445D0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BB5D4-2CE6-4164-A3E6-797D595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C2805-1DBF-451C-9CDE-6E77B78B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D478D-D5D8-4202-83E9-C82DB351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F51A4-4A7F-4451-90E7-A611F4EA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AEF23-CFD5-43F6-8A74-A14B7144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95835-4986-4404-80E3-63D0586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095E3-98A8-4CA0-8239-491BAA62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83D86-C475-4345-AB78-E166E72B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7307E-C989-4D53-9F99-6288DA22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89AF3-4B3A-445C-ABCE-1643E599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B8781-8585-495D-B2BD-3383EF0B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A421C-256F-471B-91A4-07606630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504D7-6CFF-40D3-B272-571F0754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5FB7F-75A0-4157-B106-525CE2EA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FE3DB-562D-4A2A-8913-01800FD8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CA317-F543-489D-9687-47337074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2A76F-D5F3-497D-90ED-E4C00AB1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D2DA0-F043-47D8-A077-2B2B10EC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1613919631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68324-8A41-46D7-84D8-C1D868DB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85B82-197F-4F51-AF62-8C711E3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0AE09-28DB-40B8-A454-2B07DD89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F7F62-CAE4-4D30-8833-DC28B300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E848A-CF63-4667-97A2-8F2A702E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32A9F-1161-41A1-9A45-2FE661D3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7B242-C21B-44FB-884E-5FA9037E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4010C-E856-4F84-8B90-26639FE8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8955B-E9E0-40D1-93A1-75FF3A27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794CD-1300-43C2-9ADF-147FA893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D515F-C55D-403B-846E-FB506475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7AC42-D32F-47CD-9005-5FC2447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96A29-268C-49D6-B546-10995CD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D3F6E-BC93-41C2-BA1D-7D8FC994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15A63-80E6-420F-995E-90BC32CD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E2C1A-7E48-4AB2-B1EF-4CAC4090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EB2A7-EB8D-4E5A-A5F0-6CF1751C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ACE97-F3C5-4CBA-A200-75B25FA3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6F0B7-69C9-4F66-9549-2B4C07EE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CF5BD-F466-41BE-8583-5C4CAA42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D13CD-9B21-4D71-8A23-48D6FDF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1E40E-ED58-4004-BCA2-0B390125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1BC63-695F-453B-8AB0-ADA42227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96EF08-E298-438F-99C0-4B74413E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1640160855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DAD9D-FB55-4099-82BA-A6CDD867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178A5-7201-4DE3-83F2-10C672A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4086C-EB96-498D-A5CD-F5DDD80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9058E-5D68-4838-A239-911E54BE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500E2-0298-42A6-9EBC-E8326756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BAD04-1BD7-4B81-8127-7FD1707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9DB08-F34C-4D93-8231-4F3C0A38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D0459-10D9-4ADF-B3B0-CDFE81BF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6989D-CA7C-4CC9-820B-65CE2FC7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DBA5A-A35D-48AD-A3B3-8B29573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BCBB7-77D2-4C8B-94B9-2C26B65E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DA2C6-3424-468C-8CD5-382A4A33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12BE6-0CC6-4BCD-875C-CD622B8B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413EF-C885-4EF8-A77F-E5F31207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4C130-450E-4A8B-981A-CED052A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BEB52-D374-438B-8C34-058B8103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2C6B3-3931-4349-9CAA-0CDECF9B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3699C-3CE3-49AE-A2C7-10FAF910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FB3AD-9CE7-45F2-89CB-B590640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39555-3506-4E63-9ED0-7FECD719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02B4E-4F45-4FB3-BBF6-E5653C1B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2AA26-0D75-4F0A-A9E4-87BC6AAE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52CFB-D66B-43C5-9300-731BAC65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BD206-DF80-46E7-A01D-9BF8A909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1464537004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99255-6C50-41AF-93FB-84886363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6218-FF95-4DDE-A62F-E74CEEB8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A3BF4-D4EA-4C95-B1E0-10FF9302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EDAD3-C095-410E-92EF-F679BCC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170C3-701A-4B18-AD17-DCD7F8A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E212B-9F1B-44F5-81E0-4EF993C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A125D-1EEA-4466-B0F2-996D735E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04525-FCD5-45E5-8FE0-BF82FFDC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11A4F-68E4-4B77-95B3-1AAA15A2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198F4-0F8B-404D-A98C-120F2B14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B7B0D-D5D2-4C73-8079-7881AA05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B18BE-9F9F-4912-B6E7-749FC23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F4B8B-F883-4524-BE5F-9F030516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ABE08-3A28-44E8-ABD7-28022197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25357-81A3-4DA9-A21F-AFC656AE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8EDE7-BF7F-4FD0-AD3D-4537AEE2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9E215-AF8F-4E5B-AB8A-D94FC9A0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A8156-32C4-4AE1-94E1-8731D790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B25AF-A325-42DA-AE43-0B612A53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7F8E7-F57F-445B-A77A-1A324213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19904-055E-4EAB-BF98-57CB977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3A740-5C7B-4214-AF77-9D43600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844E0-6102-4421-A2D1-13512013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38A64-7133-4A23-9D16-76BF6C9E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82EC1-ACD5-4006-8E85-F6A86982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1139705578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6BA2C-43EF-4944-9AE5-1C4D2FA3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2061A-FDF2-4D06-A9F4-832B1C08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E724B-567A-4EFC-903A-6CBB914C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A9F90-487A-4AAF-99D2-F3C0B46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198B4-1B98-49BA-8FF7-24026D22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F340E-85D1-4218-9768-8E15CCD6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32382-2F8E-4824-99FB-58B4F0EA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02E70-7F9E-45C3-91EC-948F62CB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A3005-2979-414A-9A96-5444C225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A65F4-F194-4CA5-93CF-E369FB0F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D5FF6-FB2D-49A9-BE5C-C71DC904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019D7-12A0-47CD-8423-9D27A825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268EF-8044-4EE8-AE55-6D7D066B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C88D9-7E10-4A2E-A742-BAABE3AF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D3AEF-E459-4115-A027-5DFFBEA0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91E2C-7661-42C3-BFC0-152F1C9D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16A84-FCDF-4CAE-B558-32A24A3A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745AB-1CC9-421F-9871-54C85177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787E1-3299-4E5E-86CF-00B1A2F0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6FF54-F299-46DD-BE97-A6C3F46D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3F8CB-8A4D-4B74-996B-37BF7840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7E8C5-1021-4665-82F6-45FB5BBE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9590F-103E-4620-A6C6-68B16717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93AC7-524E-4A77-BEFF-FE169397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0D55C-368A-450F-A544-B3E70E82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581802603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C02E9-3FFA-4A1A-9DA1-A6BF9955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ED4FE-6248-43A5-B708-C66AE92B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3CB69-2A9D-4604-AAE0-2C655D78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5A75-F813-49F3-897E-C1944C01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F53BE-CBD4-4163-AD5E-38DA0DE9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F9888-5812-4167-8381-3DB4329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3E387-3440-4E9F-BB56-D571C17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204AD-A70A-48C8-A05C-E42F2C47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16DB9-ED19-4DF3-922F-56BE0A02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7C550-535B-4F7A-8A98-6C2443F9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43DBF-6396-415F-B10B-448297F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20A76-1AA3-4007-84E0-3A3CDDF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10C8C-648E-4132-84E0-363EEBD0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2B2FB-A6CD-48B3-8E62-E158DF22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0BF51-3A71-4A99-903A-6516977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1C1C6-4135-40CB-AD0E-3549FB96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6817E-7AC2-4951-B5F4-2AD0BB19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668B1-9846-4F78-8288-A8CE042D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94CA1-CFB7-4112-8248-CEC532D2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691BF-DAB2-4987-B992-7704A3D0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BC5AA-48BD-4125-B05C-74C4C1AC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A9062-F7F3-4CA0-85B6-49E07397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3DB74-3A63-4D4E-963D-08A20BB3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8A5051-8393-4414-8F01-1A39740B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8E704-825B-46C6-874C-7437C62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1067426237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1A07B-E999-4EE4-890A-9166A47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28998-FE47-45F6-A154-A8852F8D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6169-ADB3-4348-AFC1-6DA74C1C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451A9-1EAE-44AD-BFFA-DA46C49A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5EC33-1CD1-4652-A998-1910A949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E279D-AB1B-4CE4-8714-4622819F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A0805-FB95-4843-9A7F-CB44D01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1BAB1-E633-4172-943C-16A6AE8D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E8BC1-A093-42B2-9FDA-FB50D323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6BDCF-5AC4-409E-AFBD-EA2F8B0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E3944-8559-45C9-952B-C4F30EAE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49E47-E5B0-4238-BCA4-84BCBDBE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929BB-39D3-4932-9176-E899B7D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4AAAB-5F48-4756-A123-3FF52A18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31F80-0CB5-4F09-A030-22386C9C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39B5F-70EA-4BEF-A5C4-5F1DE3E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7CAEA-E04E-4ED1-912A-7DC2E21D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4CE96-B86B-4730-AB18-499EA83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258A2-C599-4F16-A791-9B1A36EB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2112F-D124-402F-983A-9A903A5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06E55-D842-4E6E-AA74-77D41ACB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956CCF-C1CF-43F4-AED2-BE9E80E1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7940D-4A82-455B-922F-ACEE002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91041-1F3E-4814-ABEC-4401920B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082ED-D567-467B-B7AD-0B0B5598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841696349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C14A0-03B4-4219-9C90-E853DC38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 ·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27189-7F77-4271-B69A-4E45AE8F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2EA27-FC61-4933-B8EC-8C1DEFC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8A529-BBEE-47C6-B088-811FED0B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4C8D9-6704-4B7B-A853-F0D3E33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3EB59-1820-4BEE-97DC-D09539F1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64d8e172946ac">
            <a:extLst>
              <a:ext uri="{96DAC541-7B7A-43D3-8B79-37D633B846F1}">
                <asvg:svgBlip xmlns:asvg="http://schemas.microsoft.com/office/drawing/2016/SVG/main" r:embed="Ra5027ca6c25b44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F1D8F-7CA8-4EE4-BD26-0380067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 막힌 부분을 먼저 복구하고, 마지막에는 내 Workflow를 READY 또는 HOLD로 판단합니다.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31308-24D8-4B27-9AA4-B63C1C2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2BD28-784A-4C7D-BE43-F3534D87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B56C9-9369-4B41-A1E8-4F59149D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흐름에서 자동 실행과 사람 승인의 경계는 어디인가?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D86A5-0A09-456D-9ED7-D109E50F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A04B0-4EDE-4AE3-8381-B5DFD102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3903A-8628-4C3C-B09F-61E14ED0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뒤 다시 시작할 checkpoint와 fallback은 무엇인가?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A5F60-60C6-4F85-B851-A5249FC0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26415-8669-4CFF-AA1B-A125172B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C86A1-9F0F-444E-A35D-4DA3C7EE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trace·dataset 신호가 나오면 다음 배포를 HOLD할 것인가?</a:t>
            </a:r>
          </a:p>
        </p:txBody>
      </p:sp>
    </p:spTree>
    <p:extLst>
      <p:ext uri="{BB962C8B-B14F-4D97-AF65-F5344CB8AC3E}">
        <p14:creationId xmlns:p14="http://schemas.microsoft.com/office/powerpoint/2010/main" val="963115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2026-08-22T14:02:18.3290000Z</dcterms:created>
  <dcterms:modified xsi:type="dcterms:W3CDTF">2026-08-22T14:02:18.3290000Z</dcterms:modified>
</coreProperties>
</file>