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a3415b4a443f2" /><Relationship Type="http://schemas.openxmlformats.org/officeDocument/2006/relationships/extended-properties" Target="/docProps/app.xml" Id="R3f7e52737f114cad" /><Relationship Type="http://schemas.openxmlformats.org/officeDocument/2006/relationships/officeDocument" Target="/ppt/presentation.xml" Id="R61025dfb60c4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527640c6d4f8c"/>
  </p:sldMasterIdLst>
  <p:notesMasterIdLst>
    <p:notesMasterId xmlns:r="http://schemas.openxmlformats.org/officeDocument/2006/relationships" r:id="Ra26d5040bc6f4ec5"/>
  </p:notesMasterIdLst>
  <p:sldIdLst>
    <p:sldId xmlns:r="http://schemas.openxmlformats.org/officeDocument/2006/relationships" id="256" r:id="Rf0416c54268140ad"/>
    <p:sldId xmlns:r="http://schemas.openxmlformats.org/officeDocument/2006/relationships" id="257" r:id="Rf28e4bc45af04d2b"/>
    <p:sldId xmlns:r="http://schemas.openxmlformats.org/officeDocument/2006/relationships" id="258" r:id="R66fccaba14c140f0"/>
    <p:sldId xmlns:r="http://schemas.openxmlformats.org/officeDocument/2006/relationships" id="259" r:id="R94d328ef0ace4bb8"/>
    <p:sldId xmlns:r="http://schemas.openxmlformats.org/officeDocument/2006/relationships" id="260" r:id="R25523e159b324e4c"/>
    <p:sldId xmlns:r="http://schemas.openxmlformats.org/officeDocument/2006/relationships" id="261" r:id="R50ec4b5747484e81"/>
    <p:sldId xmlns:r="http://schemas.openxmlformats.org/officeDocument/2006/relationships" id="262" r:id="R013e61a46f9f4b65"/>
    <p:sldId xmlns:r="http://schemas.openxmlformats.org/officeDocument/2006/relationships" id="263" r:id="Rfe617756dcd7438c"/>
    <p:sldId xmlns:r="http://schemas.openxmlformats.org/officeDocument/2006/relationships" id="264" r:id="R84e5d6209b724a80"/>
    <p:sldId xmlns:r="http://schemas.openxmlformats.org/officeDocument/2006/relationships" id="265" r:id="R587b500803ab456d"/>
    <p:sldId xmlns:r="http://schemas.openxmlformats.org/officeDocument/2006/relationships" id="266" r:id="Rc456b00b1c7f4c40"/>
    <p:sldId xmlns:r="http://schemas.openxmlformats.org/officeDocument/2006/relationships" id="267" r:id="R0407a2a36bc94f6d"/>
    <p:sldId xmlns:r="http://schemas.openxmlformats.org/officeDocument/2006/relationships" id="268" r:id="R3d399c9b83b1477f"/>
    <p:sldId xmlns:r="http://schemas.openxmlformats.org/officeDocument/2006/relationships" id="269" r:id="R4fad0d991d7a4b3e"/>
    <p:sldId xmlns:r="http://schemas.openxmlformats.org/officeDocument/2006/relationships" id="270" r:id="Red260e5761c640b4"/>
    <p:sldId xmlns:r="http://schemas.openxmlformats.org/officeDocument/2006/relationships" id="271" r:id="R6e2081c351b04912"/>
    <p:sldId xmlns:r="http://schemas.openxmlformats.org/officeDocument/2006/relationships" id="272" r:id="Refcc875eb6894f8c"/>
    <p:sldId xmlns:r="http://schemas.openxmlformats.org/officeDocument/2006/relationships" id="273" r:id="R6aaab7b3bd554f5a"/>
    <p:sldId xmlns:r="http://schemas.openxmlformats.org/officeDocument/2006/relationships" id="274" r:id="R656ae2b704344b29"/>
    <p:sldId xmlns:r="http://schemas.openxmlformats.org/officeDocument/2006/relationships" id="275" r:id="R8559124339754052"/>
    <p:sldId xmlns:r="http://schemas.openxmlformats.org/officeDocument/2006/relationships" id="276" r:id="Rbd0326b5f2d74c47"/>
    <p:sldId xmlns:r="http://schemas.openxmlformats.org/officeDocument/2006/relationships" id="277" r:id="Ra20f317905fc46c3"/>
    <p:sldId xmlns:r="http://schemas.openxmlformats.org/officeDocument/2006/relationships" id="278" r:id="R268d747a7d414d60"/>
    <p:sldId xmlns:r="http://schemas.openxmlformats.org/officeDocument/2006/relationships" id="279" r:id="R41e39d7f9d6e4ddd"/>
    <p:sldId xmlns:r="http://schemas.openxmlformats.org/officeDocument/2006/relationships" id="280" r:id="R87a773ea03f14689"/>
    <p:sldId xmlns:r="http://schemas.openxmlformats.org/officeDocument/2006/relationships" id="281" r:id="R90ba14b1577740b4"/>
    <p:sldId xmlns:r="http://schemas.openxmlformats.org/officeDocument/2006/relationships" id="282" r:id="Rc9e3a08fd8dc43bd"/>
    <p:sldId xmlns:r="http://schemas.openxmlformats.org/officeDocument/2006/relationships" id="283" r:id="Rf0c311b4ff8d4259"/>
    <p:sldId xmlns:r="http://schemas.openxmlformats.org/officeDocument/2006/relationships" id="284" r:id="Rbc23bd963db04807"/>
    <p:sldId xmlns:r="http://schemas.openxmlformats.org/officeDocument/2006/relationships" id="285" r:id="R1cfb08713c144f3b"/>
    <p:sldId xmlns:r="http://schemas.openxmlformats.org/officeDocument/2006/relationships" id="286" r:id="R007ef71f690648c7"/>
    <p:sldId xmlns:r="http://schemas.openxmlformats.org/officeDocument/2006/relationships" id="287" r:id="Rcf4f9a0ddbbb4eac"/>
    <p:sldId xmlns:r="http://schemas.openxmlformats.org/officeDocument/2006/relationships" id="288" r:id="R4d7938b68b03439b"/>
    <p:sldId xmlns:r="http://schemas.openxmlformats.org/officeDocument/2006/relationships" id="289" r:id="R2bdb90b8a95f4d0a"/>
    <p:sldId xmlns:r="http://schemas.openxmlformats.org/officeDocument/2006/relationships" id="290" r:id="R9cd3c1e3f0574a63"/>
    <p:sldId xmlns:r="http://schemas.openxmlformats.org/officeDocument/2006/relationships" id="291" r:id="R98de1c4b30684b51"/>
    <p:sldId xmlns:r="http://schemas.openxmlformats.org/officeDocument/2006/relationships" id="292" r:id="R2c0c066bb3ff4577"/>
    <p:sldId xmlns:r="http://schemas.openxmlformats.org/officeDocument/2006/relationships" id="293" r:id="R329b8b489b0641df"/>
    <p:sldId xmlns:r="http://schemas.openxmlformats.org/officeDocument/2006/relationships" id="294" r:id="R10b41670401c4c76"/>
    <p:sldId xmlns:r="http://schemas.openxmlformats.org/officeDocument/2006/relationships" id="295" r:id="Rf04c6b989f91457b"/>
    <p:sldId xmlns:r="http://schemas.openxmlformats.org/officeDocument/2006/relationships" id="296" r:id="R3621d5faa4c24d8d"/>
    <p:sldId xmlns:r="http://schemas.openxmlformats.org/officeDocument/2006/relationships" id="297" r:id="R8e22aa7bc39b4aa3"/>
    <p:sldId xmlns:r="http://schemas.openxmlformats.org/officeDocument/2006/relationships" id="298" r:id="R5b953ee1373d4ff5"/>
    <p:sldId xmlns:r="http://schemas.openxmlformats.org/officeDocument/2006/relationships" id="299" r:id="R4f987b4c35094fa5"/>
    <p:sldId xmlns:r="http://schemas.openxmlformats.org/officeDocument/2006/relationships" id="300" r:id="R5c8c1b1497294b2c"/>
    <p:sldId xmlns:r="http://schemas.openxmlformats.org/officeDocument/2006/relationships" id="301" r:id="Raa4b5438479845eb"/>
    <p:sldId xmlns:r="http://schemas.openxmlformats.org/officeDocument/2006/relationships" id="302" r:id="R86ec828c50e143c4"/>
    <p:sldId xmlns:r="http://schemas.openxmlformats.org/officeDocument/2006/relationships" id="303" r:id="R1864474397a64d1b"/>
    <p:sldId xmlns:r="http://schemas.openxmlformats.org/officeDocument/2006/relationships" id="304" r:id="R5f4f3c49b8884d13"/>
    <p:sldId xmlns:r="http://schemas.openxmlformats.org/officeDocument/2006/relationships" id="305" r:id="R1ac397f6a7914678"/>
    <p:sldId xmlns:r="http://schemas.openxmlformats.org/officeDocument/2006/relationships" id="306" r:id="Rc14a20c0ecd34cf4"/>
    <p:sldId xmlns:r="http://schemas.openxmlformats.org/officeDocument/2006/relationships" id="307" r:id="Rd3c0cc151d5b4331"/>
    <p:sldId xmlns:r="http://schemas.openxmlformats.org/officeDocument/2006/relationships" id="308" r:id="R51b53bc1eaaa4af6"/>
    <p:sldId xmlns:r="http://schemas.openxmlformats.org/officeDocument/2006/relationships" id="309" r:id="R2bab0f5245bd44ec"/>
    <p:sldId xmlns:r="http://schemas.openxmlformats.org/officeDocument/2006/relationships" id="310" r:id="R75ab15fa80844b46"/>
    <p:sldId xmlns:r="http://schemas.openxmlformats.org/officeDocument/2006/relationships" id="311" r:id="Rf92241bc772f4660"/>
    <p:sldId xmlns:r="http://schemas.openxmlformats.org/officeDocument/2006/relationships" id="312" r:id="R00e2621862504781"/>
    <p:sldId xmlns:r="http://schemas.openxmlformats.org/officeDocument/2006/relationships" id="313" r:id="Re6e72d3176424a20"/>
    <p:sldId xmlns:r="http://schemas.openxmlformats.org/officeDocument/2006/relationships" id="314" r:id="R5b9e74514e3e4f87"/>
    <p:sldId xmlns:r="http://schemas.openxmlformats.org/officeDocument/2006/relationships" id="315" r:id="R4a434bb4bc434de1"/>
    <p:sldId xmlns:r="http://schemas.openxmlformats.org/officeDocument/2006/relationships" id="316" r:id="Rfe0eb613f99a41ea"/>
    <p:sldId xmlns:r="http://schemas.openxmlformats.org/officeDocument/2006/relationships" id="317" r:id="R5583867368ce4523"/>
    <p:sldId xmlns:r="http://schemas.openxmlformats.org/officeDocument/2006/relationships" id="318" r:id="R576ad81729734555"/>
    <p:sldId xmlns:r="http://schemas.openxmlformats.org/officeDocument/2006/relationships" id="319" r:id="R53e9fd5173d046fe"/>
    <p:sldId xmlns:r="http://schemas.openxmlformats.org/officeDocument/2006/relationships" id="320" r:id="R7264c1205732458b"/>
    <p:sldId xmlns:r="http://schemas.openxmlformats.org/officeDocument/2006/relationships" id="321" r:id="Rdf20218c70644cbf"/>
    <p:sldId xmlns:r="http://schemas.openxmlformats.org/officeDocument/2006/relationships" id="322" r:id="R6d6e2cc56eee49da"/>
    <p:sldId xmlns:r="http://schemas.openxmlformats.org/officeDocument/2006/relationships" id="323" r:id="Rb8970ffc41264854"/>
    <p:sldId xmlns:r="http://schemas.openxmlformats.org/officeDocument/2006/relationships" id="324" r:id="R91dbe47090fa499b"/>
    <p:sldId xmlns:r="http://schemas.openxmlformats.org/officeDocument/2006/relationships" id="325" r:id="R43715ea4ed864638"/>
    <p:sldId xmlns:r="http://schemas.openxmlformats.org/officeDocument/2006/relationships" id="326" r:id="R20b1d7f0574e4d9a"/>
    <p:sldId xmlns:r="http://schemas.openxmlformats.org/officeDocument/2006/relationships" id="327" r:id="Rdac6cf226b804458"/>
    <p:sldId xmlns:r="http://schemas.openxmlformats.org/officeDocument/2006/relationships" id="328" r:id="Rf7e74e15a73e4b93"/>
    <p:sldId xmlns:r="http://schemas.openxmlformats.org/officeDocument/2006/relationships" id="329" r:id="R20f335483c1c4a56"/>
    <p:sldId xmlns:r="http://schemas.openxmlformats.org/officeDocument/2006/relationships" id="330" r:id="Rfdf6bfd3055749ab"/>
    <p:sldId xmlns:r="http://schemas.openxmlformats.org/officeDocument/2006/relationships" id="331" r:id="R9a1c1d003e0141bb"/>
    <p:sldId xmlns:r="http://schemas.openxmlformats.org/officeDocument/2006/relationships" id="332" r:id="R109b7d35c58b45aa"/>
    <p:sldId xmlns:r="http://schemas.openxmlformats.org/officeDocument/2006/relationships" id="333" r:id="R294b68983be94b8d"/>
    <p:sldId xmlns:r="http://schemas.openxmlformats.org/officeDocument/2006/relationships" id="334" r:id="R2d8323ad10344b53"/>
    <p:sldId xmlns:r="http://schemas.openxmlformats.org/officeDocument/2006/relationships" id="335" r:id="R3da842cb8b4648e1"/>
    <p:sldId xmlns:r="http://schemas.openxmlformats.org/officeDocument/2006/relationships" id="336" r:id="R41971c78ba3e40f7"/>
    <p:sldId xmlns:r="http://schemas.openxmlformats.org/officeDocument/2006/relationships" id="337" r:id="R384ddd4451a34d03"/>
    <p:sldId xmlns:r="http://schemas.openxmlformats.org/officeDocument/2006/relationships" id="338" r:id="Rca16611d9cba42de"/>
    <p:sldId xmlns:r="http://schemas.openxmlformats.org/officeDocument/2006/relationships" id="339" r:id="R268ab1afdccb4580"/>
    <p:sldId xmlns:r="http://schemas.openxmlformats.org/officeDocument/2006/relationships" id="340" r:id="R2925a04def3a4d0d"/>
    <p:sldId xmlns:r="http://schemas.openxmlformats.org/officeDocument/2006/relationships" id="341" r:id="R7cba98d47c3a4c7a"/>
    <p:sldId xmlns:r="http://schemas.openxmlformats.org/officeDocument/2006/relationships" id="342" r:id="Rf5f67b28e3c948a2"/>
    <p:sldId xmlns:r="http://schemas.openxmlformats.org/officeDocument/2006/relationships" id="343" r:id="Rd463548533a942a3"/>
    <p:sldId xmlns:r="http://schemas.openxmlformats.org/officeDocument/2006/relationships" id="344" r:id="Rc4aa377753174468"/>
    <p:sldId xmlns:r="http://schemas.openxmlformats.org/officeDocument/2006/relationships" id="345" r:id="Rd0527a8632df4d0e"/>
    <p:sldId xmlns:r="http://schemas.openxmlformats.org/officeDocument/2006/relationships" id="346" r:id="Re07fbe64a34a45fa"/>
    <p:sldId xmlns:r="http://schemas.openxmlformats.org/officeDocument/2006/relationships" id="347" r:id="Rd5417fc0d0984912"/>
    <p:sldId xmlns:r="http://schemas.openxmlformats.org/officeDocument/2006/relationships" id="348" r:id="Re2863d2a48754c9a"/>
    <p:sldId xmlns:r="http://schemas.openxmlformats.org/officeDocument/2006/relationships" id="349" r:id="Rf1b4af08a1954f5c"/>
    <p:sldId xmlns:r="http://schemas.openxmlformats.org/officeDocument/2006/relationships" id="350" r:id="R52e92cbc3a194393"/>
    <p:sldId xmlns:r="http://schemas.openxmlformats.org/officeDocument/2006/relationships" id="351" r:id="Re18bc1006a3c4a7d"/>
    <p:sldId xmlns:r="http://schemas.openxmlformats.org/officeDocument/2006/relationships" id="352" r:id="R72eb5e65dc314941"/>
    <p:sldId xmlns:r="http://schemas.openxmlformats.org/officeDocument/2006/relationships" id="353" r:id="R6f0d17d97e8744b5"/>
    <p:sldId xmlns:r="http://schemas.openxmlformats.org/officeDocument/2006/relationships" id="354" r:id="Rce1935d1cae045d6"/>
    <p:sldId xmlns:r="http://schemas.openxmlformats.org/officeDocument/2006/relationships" id="355" r:id="Rc845a59bd3094f7a"/>
    <p:sldId xmlns:r="http://schemas.openxmlformats.org/officeDocument/2006/relationships" id="356" r:id="Re5b6e3f625034b24"/>
    <p:sldId xmlns:r="http://schemas.openxmlformats.org/officeDocument/2006/relationships" id="357" r:id="Rdb12203bdd6040c7"/>
    <p:sldId xmlns:r="http://schemas.openxmlformats.org/officeDocument/2006/relationships" id="358" r:id="Rab03c51324f74cf6"/>
    <p:sldId xmlns:r="http://schemas.openxmlformats.org/officeDocument/2006/relationships" id="359" r:id="R475beec9acdb4be8"/>
    <p:sldId xmlns:r="http://schemas.openxmlformats.org/officeDocument/2006/relationships" id="360" r:id="Rfef3698e9078466e"/>
    <p:sldId xmlns:r="http://schemas.openxmlformats.org/officeDocument/2006/relationships" id="361" r:id="R14f9469f40574cf7"/>
    <p:sldId xmlns:r="http://schemas.openxmlformats.org/officeDocument/2006/relationships" id="362" r:id="Rcb325f0261d04798"/>
    <p:sldId xmlns:r="http://schemas.openxmlformats.org/officeDocument/2006/relationships" id="363" r:id="R01a4d82abe554fdb"/>
    <p:sldId xmlns:r="http://schemas.openxmlformats.org/officeDocument/2006/relationships" id="364" r:id="R7489cb7872214326"/>
    <p:sldId xmlns:r="http://schemas.openxmlformats.org/officeDocument/2006/relationships" id="365" r:id="R1a66297a3c0e4b8a"/>
    <p:sldId xmlns:r="http://schemas.openxmlformats.org/officeDocument/2006/relationships" id="366" r:id="Re30da35621794763"/>
    <p:sldId xmlns:r="http://schemas.openxmlformats.org/officeDocument/2006/relationships" id="367" r:id="Rcee6706a90e844fa"/>
    <p:sldId xmlns:r="http://schemas.openxmlformats.org/officeDocument/2006/relationships" id="368" r:id="R7623c0e112484b63"/>
    <p:sldId xmlns:r="http://schemas.openxmlformats.org/officeDocument/2006/relationships" id="369" r:id="R7aed52ce8f8d4ddf"/>
    <p:sldId xmlns:r="http://schemas.openxmlformats.org/officeDocument/2006/relationships" id="370" r:id="Rf9a934d434e84841"/>
    <p:sldId xmlns:r="http://schemas.openxmlformats.org/officeDocument/2006/relationships" id="371" r:id="R4243ce99de054198"/>
    <p:sldId xmlns:r="http://schemas.openxmlformats.org/officeDocument/2006/relationships" id="372" r:id="Rdd85a2b18ef94846"/>
    <p:sldId xmlns:r="http://schemas.openxmlformats.org/officeDocument/2006/relationships" id="373" r:id="R90956cd3b9af48d3"/>
    <p:sldId xmlns:r="http://schemas.openxmlformats.org/officeDocument/2006/relationships" id="374" r:id="R3db785de4f994991"/>
    <p:sldId xmlns:r="http://schemas.openxmlformats.org/officeDocument/2006/relationships" id="375" r:id="Rc1ac4fa565fe4d86"/>
    <p:sldId xmlns:r="http://schemas.openxmlformats.org/officeDocument/2006/relationships" id="376" r:id="R4c7778e61cf2445e"/>
    <p:sldId xmlns:r="http://schemas.openxmlformats.org/officeDocument/2006/relationships" id="377" r:id="R60672c2ecb6b4658"/>
    <p:sldId xmlns:r="http://schemas.openxmlformats.org/officeDocument/2006/relationships" id="378" r:id="R07b7ee4d1c4c4f5f"/>
    <p:sldId xmlns:r="http://schemas.openxmlformats.org/officeDocument/2006/relationships" id="379" r:id="R0cfcdf6238de4183"/>
    <p:sldId xmlns:r="http://schemas.openxmlformats.org/officeDocument/2006/relationships" id="380" r:id="R20fab89402a24cbe"/>
    <p:sldId xmlns:r="http://schemas.openxmlformats.org/officeDocument/2006/relationships" id="381" r:id="R7e9cb132f8e14c45"/>
    <p:sldId xmlns:r="http://schemas.openxmlformats.org/officeDocument/2006/relationships" id="382" r:id="R5310ca2064734036"/>
    <p:sldId xmlns:r="http://schemas.openxmlformats.org/officeDocument/2006/relationships" id="383" r:id="Rd68b301f1bf24667"/>
    <p:sldId xmlns:r="http://schemas.openxmlformats.org/officeDocument/2006/relationships" id="384" r:id="R1161ad5fbe374ffe"/>
    <p:sldId xmlns:r="http://schemas.openxmlformats.org/officeDocument/2006/relationships" id="385" r:id="R16f6f42460204fc9"/>
    <p:sldId xmlns:r="http://schemas.openxmlformats.org/officeDocument/2006/relationships" id="386" r:id="Ra513e33904734cbd"/>
    <p:sldId xmlns:r="http://schemas.openxmlformats.org/officeDocument/2006/relationships" id="387" r:id="R99f9bcbe70794119"/>
    <p:sldId xmlns:r="http://schemas.openxmlformats.org/officeDocument/2006/relationships" id="388" r:id="R11c48a3a1508474d"/>
    <p:sldId xmlns:r="http://schemas.openxmlformats.org/officeDocument/2006/relationships" id="389" r:id="R5a4ecc1fbb2b4a92"/>
    <p:sldId xmlns:r="http://schemas.openxmlformats.org/officeDocument/2006/relationships" id="390" r:id="R8926ad6e6ccb4345"/>
    <p:sldId xmlns:r="http://schemas.openxmlformats.org/officeDocument/2006/relationships" id="391" r:id="R775de081ab1a4232"/>
    <p:sldId xmlns:r="http://schemas.openxmlformats.org/officeDocument/2006/relationships" id="392" r:id="Rbc82a9878b2d48b2"/>
    <p:sldId xmlns:r="http://schemas.openxmlformats.org/officeDocument/2006/relationships" id="393" r:id="Rbafd1eb8861d471b"/>
    <p:sldId xmlns:r="http://schemas.openxmlformats.org/officeDocument/2006/relationships" id="394" r:id="Rfcb3dba12d5840fe"/>
    <p:sldId xmlns:r="http://schemas.openxmlformats.org/officeDocument/2006/relationships" id="395" r:id="Rbe27161224084dfc"/>
    <p:sldId xmlns:r="http://schemas.openxmlformats.org/officeDocument/2006/relationships" id="396" r:id="R386e5931922848fb"/>
    <p:sldId xmlns:r="http://schemas.openxmlformats.org/officeDocument/2006/relationships" id="397" r:id="Rf876d87e0dcb440c"/>
    <p:sldId xmlns:r="http://schemas.openxmlformats.org/officeDocument/2006/relationships" id="398" r:id="Re9b06b1c9298404a"/>
    <p:sldId xmlns:r="http://schemas.openxmlformats.org/officeDocument/2006/relationships" id="399" r:id="Rff35563166794be4"/>
    <p:sldId xmlns:r="http://schemas.openxmlformats.org/officeDocument/2006/relationships" id="400" r:id="R33b3a2edbef8437a"/>
    <p:sldId xmlns:r="http://schemas.openxmlformats.org/officeDocument/2006/relationships" id="401" r:id="R3486d571ac0f4b79"/>
    <p:sldId xmlns:r="http://schemas.openxmlformats.org/officeDocument/2006/relationships" id="402" r:id="Rfe17095692de4b52"/>
    <p:sldId xmlns:r="http://schemas.openxmlformats.org/officeDocument/2006/relationships" id="403" r:id="R1a1a2bac47c647e3"/>
    <p:sldId xmlns:r="http://schemas.openxmlformats.org/officeDocument/2006/relationships" id="404" r:id="R1c67c933e45b44c3"/>
    <p:sldId xmlns:r="http://schemas.openxmlformats.org/officeDocument/2006/relationships" id="405" r:id="R32ac72e049c7405b"/>
    <p:sldId xmlns:r="http://schemas.openxmlformats.org/officeDocument/2006/relationships" id="406" r:id="R11c069da007d4daa"/>
    <p:sldId xmlns:r="http://schemas.openxmlformats.org/officeDocument/2006/relationships" id="407" r:id="R8ac703e0ab654c19"/>
    <p:sldId xmlns:r="http://schemas.openxmlformats.org/officeDocument/2006/relationships" id="408" r:id="Rd3e6ae7105344bd4"/>
    <p:sldId xmlns:r="http://schemas.openxmlformats.org/officeDocument/2006/relationships" id="409" r:id="R285308f15c944f1e"/>
    <p:sldId xmlns:r="http://schemas.openxmlformats.org/officeDocument/2006/relationships" id="410" r:id="R974fec9c4c1a4d2a"/>
    <p:sldId xmlns:r="http://schemas.openxmlformats.org/officeDocument/2006/relationships" id="411" r:id="R98e154f7a9584dcb"/>
    <p:sldId xmlns:r="http://schemas.openxmlformats.org/officeDocument/2006/relationships" id="412" r:id="Ref73e46b6c9247f3"/>
    <p:sldId xmlns:r="http://schemas.openxmlformats.org/officeDocument/2006/relationships" id="413" r:id="R10af46dcc25e479f"/>
    <p:sldId xmlns:r="http://schemas.openxmlformats.org/officeDocument/2006/relationships" id="414" r:id="Rb10f6e93185f46be"/>
    <p:sldId xmlns:r="http://schemas.openxmlformats.org/officeDocument/2006/relationships" id="415" r:id="R9e063dab0bab4cc1"/>
    <p:sldId xmlns:r="http://schemas.openxmlformats.org/officeDocument/2006/relationships" id="416" r:id="R80f40b2c480d4d27"/>
    <p:sldId xmlns:r="http://schemas.openxmlformats.org/officeDocument/2006/relationships" id="417" r:id="R3168374303e04066"/>
    <p:sldId xmlns:r="http://schemas.openxmlformats.org/officeDocument/2006/relationships" id="418" r:id="R0c0ec69a890840eb"/>
    <p:sldId xmlns:r="http://schemas.openxmlformats.org/officeDocument/2006/relationships" id="419" r:id="Rc46f3229a4954346"/>
    <p:sldId xmlns:r="http://schemas.openxmlformats.org/officeDocument/2006/relationships" id="420" r:id="R31c3045af1a5424e"/>
    <p:sldId xmlns:r="http://schemas.openxmlformats.org/officeDocument/2006/relationships" id="421" r:id="R6caa713108ad4f83"/>
    <p:sldId xmlns:r="http://schemas.openxmlformats.org/officeDocument/2006/relationships" id="422" r:id="Rd1c0a2e1de79495f"/>
    <p:sldId xmlns:r="http://schemas.openxmlformats.org/officeDocument/2006/relationships" id="423" r:id="Rb08b48c8d3a84de2"/>
    <p:sldId xmlns:r="http://schemas.openxmlformats.org/officeDocument/2006/relationships" id="424" r:id="R9f0bd539d6264bfd"/>
    <p:sldId xmlns:r="http://schemas.openxmlformats.org/officeDocument/2006/relationships" id="425" r:id="R8b577d6cd1424f37"/>
    <p:sldId xmlns:r="http://schemas.openxmlformats.org/officeDocument/2006/relationships" id="426" r:id="R4e9e27d246604d14"/>
    <p:sldId xmlns:r="http://schemas.openxmlformats.org/officeDocument/2006/relationships" id="427" r:id="R01563000f2c74976"/>
    <p:sldId xmlns:r="http://schemas.openxmlformats.org/officeDocument/2006/relationships" id="428" r:id="R476da3ec0fee456c"/>
    <p:sldId xmlns:r="http://schemas.openxmlformats.org/officeDocument/2006/relationships" id="429" r:id="Ref6d7f7c0e69407b"/>
    <p:sldId xmlns:r="http://schemas.openxmlformats.org/officeDocument/2006/relationships" id="430" r:id="Rbe5faf376c484165"/>
    <p:sldId xmlns:r="http://schemas.openxmlformats.org/officeDocument/2006/relationships" id="431" r:id="R76d2990c8ac6453c"/>
    <p:sldId xmlns:r="http://schemas.openxmlformats.org/officeDocument/2006/relationships" id="432" r:id="Rbbc7a7bf9207433d"/>
    <p:sldId xmlns:r="http://schemas.openxmlformats.org/officeDocument/2006/relationships" id="433" r:id="R398b1b51ded44df0"/>
    <p:sldId xmlns:r="http://schemas.openxmlformats.org/officeDocument/2006/relationships" id="434" r:id="R4d0b19b24e534a53"/>
    <p:sldId xmlns:r="http://schemas.openxmlformats.org/officeDocument/2006/relationships" id="435" r:id="Re8d5d17285304ccd"/>
    <p:sldId xmlns:r="http://schemas.openxmlformats.org/officeDocument/2006/relationships" id="436" r:id="R1362f62b34974250"/>
    <p:sldId xmlns:r="http://schemas.openxmlformats.org/officeDocument/2006/relationships" id="437" r:id="R1aa63f9342e24712"/>
    <p:sldId xmlns:r="http://schemas.openxmlformats.org/officeDocument/2006/relationships" id="438" r:id="R6527e8d5d2b149a2"/>
    <p:sldId xmlns:r="http://schemas.openxmlformats.org/officeDocument/2006/relationships" id="439" r:id="Rd2974ea90bd34b9e"/>
    <p:sldId xmlns:r="http://schemas.openxmlformats.org/officeDocument/2006/relationships" id="440" r:id="Rc5d85482845e4956"/>
    <p:sldId xmlns:r="http://schemas.openxmlformats.org/officeDocument/2006/relationships" id="441" r:id="R134ef173a74c4371"/>
    <p:sldId xmlns:r="http://schemas.openxmlformats.org/officeDocument/2006/relationships" id="442" r:id="R96c373b933364e43"/>
    <p:sldId xmlns:r="http://schemas.openxmlformats.org/officeDocument/2006/relationships" id="443" r:id="R7c6dab641eb54bbd"/>
    <p:sldId xmlns:r="http://schemas.openxmlformats.org/officeDocument/2006/relationships" id="444" r:id="R98355421184f417d"/>
    <p:sldId xmlns:r="http://schemas.openxmlformats.org/officeDocument/2006/relationships" id="445" r:id="R453e0107f693429e"/>
    <p:sldId xmlns:r="http://schemas.openxmlformats.org/officeDocument/2006/relationships" id="446" r:id="R316d5879c0c04fac"/>
    <p:sldId xmlns:r="http://schemas.openxmlformats.org/officeDocument/2006/relationships" id="447" r:id="Rd9f300b9aed64c97"/>
    <p:sldId xmlns:r="http://schemas.openxmlformats.org/officeDocument/2006/relationships" id="448" r:id="R34fb87a249e24955"/>
    <p:sldId xmlns:r="http://schemas.openxmlformats.org/officeDocument/2006/relationships" id="449" r:id="R232c8166f15c4c1b"/>
    <p:sldId xmlns:r="http://schemas.openxmlformats.org/officeDocument/2006/relationships" id="450" r:id="R841ea96a3359488b"/>
    <p:sldId xmlns:r="http://schemas.openxmlformats.org/officeDocument/2006/relationships" id="451" r:id="R77c1844e73af4467"/>
    <p:sldId xmlns:r="http://schemas.openxmlformats.org/officeDocument/2006/relationships" id="452" r:id="R38a88c7289b24044"/>
    <p:sldId xmlns:r="http://schemas.openxmlformats.org/officeDocument/2006/relationships" id="453" r:id="Rcc82372400c147f1"/>
    <p:sldId xmlns:r="http://schemas.openxmlformats.org/officeDocument/2006/relationships" id="454" r:id="R6c363e102b6d4bca"/>
    <p:sldId xmlns:r="http://schemas.openxmlformats.org/officeDocument/2006/relationships" id="455" r:id="R02ddebb7cfb940c0"/>
    <p:sldId xmlns:r="http://schemas.openxmlformats.org/officeDocument/2006/relationships" id="456" r:id="Rd92403a7251c4fa8"/>
    <p:sldId xmlns:r="http://schemas.openxmlformats.org/officeDocument/2006/relationships" id="457" r:id="R13844f3d09d64f30"/>
    <p:sldId xmlns:r="http://schemas.openxmlformats.org/officeDocument/2006/relationships" id="458" r:id="R8a9e65a5012444cf"/>
    <p:sldId xmlns:r="http://schemas.openxmlformats.org/officeDocument/2006/relationships" id="459" r:id="Rad846131d84d48c3"/>
    <p:sldId xmlns:r="http://schemas.openxmlformats.org/officeDocument/2006/relationships" id="460" r:id="Re055ce2921ad485d"/>
    <p:sldId xmlns:r="http://schemas.openxmlformats.org/officeDocument/2006/relationships" id="461" r:id="R9026cbb4dd174c22"/>
    <p:sldId xmlns:r="http://schemas.openxmlformats.org/officeDocument/2006/relationships" id="462" r:id="R750a0cd356764e66"/>
    <p:sldId xmlns:r="http://schemas.openxmlformats.org/officeDocument/2006/relationships" id="463" r:id="Ra10fdad880994749"/>
    <p:sldId xmlns:r="http://schemas.openxmlformats.org/officeDocument/2006/relationships" id="464" r:id="R532071fbef75435b"/>
    <p:sldId xmlns:r="http://schemas.openxmlformats.org/officeDocument/2006/relationships" id="465" r:id="Rd9732576a97e4d8d"/>
    <p:sldId xmlns:r="http://schemas.openxmlformats.org/officeDocument/2006/relationships" id="466" r:id="R17f94cadbb69471c"/>
    <p:sldId xmlns:r="http://schemas.openxmlformats.org/officeDocument/2006/relationships" id="467" r:id="Rba3f9a36d32d4f7e"/>
    <p:sldId xmlns:r="http://schemas.openxmlformats.org/officeDocument/2006/relationships" id="468" r:id="R7b3baf50225042c4"/>
    <p:sldId xmlns:r="http://schemas.openxmlformats.org/officeDocument/2006/relationships" id="469" r:id="R1c8b53926d9848bc"/>
    <p:sldId xmlns:r="http://schemas.openxmlformats.org/officeDocument/2006/relationships" id="470" r:id="R274b1eea55aa40e7"/>
    <p:sldId xmlns:r="http://schemas.openxmlformats.org/officeDocument/2006/relationships" id="471" r:id="Recad48e714994886"/>
    <p:sldId xmlns:r="http://schemas.openxmlformats.org/officeDocument/2006/relationships" id="472" r:id="R647e51d3ec644df4"/>
    <p:sldId xmlns:r="http://schemas.openxmlformats.org/officeDocument/2006/relationships" id="473" r:id="R3d0db232cf874c59"/>
    <p:sldId xmlns:r="http://schemas.openxmlformats.org/officeDocument/2006/relationships" id="474" r:id="Rfb02444e676843f7"/>
    <p:sldId xmlns:r="http://schemas.openxmlformats.org/officeDocument/2006/relationships" id="475" r:id="R86cae1c9a11c4a21"/>
    <p:sldId xmlns:r="http://schemas.openxmlformats.org/officeDocument/2006/relationships" id="476" r:id="Rdaf0347c2717400b"/>
    <p:sldId xmlns:r="http://schemas.openxmlformats.org/officeDocument/2006/relationships" id="477" r:id="R6478472cca16466f"/>
    <p:sldId xmlns:r="http://schemas.openxmlformats.org/officeDocument/2006/relationships" id="478" r:id="R271de3e367e5462b"/>
    <p:sldId xmlns:r="http://schemas.openxmlformats.org/officeDocument/2006/relationships" id="479" r:id="Rbb12e0e74896417a"/>
    <p:sldId xmlns:r="http://schemas.openxmlformats.org/officeDocument/2006/relationships" id="480" r:id="Rc300e71dca554c32"/>
    <p:sldId xmlns:r="http://schemas.openxmlformats.org/officeDocument/2006/relationships" id="481" r:id="R68dd806531dc42d3"/>
    <p:sldId xmlns:r="http://schemas.openxmlformats.org/officeDocument/2006/relationships" id="482" r:id="R61f4e8e58d2544aa"/>
    <p:sldId xmlns:r="http://schemas.openxmlformats.org/officeDocument/2006/relationships" id="483" r:id="R752c6d6d810d46e6"/>
    <p:sldId xmlns:r="http://schemas.openxmlformats.org/officeDocument/2006/relationships" id="484" r:id="Ra056f80e8e614e7e"/>
    <p:sldId xmlns:r="http://schemas.openxmlformats.org/officeDocument/2006/relationships" id="485" r:id="R6f18392ba7ce4b94"/>
    <p:sldId xmlns:r="http://schemas.openxmlformats.org/officeDocument/2006/relationships" id="486" r:id="Rc8b61e52f9d14628"/>
    <p:sldId xmlns:r="http://schemas.openxmlformats.org/officeDocument/2006/relationships" id="487" r:id="R8fd213cd5a83422a"/>
    <p:sldId xmlns:r="http://schemas.openxmlformats.org/officeDocument/2006/relationships" id="488" r:id="R87e026c03f8a4171"/>
    <p:sldId xmlns:r="http://schemas.openxmlformats.org/officeDocument/2006/relationships" id="489" r:id="Ra167e548b0494c66"/>
    <p:sldId xmlns:r="http://schemas.openxmlformats.org/officeDocument/2006/relationships" id="490" r:id="Rcc8a6c88da1443ba"/>
    <p:sldId xmlns:r="http://schemas.openxmlformats.org/officeDocument/2006/relationships" id="491" r:id="R891ffdc9838445c9"/>
    <p:sldId xmlns:r="http://schemas.openxmlformats.org/officeDocument/2006/relationships" id="492" r:id="Re60e3b6b6cef4810"/>
    <p:sldId xmlns:r="http://schemas.openxmlformats.org/officeDocument/2006/relationships" id="493" r:id="R8528fe1f16f84630"/>
    <p:sldId xmlns:r="http://schemas.openxmlformats.org/officeDocument/2006/relationships" id="494" r:id="Rce756d2f0cac45a6"/>
    <p:sldId xmlns:r="http://schemas.openxmlformats.org/officeDocument/2006/relationships" id="495" r:id="R583949efbc304099"/>
    <p:sldId xmlns:r="http://schemas.openxmlformats.org/officeDocument/2006/relationships" id="496" r:id="R489ae911340746a4"/>
    <p:sldId xmlns:r="http://schemas.openxmlformats.org/officeDocument/2006/relationships" id="497" r:id="R839b717bf4b1431f"/>
    <p:sldId xmlns:r="http://schemas.openxmlformats.org/officeDocument/2006/relationships" id="498" r:id="Rffcf4a7759264191"/>
    <p:sldId xmlns:r="http://schemas.openxmlformats.org/officeDocument/2006/relationships" id="499" r:id="Rd8ba69cb1c704f2e"/>
    <p:sldId xmlns:r="http://schemas.openxmlformats.org/officeDocument/2006/relationships" id="500" r:id="R98404899c52a459a"/>
    <p:sldId xmlns:r="http://schemas.openxmlformats.org/officeDocument/2006/relationships" id="501" r:id="R5629470126ed4cb2"/>
    <p:sldId xmlns:r="http://schemas.openxmlformats.org/officeDocument/2006/relationships" id="502" r:id="R54f0f02b05764bcb"/>
    <p:sldId xmlns:r="http://schemas.openxmlformats.org/officeDocument/2006/relationships" id="503" r:id="Rdb8860d66031430f"/>
    <p:sldId xmlns:r="http://schemas.openxmlformats.org/officeDocument/2006/relationships" id="504" r:id="R511b479012ee4c3c"/>
    <p:sldId xmlns:r="http://schemas.openxmlformats.org/officeDocument/2006/relationships" id="505" r:id="R8b35c088b3634069"/>
    <p:sldId xmlns:r="http://schemas.openxmlformats.org/officeDocument/2006/relationships" id="506" r:id="R32fa2dff89a9462f"/>
    <p:sldId xmlns:r="http://schemas.openxmlformats.org/officeDocument/2006/relationships" id="507" r:id="R8c7393cc781c4dae"/>
    <p:sldId xmlns:r="http://schemas.openxmlformats.org/officeDocument/2006/relationships" id="508" r:id="Rb6c494b98ba3453a"/>
    <p:sldId xmlns:r="http://schemas.openxmlformats.org/officeDocument/2006/relationships" id="509" r:id="Rb7dcf9baeb3549ea"/>
    <p:sldId xmlns:r="http://schemas.openxmlformats.org/officeDocument/2006/relationships" id="510" r:id="R8a49fdd8b55e4103"/>
    <p:sldId xmlns:r="http://schemas.openxmlformats.org/officeDocument/2006/relationships" id="511" r:id="R25e6b45eeb404fde"/>
    <p:sldId xmlns:r="http://schemas.openxmlformats.org/officeDocument/2006/relationships" id="512" r:id="Reb52d5b421b9463f"/>
    <p:sldId xmlns:r="http://schemas.openxmlformats.org/officeDocument/2006/relationships" id="513" r:id="R391d22c9e2f9440a"/>
    <p:sldId xmlns:r="http://schemas.openxmlformats.org/officeDocument/2006/relationships" id="514" r:id="R618380797fd54431"/>
    <p:sldId xmlns:r="http://schemas.openxmlformats.org/officeDocument/2006/relationships" id="515" r:id="R941e0e9dbd924111"/>
    <p:sldId xmlns:r="http://schemas.openxmlformats.org/officeDocument/2006/relationships" id="516" r:id="R40b4368e4412470f"/>
    <p:sldId xmlns:r="http://schemas.openxmlformats.org/officeDocument/2006/relationships" id="517" r:id="R83856be6d79c41ab"/>
    <p:sldId xmlns:r="http://schemas.openxmlformats.org/officeDocument/2006/relationships" id="518" r:id="Ra7d471fc72df4709"/>
    <p:sldId xmlns:r="http://schemas.openxmlformats.org/officeDocument/2006/relationships" id="519" r:id="R2375b8214d7b4cc3"/>
    <p:sldId xmlns:r="http://schemas.openxmlformats.org/officeDocument/2006/relationships" id="520" r:id="Rf151718439a648d6"/>
    <p:sldId xmlns:r="http://schemas.openxmlformats.org/officeDocument/2006/relationships" id="521" r:id="Rc9c608d16b894633"/>
    <p:sldId xmlns:r="http://schemas.openxmlformats.org/officeDocument/2006/relationships" id="522" r:id="R4c40ee5005d541f6"/>
    <p:sldId xmlns:r="http://schemas.openxmlformats.org/officeDocument/2006/relationships" id="523" r:id="R5a95316b0b8d4b2d"/>
    <p:sldId xmlns:r="http://schemas.openxmlformats.org/officeDocument/2006/relationships" id="524" r:id="Reb2df84dc2ac4dec"/>
    <p:sldId xmlns:r="http://schemas.openxmlformats.org/officeDocument/2006/relationships" id="525" r:id="R5dce563d4d494fa1"/>
    <p:sldId xmlns:r="http://schemas.openxmlformats.org/officeDocument/2006/relationships" id="526" r:id="Rfc7426bbed3e4042"/>
    <p:sldId xmlns:r="http://schemas.openxmlformats.org/officeDocument/2006/relationships" id="527" r:id="R35e8c22e35be4999"/>
    <p:sldId xmlns:r="http://schemas.openxmlformats.org/officeDocument/2006/relationships" id="528" r:id="R8521fb9c76344ebc"/>
    <p:sldId xmlns:r="http://schemas.openxmlformats.org/officeDocument/2006/relationships" id="529" r:id="R847a70ae555d432a"/>
    <p:sldId xmlns:r="http://schemas.openxmlformats.org/officeDocument/2006/relationships" id="530" r:id="R665c2df5e8084f24"/>
    <p:sldId xmlns:r="http://schemas.openxmlformats.org/officeDocument/2006/relationships" id="531" r:id="Rf683b18d7ca7414b"/>
    <p:sldId xmlns:r="http://schemas.openxmlformats.org/officeDocument/2006/relationships" id="532" r:id="Ra227f8c9db814620"/>
    <p:sldId xmlns:r="http://schemas.openxmlformats.org/officeDocument/2006/relationships" id="533" r:id="Rc882790d826341f8"/>
    <p:sldId xmlns:r="http://schemas.openxmlformats.org/officeDocument/2006/relationships" id="534" r:id="R6cea239d92db49a5"/>
    <p:sldId xmlns:r="http://schemas.openxmlformats.org/officeDocument/2006/relationships" id="535" r:id="R2fbb343bbcc64f86"/>
    <p:sldId xmlns:r="http://schemas.openxmlformats.org/officeDocument/2006/relationships" id="536" r:id="Rf2bbbfb84526445a"/>
    <p:sldId xmlns:r="http://schemas.openxmlformats.org/officeDocument/2006/relationships" id="537" r:id="Rf5798aa839264dd0"/>
    <p:sldId xmlns:r="http://schemas.openxmlformats.org/officeDocument/2006/relationships" id="538" r:id="Re2956fbf114243f5"/>
    <p:sldId xmlns:r="http://schemas.openxmlformats.org/officeDocument/2006/relationships" id="539" r:id="Radaf24804d7348dd"/>
    <p:sldId xmlns:r="http://schemas.openxmlformats.org/officeDocument/2006/relationships" id="540" r:id="R7a1093836c31454b"/>
    <p:sldId xmlns:r="http://schemas.openxmlformats.org/officeDocument/2006/relationships" id="541" r:id="R7776304f3fcb4116"/>
    <p:sldId xmlns:r="http://schemas.openxmlformats.org/officeDocument/2006/relationships" id="542" r:id="R534af9af00344845"/>
    <p:sldId xmlns:r="http://schemas.openxmlformats.org/officeDocument/2006/relationships" id="543" r:id="Reb799cc678184bc4"/>
    <p:sldId xmlns:r="http://schemas.openxmlformats.org/officeDocument/2006/relationships" id="544" r:id="R96e2db60279f4ce1"/>
    <p:sldId xmlns:r="http://schemas.openxmlformats.org/officeDocument/2006/relationships" id="545" r:id="R1884dfa6dcdd4a81"/>
    <p:sldId xmlns:r="http://schemas.openxmlformats.org/officeDocument/2006/relationships" id="546" r:id="Rdc21bd92487740cc"/>
    <p:sldId xmlns:r="http://schemas.openxmlformats.org/officeDocument/2006/relationships" id="547" r:id="Rbc6ae122492f468b"/>
    <p:sldId xmlns:r="http://schemas.openxmlformats.org/officeDocument/2006/relationships" id="548" r:id="Rb642c02e9d1848b3"/>
    <p:sldId xmlns:r="http://schemas.openxmlformats.org/officeDocument/2006/relationships" id="549" r:id="Rebe34a7883534be9"/>
    <p:sldId xmlns:r="http://schemas.openxmlformats.org/officeDocument/2006/relationships" id="550" r:id="R355deb962d51439f"/>
    <p:sldId xmlns:r="http://schemas.openxmlformats.org/officeDocument/2006/relationships" id="551" r:id="R066b4965c92b4392"/>
    <p:sldId xmlns:r="http://schemas.openxmlformats.org/officeDocument/2006/relationships" id="552" r:id="Rb940fe50d6484ef9"/>
    <p:sldId xmlns:r="http://schemas.openxmlformats.org/officeDocument/2006/relationships" id="553" r:id="R5771588b11b74ab4"/>
    <p:sldId xmlns:r="http://schemas.openxmlformats.org/officeDocument/2006/relationships" id="554" r:id="R4da093f652164036"/>
    <p:sldId xmlns:r="http://schemas.openxmlformats.org/officeDocument/2006/relationships" id="555" r:id="Rc5b50be4b4fa43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510777a144512" /><Relationship Type="http://schemas.openxmlformats.org/officeDocument/2006/relationships/slideMaster" Target="/ppt/slideMasters/slideMaster1.xml" Id="Rd68527640c6d4f8c" /><Relationship Type="http://schemas.openxmlformats.org/officeDocument/2006/relationships/notesMaster" Target="/ppt/notesMasters/notesMaster1.xml" Id="Ra26d5040bc6f4ec5" /><Relationship Type="http://schemas.openxmlformats.org/officeDocument/2006/relationships/presProps" Target="/ppt/presProps.xml" Id="R4b8d7777508e4f6c" /><Relationship Type="http://schemas.openxmlformats.org/officeDocument/2006/relationships/tableStyles" Target="/ppt/tableStyles.xml" Id="Rb173844ccdef491c" /><Relationship Type="http://schemas.openxmlformats.org/officeDocument/2006/relationships/slide" Target="/ppt/slides/slide1.xml" Id="Rf0416c54268140ad" /><Relationship Type="http://schemas.openxmlformats.org/officeDocument/2006/relationships/slide" Target="/ppt/slides/slide2.xml" Id="Rf28e4bc45af04d2b" /><Relationship Type="http://schemas.openxmlformats.org/officeDocument/2006/relationships/slide" Target="/ppt/slides/slide3.xml" Id="R66fccaba14c140f0" /><Relationship Type="http://schemas.openxmlformats.org/officeDocument/2006/relationships/slide" Target="/ppt/slides/slide4.xml" Id="R94d328ef0ace4bb8" /><Relationship Type="http://schemas.openxmlformats.org/officeDocument/2006/relationships/slide" Target="/ppt/slides/slide5.xml" Id="R25523e159b324e4c" /><Relationship Type="http://schemas.openxmlformats.org/officeDocument/2006/relationships/slide" Target="/ppt/slides/slide6.xml" Id="R50ec4b5747484e81" /><Relationship Type="http://schemas.openxmlformats.org/officeDocument/2006/relationships/slide" Target="/ppt/slides/slide7.xml" Id="R013e61a46f9f4b65" /><Relationship Type="http://schemas.openxmlformats.org/officeDocument/2006/relationships/slide" Target="/ppt/slides/slide8.xml" Id="Rfe617756dcd7438c" /><Relationship Type="http://schemas.openxmlformats.org/officeDocument/2006/relationships/slide" Target="/ppt/slides/slide9.xml" Id="R84e5d6209b724a80" /><Relationship Type="http://schemas.openxmlformats.org/officeDocument/2006/relationships/slide" Target="/ppt/slides/slide10.xml" Id="R587b500803ab456d" /><Relationship Type="http://schemas.openxmlformats.org/officeDocument/2006/relationships/slide" Target="/ppt/slides/slide11.xml" Id="Rc456b00b1c7f4c40" /><Relationship Type="http://schemas.openxmlformats.org/officeDocument/2006/relationships/slide" Target="/ppt/slides/slide12.xml" Id="R0407a2a36bc94f6d" /><Relationship Type="http://schemas.openxmlformats.org/officeDocument/2006/relationships/slide" Target="/ppt/slides/slide13.xml" Id="R3d399c9b83b1477f" /><Relationship Type="http://schemas.openxmlformats.org/officeDocument/2006/relationships/slide" Target="/ppt/slides/slide14.xml" Id="R4fad0d991d7a4b3e" /><Relationship Type="http://schemas.openxmlformats.org/officeDocument/2006/relationships/slide" Target="/ppt/slides/slide15.xml" Id="Red260e5761c640b4" /><Relationship Type="http://schemas.openxmlformats.org/officeDocument/2006/relationships/slide" Target="/ppt/slides/slide16.xml" Id="R6e2081c351b04912" /><Relationship Type="http://schemas.openxmlformats.org/officeDocument/2006/relationships/slide" Target="/ppt/slides/slide17.xml" Id="Refcc875eb6894f8c" /><Relationship Type="http://schemas.openxmlformats.org/officeDocument/2006/relationships/slide" Target="/ppt/slides/slide18.xml" Id="R6aaab7b3bd554f5a" /><Relationship Type="http://schemas.openxmlformats.org/officeDocument/2006/relationships/slide" Target="/ppt/slides/slide19.xml" Id="R656ae2b704344b29" /><Relationship Type="http://schemas.openxmlformats.org/officeDocument/2006/relationships/slide" Target="/ppt/slides/slide20.xml" Id="R8559124339754052" /><Relationship Type="http://schemas.openxmlformats.org/officeDocument/2006/relationships/slide" Target="/ppt/slides/slide21.xml" Id="Rbd0326b5f2d74c47" /><Relationship Type="http://schemas.openxmlformats.org/officeDocument/2006/relationships/slide" Target="/ppt/slides/slide22.xml" Id="Ra20f317905fc46c3" /><Relationship Type="http://schemas.openxmlformats.org/officeDocument/2006/relationships/slide" Target="/ppt/slides/slide23.xml" Id="R268d747a7d414d60" /><Relationship Type="http://schemas.openxmlformats.org/officeDocument/2006/relationships/slide" Target="/ppt/slides/slide24.xml" Id="R41e39d7f9d6e4ddd" /><Relationship Type="http://schemas.openxmlformats.org/officeDocument/2006/relationships/slide" Target="/ppt/slides/slide25.xml" Id="R87a773ea03f14689" /><Relationship Type="http://schemas.openxmlformats.org/officeDocument/2006/relationships/slide" Target="/ppt/slides/slide26.xml" Id="R90ba14b1577740b4" /><Relationship Type="http://schemas.openxmlformats.org/officeDocument/2006/relationships/slide" Target="/ppt/slides/slide27.xml" Id="Rc9e3a08fd8dc43bd" /><Relationship Type="http://schemas.openxmlformats.org/officeDocument/2006/relationships/slide" Target="/ppt/slides/slide28.xml" Id="Rf0c311b4ff8d4259" /><Relationship Type="http://schemas.openxmlformats.org/officeDocument/2006/relationships/slide" Target="/ppt/slides/slide29.xml" Id="Rbc23bd963db04807" /><Relationship Type="http://schemas.openxmlformats.org/officeDocument/2006/relationships/slide" Target="/ppt/slides/slide30.xml" Id="R1cfb08713c144f3b" /><Relationship Type="http://schemas.openxmlformats.org/officeDocument/2006/relationships/slide" Target="/ppt/slides/slide31.xml" Id="R007ef71f690648c7" /><Relationship Type="http://schemas.openxmlformats.org/officeDocument/2006/relationships/slide" Target="/ppt/slides/slide32.xml" Id="Rcf4f9a0ddbbb4eac" /><Relationship Type="http://schemas.openxmlformats.org/officeDocument/2006/relationships/slide" Target="/ppt/slides/slide33.xml" Id="R4d7938b68b03439b" /><Relationship Type="http://schemas.openxmlformats.org/officeDocument/2006/relationships/slide" Target="/ppt/slides/slide34.xml" Id="R2bdb90b8a95f4d0a" /><Relationship Type="http://schemas.openxmlformats.org/officeDocument/2006/relationships/slide" Target="/ppt/slides/slide35.xml" Id="R9cd3c1e3f0574a63" /><Relationship Type="http://schemas.openxmlformats.org/officeDocument/2006/relationships/slide" Target="/ppt/slides/slide36.xml" Id="R98de1c4b30684b51" /><Relationship Type="http://schemas.openxmlformats.org/officeDocument/2006/relationships/slide" Target="/ppt/slides/slide37.xml" Id="R2c0c066bb3ff4577" /><Relationship Type="http://schemas.openxmlformats.org/officeDocument/2006/relationships/slide" Target="/ppt/slides/slide38.xml" Id="R329b8b489b0641df" /><Relationship Type="http://schemas.openxmlformats.org/officeDocument/2006/relationships/slide" Target="/ppt/slides/slide39.xml" Id="R10b41670401c4c76" /><Relationship Type="http://schemas.openxmlformats.org/officeDocument/2006/relationships/slide" Target="/ppt/slides/slide40.xml" Id="Rf04c6b989f91457b" /><Relationship Type="http://schemas.openxmlformats.org/officeDocument/2006/relationships/slide" Target="/ppt/slides/slide41.xml" Id="R3621d5faa4c24d8d" /><Relationship Type="http://schemas.openxmlformats.org/officeDocument/2006/relationships/slide" Target="/ppt/slides/slide42.xml" Id="R8e22aa7bc39b4aa3" /><Relationship Type="http://schemas.openxmlformats.org/officeDocument/2006/relationships/slide" Target="/ppt/slides/slide43.xml" Id="R5b953ee1373d4ff5" /><Relationship Type="http://schemas.openxmlformats.org/officeDocument/2006/relationships/slide" Target="/ppt/slides/slide44.xml" Id="R4f987b4c35094fa5" /><Relationship Type="http://schemas.openxmlformats.org/officeDocument/2006/relationships/slide" Target="/ppt/slides/slide45.xml" Id="R5c8c1b1497294b2c" /><Relationship Type="http://schemas.openxmlformats.org/officeDocument/2006/relationships/slide" Target="/ppt/slides/slide46.xml" Id="Raa4b5438479845eb" /><Relationship Type="http://schemas.openxmlformats.org/officeDocument/2006/relationships/slide" Target="/ppt/slides/slide47.xml" Id="R86ec828c50e143c4" /><Relationship Type="http://schemas.openxmlformats.org/officeDocument/2006/relationships/slide" Target="/ppt/slides/slide48.xml" Id="R1864474397a64d1b" /><Relationship Type="http://schemas.openxmlformats.org/officeDocument/2006/relationships/slide" Target="/ppt/slides/slide49.xml" Id="R5f4f3c49b8884d13" /><Relationship Type="http://schemas.openxmlformats.org/officeDocument/2006/relationships/slide" Target="/ppt/slides/slide50.xml" Id="R1ac397f6a7914678" /><Relationship Type="http://schemas.openxmlformats.org/officeDocument/2006/relationships/slide" Target="/ppt/slides/slide51.xml" Id="Rc14a20c0ecd34cf4" /><Relationship Type="http://schemas.openxmlformats.org/officeDocument/2006/relationships/slide" Target="/ppt/slides/slide52.xml" Id="Rd3c0cc151d5b4331" /><Relationship Type="http://schemas.openxmlformats.org/officeDocument/2006/relationships/slide" Target="/ppt/slides/slide53.xml" Id="R51b53bc1eaaa4af6" /><Relationship Type="http://schemas.openxmlformats.org/officeDocument/2006/relationships/slide" Target="/ppt/slides/slide54.xml" Id="R2bab0f5245bd44ec" /><Relationship Type="http://schemas.openxmlformats.org/officeDocument/2006/relationships/slide" Target="/ppt/slides/slide55.xml" Id="R75ab15fa80844b46" /><Relationship Type="http://schemas.openxmlformats.org/officeDocument/2006/relationships/slide" Target="/ppt/slides/slide56.xml" Id="Rf92241bc772f4660" /><Relationship Type="http://schemas.openxmlformats.org/officeDocument/2006/relationships/slide" Target="/ppt/slides/slide57.xml" Id="R00e2621862504781" /><Relationship Type="http://schemas.openxmlformats.org/officeDocument/2006/relationships/slide" Target="/ppt/slides/slide58.xml" Id="Re6e72d3176424a20" /><Relationship Type="http://schemas.openxmlformats.org/officeDocument/2006/relationships/slide" Target="/ppt/slides/slide59.xml" Id="R5b9e74514e3e4f87" /><Relationship Type="http://schemas.openxmlformats.org/officeDocument/2006/relationships/slide" Target="/ppt/slides/slide60.xml" Id="R4a434bb4bc434de1" /><Relationship Type="http://schemas.openxmlformats.org/officeDocument/2006/relationships/slide" Target="/ppt/slides/slide61.xml" Id="Rfe0eb613f99a41ea" /><Relationship Type="http://schemas.openxmlformats.org/officeDocument/2006/relationships/slide" Target="/ppt/slides/slide62.xml" Id="R5583867368ce4523" /><Relationship Type="http://schemas.openxmlformats.org/officeDocument/2006/relationships/slide" Target="/ppt/slides/slide63.xml" Id="R576ad81729734555" /><Relationship Type="http://schemas.openxmlformats.org/officeDocument/2006/relationships/slide" Target="/ppt/slides/slide64.xml" Id="R53e9fd5173d046fe" /><Relationship Type="http://schemas.openxmlformats.org/officeDocument/2006/relationships/slide" Target="/ppt/slides/slide65.xml" Id="R7264c1205732458b" /><Relationship Type="http://schemas.openxmlformats.org/officeDocument/2006/relationships/slide" Target="/ppt/slides/slide66.xml" Id="Rdf20218c70644cbf" /><Relationship Type="http://schemas.openxmlformats.org/officeDocument/2006/relationships/slide" Target="/ppt/slides/slide67.xml" Id="R6d6e2cc56eee49da" /><Relationship Type="http://schemas.openxmlformats.org/officeDocument/2006/relationships/slide" Target="/ppt/slides/slide68.xml" Id="Rb8970ffc41264854" /><Relationship Type="http://schemas.openxmlformats.org/officeDocument/2006/relationships/slide" Target="/ppt/slides/slide69.xml" Id="R91dbe47090fa499b" /><Relationship Type="http://schemas.openxmlformats.org/officeDocument/2006/relationships/slide" Target="/ppt/slides/slide70.xml" Id="R43715ea4ed864638" /><Relationship Type="http://schemas.openxmlformats.org/officeDocument/2006/relationships/slide" Target="/ppt/slides/slide71.xml" Id="R20b1d7f0574e4d9a" /><Relationship Type="http://schemas.openxmlformats.org/officeDocument/2006/relationships/slide" Target="/ppt/slides/slide72.xml" Id="Rdac6cf226b804458" /><Relationship Type="http://schemas.openxmlformats.org/officeDocument/2006/relationships/slide" Target="/ppt/slides/slide73.xml" Id="Rf7e74e15a73e4b93" /><Relationship Type="http://schemas.openxmlformats.org/officeDocument/2006/relationships/slide" Target="/ppt/slides/slide74.xml" Id="R20f335483c1c4a56" /><Relationship Type="http://schemas.openxmlformats.org/officeDocument/2006/relationships/slide" Target="/ppt/slides/slide75.xml" Id="Rfdf6bfd3055749ab" /><Relationship Type="http://schemas.openxmlformats.org/officeDocument/2006/relationships/slide" Target="/ppt/slides/slide76.xml" Id="R9a1c1d003e0141bb" /><Relationship Type="http://schemas.openxmlformats.org/officeDocument/2006/relationships/slide" Target="/ppt/slides/slide77.xml" Id="R109b7d35c58b45aa" /><Relationship Type="http://schemas.openxmlformats.org/officeDocument/2006/relationships/slide" Target="/ppt/slides/slide78.xml" Id="R294b68983be94b8d" /><Relationship Type="http://schemas.openxmlformats.org/officeDocument/2006/relationships/slide" Target="/ppt/slides/slide79.xml" Id="R2d8323ad10344b53" /><Relationship Type="http://schemas.openxmlformats.org/officeDocument/2006/relationships/slide" Target="/ppt/slides/slide80.xml" Id="R3da842cb8b4648e1" /><Relationship Type="http://schemas.openxmlformats.org/officeDocument/2006/relationships/slide" Target="/ppt/slides/slide81.xml" Id="R41971c78ba3e40f7" /><Relationship Type="http://schemas.openxmlformats.org/officeDocument/2006/relationships/slide" Target="/ppt/slides/slide82.xml" Id="R384ddd4451a34d03" /><Relationship Type="http://schemas.openxmlformats.org/officeDocument/2006/relationships/slide" Target="/ppt/slides/slide83.xml" Id="Rca16611d9cba42de" /><Relationship Type="http://schemas.openxmlformats.org/officeDocument/2006/relationships/slide" Target="/ppt/slides/slide84.xml" Id="R268ab1afdccb4580" /><Relationship Type="http://schemas.openxmlformats.org/officeDocument/2006/relationships/slide" Target="/ppt/slides/slide85.xml" Id="R2925a04def3a4d0d" /><Relationship Type="http://schemas.openxmlformats.org/officeDocument/2006/relationships/slide" Target="/ppt/slides/slide86.xml" Id="R7cba98d47c3a4c7a" /><Relationship Type="http://schemas.openxmlformats.org/officeDocument/2006/relationships/slide" Target="/ppt/slides/slide87.xml" Id="Rf5f67b28e3c948a2" /><Relationship Type="http://schemas.openxmlformats.org/officeDocument/2006/relationships/slide" Target="/ppt/slides/slide88.xml" Id="Rd463548533a942a3" /><Relationship Type="http://schemas.openxmlformats.org/officeDocument/2006/relationships/slide" Target="/ppt/slides/slide89.xml" Id="Rc4aa377753174468" /><Relationship Type="http://schemas.openxmlformats.org/officeDocument/2006/relationships/slide" Target="/ppt/slides/slide90.xml" Id="Rd0527a8632df4d0e" /><Relationship Type="http://schemas.openxmlformats.org/officeDocument/2006/relationships/slide" Target="/ppt/slides/slide91.xml" Id="Re07fbe64a34a45fa" /><Relationship Type="http://schemas.openxmlformats.org/officeDocument/2006/relationships/slide" Target="/ppt/slides/slide92.xml" Id="Rd5417fc0d0984912" /><Relationship Type="http://schemas.openxmlformats.org/officeDocument/2006/relationships/slide" Target="/ppt/slides/slide93.xml" Id="Re2863d2a48754c9a" /><Relationship Type="http://schemas.openxmlformats.org/officeDocument/2006/relationships/slide" Target="/ppt/slides/slide94.xml" Id="Rf1b4af08a1954f5c" /><Relationship Type="http://schemas.openxmlformats.org/officeDocument/2006/relationships/slide" Target="/ppt/slides/slide95.xml" Id="R52e92cbc3a194393" /><Relationship Type="http://schemas.openxmlformats.org/officeDocument/2006/relationships/slide" Target="/ppt/slides/slide96.xml" Id="Re18bc1006a3c4a7d" /><Relationship Type="http://schemas.openxmlformats.org/officeDocument/2006/relationships/slide" Target="/ppt/slides/slide97.xml" Id="R72eb5e65dc314941" /><Relationship Type="http://schemas.openxmlformats.org/officeDocument/2006/relationships/slide" Target="/ppt/slides/slide98.xml" Id="R6f0d17d97e8744b5" /><Relationship Type="http://schemas.openxmlformats.org/officeDocument/2006/relationships/slide" Target="/ppt/slides/slide99.xml" Id="Rce1935d1cae045d6" /><Relationship Type="http://schemas.openxmlformats.org/officeDocument/2006/relationships/slide" Target="/ppt/slides/slide100.xml" Id="Rc845a59bd3094f7a" /><Relationship Type="http://schemas.openxmlformats.org/officeDocument/2006/relationships/slide" Target="/ppt/slides/slide101.xml" Id="Re5b6e3f625034b24" /><Relationship Type="http://schemas.openxmlformats.org/officeDocument/2006/relationships/slide" Target="/ppt/slides/slide102.xml" Id="Rdb12203bdd6040c7" /><Relationship Type="http://schemas.openxmlformats.org/officeDocument/2006/relationships/slide" Target="/ppt/slides/slide103.xml" Id="Rab03c51324f74cf6" /><Relationship Type="http://schemas.openxmlformats.org/officeDocument/2006/relationships/slide" Target="/ppt/slides/slide104.xml" Id="R475beec9acdb4be8" /><Relationship Type="http://schemas.openxmlformats.org/officeDocument/2006/relationships/slide" Target="/ppt/slides/slide105.xml" Id="Rfef3698e9078466e" /><Relationship Type="http://schemas.openxmlformats.org/officeDocument/2006/relationships/slide" Target="/ppt/slides/slide106.xml" Id="R14f9469f40574cf7" /><Relationship Type="http://schemas.openxmlformats.org/officeDocument/2006/relationships/slide" Target="/ppt/slides/slide107.xml" Id="Rcb325f0261d04798" /><Relationship Type="http://schemas.openxmlformats.org/officeDocument/2006/relationships/slide" Target="/ppt/slides/slide108.xml" Id="R01a4d82abe554fdb" /><Relationship Type="http://schemas.openxmlformats.org/officeDocument/2006/relationships/slide" Target="/ppt/slides/slide109.xml" Id="R7489cb7872214326" /><Relationship Type="http://schemas.openxmlformats.org/officeDocument/2006/relationships/slide" Target="/ppt/slides/slide110.xml" Id="R1a66297a3c0e4b8a" /><Relationship Type="http://schemas.openxmlformats.org/officeDocument/2006/relationships/slide" Target="/ppt/slides/slide111.xml" Id="Re30da35621794763" /><Relationship Type="http://schemas.openxmlformats.org/officeDocument/2006/relationships/slide" Target="/ppt/slides/slide112.xml" Id="Rcee6706a90e844fa" /><Relationship Type="http://schemas.openxmlformats.org/officeDocument/2006/relationships/slide" Target="/ppt/slides/slide113.xml" Id="R7623c0e112484b63" /><Relationship Type="http://schemas.openxmlformats.org/officeDocument/2006/relationships/slide" Target="/ppt/slides/slide114.xml" Id="R7aed52ce8f8d4ddf" /><Relationship Type="http://schemas.openxmlformats.org/officeDocument/2006/relationships/slide" Target="/ppt/slides/slide115.xml" Id="Rf9a934d434e84841" /><Relationship Type="http://schemas.openxmlformats.org/officeDocument/2006/relationships/slide" Target="/ppt/slides/slide116.xml" Id="R4243ce99de054198" /><Relationship Type="http://schemas.openxmlformats.org/officeDocument/2006/relationships/slide" Target="/ppt/slides/slide117.xml" Id="Rdd85a2b18ef94846" /><Relationship Type="http://schemas.openxmlformats.org/officeDocument/2006/relationships/slide" Target="/ppt/slides/slide118.xml" Id="R90956cd3b9af48d3" /><Relationship Type="http://schemas.openxmlformats.org/officeDocument/2006/relationships/slide" Target="/ppt/slides/slide119.xml" Id="R3db785de4f994991" /><Relationship Type="http://schemas.openxmlformats.org/officeDocument/2006/relationships/slide" Target="/ppt/slides/slide120.xml" Id="Rc1ac4fa565fe4d86" /><Relationship Type="http://schemas.openxmlformats.org/officeDocument/2006/relationships/slide" Target="/ppt/slides/slide121.xml" Id="R4c7778e61cf2445e" /><Relationship Type="http://schemas.openxmlformats.org/officeDocument/2006/relationships/slide" Target="/ppt/slides/slide122.xml" Id="R60672c2ecb6b4658" /><Relationship Type="http://schemas.openxmlformats.org/officeDocument/2006/relationships/slide" Target="/ppt/slides/slide123.xml" Id="R07b7ee4d1c4c4f5f" /><Relationship Type="http://schemas.openxmlformats.org/officeDocument/2006/relationships/slide" Target="/ppt/slides/slide124.xml" Id="R0cfcdf6238de4183" /><Relationship Type="http://schemas.openxmlformats.org/officeDocument/2006/relationships/slide" Target="/ppt/slides/slide125.xml" Id="R20fab89402a24cbe" /><Relationship Type="http://schemas.openxmlformats.org/officeDocument/2006/relationships/slide" Target="/ppt/slides/slide126.xml" Id="R7e9cb132f8e14c45" /><Relationship Type="http://schemas.openxmlformats.org/officeDocument/2006/relationships/slide" Target="/ppt/slides/slide127.xml" Id="R5310ca2064734036" /><Relationship Type="http://schemas.openxmlformats.org/officeDocument/2006/relationships/slide" Target="/ppt/slides/slide128.xml" Id="Rd68b301f1bf24667" /><Relationship Type="http://schemas.openxmlformats.org/officeDocument/2006/relationships/slide" Target="/ppt/slides/slide129.xml" Id="R1161ad5fbe374ffe" /><Relationship Type="http://schemas.openxmlformats.org/officeDocument/2006/relationships/slide" Target="/ppt/slides/slide130.xml" Id="R16f6f42460204fc9" /><Relationship Type="http://schemas.openxmlformats.org/officeDocument/2006/relationships/slide" Target="/ppt/slides/slide131.xml" Id="Ra513e33904734cbd" /><Relationship Type="http://schemas.openxmlformats.org/officeDocument/2006/relationships/slide" Target="/ppt/slides/slide132.xml" Id="R99f9bcbe70794119" /><Relationship Type="http://schemas.openxmlformats.org/officeDocument/2006/relationships/slide" Target="/ppt/slides/slide133.xml" Id="R11c48a3a1508474d" /><Relationship Type="http://schemas.openxmlformats.org/officeDocument/2006/relationships/slide" Target="/ppt/slides/slide134.xml" Id="R5a4ecc1fbb2b4a92" /><Relationship Type="http://schemas.openxmlformats.org/officeDocument/2006/relationships/slide" Target="/ppt/slides/slide135.xml" Id="R8926ad6e6ccb4345" /><Relationship Type="http://schemas.openxmlformats.org/officeDocument/2006/relationships/slide" Target="/ppt/slides/slide136.xml" Id="R775de081ab1a4232" /><Relationship Type="http://schemas.openxmlformats.org/officeDocument/2006/relationships/slide" Target="/ppt/slides/slide137.xml" Id="Rbc82a9878b2d48b2" /><Relationship Type="http://schemas.openxmlformats.org/officeDocument/2006/relationships/slide" Target="/ppt/slides/slide138.xml" Id="Rbafd1eb8861d471b" /><Relationship Type="http://schemas.openxmlformats.org/officeDocument/2006/relationships/slide" Target="/ppt/slides/slide139.xml" Id="Rfcb3dba12d5840fe" /><Relationship Type="http://schemas.openxmlformats.org/officeDocument/2006/relationships/slide" Target="/ppt/slides/slide140.xml" Id="Rbe27161224084dfc" /><Relationship Type="http://schemas.openxmlformats.org/officeDocument/2006/relationships/slide" Target="/ppt/slides/slide141.xml" Id="R386e5931922848fb" /><Relationship Type="http://schemas.openxmlformats.org/officeDocument/2006/relationships/slide" Target="/ppt/slides/slide142.xml" Id="Rf876d87e0dcb440c" /><Relationship Type="http://schemas.openxmlformats.org/officeDocument/2006/relationships/slide" Target="/ppt/slides/slide143.xml" Id="Re9b06b1c9298404a" /><Relationship Type="http://schemas.openxmlformats.org/officeDocument/2006/relationships/slide" Target="/ppt/slides/slide144.xml" Id="Rff35563166794be4" /><Relationship Type="http://schemas.openxmlformats.org/officeDocument/2006/relationships/slide" Target="/ppt/slides/slide145.xml" Id="R33b3a2edbef8437a" /><Relationship Type="http://schemas.openxmlformats.org/officeDocument/2006/relationships/slide" Target="/ppt/slides/slide146.xml" Id="R3486d571ac0f4b79" /><Relationship Type="http://schemas.openxmlformats.org/officeDocument/2006/relationships/slide" Target="/ppt/slides/slide147.xml" Id="Rfe17095692de4b52" /><Relationship Type="http://schemas.openxmlformats.org/officeDocument/2006/relationships/slide" Target="/ppt/slides/slide148.xml" Id="R1a1a2bac47c647e3" /><Relationship Type="http://schemas.openxmlformats.org/officeDocument/2006/relationships/slide" Target="/ppt/slides/slide149.xml" Id="R1c67c933e45b44c3" /><Relationship Type="http://schemas.openxmlformats.org/officeDocument/2006/relationships/slide" Target="/ppt/slides/slide150.xml" Id="R32ac72e049c7405b" /><Relationship Type="http://schemas.openxmlformats.org/officeDocument/2006/relationships/slide" Target="/ppt/slides/slide151.xml" Id="R11c069da007d4daa" /><Relationship Type="http://schemas.openxmlformats.org/officeDocument/2006/relationships/slide" Target="/ppt/slides/slide152.xml" Id="R8ac703e0ab654c19" /><Relationship Type="http://schemas.openxmlformats.org/officeDocument/2006/relationships/slide" Target="/ppt/slides/slide153.xml" Id="Rd3e6ae7105344bd4" /><Relationship Type="http://schemas.openxmlformats.org/officeDocument/2006/relationships/slide" Target="/ppt/slides/slide154.xml" Id="R285308f15c944f1e" /><Relationship Type="http://schemas.openxmlformats.org/officeDocument/2006/relationships/slide" Target="/ppt/slides/slide155.xml" Id="R974fec9c4c1a4d2a" /><Relationship Type="http://schemas.openxmlformats.org/officeDocument/2006/relationships/slide" Target="/ppt/slides/slide156.xml" Id="R98e154f7a9584dcb" /><Relationship Type="http://schemas.openxmlformats.org/officeDocument/2006/relationships/slide" Target="/ppt/slides/slide157.xml" Id="Ref73e46b6c9247f3" /><Relationship Type="http://schemas.openxmlformats.org/officeDocument/2006/relationships/slide" Target="/ppt/slides/slide158.xml" Id="R10af46dcc25e479f" /><Relationship Type="http://schemas.openxmlformats.org/officeDocument/2006/relationships/slide" Target="/ppt/slides/slide159.xml" Id="Rb10f6e93185f46be" /><Relationship Type="http://schemas.openxmlformats.org/officeDocument/2006/relationships/slide" Target="/ppt/slides/slide160.xml" Id="R9e063dab0bab4cc1" /><Relationship Type="http://schemas.openxmlformats.org/officeDocument/2006/relationships/slide" Target="/ppt/slides/slide161.xml" Id="R80f40b2c480d4d27" /><Relationship Type="http://schemas.openxmlformats.org/officeDocument/2006/relationships/slide" Target="/ppt/slides/slide162.xml" Id="R3168374303e04066" /><Relationship Type="http://schemas.openxmlformats.org/officeDocument/2006/relationships/slide" Target="/ppt/slides/slide163.xml" Id="R0c0ec69a890840eb" /><Relationship Type="http://schemas.openxmlformats.org/officeDocument/2006/relationships/slide" Target="/ppt/slides/slide164.xml" Id="Rc46f3229a4954346" /><Relationship Type="http://schemas.openxmlformats.org/officeDocument/2006/relationships/slide" Target="/ppt/slides/slide165.xml" Id="R31c3045af1a5424e" /><Relationship Type="http://schemas.openxmlformats.org/officeDocument/2006/relationships/slide" Target="/ppt/slides/slide166.xml" Id="R6caa713108ad4f83" /><Relationship Type="http://schemas.openxmlformats.org/officeDocument/2006/relationships/slide" Target="/ppt/slides/slide167.xml" Id="Rd1c0a2e1de79495f" /><Relationship Type="http://schemas.openxmlformats.org/officeDocument/2006/relationships/slide" Target="/ppt/slides/slide168.xml" Id="Rb08b48c8d3a84de2" /><Relationship Type="http://schemas.openxmlformats.org/officeDocument/2006/relationships/slide" Target="/ppt/slides/slide169.xml" Id="R9f0bd539d6264bfd" /><Relationship Type="http://schemas.openxmlformats.org/officeDocument/2006/relationships/slide" Target="/ppt/slides/slide170.xml" Id="R8b577d6cd1424f37" /><Relationship Type="http://schemas.openxmlformats.org/officeDocument/2006/relationships/slide" Target="/ppt/slides/slide171.xml" Id="R4e9e27d246604d14" /><Relationship Type="http://schemas.openxmlformats.org/officeDocument/2006/relationships/slide" Target="/ppt/slides/slide172.xml" Id="R01563000f2c74976" /><Relationship Type="http://schemas.openxmlformats.org/officeDocument/2006/relationships/slide" Target="/ppt/slides/slide173.xml" Id="R476da3ec0fee456c" /><Relationship Type="http://schemas.openxmlformats.org/officeDocument/2006/relationships/slide" Target="/ppt/slides/slide174.xml" Id="Ref6d7f7c0e69407b" /><Relationship Type="http://schemas.openxmlformats.org/officeDocument/2006/relationships/slide" Target="/ppt/slides/slide175.xml" Id="Rbe5faf376c484165" /><Relationship Type="http://schemas.openxmlformats.org/officeDocument/2006/relationships/slide" Target="/ppt/slides/slide176.xml" Id="R76d2990c8ac6453c" /><Relationship Type="http://schemas.openxmlformats.org/officeDocument/2006/relationships/slide" Target="/ppt/slides/slide177.xml" Id="Rbbc7a7bf9207433d" /><Relationship Type="http://schemas.openxmlformats.org/officeDocument/2006/relationships/slide" Target="/ppt/slides/slide178.xml" Id="R398b1b51ded44df0" /><Relationship Type="http://schemas.openxmlformats.org/officeDocument/2006/relationships/slide" Target="/ppt/slides/slide179.xml" Id="R4d0b19b24e534a53" /><Relationship Type="http://schemas.openxmlformats.org/officeDocument/2006/relationships/slide" Target="/ppt/slides/slide180.xml" Id="Re8d5d17285304ccd" /><Relationship Type="http://schemas.openxmlformats.org/officeDocument/2006/relationships/slide" Target="/ppt/slides/slide181.xml" Id="R1362f62b34974250" /><Relationship Type="http://schemas.openxmlformats.org/officeDocument/2006/relationships/slide" Target="/ppt/slides/slide182.xml" Id="R1aa63f9342e24712" /><Relationship Type="http://schemas.openxmlformats.org/officeDocument/2006/relationships/slide" Target="/ppt/slides/slide183.xml" Id="R6527e8d5d2b149a2" /><Relationship Type="http://schemas.openxmlformats.org/officeDocument/2006/relationships/slide" Target="/ppt/slides/slide184.xml" Id="Rd2974ea90bd34b9e" /><Relationship Type="http://schemas.openxmlformats.org/officeDocument/2006/relationships/slide" Target="/ppt/slides/slide185.xml" Id="Rc5d85482845e4956" /><Relationship Type="http://schemas.openxmlformats.org/officeDocument/2006/relationships/slide" Target="/ppt/slides/slide186.xml" Id="R134ef173a74c4371" /><Relationship Type="http://schemas.openxmlformats.org/officeDocument/2006/relationships/slide" Target="/ppt/slides/slide187.xml" Id="R96c373b933364e43" /><Relationship Type="http://schemas.openxmlformats.org/officeDocument/2006/relationships/slide" Target="/ppt/slides/slide188.xml" Id="R7c6dab641eb54bbd" /><Relationship Type="http://schemas.openxmlformats.org/officeDocument/2006/relationships/slide" Target="/ppt/slides/slide189.xml" Id="R98355421184f417d" /><Relationship Type="http://schemas.openxmlformats.org/officeDocument/2006/relationships/slide" Target="/ppt/slides/slide190.xml" Id="R453e0107f693429e" /><Relationship Type="http://schemas.openxmlformats.org/officeDocument/2006/relationships/slide" Target="/ppt/slides/slide191.xml" Id="R316d5879c0c04fac" /><Relationship Type="http://schemas.openxmlformats.org/officeDocument/2006/relationships/slide" Target="/ppt/slides/slide192.xml" Id="Rd9f300b9aed64c97" /><Relationship Type="http://schemas.openxmlformats.org/officeDocument/2006/relationships/slide" Target="/ppt/slides/slide193.xml" Id="R34fb87a249e24955" /><Relationship Type="http://schemas.openxmlformats.org/officeDocument/2006/relationships/slide" Target="/ppt/slides/slide194.xml" Id="R232c8166f15c4c1b" /><Relationship Type="http://schemas.openxmlformats.org/officeDocument/2006/relationships/slide" Target="/ppt/slides/slide195.xml" Id="R841ea96a3359488b" /><Relationship Type="http://schemas.openxmlformats.org/officeDocument/2006/relationships/slide" Target="/ppt/slides/slide196.xml" Id="R77c1844e73af4467" /><Relationship Type="http://schemas.openxmlformats.org/officeDocument/2006/relationships/slide" Target="/ppt/slides/slide197.xml" Id="R38a88c7289b24044" /><Relationship Type="http://schemas.openxmlformats.org/officeDocument/2006/relationships/slide" Target="/ppt/slides/slide198.xml" Id="Rcc82372400c147f1" /><Relationship Type="http://schemas.openxmlformats.org/officeDocument/2006/relationships/slide" Target="/ppt/slides/slide199.xml" Id="R6c363e102b6d4bca" /><Relationship Type="http://schemas.openxmlformats.org/officeDocument/2006/relationships/slide" Target="/ppt/slides/slide200.xml" Id="R02ddebb7cfb940c0" /><Relationship Type="http://schemas.openxmlformats.org/officeDocument/2006/relationships/slide" Target="/ppt/slides/slide201.xml" Id="Rd92403a7251c4fa8" /><Relationship Type="http://schemas.openxmlformats.org/officeDocument/2006/relationships/slide" Target="/ppt/slides/slide202.xml" Id="R13844f3d09d64f30" /><Relationship Type="http://schemas.openxmlformats.org/officeDocument/2006/relationships/slide" Target="/ppt/slides/slide203.xml" Id="R8a9e65a5012444cf" /><Relationship Type="http://schemas.openxmlformats.org/officeDocument/2006/relationships/slide" Target="/ppt/slides/slide204.xml" Id="Rad846131d84d48c3" /><Relationship Type="http://schemas.openxmlformats.org/officeDocument/2006/relationships/slide" Target="/ppt/slides/slide205.xml" Id="Re055ce2921ad485d" /><Relationship Type="http://schemas.openxmlformats.org/officeDocument/2006/relationships/slide" Target="/ppt/slides/slide206.xml" Id="R9026cbb4dd174c22" /><Relationship Type="http://schemas.openxmlformats.org/officeDocument/2006/relationships/slide" Target="/ppt/slides/slide207.xml" Id="R750a0cd356764e66" /><Relationship Type="http://schemas.openxmlformats.org/officeDocument/2006/relationships/slide" Target="/ppt/slides/slide208.xml" Id="Ra10fdad880994749" /><Relationship Type="http://schemas.openxmlformats.org/officeDocument/2006/relationships/slide" Target="/ppt/slides/slide209.xml" Id="R532071fbef75435b" /><Relationship Type="http://schemas.openxmlformats.org/officeDocument/2006/relationships/slide" Target="/ppt/slides/slide210.xml" Id="Rd9732576a97e4d8d" /><Relationship Type="http://schemas.openxmlformats.org/officeDocument/2006/relationships/slide" Target="/ppt/slides/slide211.xml" Id="R17f94cadbb69471c" /><Relationship Type="http://schemas.openxmlformats.org/officeDocument/2006/relationships/slide" Target="/ppt/slides/slide212.xml" Id="Rba3f9a36d32d4f7e" /><Relationship Type="http://schemas.openxmlformats.org/officeDocument/2006/relationships/slide" Target="/ppt/slides/slide213.xml" Id="R7b3baf50225042c4" /><Relationship Type="http://schemas.openxmlformats.org/officeDocument/2006/relationships/slide" Target="/ppt/slides/slide214.xml" Id="R1c8b53926d9848bc" /><Relationship Type="http://schemas.openxmlformats.org/officeDocument/2006/relationships/slide" Target="/ppt/slides/slide215.xml" Id="R274b1eea55aa40e7" /><Relationship Type="http://schemas.openxmlformats.org/officeDocument/2006/relationships/slide" Target="/ppt/slides/slide216.xml" Id="Recad48e714994886" /><Relationship Type="http://schemas.openxmlformats.org/officeDocument/2006/relationships/slide" Target="/ppt/slides/slide217.xml" Id="R647e51d3ec644df4" /><Relationship Type="http://schemas.openxmlformats.org/officeDocument/2006/relationships/slide" Target="/ppt/slides/slide218.xml" Id="R3d0db232cf874c59" /><Relationship Type="http://schemas.openxmlformats.org/officeDocument/2006/relationships/slide" Target="/ppt/slides/slide219.xml" Id="Rfb02444e676843f7" /><Relationship Type="http://schemas.openxmlformats.org/officeDocument/2006/relationships/slide" Target="/ppt/slides/slide220.xml" Id="R86cae1c9a11c4a21" /><Relationship Type="http://schemas.openxmlformats.org/officeDocument/2006/relationships/slide" Target="/ppt/slides/slide221.xml" Id="Rdaf0347c2717400b" /><Relationship Type="http://schemas.openxmlformats.org/officeDocument/2006/relationships/slide" Target="/ppt/slides/slide222.xml" Id="R6478472cca16466f" /><Relationship Type="http://schemas.openxmlformats.org/officeDocument/2006/relationships/slide" Target="/ppt/slides/slide223.xml" Id="R271de3e367e5462b" /><Relationship Type="http://schemas.openxmlformats.org/officeDocument/2006/relationships/slide" Target="/ppt/slides/slide224.xml" Id="Rbb12e0e74896417a" /><Relationship Type="http://schemas.openxmlformats.org/officeDocument/2006/relationships/slide" Target="/ppt/slides/slide225.xml" Id="Rc300e71dca554c32" /><Relationship Type="http://schemas.openxmlformats.org/officeDocument/2006/relationships/slide" Target="/ppt/slides/slide226.xml" Id="R68dd806531dc42d3" /><Relationship Type="http://schemas.openxmlformats.org/officeDocument/2006/relationships/slide" Target="/ppt/slides/slide227.xml" Id="R61f4e8e58d2544aa" /><Relationship Type="http://schemas.openxmlformats.org/officeDocument/2006/relationships/slide" Target="/ppt/slides/slide228.xml" Id="R752c6d6d810d46e6" /><Relationship Type="http://schemas.openxmlformats.org/officeDocument/2006/relationships/slide" Target="/ppt/slides/slide229.xml" Id="Ra056f80e8e614e7e" /><Relationship Type="http://schemas.openxmlformats.org/officeDocument/2006/relationships/slide" Target="/ppt/slides/slide230.xml" Id="R6f18392ba7ce4b94" /><Relationship Type="http://schemas.openxmlformats.org/officeDocument/2006/relationships/slide" Target="/ppt/slides/slide231.xml" Id="Rc8b61e52f9d14628" /><Relationship Type="http://schemas.openxmlformats.org/officeDocument/2006/relationships/slide" Target="/ppt/slides/slide232.xml" Id="R8fd213cd5a83422a" /><Relationship Type="http://schemas.openxmlformats.org/officeDocument/2006/relationships/slide" Target="/ppt/slides/slide233.xml" Id="R87e026c03f8a4171" /><Relationship Type="http://schemas.openxmlformats.org/officeDocument/2006/relationships/slide" Target="/ppt/slides/slide234.xml" Id="Ra167e548b0494c66" /><Relationship Type="http://schemas.openxmlformats.org/officeDocument/2006/relationships/slide" Target="/ppt/slides/slide235.xml" Id="Rcc8a6c88da1443ba" /><Relationship Type="http://schemas.openxmlformats.org/officeDocument/2006/relationships/slide" Target="/ppt/slides/slide236.xml" Id="R891ffdc9838445c9" /><Relationship Type="http://schemas.openxmlformats.org/officeDocument/2006/relationships/slide" Target="/ppt/slides/slide237.xml" Id="Re60e3b6b6cef4810" /><Relationship Type="http://schemas.openxmlformats.org/officeDocument/2006/relationships/slide" Target="/ppt/slides/slide238.xml" Id="R8528fe1f16f84630" /><Relationship Type="http://schemas.openxmlformats.org/officeDocument/2006/relationships/slide" Target="/ppt/slides/slide239.xml" Id="Rce756d2f0cac45a6" /><Relationship Type="http://schemas.openxmlformats.org/officeDocument/2006/relationships/slide" Target="/ppt/slides/slide240.xml" Id="R583949efbc304099" /><Relationship Type="http://schemas.openxmlformats.org/officeDocument/2006/relationships/slide" Target="/ppt/slides/slide241.xml" Id="R489ae911340746a4" /><Relationship Type="http://schemas.openxmlformats.org/officeDocument/2006/relationships/slide" Target="/ppt/slides/slide242.xml" Id="R839b717bf4b1431f" /><Relationship Type="http://schemas.openxmlformats.org/officeDocument/2006/relationships/slide" Target="/ppt/slides/slide243.xml" Id="Rffcf4a7759264191" /><Relationship Type="http://schemas.openxmlformats.org/officeDocument/2006/relationships/slide" Target="/ppt/slides/slide244.xml" Id="Rd8ba69cb1c704f2e" /><Relationship Type="http://schemas.openxmlformats.org/officeDocument/2006/relationships/slide" Target="/ppt/slides/slide245.xml" Id="R98404899c52a459a" /><Relationship Type="http://schemas.openxmlformats.org/officeDocument/2006/relationships/slide" Target="/ppt/slides/slide246.xml" Id="R5629470126ed4cb2" /><Relationship Type="http://schemas.openxmlformats.org/officeDocument/2006/relationships/slide" Target="/ppt/slides/slide247.xml" Id="R54f0f02b05764bcb" /><Relationship Type="http://schemas.openxmlformats.org/officeDocument/2006/relationships/slide" Target="/ppt/slides/slide248.xml" Id="Rdb8860d66031430f" /><Relationship Type="http://schemas.openxmlformats.org/officeDocument/2006/relationships/slide" Target="/ppt/slides/slide249.xml" Id="R511b479012ee4c3c" /><Relationship Type="http://schemas.openxmlformats.org/officeDocument/2006/relationships/slide" Target="/ppt/slides/slide250.xml" Id="R8b35c088b3634069" /><Relationship Type="http://schemas.openxmlformats.org/officeDocument/2006/relationships/slide" Target="/ppt/slides/slide251.xml" Id="R32fa2dff89a9462f" /><Relationship Type="http://schemas.openxmlformats.org/officeDocument/2006/relationships/slide" Target="/ppt/slides/slide252.xml" Id="R8c7393cc781c4dae" /><Relationship Type="http://schemas.openxmlformats.org/officeDocument/2006/relationships/slide" Target="/ppt/slides/slide253.xml" Id="Rb6c494b98ba3453a" /><Relationship Type="http://schemas.openxmlformats.org/officeDocument/2006/relationships/slide" Target="/ppt/slides/slide254.xml" Id="Rb7dcf9baeb3549ea" /><Relationship Type="http://schemas.openxmlformats.org/officeDocument/2006/relationships/slide" Target="/ppt/slides/slide255.xml" Id="R8a49fdd8b55e4103" /><Relationship Type="http://schemas.openxmlformats.org/officeDocument/2006/relationships/slide" Target="/ppt/slides/slide256.xml" Id="R25e6b45eeb404fde" /><Relationship Type="http://schemas.openxmlformats.org/officeDocument/2006/relationships/slide" Target="/ppt/slides/slide257.xml" Id="Reb52d5b421b9463f" /><Relationship Type="http://schemas.openxmlformats.org/officeDocument/2006/relationships/slide" Target="/ppt/slides/slide258.xml" Id="R391d22c9e2f9440a" /><Relationship Type="http://schemas.openxmlformats.org/officeDocument/2006/relationships/slide" Target="/ppt/slides/slide259.xml" Id="R618380797fd54431" /><Relationship Type="http://schemas.openxmlformats.org/officeDocument/2006/relationships/slide" Target="/ppt/slides/slide260.xml" Id="R941e0e9dbd924111" /><Relationship Type="http://schemas.openxmlformats.org/officeDocument/2006/relationships/slide" Target="/ppt/slides/slide261.xml" Id="R40b4368e4412470f" /><Relationship Type="http://schemas.openxmlformats.org/officeDocument/2006/relationships/slide" Target="/ppt/slides/slide262.xml" Id="R83856be6d79c41ab" /><Relationship Type="http://schemas.openxmlformats.org/officeDocument/2006/relationships/slide" Target="/ppt/slides/slide263.xml" Id="Ra7d471fc72df4709" /><Relationship Type="http://schemas.openxmlformats.org/officeDocument/2006/relationships/slide" Target="/ppt/slides/slide264.xml" Id="R2375b8214d7b4cc3" /><Relationship Type="http://schemas.openxmlformats.org/officeDocument/2006/relationships/slide" Target="/ppt/slides/slide265.xml" Id="Rf151718439a648d6" /><Relationship Type="http://schemas.openxmlformats.org/officeDocument/2006/relationships/slide" Target="/ppt/slides/slide266.xml" Id="Rc9c608d16b894633" /><Relationship Type="http://schemas.openxmlformats.org/officeDocument/2006/relationships/slide" Target="/ppt/slides/slide267.xml" Id="R4c40ee5005d541f6" /><Relationship Type="http://schemas.openxmlformats.org/officeDocument/2006/relationships/slide" Target="/ppt/slides/slide268.xml" Id="R5a95316b0b8d4b2d" /><Relationship Type="http://schemas.openxmlformats.org/officeDocument/2006/relationships/slide" Target="/ppt/slides/slide269.xml" Id="Reb2df84dc2ac4dec" /><Relationship Type="http://schemas.openxmlformats.org/officeDocument/2006/relationships/slide" Target="/ppt/slides/slide270.xml" Id="R5dce563d4d494fa1" /><Relationship Type="http://schemas.openxmlformats.org/officeDocument/2006/relationships/slide" Target="/ppt/slides/slide271.xml" Id="Rfc7426bbed3e4042" /><Relationship Type="http://schemas.openxmlformats.org/officeDocument/2006/relationships/slide" Target="/ppt/slides/slide272.xml" Id="R35e8c22e35be4999" /><Relationship Type="http://schemas.openxmlformats.org/officeDocument/2006/relationships/slide" Target="/ppt/slides/slide273.xml" Id="R8521fb9c76344ebc" /><Relationship Type="http://schemas.openxmlformats.org/officeDocument/2006/relationships/slide" Target="/ppt/slides/slide274.xml" Id="R847a70ae555d432a" /><Relationship Type="http://schemas.openxmlformats.org/officeDocument/2006/relationships/slide" Target="/ppt/slides/slide275.xml" Id="R665c2df5e8084f24" /><Relationship Type="http://schemas.openxmlformats.org/officeDocument/2006/relationships/slide" Target="/ppt/slides/slide276.xml" Id="Rf683b18d7ca7414b" /><Relationship Type="http://schemas.openxmlformats.org/officeDocument/2006/relationships/slide" Target="/ppt/slides/slide277.xml" Id="Ra227f8c9db814620" /><Relationship Type="http://schemas.openxmlformats.org/officeDocument/2006/relationships/slide" Target="/ppt/slides/slide278.xml" Id="Rc882790d826341f8" /><Relationship Type="http://schemas.openxmlformats.org/officeDocument/2006/relationships/slide" Target="/ppt/slides/slide279.xml" Id="R6cea239d92db49a5" /><Relationship Type="http://schemas.openxmlformats.org/officeDocument/2006/relationships/slide" Target="/ppt/slides/slide280.xml" Id="R2fbb343bbcc64f86" /><Relationship Type="http://schemas.openxmlformats.org/officeDocument/2006/relationships/slide" Target="/ppt/slides/slide281.xml" Id="Rf2bbbfb84526445a" /><Relationship Type="http://schemas.openxmlformats.org/officeDocument/2006/relationships/slide" Target="/ppt/slides/slide282.xml" Id="Rf5798aa839264dd0" /><Relationship Type="http://schemas.openxmlformats.org/officeDocument/2006/relationships/slide" Target="/ppt/slides/slide283.xml" Id="Re2956fbf114243f5" /><Relationship Type="http://schemas.openxmlformats.org/officeDocument/2006/relationships/slide" Target="/ppt/slides/slide284.xml" Id="Radaf24804d7348dd" /><Relationship Type="http://schemas.openxmlformats.org/officeDocument/2006/relationships/slide" Target="/ppt/slides/slide285.xml" Id="R7a1093836c31454b" /><Relationship Type="http://schemas.openxmlformats.org/officeDocument/2006/relationships/slide" Target="/ppt/slides/slide286.xml" Id="R7776304f3fcb4116" /><Relationship Type="http://schemas.openxmlformats.org/officeDocument/2006/relationships/slide" Target="/ppt/slides/slide287.xml" Id="R534af9af00344845" /><Relationship Type="http://schemas.openxmlformats.org/officeDocument/2006/relationships/slide" Target="/ppt/slides/slide288.xml" Id="Reb799cc678184bc4" /><Relationship Type="http://schemas.openxmlformats.org/officeDocument/2006/relationships/slide" Target="/ppt/slides/slide289.xml" Id="R96e2db60279f4ce1" /><Relationship Type="http://schemas.openxmlformats.org/officeDocument/2006/relationships/slide" Target="/ppt/slides/slide290.xml" Id="R1884dfa6dcdd4a81" /><Relationship Type="http://schemas.openxmlformats.org/officeDocument/2006/relationships/slide" Target="/ppt/slides/slide291.xml" Id="Rdc21bd92487740cc" /><Relationship Type="http://schemas.openxmlformats.org/officeDocument/2006/relationships/slide" Target="/ppt/slides/slide292.xml" Id="Rbc6ae122492f468b" /><Relationship Type="http://schemas.openxmlformats.org/officeDocument/2006/relationships/slide" Target="/ppt/slides/slide293.xml" Id="Rb642c02e9d1848b3" /><Relationship Type="http://schemas.openxmlformats.org/officeDocument/2006/relationships/slide" Target="/ppt/slides/slide294.xml" Id="Rebe34a7883534be9" /><Relationship Type="http://schemas.openxmlformats.org/officeDocument/2006/relationships/slide" Target="/ppt/slides/slide295.xml" Id="R355deb962d51439f" /><Relationship Type="http://schemas.openxmlformats.org/officeDocument/2006/relationships/slide" Target="/ppt/slides/slide296.xml" Id="R066b4965c92b4392" /><Relationship Type="http://schemas.openxmlformats.org/officeDocument/2006/relationships/slide" Target="/ppt/slides/slide297.xml" Id="Rb940fe50d6484ef9" /><Relationship Type="http://schemas.openxmlformats.org/officeDocument/2006/relationships/slide" Target="/ppt/slides/slide298.xml" Id="R5771588b11b74ab4" /><Relationship Type="http://schemas.openxmlformats.org/officeDocument/2006/relationships/slide" Target="/ppt/slides/slide299.xml" Id="R4da093f652164036" /><Relationship Type="http://schemas.openxmlformats.org/officeDocument/2006/relationships/slide" Target="/ppt/slides/slide300.xml" Id="Rc5b50be4b4fa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da416c0080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56fd3fdf534bdf" /><Relationship Type="http://schemas.openxmlformats.org/officeDocument/2006/relationships/notesMaster" Target="/ppt/notesMasters/notesMaster1.xml" Id="R88facc2bc845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d9e96b82fb44aa" /><Relationship Type="http://schemas.openxmlformats.org/officeDocument/2006/relationships/notesMaster" Target="/ppt/notesMasters/notesMaster1.xml" Id="R6829afcdb46047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9a51d46ad742d3" /><Relationship Type="http://schemas.openxmlformats.org/officeDocument/2006/relationships/notesMaster" Target="/ppt/notesMasters/notesMaster1.xml" Id="Rdc37ac73f42c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7d24c3d40845b5" /><Relationship Type="http://schemas.openxmlformats.org/officeDocument/2006/relationships/notesMaster" Target="/ppt/notesMasters/notesMaster1.xml" Id="R4314182c9d7c4f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bc003850344ff" /><Relationship Type="http://schemas.openxmlformats.org/officeDocument/2006/relationships/notesMaster" Target="/ppt/notesMasters/notesMaster1.xml" Id="R5e0ffcad54fe4e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17689507584609" /><Relationship Type="http://schemas.openxmlformats.org/officeDocument/2006/relationships/notesMaster" Target="/ppt/notesMasters/notesMaster1.xml" Id="R38f9e12d63db40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4155297a39487c" /><Relationship Type="http://schemas.openxmlformats.org/officeDocument/2006/relationships/notesMaster" Target="/ppt/notesMasters/notesMaster1.xml" Id="R389614267b6f4a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c5f3b4184c4966" /><Relationship Type="http://schemas.openxmlformats.org/officeDocument/2006/relationships/notesMaster" Target="/ppt/notesMasters/notesMaster1.xml" Id="R21c82db4be464d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ca69570c554a8e" /><Relationship Type="http://schemas.openxmlformats.org/officeDocument/2006/relationships/notesMaster" Target="/ppt/notesMasters/notesMaster1.xml" Id="Rc27c6f68aa3241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a8f0e6f7364052" /><Relationship Type="http://schemas.openxmlformats.org/officeDocument/2006/relationships/notesMaster" Target="/ppt/notesMasters/notesMaster1.xml" Id="R3b7fce29aba941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739fcfe6d42ad" /><Relationship Type="http://schemas.openxmlformats.org/officeDocument/2006/relationships/notesMaster" Target="/ppt/notesMasters/notesMaster1.xml" Id="Rc7525df5a6f945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8f50916a364ffd" /><Relationship Type="http://schemas.openxmlformats.org/officeDocument/2006/relationships/notesMaster" Target="/ppt/notesMasters/notesMaster1.xml" Id="R825a78db464349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b385cc97b2445a" /><Relationship Type="http://schemas.openxmlformats.org/officeDocument/2006/relationships/notesMaster" Target="/ppt/notesMasters/notesMaster1.xml" Id="Re2d4115ca8ae4b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dc1bfddc434d5c" /><Relationship Type="http://schemas.openxmlformats.org/officeDocument/2006/relationships/notesMaster" Target="/ppt/notesMasters/notesMaster1.xml" Id="R63b1dc3579f64d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d6515a3ba4052" /><Relationship Type="http://schemas.openxmlformats.org/officeDocument/2006/relationships/notesMaster" Target="/ppt/notesMasters/notesMaster1.xml" Id="R590d75e4c2e845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9d317f68e548a8" /><Relationship Type="http://schemas.openxmlformats.org/officeDocument/2006/relationships/notesMaster" Target="/ppt/notesMasters/notesMaster1.xml" Id="Rb87ee4f9611f47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d1fec2e1f24daf" /><Relationship Type="http://schemas.openxmlformats.org/officeDocument/2006/relationships/notesMaster" Target="/ppt/notesMasters/notesMaster1.xml" Id="R11655321b79049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8e751057494e04" /><Relationship Type="http://schemas.openxmlformats.org/officeDocument/2006/relationships/notesMaster" Target="/ppt/notesMasters/notesMaster1.xml" Id="R2094ec69555846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5a730201e8547b0" /><Relationship Type="http://schemas.openxmlformats.org/officeDocument/2006/relationships/notesMaster" Target="/ppt/notesMasters/notesMaster1.xml" Id="Rf3f32bd223924a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317e1813614da2" /><Relationship Type="http://schemas.openxmlformats.org/officeDocument/2006/relationships/notesMaster" Target="/ppt/notesMasters/notesMaster1.xml" Id="Rdeeef5a43cc14e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09519710e849e3" /><Relationship Type="http://schemas.openxmlformats.org/officeDocument/2006/relationships/notesMaster" Target="/ppt/notesMasters/notesMaster1.xml" Id="R8a07aca935e244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3d2808047040f1" /><Relationship Type="http://schemas.openxmlformats.org/officeDocument/2006/relationships/notesMaster" Target="/ppt/notesMasters/notesMaster1.xml" Id="Re48a59b045b646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b29bf221ed45ee" /><Relationship Type="http://schemas.openxmlformats.org/officeDocument/2006/relationships/notesMaster" Target="/ppt/notesMasters/notesMaster1.xml" Id="Ra3d13329e8e54e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c7f75241f44877" /><Relationship Type="http://schemas.openxmlformats.org/officeDocument/2006/relationships/notesMaster" Target="/ppt/notesMasters/notesMaster1.xml" Id="R635920bc03fd4ea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ee57bdb34004c20" /><Relationship Type="http://schemas.openxmlformats.org/officeDocument/2006/relationships/notesMaster" Target="/ppt/notesMasters/notesMaster1.xml" Id="R9836bfd9b03e44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16ab36469f64e8f" /><Relationship Type="http://schemas.openxmlformats.org/officeDocument/2006/relationships/notesMaster" Target="/ppt/notesMasters/notesMaster1.xml" Id="Re19f77499b4946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7ed05ebea149ab" /><Relationship Type="http://schemas.openxmlformats.org/officeDocument/2006/relationships/notesMaster" Target="/ppt/notesMasters/notesMaster1.xml" Id="R80fa197d549e4b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0a20fb180cd4b21" /><Relationship Type="http://schemas.openxmlformats.org/officeDocument/2006/relationships/notesMaster" Target="/ppt/notesMasters/notesMaster1.xml" Id="Rbe3b506eead647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4882beb92534f72" /><Relationship Type="http://schemas.openxmlformats.org/officeDocument/2006/relationships/notesMaster" Target="/ppt/notesMasters/notesMaster1.xml" Id="R07ab703eb6834c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4beb148ff04085" /><Relationship Type="http://schemas.openxmlformats.org/officeDocument/2006/relationships/notesMaster" Target="/ppt/notesMasters/notesMaster1.xml" Id="Rc9dcf8bb8fbf4a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7d6751349dd48c2" /><Relationship Type="http://schemas.openxmlformats.org/officeDocument/2006/relationships/notesMaster" Target="/ppt/notesMasters/notesMaster1.xml" Id="Rcd69bbcf7369404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055c2cb1c54446" /><Relationship Type="http://schemas.openxmlformats.org/officeDocument/2006/relationships/notesMaster" Target="/ppt/notesMasters/notesMaster1.xml" Id="R369e5c75f0a6442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fd2298d54274831" /><Relationship Type="http://schemas.openxmlformats.org/officeDocument/2006/relationships/notesMaster" Target="/ppt/notesMasters/notesMaster1.xml" Id="R94f0a0e0a8b74f3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8d1ca6502f64861" /><Relationship Type="http://schemas.openxmlformats.org/officeDocument/2006/relationships/notesMaster" Target="/ppt/notesMasters/notesMaster1.xml" Id="R01b386155a1b48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c28ff76b3e4fbd" /><Relationship Type="http://schemas.openxmlformats.org/officeDocument/2006/relationships/notesMaster" Target="/ppt/notesMasters/notesMaster1.xml" Id="R34b0fc33b3c442b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019a9fee5b746a0" /><Relationship Type="http://schemas.openxmlformats.org/officeDocument/2006/relationships/notesMaster" Target="/ppt/notesMasters/notesMaster1.xml" Id="R4f8dcd31d48142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0f16097f0134b84" /><Relationship Type="http://schemas.openxmlformats.org/officeDocument/2006/relationships/notesMaster" Target="/ppt/notesMasters/notesMaster1.xml" Id="Rdf08b960037a404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64ec7f13a6e41f8" /><Relationship Type="http://schemas.openxmlformats.org/officeDocument/2006/relationships/notesMaster" Target="/ppt/notesMasters/notesMaster1.xml" Id="R60b3137c5c284be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8aa17f089c34789" /><Relationship Type="http://schemas.openxmlformats.org/officeDocument/2006/relationships/notesMaster" Target="/ppt/notesMasters/notesMaster1.xml" Id="Rbe63eb715af346a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61ceaaf6b714d0c" /><Relationship Type="http://schemas.openxmlformats.org/officeDocument/2006/relationships/notesMaster" Target="/ppt/notesMasters/notesMaster1.xml" Id="R1f633c4905f046a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81294f14e534e65" /><Relationship Type="http://schemas.openxmlformats.org/officeDocument/2006/relationships/notesMaster" Target="/ppt/notesMasters/notesMaster1.xml" Id="R473a17859b7d430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ece607c10ce42ed" /><Relationship Type="http://schemas.openxmlformats.org/officeDocument/2006/relationships/notesMaster" Target="/ppt/notesMasters/notesMaster1.xml" Id="R10b6255b45e94b2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edd4bbcfc78422d" /><Relationship Type="http://schemas.openxmlformats.org/officeDocument/2006/relationships/notesMaster" Target="/ppt/notesMasters/notesMaster1.xml" Id="R2fe05b516fe14af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d430c55cce34f28" /><Relationship Type="http://schemas.openxmlformats.org/officeDocument/2006/relationships/notesMaster" Target="/ppt/notesMasters/notesMaster1.xml" Id="Rc924e282e822494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89114b5dbdc42ec" /><Relationship Type="http://schemas.openxmlformats.org/officeDocument/2006/relationships/notesMaster" Target="/ppt/notesMasters/notesMaster1.xml" Id="R3a857129bd454ef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af3b9bf019746b9" /><Relationship Type="http://schemas.openxmlformats.org/officeDocument/2006/relationships/notesMaster" Target="/ppt/notesMasters/notesMaster1.xml" Id="R22defb0ce0aa4aa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7ff3983bf2a4c66" /><Relationship Type="http://schemas.openxmlformats.org/officeDocument/2006/relationships/notesMaster" Target="/ppt/notesMasters/notesMaster1.xml" Id="R8bb7db630cba4f1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a10aa9f082442d6" /><Relationship Type="http://schemas.openxmlformats.org/officeDocument/2006/relationships/notesMaster" Target="/ppt/notesMasters/notesMaster1.xml" Id="R0636375dde4147d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5fbae589ea24698" /><Relationship Type="http://schemas.openxmlformats.org/officeDocument/2006/relationships/notesMaster" Target="/ppt/notesMasters/notesMaster1.xml" Id="R92a47fb51efa447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8d5d99b052047a0" /><Relationship Type="http://schemas.openxmlformats.org/officeDocument/2006/relationships/notesMaster" Target="/ppt/notesMasters/notesMaster1.xml" Id="R0597968c4da340e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8030397aefe4d45" /><Relationship Type="http://schemas.openxmlformats.org/officeDocument/2006/relationships/notesMaster" Target="/ppt/notesMasters/notesMaster1.xml" Id="Reba54eae3e4443d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af8f078995a4d21" /><Relationship Type="http://schemas.openxmlformats.org/officeDocument/2006/relationships/notesMaster" Target="/ppt/notesMasters/notesMaster1.xml" Id="R109c55d02a974af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34c12da3370438f" /><Relationship Type="http://schemas.openxmlformats.org/officeDocument/2006/relationships/notesMaster" Target="/ppt/notesMasters/notesMaster1.xml" Id="R95145815783d430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1475b7e8e714fdd" /><Relationship Type="http://schemas.openxmlformats.org/officeDocument/2006/relationships/notesMaster" Target="/ppt/notesMasters/notesMaster1.xml" Id="R537b574c0cda4d9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20d01637298480c" /><Relationship Type="http://schemas.openxmlformats.org/officeDocument/2006/relationships/notesMaster" Target="/ppt/notesMasters/notesMaster1.xml" Id="R736873a2d4ea4c1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52abb49977a4e3b" /><Relationship Type="http://schemas.openxmlformats.org/officeDocument/2006/relationships/notesMaster" Target="/ppt/notesMasters/notesMaster1.xml" Id="R540c1f90e6334e7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abd17959d464f77" /><Relationship Type="http://schemas.openxmlformats.org/officeDocument/2006/relationships/notesMaster" Target="/ppt/notesMasters/notesMaster1.xml" Id="R0bf3463888304b2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1621c6831b24f80" /><Relationship Type="http://schemas.openxmlformats.org/officeDocument/2006/relationships/notesMaster" Target="/ppt/notesMasters/notesMaster1.xml" Id="Rf05035cd12fc431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250935f6dce4e0d" /><Relationship Type="http://schemas.openxmlformats.org/officeDocument/2006/relationships/notesMaster" Target="/ppt/notesMasters/notesMaster1.xml" Id="R36e8c0519e25485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d185779a0d34797" /><Relationship Type="http://schemas.openxmlformats.org/officeDocument/2006/relationships/notesMaster" Target="/ppt/notesMasters/notesMaster1.xml" Id="R4422498727d54c2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7562e9cc3ac45fa" /><Relationship Type="http://schemas.openxmlformats.org/officeDocument/2006/relationships/notesMaster" Target="/ppt/notesMasters/notesMaster1.xml" Id="Ra43198b713fb442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46ba578533c4b2d" /><Relationship Type="http://schemas.openxmlformats.org/officeDocument/2006/relationships/notesMaster" Target="/ppt/notesMasters/notesMaster1.xml" Id="Rb674aa4891024a0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4f224285fd440e8" /><Relationship Type="http://schemas.openxmlformats.org/officeDocument/2006/relationships/notesMaster" Target="/ppt/notesMasters/notesMaster1.xml" Id="R2ccfc07e85df4bf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b093c884e6c4d6c" /><Relationship Type="http://schemas.openxmlformats.org/officeDocument/2006/relationships/notesMaster" Target="/ppt/notesMasters/notesMaster1.xml" Id="R8c329f21ae8340e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790e48897d34507" /><Relationship Type="http://schemas.openxmlformats.org/officeDocument/2006/relationships/notesMaster" Target="/ppt/notesMasters/notesMaster1.xml" Id="R2390dc97f09249c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2a629c03876488d" /><Relationship Type="http://schemas.openxmlformats.org/officeDocument/2006/relationships/notesMaster" Target="/ppt/notesMasters/notesMaster1.xml" Id="R321ecd5d62db452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2750217377145a0" /><Relationship Type="http://schemas.openxmlformats.org/officeDocument/2006/relationships/notesMaster" Target="/ppt/notesMasters/notesMaster1.xml" Id="Re7b711e64e46433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295bbf2e24b4a78" /><Relationship Type="http://schemas.openxmlformats.org/officeDocument/2006/relationships/notesMaster" Target="/ppt/notesMasters/notesMaster1.xml" Id="Rdfbdfed76bef4b1a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14181a9cd95467b" /><Relationship Type="http://schemas.openxmlformats.org/officeDocument/2006/relationships/notesMaster" Target="/ppt/notesMasters/notesMaster1.xml" Id="R6475668cc9674ef8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cba64cb10964438" /><Relationship Type="http://schemas.openxmlformats.org/officeDocument/2006/relationships/notesMaster" Target="/ppt/notesMasters/notesMaster1.xml" Id="R28e0e6195bcb42c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3337e971d5d4a11" /><Relationship Type="http://schemas.openxmlformats.org/officeDocument/2006/relationships/notesMaster" Target="/ppt/notesMasters/notesMaster1.xml" Id="R60dc1d71903844a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6f9d2b33cb2462a" /><Relationship Type="http://schemas.openxmlformats.org/officeDocument/2006/relationships/notesMaster" Target="/ppt/notesMasters/notesMaster1.xml" Id="Rb25e877fd7e44a5b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59c67eba9ad4611" /><Relationship Type="http://schemas.openxmlformats.org/officeDocument/2006/relationships/notesMaster" Target="/ppt/notesMasters/notesMaster1.xml" Id="R4f45485bdcbd43e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b69b9a2ac7f4bd4" /><Relationship Type="http://schemas.openxmlformats.org/officeDocument/2006/relationships/notesMaster" Target="/ppt/notesMasters/notesMaster1.xml" Id="Raf7798136bbf4ce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969195529614fbd" /><Relationship Type="http://schemas.openxmlformats.org/officeDocument/2006/relationships/notesMaster" Target="/ppt/notesMasters/notesMaster1.xml" Id="R620dd5ceaaef47b1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6bc5ebfa694439b" /><Relationship Type="http://schemas.openxmlformats.org/officeDocument/2006/relationships/notesMaster" Target="/ppt/notesMasters/notesMaster1.xml" Id="R282d395cb3c440d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c6314abab51423a" /><Relationship Type="http://schemas.openxmlformats.org/officeDocument/2006/relationships/notesMaster" Target="/ppt/notesMasters/notesMaster1.xml" Id="R492ac62f0f65436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860849be935243eb" /><Relationship Type="http://schemas.openxmlformats.org/officeDocument/2006/relationships/notesMaster" Target="/ppt/notesMasters/notesMaster1.xml" Id="R3042a177471e4ac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79075ef49144e41" /><Relationship Type="http://schemas.openxmlformats.org/officeDocument/2006/relationships/notesMaster" Target="/ppt/notesMasters/notesMaster1.xml" Id="R005ec6fe088e48d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b3beef7dbc84c28" /><Relationship Type="http://schemas.openxmlformats.org/officeDocument/2006/relationships/notesMaster" Target="/ppt/notesMasters/notesMaster1.xml" Id="R3d6a1217b246450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0850d02422564245" /><Relationship Type="http://schemas.openxmlformats.org/officeDocument/2006/relationships/notesMaster" Target="/ppt/notesMasters/notesMaster1.xml" Id="R072cc06b829844c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655a3ad60fb0435d" /><Relationship Type="http://schemas.openxmlformats.org/officeDocument/2006/relationships/notesMaster" Target="/ppt/notesMasters/notesMaster1.xml" Id="Rd038b211ec9e4ee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c1a9f429e824d40" /><Relationship Type="http://schemas.openxmlformats.org/officeDocument/2006/relationships/notesMaster" Target="/ppt/notesMasters/notesMaster1.xml" Id="Ra16423d049bb462d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7e2f8eb2ca464db3" /><Relationship Type="http://schemas.openxmlformats.org/officeDocument/2006/relationships/notesMaster" Target="/ppt/notesMasters/notesMaster1.xml" Id="Rc1c813714ea0430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123a89551c64a41" /><Relationship Type="http://schemas.openxmlformats.org/officeDocument/2006/relationships/notesMaster" Target="/ppt/notesMasters/notesMaster1.xml" Id="R6008f1e08b744890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66f69f67d8424789" /><Relationship Type="http://schemas.openxmlformats.org/officeDocument/2006/relationships/notesMaster" Target="/ppt/notesMasters/notesMaster1.xml" Id="R85702f52f0a046b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188e424d5d24c47" /><Relationship Type="http://schemas.openxmlformats.org/officeDocument/2006/relationships/notesMaster" Target="/ppt/notesMasters/notesMaster1.xml" Id="R8f099bd98af840a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3f4626e47ff4120" /><Relationship Type="http://schemas.openxmlformats.org/officeDocument/2006/relationships/notesMaster" Target="/ppt/notesMasters/notesMaster1.xml" Id="R525aa0593156490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127448ccff64589" /><Relationship Type="http://schemas.openxmlformats.org/officeDocument/2006/relationships/notesMaster" Target="/ppt/notesMasters/notesMaster1.xml" Id="Ra4cdccce99754a7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4ce45448e5a43f9" /><Relationship Type="http://schemas.openxmlformats.org/officeDocument/2006/relationships/notesMaster" Target="/ppt/notesMasters/notesMaster1.xml" Id="Re176ca832d6d466e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e6da9c1cf8da4b2f" /><Relationship Type="http://schemas.openxmlformats.org/officeDocument/2006/relationships/notesMaster" Target="/ppt/notesMasters/notesMaster1.xml" Id="R385097c9c7f74b15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2920e39318c45e7" /><Relationship Type="http://schemas.openxmlformats.org/officeDocument/2006/relationships/notesMaster" Target="/ppt/notesMasters/notesMaster1.xml" Id="R761a37e9afd4455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1cb2edd74d34477" /><Relationship Type="http://schemas.openxmlformats.org/officeDocument/2006/relationships/notesMaster" Target="/ppt/notesMasters/notesMaster1.xml" Id="R53c406ce75744296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d494a99f7eab4720" /><Relationship Type="http://schemas.openxmlformats.org/officeDocument/2006/relationships/notesMaster" Target="/ppt/notesMasters/notesMaster1.xml" Id="R15f3a87c343e4d4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f8c4106689c944b5" /><Relationship Type="http://schemas.openxmlformats.org/officeDocument/2006/relationships/notesMaster" Target="/ppt/notesMasters/notesMaster1.xml" Id="R130b75f2914141c7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24a81a639e241cd" /><Relationship Type="http://schemas.openxmlformats.org/officeDocument/2006/relationships/notesMaster" Target="/ppt/notesMasters/notesMaster1.xml" Id="Rbddd62871d3c412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bc4b2b499a4c4dcf" /><Relationship Type="http://schemas.openxmlformats.org/officeDocument/2006/relationships/notesMaster" Target="/ppt/notesMasters/notesMaster1.xml" Id="R2d139cfc58da46f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f2e70760bfb4da8" /><Relationship Type="http://schemas.openxmlformats.org/officeDocument/2006/relationships/notesMaster" Target="/ppt/notesMasters/notesMaster1.xml" Id="R8546688273e84fb1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2cf564363ec14833" /><Relationship Type="http://schemas.openxmlformats.org/officeDocument/2006/relationships/notesMaster" Target="/ppt/notesMasters/notesMaster1.xml" Id="R5e2e4c861bd54cf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105b15cbd6e340d1" /><Relationship Type="http://schemas.openxmlformats.org/officeDocument/2006/relationships/notesMaster" Target="/ppt/notesMasters/notesMaster1.xml" Id="R701eb7864eef475c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23ab2e042e24837" /><Relationship Type="http://schemas.openxmlformats.org/officeDocument/2006/relationships/notesMaster" Target="/ppt/notesMasters/notesMaster1.xml" Id="Raa3c767b612b4aa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948a22c192b246df" /><Relationship Type="http://schemas.openxmlformats.org/officeDocument/2006/relationships/notesMaster" Target="/ppt/notesMasters/notesMaster1.xml" Id="R3f3839c0d75741c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dfaa53a958a45ee" /><Relationship Type="http://schemas.openxmlformats.org/officeDocument/2006/relationships/notesMaster" Target="/ppt/notesMasters/notesMaster1.xml" Id="R1648728fa3a94745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9889a16ec4f4d60" /><Relationship Type="http://schemas.openxmlformats.org/officeDocument/2006/relationships/notesMaster" Target="/ppt/notesMasters/notesMaster1.xml" Id="R8ccbf4f5d46f4b66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a6dd5c5d31f14cef" /><Relationship Type="http://schemas.openxmlformats.org/officeDocument/2006/relationships/notesMaster" Target="/ppt/notesMasters/notesMaster1.xml" Id="Rf93ba8213bad4d03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5914c8931ce4264" /><Relationship Type="http://schemas.openxmlformats.org/officeDocument/2006/relationships/notesMaster" Target="/ppt/notesMasters/notesMaster1.xml" Id="R5bda01ad655544d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174b7d0a52d942d2" /><Relationship Type="http://schemas.openxmlformats.org/officeDocument/2006/relationships/notesMaster" Target="/ppt/notesMasters/notesMaster1.xml" Id="R9c4a3bbc76ca414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ddca997feab44388" /><Relationship Type="http://schemas.openxmlformats.org/officeDocument/2006/relationships/notesMaster" Target="/ppt/notesMasters/notesMaster1.xml" Id="R72de8b1d8689455e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61bba666be154de1" /><Relationship Type="http://schemas.openxmlformats.org/officeDocument/2006/relationships/notesMaster" Target="/ppt/notesMasters/notesMaster1.xml" Id="Re86b9224b1b94c38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892082f970e4361" /><Relationship Type="http://schemas.openxmlformats.org/officeDocument/2006/relationships/notesMaster" Target="/ppt/notesMasters/notesMaster1.xml" Id="Re9f76050f0004614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f513b7856c8d4203" /><Relationship Type="http://schemas.openxmlformats.org/officeDocument/2006/relationships/notesMaster" Target="/ppt/notesMasters/notesMaster1.xml" Id="R5a211168a8414e97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f85b13a5d1c947ec" /><Relationship Type="http://schemas.openxmlformats.org/officeDocument/2006/relationships/notesMaster" Target="/ppt/notesMasters/notesMaster1.xml" Id="Rd77e7a0541dc437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de1ba337147f45b3" /><Relationship Type="http://schemas.openxmlformats.org/officeDocument/2006/relationships/notesMaster" Target="/ppt/notesMasters/notesMaster1.xml" Id="Rdf165f433c504d58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9c85b0f3734404c" /><Relationship Type="http://schemas.openxmlformats.org/officeDocument/2006/relationships/notesMaster" Target="/ppt/notesMasters/notesMaster1.xml" Id="R3e4aa8211d5e416f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f393341cb3f9487e" /><Relationship Type="http://schemas.openxmlformats.org/officeDocument/2006/relationships/notesMaster" Target="/ppt/notesMasters/notesMaster1.xml" Id="Rbe5cb2c4406e46da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5683dfa2b47844ee" /><Relationship Type="http://schemas.openxmlformats.org/officeDocument/2006/relationships/notesMaster" Target="/ppt/notesMasters/notesMaster1.xml" Id="Rf37a7f8c7b544d85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a3dd1c0eb8ac44a8" /><Relationship Type="http://schemas.openxmlformats.org/officeDocument/2006/relationships/notesMaster" Target="/ppt/notesMasters/notesMaster1.xml" Id="Raf0e54475428400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c671136bfc5b4922" /><Relationship Type="http://schemas.openxmlformats.org/officeDocument/2006/relationships/notesMaster" Target="/ppt/notesMasters/notesMaster1.xml" Id="R37fcc47d2278404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60dc4b6b1d4e4960" /><Relationship Type="http://schemas.openxmlformats.org/officeDocument/2006/relationships/notesMaster" Target="/ppt/notesMasters/notesMaster1.xml" Id="R01eb870ab4a649a8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6660186b3d49413a" /><Relationship Type="http://schemas.openxmlformats.org/officeDocument/2006/relationships/notesMaster" Target="/ppt/notesMasters/notesMaster1.xml" Id="Rc3a6eea7d36d47e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097e1d0749e4f6d" /><Relationship Type="http://schemas.openxmlformats.org/officeDocument/2006/relationships/notesMaster" Target="/ppt/notesMasters/notesMaster1.xml" Id="R4034adfafc9b4933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e4c2bd3ce59c4e24" /><Relationship Type="http://schemas.openxmlformats.org/officeDocument/2006/relationships/notesMaster" Target="/ppt/notesMasters/notesMaster1.xml" Id="R3d56174a47bb4c78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5d92902e0ae46ad" /><Relationship Type="http://schemas.openxmlformats.org/officeDocument/2006/relationships/notesMaster" Target="/ppt/notesMasters/notesMaster1.xml" Id="Rd74a47dcd151498b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482e1742920640b5" /><Relationship Type="http://schemas.openxmlformats.org/officeDocument/2006/relationships/notesMaster" Target="/ppt/notesMasters/notesMaster1.xml" Id="Re877e1360ae04691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77366eb04674a0d" /><Relationship Type="http://schemas.openxmlformats.org/officeDocument/2006/relationships/notesMaster" Target="/ppt/notesMasters/notesMaster1.xml" Id="R9d6a7b9fa3cd4225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8e2c404a4d664f90" /><Relationship Type="http://schemas.openxmlformats.org/officeDocument/2006/relationships/notesMaster" Target="/ppt/notesMasters/notesMaster1.xml" Id="R0706daefc08a4488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bf59b6b65cf4ede" /><Relationship Type="http://schemas.openxmlformats.org/officeDocument/2006/relationships/notesMaster" Target="/ppt/notesMasters/notesMaster1.xml" Id="R51421525bdba4e7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fb6e572e547b44ce" /><Relationship Type="http://schemas.openxmlformats.org/officeDocument/2006/relationships/notesMaster" Target="/ppt/notesMasters/notesMaster1.xml" Id="R95bdbb983cb74b45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7f886baa35547ef" /><Relationship Type="http://schemas.openxmlformats.org/officeDocument/2006/relationships/notesMaster" Target="/ppt/notesMasters/notesMaster1.xml" Id="Rbb0865fb834a4873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0a2a91487ef2477f" /><Relationship Type="http://schemas.openxmlformats.org/officeDocument/2006/relationships/notesMaster" Target="/ppt/notesMasters/notesMaster1.xml" Id="Ra4b58e902a44463c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4de7430e8d7a4a78" /><Relationship Type="http://schemas.openxmlformats.org/officeDocument/2006/relationships/notesMaster" Target="/ppt/notesMasters/notesMaster1.xml" Id="Rc9c8566fa8be4829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82ee3a60ab7f48c8" /><Relationship Type="http://schemas.openxmlformats.org/officeDocument/2006/relationships/notesMaster" Target="/ppt/notesMasters/notesMaster1.xml" Id="Ree9b07f9a96f4d36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0ff27b58905a46ef" /><Relationship Type="http://schemas.openxmlformats.org/officeDocument/2006/relationships/notesMaster" Target="/ppt/notesMasters/notesMaster1.xml" Id="R56d331ee1362400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8fb013fff164ef4" /><Relationship Type="http://schemas.openxmlformats.org/officeDocument/2006/relationships/notesMaster" Target="/ppt/notesMasters/notesMaster1.xml" Id="R174371a138b044f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36e26cbb2fec4cfe" /><Relationship Type="http://schemas.openxmlformats.org/officeDocument/2006/relationships/notesMaster" Target="/ppt/notesMasters/notesMaster1.xml" Id="Radaa3866f2154eb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300957bcf21f4737" /><Relationship Type="http://schemas.openxmlformats.org/officeDocument/2006/relationships/notesMaster" Target="/ppt/notesMasters/notesMaster1.xml" Id="R009dd561f9174f16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5004cb12cb234650" /><Relationship Type="http://schemas.openxmlformats.org/officeDocument/2006/relationships/notesMaster" Target="/ppt/notesMasters/notesMaster1.xml" Id="R3a50a106f4834edc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35760394d929425c" /><Relationship Type="http://schemas.openxmlformats.org/officeDocument/2006/relationships/notesMaster" Target="/ppt/notesMasters/notesMaster1.xml" Id="Rc4a7f28a3f9c44e7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4f2151f753cd4961" /><Relationship Type="http://schemas.openxmlformats.org/officeDocument/2006/relationships/notesMaster" Target="/ppt/notesMasters/notesMaster1.xml" Id="Rb658d6f41248456f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a8000a7d562425a" /><Relationship Type="http://schemas.openxmlformats.org/officeDocument/2006/relationships/notesMaster" Target="/ppt/notesMasters/notesMaster1.xml" Id="Rf5de55f01f4e4bc6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dcc2b2a88f674931" /><Relationship Type="http://schemas.openxmlformats.org/officeDocument/2006/relationships/notesMaster" Target="/ppt/notesMasters/notesMaster1.xml" Id="Rbe1b3fa0bf344289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ee7f6293564c4883" /><Relationship Type="http://schemas.openxmlformats.org/officeDocument/2006/relationships/notesMaster" Target="/ppt/notesMasters/notesMaster1.xml" Id="R1879dd6911e84a16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3d14ee8d4c59406e" /><Relationship Type="http://schemas.openxmlformats.org/officeDocument/2006/relationships/notesMaster" Target="/ppt/notesMasters/notesMaster1.xml" Id="R41c17b5c758c47c1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af066c791d2d47ed" /><Relationship Type="http://schemas.openxmlformats.org/officeDocument/2006/relationships/notesMaster" Target="/ppt/notesMasters/notesMaster1.xml" Id="R181bf1c37c954ce0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ca9037946f064c77" /><Relationship Type="http://schemas.openxmlformats.org/officeDocument/2006/relationships/notesMaster" Target="/ppt/notesMasters/notesMaster1.xml" Id="R7cd3ae02cbb94062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92ddedd1eb19406f" /><Relationship Type="http://schemas.openxmlformats.org/officeDocument/2006/relationships/notesMaster" Target="/ppt/notesMasters/notesMaster1.xml" Id="R857d3d38fbae4b71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7b57425ff6854e7d" /><Relationship Type="http://schemas.openxmlformats.org/officeDocument/2006/relationships/notesMaster" Target="/ppt/notesMasters/notesMaster1.xml" Id="R2e01b55e398648a5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45571f09cf734e99" /><Relationship Type="http://schemas.openxmlformats.org/officeDocument/2006/relationships/notesMaster" Target="/ppt/notesMasters/notesMaster1.xml" Id="Ra1f2f9edbe724107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43cd8b3830994a2d" /><Relationship Type="http://schemas.openxmlformats.org/officeDocument/2006/relationships/notesMaster" Target="/ppt/notesMasters/notesMaster1.xml" Id="R20e30521b03d4f2d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68e3473b253a4e1c" /><Relationship Type="http://schemas.openxmlformats.org/officeDocument/2006/relationships/notesMaster" Target="/ppt/notesMasters/notesMaster1.xml" Id="Re248068e95c54508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07bf24ac198c46f3" /><Relationship Type="http://schemas.openxmlformats.org/officeDocument/2006/relationships/notesMaster" Target="/ppt/notesMasters/notesMaster1.xml" Id="Rb5909a6fa2f44806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13987df4a49a4187" /><Relationship Type="http://schemas.openxmlformats.org/officeDocument/2006/relationships/notesMaster" Target="/ppt/notesMasters/notesMaster1.xml" Id="R0de8d80ac6364776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bace8bd8c2c54dc4" /><Relationship Type="http://schemas.openxmlformats.org/officeDocument/2006/relationships/notesMaster" Target="/ppt/notesMasters/notesMaster1.xml" Id="R539769c181104502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22e4dc65969346d3" /><Relationship Type="http://schemas.openxmlformats.org/officeDocument/2006/relationships/notesMaster" Target="/ppt/notesMasters/notesMaster1.xml" Id="R463312cedec7476e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f1dd13962dbb43cb" /><Relationship Type="http://schemas.openxmlformats.org/officeDocument/2006/relationships/notesMaster" Target="/ppt/notesMasters/notesMaster1.xml" Id="R5856b5f9288c451a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05f27cd4acfc4f35" /><Relationship Type="http://schemas.openxmlformats.org/officeDocument/2006/relationships/notesMaster" Target="/ppt/notesMasters/notesMaster1.xml" Id="R2d3a48c2a0474de9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2174efa7559f4953" /><Relationship Type="http://schemas.openxmlformats.org/officeDocument/2006/relationships/notesMaster" Target="/ppt/notesMasters/notesMaster1.xml" Id="Reb63c9d6d26f466a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6c2425407a604dce" /><Relationship Type="http://schemas.openxmlformats.org/officeDocument/2006/relationships/notesMaster" Target="/ppt/notesMasters/notesMaster1.xml" Id="Rc7e2116b5c5a4470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6547bfd065ff4d9c" /><Relationship Type="http://schemas.openxmlformats.org/officeDocument/2006/relationships/notesMaster" Target="/ppt/notesMasters/notesMaster1.xml" Id="Rd7c62eba8ed94092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87389bc9b3f14b93" /><Relationship Type="http://schemas.openxmlformats.org/officeDocument/2006/relationships/notesMaster" Target="/ppt/notesMasters/notesMaster1.xml" Id="Rfb3298423a0e421e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c479f88d15d2465f" /><Relationship Type="http://schemas.openxmlformats.org/officeDocument/2006/relationships/notesMaster" Target="/ppt/notesMasters/notesMaster1.xml" Id="Rcdc25dbbbd034e21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d6072f578d03476a" /><Relationship Type="http://schemas.openxmlformats.org/officeDocument/2006/relationships/notesMaster" Target="/ppt/notesMasters/notesMaster1.xml" Id="Ra081fa1ad76347e7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e48804d23fcb40fc" /><Relationship Type="http://schemas.openxmlformats.org/officeDocument/2006/relationships/notesMaster" Target="/ppt/notesMasters/notesMaster1.xml" Id="R2e89429bbb7c4fa0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aa9a798325f843fc" /><Relationship Type="http://schemas.openxmlformats.org/officeDocument/2006/relationships/notesMaster" Target="/ppt/notesMasters/notesMaster1.xml" Id="Rf0dde1c2a01447cb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96310f70e2d94c5c" /><Relationship Type="http://schemas.openxmlformats.org/officeDocument/2006/relationships/notesMaster" Target="/ppt/notesMasters/notesMaster1.xml" Id="R5dc5c6bf7b1246eb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85f2fa6904e240d5" /><Relationship Type="http://schemas.openxmlformats.org/officeDocument/2006/relationships/notesMaster" Target="/ppt/notesMasters/notesMaster1.xml" Id="Rca0e374d25324ee5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8860d21f356944eb" /><Relationship Type="http://schemas.openxmlformats.org/officeDocument/2006/relationships/notesMaster" Target="/ppt/notesMasters/notesMaster1.xml" Id="Rb8cc6d2b45874136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f3db819d418d4ae3" /><Relationship Type="http://schemas.openxmlformats.org/officeDocument/2006/relationships/notesMaster" Target="/ppt/notesMasters/notesMaster1.xml" Id="R2bf9dc3599624314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00c95ec048234a06" /><Relationship Type="http://schemas.openxmlformats.org/officeDocument/2006/relationships/notesMaster" Target="/ppt/notesMasters/notesMaster1.xml" Id="R4963fc40387944da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1b812c6baeda4b58" /><Relationship Type="http://schemas.openxmlformats.org/officeDocument/2006/relationships/notesMaster" Target="/ppt/notesMasters/notesMaster1.xml" Id="R5e1ae3a83d5146e4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e7f58f4680424397" /><Relationship Type="http://schemas.openxmlformats.org/officeDocument/2006/relationships/notesMaster" Target="/ppt/notesMasters/notesMaster1.xml" Id="R340076f8e21f46e7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7fe2212614c4794" /><Relationship Type="http://schemas.openxmlformats.org/officeDocument/2006/relationships/notesMaster" Target="/ppt/notesMasters/notesMaster1.xml" Id="R972d3df05e934171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6332dc7ee1fa4545" /><Relationship Type="http://schemas.openxmlformats.org/officeDocument/2006/relationships/notesMaster" Target="/ppt/notesMasters/notesMaster1.xml" Id="Rfd486692149c4147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72ad95cb49164b47" /><Relationship Type="http://schemas.openxmlformats.org/officeDocument/2006/relationships/notesMaster" Target="/ppt/notesMasters/notesMaster1.xml" Id="Racfb256aaa8343c6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409fe65928f841a7" /><Relationship Type="http://schemas.openxmlformats.org/officeDocument/2006/relationships/notesMaster" Target="/ppt/notesMasters/notesMaster1.xml" Id="Rcc93ab83a5624901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6f7bdcba64f4cf2" /><Relationship Type="http://schemas.openxmlformats.org/officeDocument/2006/relationships/notesMaster" Target="/ppt/notesMasters/notesMaster1.xml" Id="Raebeb858ed8b470b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7f8e7bb71e7541e5" /><Relationship Type="http://schemas.openxmlformats.org/officeDocument/2006/relationships/notesMaster" Target="/ppt/notesMasters/notesMaster1.xml" Id="R6561099dca1d48f9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7e6f256b4aaf4263" /><Relationship Type="http://schemas.openxmlformats.org/officeDocument/2006/relationships/notesMaster" Target="/ppt/notesMasters/notesMaster1.xml" Id="R0c62909ef4984394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d6f68fe1180144fe" /><Relationship Type="http://schemas.openxmlformats.org/officeDocument/2006/relationships/notesMaster" Target="/ppt/notesMasters/notesMaster1.xml" Id="Rd8c6b62912894672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eac4f75870a84f57" /><Relationship Type="http://schemas.openxmlformats.org/officeDocument/2006/relationships/notesMaster" Target="/ppt/notesMasters/notesMaster1.xml" Id="Rd2b549e21cd6413c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73757e06f94d4879" /><Relationship Type="http://schemas.openxmlformats.org/officeDocument/2006/relationships/notesMaster" Target="/ppt/notesMasters/notesMaster1.xml" Id="Ra4afc1b3e16b4284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badaaf32e95b4974" /><Relationship Type="http://schemas.openxmlformats.org/officeDocument/2006/relationships/notesMaster" Target="/ppt/notesMasters/notesMaster1.xml" Id="Rb462f7df7c7d4028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8c35f9784bc141b4" /><Relationship Type="http://schemas.openxmlformats.org/officeDocument/2006/relationships/notesMaster" Target="/ppt/notesMasters/notesMaster1.xml" Id="R10b2bcf963fc4979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c3a6ba8dfa5b4eb4" /><Relationship Type="http://schemas.openxmlformats.org/officeDocument/2006/relationships/notesMaster" Target="/ppt/notesMasters/notesMaster1.xml" Id="R5b42acec1fa84cc5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6c93adac62114ccb" /><Relationship Type="http://schemas.openxmlformats.org/officeDocument/2006/relationships/notesMaster" Target="/ppt/notesMasters/notesMaster1.xml" Id="R5323a19ccb394dde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250cef431c2e4843" /><Relationship Type="http://schemas.openxmlformats.org/officeDocument/2006/relationships/notesMaster" Target="/ppt/notesMasters/notesMaster1.xml" Id="R7adab50750ae4be5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1f785c093c0c4d4f" /><Relationship Type="http://schemas.openxmlformats.org/officeDocument/2006/relationships/notesMaster" Target="/ppt/notesMasters/notesMaster1.xml" Id="Rece78dd8701a4544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33e19c6405974577" /><Relationship Type="http://schemas.openxmlformats.org/officeDocument/2006/relationships/notesMaster" Target="/ppt/notesMasters/notesMaster1.xml" Id="R7ace10eccbbc424d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b6d7da2c97e84ee0" /><Relationship Type="http://schemas.openxmlformats.org/officeDocument/2006/relationships/notesMaster" Target="/ppt/notesMasters/notesMaster1.xml" Id="R9e3e27d30b274752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cc8eab93354d404c" /><Relationship Type="http://schemas.openxmlformats.org/officeDocument/2006/relationships/notesMaster" Target="/ppt/notesMasters/notesMaster1.xml" Id="R8a07ed5bff644c1e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863110db15614b7e" /><Relationship Type="http://schemas.openxmlformats.org/officeDocument/2006/relationships/notesMaster" Target="/ppt/notesMasters/notesMaster1.xml" Id="Rdc50a42690a440b5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9cd7a70359ce4c75" /><Relationship Type="http://schemas.openxmlformats.org/officeDocument/2006/relationships/notesMaster" Target="/ppt/notesMasters/notesMaster1.xml" Id="R1a22626eccd34a64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243d57796be14d4c" /><Relationship Type="http://schemas.openxmlformats.org/officeDocument/2006/relationships/notesMaster" Target="/ppt/notesMasters/notesMaster1.xml" Id="R5fccd84adf0b4622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7ebe5a3d39cc4fb5" /><Relationship Type="http://schemas.openxmlformats.org/officeDocument/2006/relationships/notesMaster" Target="/ppt/notesMasters/notesMaster1.xml" Id="R2b6dff5b61e942c9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24839ec494394a09" /><Relationship Type="http://schemas.openxmlformats.org/officeDocument/2006/relationships/notesMaster" Target="/ppt/notesMasters/notesMaster1.xml" Id="R0162ac9deac34185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f5f4c3750dd746b4" /><Relationship Type="http://schemas.openxmlformats.org/officeDocument/2006/relationships/notesMaster" Target="/ppt/notesMasters/notesMaster1.xml" Id="Re957b8d4fee14be0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ce097c1748e24110" /><Relationship Type="http://schemas.openxmlformats.org/officeDocument/2006/relationships/notesMaster" Target="/ppt/notesMasters/notesMaster1.xml" Id="Rebc012e09f6a4bc8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56deadcbc8684c69" /><Relationship Type="http://schemas.openxmlformats.org/officeDocument/2006/relationships/notesMaster" Target="/ppt/notesMasters/notesMaster1.xml" Id="Re494933cee964ca8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aeed1252b9ec4f7d" /><Relationship Type="http://schemas.openxmlformats.org/officeDocument/2006/relationships/notesMaster" Target="/ppt/notesMasters/notesMaster1.xml" Id="R1827754262fc4c03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09031143d9e44553" /><Relationship Type="http://schemas.openxmlformats.org/officeDocument/2006/relationships/notesMaster" Target="/ppt/notesMasters/notesMaster1.xml" Id="R118fc17a49a841fe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e319ee947e644019" /><Relationship Type="http://schemas.openxmlformats.org/officeDocument/2006/relationships/notesMaster" Target="/ppt/notesMasters/notesMaster1.xml" Id="R5011d30a739e4ce8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2084fcc9e5348b7" /><Relationship Type="http://schemas.openxmlformats.org/officeDocument/2006/relationships/notesMaster" Target="/ppt/notesMasters/notesMaster1.xml" Id="R9dce94de1b184723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aabb17c474fa4869" /><Relationship Type="http://schemas.openxmlformats.org/officeDocument/2006/relationships/notesMaster" Target="/ppt/notesMasters/notesMaster1.xml" Id="R5d2d8f1bc8d94055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e7a2b8e8803c4a81" /><Relationship Type="http://schemas.openxmlformats.org/officeDocument/2006/relationships/notesMaster" Target="/ppt/notesMasters/notesMaster1.xml" Id="R7d6cde45f8ae4250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d22321433bbc4523" /><Relationship Type="http://schemas.openxmlformats.org/officeDocument/2006/relationships/notesMaster" Target="/ppt/notesMasters/notesMaster1.xml" Id="R1fe3500c359d4557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94bd264a32bd4957" /><Relationship Type="http://schemas.openxmlformats.org/officeDocument/2006/relationships/notesMaster" Target="/ppt/notesMasters/notesMaster1.xml" Id="R6b97ef4d04204b81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1028a95dd8834316" /><Relationship Type="http://schemas.openxmlformats.org/officeDocument/2006/relationships/notesMaster" Target="/ppt/notesMasters/notesMaster1.xml" Id="R0d93c81ccfab4920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afc1d0060e0748b7" /><Relationship Type="http://schemas.openxmlformats.org/officeDocument/2006/relationships/notesMaster" Target="/ppt/notesMasters/notesMaster1.xml" Id="R4b19f709690f44b7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407805bc207c42a0" /><Relationship Type="http://schemas.openxmlformats.org/officeDocument/2006/relationships/notesMaster" Target="/ppt/notesMasters/notesMaster1.xml" Id="R7f69b04416b24c92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9d8b01a366ea488a" /><Relationship Type="http://schemas.openxmlformats.org/officeDocument/2006/relationships/notesMaster" Target="/ppt/notesMasters/notesMaster1.xml" Id="R074e8e56dde2468d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c0b4e33585fc4bc8" /><Relationship Type="http://schemas.openxmlformats.org/officeDocument/2006/relationships/notesMaster" Target="/ppt/notesMasters/notesMaster1.xml" Id="R0f4087f9902d484a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2f24b39a4a20405a" /><Relationship Type="http://schemas.openxmlformats.org/officeDocument/2006/relationships/notesMaster" Target="/ppt/notesMasters/notesMaster1.xml" Id="Rbf060798c2ad4ae6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fa1d0d41f4464db3" /><Relationship Type="http://schemas.openxmlformats.org/officeDocument/2006/relationships/notesMaster" Target="/ppt/notesMasters/notesMaster1.xml" Id="R11735b90e59448b8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d93960794297430f" /><Relationship Type="http://schemas.openxmlformats.org/officeDocument/2006/relationships/notesMaster" Target="/ppt/notesMasters/notesMaster1.xml" Id="Rbda0db0b48ac4e07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84cf6031263f4966" /><Relationship Type="http://schemas.openxmlformats.org/officeDocument/2006/relationships/notesMaster" Target="/ppt/notesMasters/notesMaster1.xml" Id="Rf13a2321c0d14cf7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68b2cc2d726142c4" /><Relationship Type="http://schemas.openxmlformats.org/officeDocument/2006/relationships/notesMaster" Target="/ppt/notesMasters/notesMaster1.xml" Id="Rf495ef1a3adb4ea7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85d99ba871de462c" /><Relationship Type="http://schemas.openxmlformats.org/officeDocument/2006/relationships/notesMaster" Target="/ppt/notesMasters/notesMaster1.xml" Id="R93daa22d18c04e64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29d771ce68fd47b7" /><Relationship Type="http://schemas.openxmlformats.org/officeDocument/2006/relationships/notesMaster" Target="/ppt/notesMasters/notesMaster1.xml" Id="R56d77f81ef704876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9e1a6a07eec34e15" /><Relationship Type="http://schemas.openxmlformats.org/officeDocument/2006/relationships/notesMaster" Target="/ppt/notesMasters/notesMaster1.xml" Id="R93ef1fc184964370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bdf9e8846c5e470a" /><Relationship Type="http://schemas.openxmlformats.org/officeDocument/2006/relationships/notesMaster" Target="/ppt/notesMasters/notesMaster1.xml" Id="R77a46f6185e042cb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1582617e5dd34d58" /><Relationship Type="http://schemas.openxmlformats.org/officeDocument/2006/relationships/notesMaster" Target="/ppt/notesMasters/notesMaster1.xml" Id="R765f5da410ee48ee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19d92dfc5500400a" /><Relationship Type="http://schemas.openxmlformats.org/officeDocument/2006/relationships/notesMaster" Target="/ppt/notesMasters/notesMaster1.xml" Id="R8c337817b6d74b65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c900cba4ba1249c8" /><Relationship Type="http://schemas.openxmlformats.org/officeDocument/2006/relationships/notesMaster" Target="/ppt/notesMasters/notesMaster1.xml" Id="R562158d1633f4162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33b0d3397dc04dbd" /><Relationship Type="http://schemas.openxmlformats.org/officeDocument/2006/relationships/notesMaster" Target="/ppt/notesMasters/notesMaster1.xml" Id="R6a74032c4220486f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680da20011334e2e" /><Relationship Type="http://schemas.openxmlformats.org/officeDocument/2006/relationships/notesMaster" Target="/ppt/notesMasters/notesMaster1.xml" Id="R2340b05b57be4d46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700a4affcda64945" /><Relationship Type="http://schemas.openxmlformats.org/officeDocument/2006/relationships/notesMaster" Target="/ppt/notesMasters/notesMaster1.xml" Id="R5172cf03687e4ca2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5bad27cda7f94491" /><Relationship Type="http://schemas.openxmlformats.org/officeDocument/2006/relationships/notesMaster" Target="/ppt/notesMasters/notesMaster1.xml" Id="R60d2310f767241bc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4ddb796e83b54ee2" /><Relationship Type="http://schemas.openxmlformats.org/officeDocument/2006/relationships/notesMaster" Target="/ppt/notesMasters/notesMaster1.xml" Id="R6a039e53be8142d6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b69d66b9519c4229" /><Relationship Type="http://schemas.openxmlformats.org/officeDocument/2006/relationships/notesMaster" Target="/ppt/notesMasters/notesMaster1.xml" Id="R829cd65db95c42d0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9ebe684406e44ce0" /><Relationship Type="http://schemas.openxmlformats.org/officeDocument/2006/relationships/notesMaster" Target="/ppt/notesMasters/notesMaster1.xml" Id="R2a1c266ef7314223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68479d5024324ef0" /><Relationship Type="http://schemas.openxmlformats.org/officeDocument/2006/relationships/notesMaster" Target="/ppt/notesMasters/notesMaster1.xml" Id="Rf4aee5e8bc6b4a43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773467d47d8b4785" /><Relationship Type="http://schemas.openxmlformats.org/officeDocument/2006/relationships/notesMaster" Target="/ppt/notesMasters/notesMaster1.xml" Id="Re17baa65a9f6488e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b94a04a5d02a4380" /><Relationship Type="http://schemas.openxmlformats.org/officeDocument/2006/relationships/notesMaster" Target="/ppt/notesMasters/notesMaster1.xml" Id="R5e092c3345274637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7a93a4fa7ebc4b0c" /><Relationship Type="http://schemas.openxmlformats.org/officeDocument/2006/relationships/notesMaster" Target="/ppt/notesMasters/notesMaster1.xml" Id="R2c9730b191f049f0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4bf1562e7dc54e09" /><Relationship Type="http://schemas.openxmlformats.org/officeDocument/2006/relationships/notesMaster" Target="/ppt/notesMasters/notesMaster1.xml" Id="R052fde082f7740a3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92d1d1410e7a45e3" /><Relationship Type="http://schemas.openxmlformats.org/officeDocument/2006/relationships/notesMaster" Target="/ppt/notesMasters/notesMaster1.xml" Id="Rd54faf59696c4658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5373add715414e85" /><Relationship Type="http://schemas.openxmlformats.org/officeDocument/2006/relationships/notesMaster" Target="/ppt/notesMasters/notesMaster1.xml" Id="R776e2bdf4bfe40fe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eee06f12af494cb4" /><Relationship Type="http://schemas.openxmlformats.org/officeDocument/2006/relationships/notesMaster" Target="/ppt/notesMasters/notesMaster1.xml" Id="R8841fe3fe0254797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6449651ca5564688" /><Relationship Type="http://schemas.openxmlformats.org/officeDocument/2006/relationships/notesMaster" Target="/ppt/notesMasters/notesMaster1.xml" Id="Rbe0dfb5e85c94aec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dd7fc7056ccb4942" /><Relationship Type="http://schemas.openxmlformats.org/officeDocument/2006/relationships/notesMaster" Target="/ppt/notesMasters/notesMaster1.xml" Id="Rb28603640f3e4e89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62628108769f4f1d" /><Relationship Type="http://schemas.openxmlformats.org/officeDocument/2006/relationships/notesMaster" Target="/ppt/notesMasters/notesMaster1.xml" Id="R46d59f3f87c048e9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2d17ed6e1a024314" /><Relationship Type="http://schemas.openxmlformats.org/officeDocument/2006/relationships/notesMaster" Target="/ppt/notesMasters/notesMaster1.xml" Id="Rc43fff801b6841d9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11961c9adb754cae" /><Relationship Type="http://schemas.openxmlformats.org/officeDocument/2006/relationships/notesMaster" Target="/ppt/notesMasters/notesMaster1.xml" Id="R37e00df6835f4ca3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da6280ec006d418f" /><Relationship Type="http://schemas.openxmlformats.org/officeDocument/2006/relationships/notesMaster" Target="/ppt/notesMasters/notesMaster1.xml" Id="R8af6fbb231944411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f4b0d1b18894416e" /><Relationship Type="http://schemas.openxmlformats.org/officeDocument/2006/relationships/notesMaster" Target="/ppt/notesMasters/notesMaster1.xml" Id="R9cd8e003b4734e92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d9a1976d80574509" /><Relationship Type="http://schemas.openxmlformats.org/officeDocument/2006/relationships/notesMaster" Target="/ppt/notesMasters/notesMaster1.xml" Id="R2414b3fd52604329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87c23e6f08f5450d" /><Relationship Type="http://schemas.openxmlformats.org/officeDocument/2006/relationships/notesMaster" Target="/ppt/notesMasters/notesMaster1.xml" Id="R2ef0df24f64540ed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eba82515e95a4d64" /><Relationship Type="http://schemas.openxmlformats.org/officeDocument/2006/relationships/notesMaster" Target="/ppt/notesMasters/notesMaster1.xml" Id="Ref1141800ba34cab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c6a49520f7fb4aef" /><Relationship Type="http://schemas.openxmlformats.org/officeDocument/2006/relationships/notesMaster" Target="/ppt/notesMasters/notesMaster1.xml" Id="R0caa9ac7bdf140d7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748b9bcb83cc4109" /><Relationship Type="http://schemas.openxmlformats.org/officeDocument/2006/relationships/notesMaster" Target="/ppt/notesMasters/notesMaster1.xml" Id="R6a9419e193384d3e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b4ea85925f4c4caf" /><Relationship Type="http://schemas.openxmlformats.org/officeDocument/2006/relationships/notesMaster" Target="/ppt/notesMasters/notesMaster1.xml" Id="Rde1dfc588033445f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a2f56bb12f1f46d1" /><Relationship Type="http://schemas.openxmlformats.org/officeDocument/2006/relationships/notesMaster" Target="/ppt/notesMasters/notesMaster1.xml" Id="R62aebf5f1a86441b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6594c94770fc4214" /><Relationship Type="http://schemas.openxmlformats.org/officeDocument/2006/relationships/notesMaster" Target="/ppt/notesMasters/notesMaster1.xml" Id="R8b5093e261d94697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cd9a749f2dcf4bc2" /><Relationship Type="http://schemas.openxmlformats.org/officeDocument/2006/relationships/notesMaster" Target="/ppt/notesMasters/notesMaster1.xml" Id="R1f1b8199b47549bc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9a9dfe5f573a4648" /><Relationship Type="http://schemas.openxmlformats.org/officeDocument/2006/relationships/notesMaster" Target="/ppt/notesMasters/notesMaster1.xml" Id="R9b571f8e17f641f5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f9b9b0a0d066431e" /><Relationship Type="http://schemas.openxmlformats.org/officeDocument/2006/relationships/notesMaster" Target="/ppt/notesMasters/notesMaster1.xml" Id="R2a35a599ea0d492a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fddf1ce47dc24efc" /><Relationship Type="http://schemas.openxmlformats.org/officeDocument/2006/relationships/notesMaster" Target="/ppt/notesMasters/notesMaster1.xml" Id="Rd3e2b6345e494f90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9344642bc9ca4904" /><Relationship Type="http://schemas.openxmlformats.org/officeDocument/2006/relationships/notesMaster" Target="/ppt/notesMasters/notesMaster1.xml" Id="R6fc9cdeac82b48a0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90e85d70719c45a8" /><Relationship Type="http://schemas.openxmlformats.org/officeDocument/2006/relationships/notesMaster" Target="/ppt/notesMasters/notesMaster1.xml" Id="Re1bedd80684748e3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0b6b9184a7d941bc" /><Relationship Type="http://schemas.openxmlformats.org/officeDocument/2006/relationships/notesMaster" Target="/ppt/notesMasters/notesMaster1.xml" Id="Re58f3a57ee734ceb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3b467fe3134a4d2e" /><Relationship Type="http://schemas.openxmlformats.org/officeDocument/2006/relationships/notesMaster" Target="/ppt/notesMasters/notesMaster1.xml" Id="R7738892a148e4725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a2a9714deada405e" /><Relationship Type="http://schemas.openxmlformats.org/officeDocument/2006/relationships/notesMaster" Target="/ppt/notesMasters/notesMaster1.xml" Id="Rf70a302ece194c7b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e34d29fc47ff4aac" /><Relationship Type="http://schemas.openxmlformats.org/officeDocument/2006/relationships/notesMaster" Target="/ppt/notesMasters/notesMaster1.xml" Id="R13bdb02e64fc4ae2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5b4fca5520924dcd" /><Relationship Type="http://schemas.openxmlformats.org/officeDocument/2006/relationships/notesMaster" Target="/ppt/notesMasters/notesMaster1.xml" Id="Rd91c247e502c4481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1dde948d12994e2c" /><Relationship Type="http://schemas.openxmlformats.org/officeDocument/2006/relationships/notesMaster" Target="/ppt/notesMasters/notesMaster1.xml" Id="Rcaa2ae2bdfec4acc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e2358c556d2842f4" /><Relationship Type="http://schemas.openxmlformats.org/officeDocument/2006/relationships/notesMaster" Target="/ppt/notesMasters/notesMaster1.xml" Id="Raa28b40180ad404b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c13776518b9c4bb5" /><Relationship Type="http://schemas.openxmlformats.org/officeDocument/2006/relationships/notesMaster" Target="/ppt/notesMasters/notesMaster1.xml" Id="Rc0684ece57b241c6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d4cc16cdc59248fa" /><Relationship Type="http://schemas.openxmlformats.org/officeDocument/2006/relationships/notesMaster" Target="/ppt/notesMasters/notesMaster1.xml" Id="R49ade2f5bff54b83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8f00e22128ca40ac" /><Relationship Type="http://schemas.openxmlformats.org/officeDocument/2006/relationships/notesMaster" Target="/ppt/notesMasters/notesMaster1.xml" Id="R06302e72835b41d4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51f25ec8312f4440" /><Relationship Type="http://schemas.openxmlformats.org/officeDocument/2006/relationships/notesMaster" Target="/ppt/notesMasters/notesMaster1.xml" Id="Ra997a940fb9c47db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2ec6817ef7c946fa" /><Relationship Type="http://schemas.openxmlformats.org/officeDocument/2006/relationships/notesMaster" Target="/ppt/notesMasters/notesMaster1.xml" Id="R8d22cef42a324846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5be2d38e1dd5489d" /><Relationship Type="http://schemas.openxmlformats.org/officeDocument/2006/relationships/notesMaster" Target="/ppt/notesMasters/notesMaster1.xml" Id="R7c1de77d844a4501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897b18f9198945bf" /><Relationship Type="http://schemas.openxmlformats.org/officeDocument/2006/relationships/notesMaster" Target="/ppt/notesMasters/notesMaster1.xml" Id="R891a6ffd7894443f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36cb5efcfea547ae" /><Relationship Type="http://schemas.openxmlformats.org/officeDocument/2006/relationships/notesMaster" Target="/ppt/notesMasters/notesMaster1.xml" Id="Raa643695bf4543b3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9ae82a16d4f7456d" /><Relationship Type="http://schemas.openxmlformats.org/officeDocument/2006/relationships/notesMaster" Target="/ppt/notesMasters/notesMaster1.xml" Id="R359964d5a6da4b6d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5a270265c6784f43" /><Relationship Type="http://schemas.openxmlformats.org/officeDocument/2006/relationships/notesMaster" Target="/ppt/notesMasters/notesMaster1.xml" Id="R6a2f59cf84dc4f13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758271d5730c4f9b" /><Relationship Type="http://schemas.openxmlformats.org/officeDocument/2006/relationships/notesMaster" Target="/ppt/notesMasters/notesMaster1.xml" Id="R0bd7d2678a504da7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0c4746853f6d4aa3" /><Relationship Type="http://schemas.openxmlformats.org/officeDocument/2006/relationships/notesMaster" Target="/ppt/notesMasters/notesMaster1.xml" Id="R5f1ea24918404916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6f79f2ae21104085" /><Relationship Type="http://schemas.openxmlformats.org/officeDocument/2006/relationships/notesMaster" Target="/ppt/notesMasters/notesMaster1.xml" Id="Ra87db84b8b784f2e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0bc9d4c0239046cc" /><Relationship Type="http://schemas.openxmlformats.org/officeDocument/2006/relationships/notesMaster" Target="/ppt/notesMasters/notesMaster1.xml" Id="R67364f5cc1b347a7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d00e555841474bf2" /><Relationship Type="http://schemas.openxmlformats.org/officeDocument/2006/relationships/notesMaster" Target="/ppt/notesMasters/notesMaster1.xml" Id="Rf19f08208415498a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e00b9163799c4e70" /><Relationship Type="http://schemas.openxmlformats.org/officeDocument/2006/relationships/notesMaster" Target="/ppt/notesMasters/notesMaster1.xml" Id="Rb5c6c23b3f1f4faa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af8e2a73e3d54278" /><Relationship Type="http://schemas.openxmlformats.org/officeDocument/2006/relationships/notesMaster" Target="/ppt/notesMasters/notesMaster1.xml" Id="Re2da83aaba2a4cf9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8875a1e6f3e040b4" /><Relationship Type="http://schemas.openxmlformats.org/officeDocument/2006/relationships/notesMaster" Target="/ppt/notesMasters/notesMaster1.xml" Id="Raf96e2513a5947e9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4f8bdf658be3411c" /><Relationship Type="http://schemas.openxmlformats.org/officeDocument/2006/relationships/notesMaster" Target="/ppt/notesMasters/notesMaster1.xml" Id="R3810af23e026413e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edc0cfbfa93c4cb9" /><Relationship Type="http://schemas.openxmlformats.org/officeDocument/2006/relationships/notesMaster" Target="/ppt/notesMasters/notesMaster1.xml" Id="Rf8537d833b544c2c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73f6acc474944316" /><Relationship Type="http://schemas.openxmlformats.org/officeDocument/2006/relationships/notesMaster" Target="/ppt/notesMasters/notesMaster1.xml" Id="R9bb0cf01e4d34165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eda1563737c644b0" /><Relationship Type="http://schemas.openxmlformats.org/officeDocument/2006/relationships/notesMaster" Target="/ppt/notesMasters/notesMaster1.xml" Id="R51c197a896384b98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f7d9bbc7440b4c48" /><Relationship Type="http://schemas.openxmlformats.org/officeDocument/2006/relationships/notesMaster" Target="/ppt/notesMasters/notesMaster1.xml" Id="Rbc35daf3a62446d2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5c5b5f8a8b6d4782" /><Relationship Type="http://schemas.openxmlformats.org/officeDocument/2006/relationships/notesMaster" Target="/ppt/notesMasters/notesMaster1.xml" Id="R34eed81f86f947df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6b3dceff540f42fe" /><Relationship Type="http://schemas.openxmlformats.org/officeDocument/2006/relationships/notesMaster" Target="/ppt/notesMasters/notesMaster1.xml" Id="R40e106a3e9e74ab0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41e46f3aa81f4c27" /><Relationship Type="http://schemas.openxmlformats.org/officeDocument/2006/relationships/notesMaster" Target="/ppt/notesMasters/notesMaster1.xml" Id="Rbd0ace575a0d43ff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07a8c040d2c34a62" /><Relationship Type="http://schemas.openxmlformats.org/officeDocument/2006/relationships/notesMaster" Target="/ppt/notesMasters/notesMaster1.xml" Id="Ra013f4fe8d4246f9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fb796538801b49af" /><Relationship Type="http://schemas.openxmlformats.org/officeDocument/2006/relationships/notesMaster" Target="/ppt/notesMasters/notesMaster1.xml" Id="Rfce469f99f45490e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59c349a902054eac" /><Relationship Type="http://schemas.openxmlformats.org/officeDocument/2006/relationships/notesMaster" Target="/ppt/notesMasters/notesMaster1.xml" Id="R779dce612cb44068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301eba0eaa3c4263" /><Relationship Type="http://schemas.openxmlformats.org/officeDocument/2006/relationships/notesMaster" Target="/ppt/notesMasters/notesMaster1.xml" Id="Ra6982e47004e4875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d2b1a4dc7b3046c3" /><Relationship Type="http://schemas.openxmlformats.org/officeDocument/2006/relationships/notesMaster" Target="/ppt/notesMasters/notesMaster1.xml" Id="Rb4cd059bdfa34b9b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bb7e3b69611e469c" /><Relationship Type="http://schemas.openxmlformats.org/officeDocument/2006/relationships/notesMaster" Target="/ppt/notesMasters/notesMaster1.xml" Id="R8146f5d96f8546ab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b77c1f62a9a2416c" /><Relationship Type="http://schemas.openxmlformats.org/officeDocument/2006/relationships/notesMaster" Target="/ppt/notesMasters/notesMaster1.xml" Id="R630d6023937b4f06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44e07b18766543a5" /><Relationship Type="http://schemas.openxmlformats.org/officeDocument/2006/relationships/notesMaster" Target="/ppt/notesMasters/notesMaster1.xml" Id="R5c4ea7ac8015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수업 시작 전에 점심시간 변경 사유를 먼저 설명하고 사과한다. 휴식은 매시간 즉시 끊지 않고 3시간 30분·2시간 20분·마지막 3시간 30분으로 묶는다.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생성형 AI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Harness Engineering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현재 역할 · Agent 제품을 운영하는 PM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금융의 표 데이터에서 이커머스 Agent까지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교육 LLMOps · 3–5일을 약 10초로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두 대학과 기업 AX를 잇는 수업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개발자 발표는 화면을 크게, 문장은 짧게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두 이미지는 스타일을 복제하기 위한 것이 아니라, 텍스트보다 무대·demo·한 메시지를 크게 쓰는 글로벌 개발자 세션의 리듬을 관찰하기 위한 참고다.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https://developer.apple.com/videos/play/wwdc2025/101/</a:t>
            </a:r>
          </a:p>
          <a:p xmlns:a="http://schemas.openxmlformats.org/drawingml/2006/main">
            <a:r>
              <a:t>- https://developers.googleblog.com/google-io-2025-developer-keynote-recap/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진도가 빠르면, 더 깊은 반례로 들어갑니다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한 시간의 장표 리듬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Side Effect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Segment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Dataset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Runtime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Interpreter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Virtual Environment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Repository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Gate 4 · 옆자리 PC에서 다시 시작하기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Timeout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Idempotency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Local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Fallback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 / Edge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HITL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/ Experiment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Release Gate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9bc965ddc4e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6ba9022c2d48af" /><Relationship Type="http://schemas.openxmlformats.org/officeDocument/2006/relationships/slideLayout" Target="/ppt/slideLayouts/slideLayout1.xml" Id="R729d439de15e48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d439de15e48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c807185be4912" /><Relationship Type="http://schemas.openxmlformats.org/officeDocument/2006/relationships/notesSlide" Target="/ppt/notesSlides/notesSlide1.xml" Id="R1c58e81d7ea54e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8740bb5d145c6" /><Relationship Type="http://schemas.openxmlformats.org/officeDocument/2006/relationships/image" Target="/ppt/media/image.png" Id="R6106e8a2922e4194" /><Relationship Type="http://schemas.openxmlformats.org/officeDocument/2006/relationships/image" Target="/ppt/media/image.svg" Id="R250b933f596a4358" /><Relationship Type="http://schemas.openxmlformats.org/officeDocument/2006/relationships/notesSlide" Target="/ppt/notesSlides/notesSlide2.xml" Id="R04bb1fbd1012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8159d11ee4039" /><Relationship Type="http://schemas.openxmlformats.org/officeDocument/2006/relationships/notesSlide" Target="/ppt/notesSlides/notesSlide3.xml" Id="Rcf156dcd8fc445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14e6a6ecf448d" /><Relationship Type="http://schemas.openxmlformats.org/officeDocument/2006/relationships/notesSlide" Target="/ppt/notesSlides/notesSlide4.xml" Id="Rcbf43c8f222d42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68477f99747e8" /><Relationship Type="http://schemas.openxmlformats.org/officeDocument/2006/relationships/notesSlide" Target="/ppt/notesSlides/notesSlide5.xml" Id="Rc25cc23e0aa14e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41975ed0340f9" /><Relationship Type="http://schemas.openxmlformats.org/officeDocument/2006/relationships/notesSlide" Target="/ppt/notesSlides/notesSlide6.xml" Id="R4cadccd671c4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5676d25ef4a9a" /><Relationship Type="http://schemas.openxmlformats.org/officeDocument/2006/relationships/image" Target="/ppt/media/image2.png" Id="Rb86a6a1e0951463d" /><Relationship Type="http://schemas.openxmlformats.org/officeDocument/2006/relationships/image" Target="/ppt/media/image2.svg" Id="Rf465b5cf9f7046af" /><Relationship Type="http://schemas.openxmlformats.org/officeDocument/2006/relationships/notesSlide" Target="/ppt/notesSlides/notesSlide7.xml" Id="R46afa91bba9c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3bf943674412e" /><Relationship Type="http://schemas.openxmlformats.org/officeDocument/2006/relationships/notesSlide" Target="/ppt/notesSlides/notesSlide8.xml" Id="Rb0393f8a332d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af875dd4d4eda" /><Relationship Type="http://schemas.openxmlformats.org/officeDocument/2006/relationships/notesSlide" Target="/ppt/notesSlides/notesSlide9.xml" Id="Rfee1b0d63af243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927a8fbe64f38" /><Relationship Type="http://schemas.openxmlformats.org/officeDocument/2006/relationships/notesSlide" Target="/ppt/notesSlides/notesSlide10.xml" Id="R2c21d59f22c14a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3e6ed5df042f0" /><Relationship Type="http://schemas.openxmlformats.org/officeDocument/2006/relationships/notesSlide" Target="/ppt/notesSlides/notesSlide11.xml" Id="R41512abbb9714a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d8907a096434f" /><Relationship Type="http://schemas.openxmlformats.org/officeDocument/2006/relationships/image" Target="/ppt/media/image.jpeg" Id="R2a87419a973f44b3" /><Relationship Type="http://schemas.openxmlformats.org/officeDocument/2006/relationships/image" Target="/ppt/media/image3.png" Id="R53cdcc8f79ce44cd" /><Relationship Type="http://schemas.openxmlformats.org/officeDocument/2006/relationships/notesSlide" Target="/ppt/notesSlides/notesSlide12.xml" Id="R896ba6bf87244e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f1ab09a4642de" /><Relationship Type="http://schemas.openxmlformats.org/officeDocument/2006/relationships/notesSlide" Target="/ppt/notesSlides/notesSlide13.xml" Id="R01865915897342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72d504a124025" /><Relationship Type="http://schemas.openxmlformats.org/officeDocument/2006/relationships/notesSlide" Target="/ppt/notesSlides/notesSlide14.xml" Id="Rf5915d866b0949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2a5eb91184818" /><Relationship Type="http://schemas.openxmlformats.org/officeDocument/2006/relationships/notesSlide" Target="/ppt/notesSlides/notesSlide15.xml" Id="Rddc034718b0d45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ac84ad0db49fd" /><Relationship Type="http://schemas.openxmlformats.org/officeDocument/2006/relationships/notesSlide" Target="/ppt/notesSlides/notesSlide16.xml" Id="R9dc4e702d6b44e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e62d6a3db4317" /><Relationship Type="http://schemas.openxmlformats.org/officeDocument/2006/relationships/notesSlide" Target="/ppt/notesSlides/notesSlide17.xml" Id="Re9a06b6f05cc47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f501689794d8d" /><Relationship Type="http://schemas.openxmlformats.org/officeDocument/2006/relationships/notesSlide" Target="/ppt/notesSlides/notesSlide18.xml" Id="R742113a9d45f4c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74657171842ad" /><Relationship Type="http://schemas.openxmlformats.org/officeDocument/2006/relationships/notesSlide" Target="/ppt/notesSlides/notesSlide19.xml" Id="Reda8c422f9c548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288c68fdb4b65" /><Relationship Type="http://schemas.openxmlformats.org/officeDocument/2006/relationships/notesSlide" Target="/ppt/notesSlides/notesSlide20.xml" Id="R6ef8a699c5fe4b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c8879c3b34f1f" /><Relationship Type="http://schemas.openxmlformats.org/officeDocument/2006/relationships/image" Target="/ppt/media/image2.jpeg" Id="R7e1f55c06ebc4f16" /><Relationship Type="http://schemas.openxmlformats.org/officeDocument/2006/relationships/notesSlide" Target="/ppt/notesSlides/notesSlide21.xml" Id="R025c04c9716846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e58c88bc44661" /><Relationship Type="http://schemas.openxmlformats.org/officeDocument/2006/relationships/image" Target="/ppt/media/image3.jpeg" Id="R8cc21e343df4401f" /><Relationship Type="http://schemas.openxmlformats.org/officeDocument/2006/relationships/notesSlide" Target="/ppt/notesSlides/notesSlide22.xml" Id="Rf61c94159cee49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4e0cf2a2841b2" /><Relationship Type="http://schemas.openxmlformats.org/officeDocument/2006/relationships/image" Target="/ppt/media/image4.jpeg" Id="R1c67f5e80a3e49f1" /><Relationship Type="http://schemas.openxmlformats.org/officeDocument/2006/relationships/notesSlide" Target="/ppt/notesSlides/notesSlide23.xml" Id="R08d6bf2298c94f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ad1b03c274408" /><Relationship Type="http://schemas.openxmlformats.org/officeDocument/2006/relationships/image" Target="/ppt/media/image5.jpeg" Id="Rc8cdba4b4519445f" /><Relationship Type="http://schemas.openxmlformats.org/officeDocument/2006/relationships/notesSlide" Target="/ppt/notesSlides/notesSlide24.xml" Id="R5ecdf1e9e4d24d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7db8c73b3428e" /><Relationship Type="http://schemas.openxmlformats.org/officeDocument/2006/relationships/notesSlide" Target="/ppt/notesSlides/notesSlide25.xml" Id="Rff36dcf9c0c34c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8fc1bb5a141bd" /><Relationship Type="http://schemas.openxmlformats.org/officeDocument/2006/relationships/notesSlide" Target="/ppt/notesSlides/notesSlide26.xml" Id="R1d89b669784749f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d90a6e40445a3" /><Relationship Type="http://schemas.openxmlformats.org/officeDocument/2006/relationships/notesSlide" Target="/ppt/notesSlides/notesSlide27.xml" Id="R69a0da6a25dc43b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93b360c9f465d" /><Relationship Type="http://schemas.openxmlformats.org/officeDocument/2006/relationships/notesSlide" Target="/ppt/notesSlides/notesSlide28.xml" Id="R36811a3584da42e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c4fd9708146a0" /><Relationship Type="http://schemas.openxmlformats.org/officeDocument/2006/relationships/notesSlide" Target="/ppt/notesSlides/notesSlide29.xml" Id="R56c1491f835746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59c94483642f5" /><Relationship Type="http://schemas.openxmlformats.org/officeDocument/2006/relationships/notesSlide" Target="/ppt/notesSlides/notesSlide30.xml" Id="Rf4bf2f8a11d94c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a5e69ba574b7c" /><Relationship Type="http://schemas.openxmlformats.org/officeDocument/2006/relationships/notesSlide" Target="/ppt/notesSlides/notesSlide31.xml" Id="R68983e1ab92a44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ef37cc0f74e11" /><Relationship Type="http://schemas.openxmlformats.org/officeDocument/2006/relationships/notesSlide" Target="/ppt/notesSlides/notesSlide32.xml" Id="R9329f3eae6ee4db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5cdc28db743f9" /><Relationship Type="http://schemas.openxmlformats.org/officeDocument/2006/relationships/notesSlide" Target="/ppt/notesSlides/notesSlide33.xml" Id="R0fd603137b164eb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943d405144f7" /><Relationship Type="http://schemas.openxmlformats.org/officeDocument/2006/relationships/notesSlide" Target="/ppt/notesSlides/notesSlide34.xml" Id="R0989eb3ca7194fc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565cfd3d4fbd" /><Relationship Type="http://schemas.openxmlformats.org/officeDocument/2006/relationships/notesSlide" Target="/ppt/notesSlides/notesSlide35.xml" Id="Rd46ca8aa9fe2483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fd15a8c3048db" /><Relationship Type="http://schemas.openxmlformats.org/officeDocument/2006/relationships/notesSlide" Target="/ppt/notesSlides/notesSlide36.xml" Id="Ra2baff8ef68b49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0c0066584861" /><Relationship Type="http://schemas.openxmlformats.org/officeDocument/2006/relationships/notesSlide" Target="/ppt/notesSlides/notesSlide37.xml" Id="Rbe4ef41247b4491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cea4e9a1148ee" /><Relationship Type="http://schemas.openxmlformats.org/officeDocument/2006/relationships/notesSlide" Target="/ppt/notesSlides/notesSlide38.xml" Id="R5e104e144e394f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06a906e94487f" /><Relationship Type="http://schemas.openxmlformats.org/officeDocument/2006/relationships/notesSlide" Target="/ppt/notesSlides/notesSlide39.xml" Id="R8a0f8acc9ace4c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d5770c99b4450" /><Relationship Type="http://schemas.openxmlformats.org/officeDocument/2006/relationships/notesSlide" Target="/ppt/notesSlides/notesSlide40.xml" Id="R2fcab2849c6b466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ec12e47b048fc" /><Relationship Type="http://schemas.openxmlformats.org/officeDocument/2006/relationships/notesSlide" Target="/ppt/notesSlides/notesSlide41.xml" Id="R4bf54ce2e66b4b8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89a0f25de4a8a" /><Relationship Type="http://schemas.openxmlformats.org/officeDocument/2006/relationships/notesSlide" Target="/ppt/notesSlides/notesSlide42.xml" Id="Reb2307d545e644f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8e51761bd4509" /><Relationship Type="http://schemas.openxmlformats.org/officeDocument/2006/relationships/notesSlide" Target="/ppt/notesSlides/notesSlide43.xml" Id="R116fae351318436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fb05191544b8e" /><Relationship Type="http://schemas.openxmlformats.org/officeDocument/2006/relationships/notesSlide" Target="/ppt/notesSlides/notesSlide44.xml" Id="Rf606680c9243482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26e0453f84457" /><Relationship Type="http://schemas.openxmlformats.org/officeDocument/2006/relationships/image" Target="/ppt/media/image4.png" Id="Rd870fbf1d3e342a4" /><Relationship Type="http://schemas.openxmlformats.org/officeDocument/2006/relationships/image" Target="/ppt/media/image3.svg" Id="Ra52eab5bd02d4958" /><Relationship Type="http://schemas.openxmlformats.org/officeDocument/2006/relationships/notesSlide" Target="/ppt/notesSlides/notesSlide45.xml" Id="R6e8076070553481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1759ef12043c9" /><Relationship Type="http://schemas.openxmlformats.org/officeDocument/2006/relationships/notesSlide" Target="/ppt/notesSlides/notesSlide46.xml" Id="R5ff590500ffe4be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3434a7de94e08" /><Relationship Type="http://schemas.openxmlformats.org/officeDocument/2006/relationships/notesSlide" Target="/ppt/notesSlides/notesSlide47.xml" Id="R7030058987fe494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cfb3d53a1413a" /><Relationship Type="http://schemas.openxmlformats.org/officeDocument/2006/relationships/notesSlide" Target="/ppt/notesSlides/notesSlide48.xml" Id="Racd2a1d6787f4b4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4af1721d24c8f" /><Relationship Type="http://schemas.openxmlformats.org/officeDocument/2006/relationships/notesSlide" Target="/ppt/notesSlides/notesSlide49.xml" Id="Rb4949e9c4f8244f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0905973748d8" /><Relationship Type="http://schemas.openxmlformats.org/officeDocument/2006/relationships/notesSlide" Target="/ppt/notesSlides/notesSlide50.xml" Id="Rf83446d010fa46f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9ded3e91f4805" /><Relationship Type="http://schemas.openxmlformats.org/officeDocument/2006/relationships/notesSlide" Target="/ppt/notesSlides/notesSlide51.xml" Id="R54fd12a0dcad425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b74fee3654467" /><Relationship Type="http://schemas.openxmlformats.org/officeDocument/2006/relationships/notesSlide" Target="/ppt/notesSlides/notesSlide52.xml" Id="Rd7bb48536fc544f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2d040adfa437d" /><Relationship Type="http://schemas.openxmlformats.org/officeDocument/2006/relationships/notesSlide" Target="/ppt/notesSlides/notesSlide53.xml" Id="R3b86b8795b984bd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0a7b4b7004146" /><Relationship Type="http://schemas.openxmlformats.org/officeDocument/2006/relationships/notesSlide" Target="/ppt/notesSlides/notesSlide54.xml" Id="Re4dd62086343479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1bd88833a483c" /><Relationship Type="http://schemas.openxmlformats.org/officeDocument/2006/relationships/notesSlide" Target="/ppt/notesSlides/notesSlide55.xml" Id="R50c2e52e21664ac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60a5572dd4ba8" /><Relationship Type="http://schemas.openxmlformats.org/officeDocument/2006/relationships/notesSlide" Target="/ppt/notesSlides/notesSlide56.xml" Id="Rdcdfe253240147c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1a03f36c44788" /><Relationship Type="http://schemas.openxmlformats.org/officeDocument/2006/relationships/notesSlide" Target="/ppt/notesSlides/notesSlide57.xml" Id="Rcd5fd264ae52407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f99fbf4a84e2c" /><Relationship Type="http://schemas.openxmlformats.org/officeDocument/2006/relationships/notesSlide" Target="/ppt/notesSlides/notesSlide58.xml" Id="R8ad816d03f41432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8b54844694536" /><Relationship Type="http://schemas.openxmlformats.org/officeDocument/2006/relationships/image" Target="/ppt/media/image6.jpeg" Id="Rbbcbbb6f606a45ab" /><Relationship Type="http://schemas.openxmlformats.org/officeDocument/2006/relationships/notesSlide" Target="/ppt/notesSlides/notesSlide59.xml" Id="R4c4eee4ec1ef43e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5ea04744649f0" /><Relationship Type="http://schemas.openxmlformats.org/officeDocument/2006/relationships/image" Target="/ppt/media/image7.jpeg" Id="Re7e3de6f2af04a73" /><Relationship Type="http://schemas.openxmlformats.org/officeDocument/2006/relationships/notesSlide" Target="/ppt/notesSlides/notesSlide60.xml" Id="R665bc1e7772a44a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3502655724c7d" /><Relationship Type="http://schemas.openxmlformats.org/officeDocument/2006/relationships/image" Target="/ppt/media/image8.jpeg" Id="Rc2b97dc97911465f" /><Relationship Type="http://schemas.openxmlformats.org/officeDocument/2006/relationships/notesSlide" Target="/ppt/notesSlides/notesSlide61.xml" Id="R3b42da8e92a643c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7988b4cd439d" /><Relationship Type="http://schemas.openxmlformats.org/officeDocument/2006/relationships/image" Target="/ppt/media/image9.jpeg" Id="R075db47fb61f473c" /><Relationship Type="http://schemas.openxmlformats.org/officeDocument/2006/relationships/notesSlide" Target="/ppt/notesSlides/notesSlide62.xml" Id="R9cf10a556226452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dd47eebdb492c" /><Relationship Type="http://schemas.openxmlformats.org/officeDocument/2006/relationships/notesSlide" Target="/ppt/notesSlides/notesSlide63.xml" Id="R7413281a17254dd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df676e9be4b92" /><Relationship Type="http://schemas.openxmlformats.org/officeDocument/2006/relationships/notesSlide" Target="/ppt/notesSlides/notesSlide64.xml" Id="Rc04a666fef364a1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b145f34504aaf" /><Relationship Type="http://schemas.openxmlformats.org/officeDocument/2006/relationships/notesSlide" Target="/ppt/notesSlides/notesSlide65.xml" Id="Re4be5258858646e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8102c4efc4ec6" /><Relationship Type="http://schemas.openxmlformats.org/officeDocument/2006/relationships/notesSlide" Target="/ppt/notesSlides/notesSlide66.xml" Id="R6d0a441de3ef48b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37888ff104f71" /><Relationship Type="http://schemas.openxmlformats.org/officeDocument/2006/relationships/notesSlide" Target="/ppt/notesSlides/notesSlide67.xml" Id="R3999e682b2514dc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f3c1028be4f04" /><Relationship Type="http://schemas.openxmlformats.org/officeDocument/2006/relationships/notesSlide" Target="/ppt/notesSlides/notesSlide68.xml" Id="R8d6c41772f3a43e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ad55891744267" /><Relationship Type="http://schemas.openxmlformats.org/officeDocument/2006/relationships/notesSlide" Target="/ppt/notesSlides/notesSlide69.xml" Id="R670ea65837fb439c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d897437f84960" /><Relationship Type="http://schemas.openxmlformats.org/officeDocument/2006/relationships/notesSlide" Target="/ppt/notesSlides/notesSlide70.xml" Id="R7193fb3ae92741a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acf70d4e24f1a" /><Relationship Type="http://schemas.openxmlformats.org/officeDocument/2006/relationships/notesSlide" Target="/ppt/notesSlides/notesSlide71.xml" Id="Rbb9d182f89ac4b26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a2be53981437a" /><Relationship Type="http://schemas.openxmlformats.org/officeDocument/2006/relationships/notesSlide" Target="/ppt/notesSlides/notesSlide72.xml" Id="R5578a7cf2adf48c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19e3169a44715" /><Relationship Type="http://schemas.openxmlformats.org/officeDocument/2006/relationships/notesSlide" Target="/ppt/notesSlides/notesSlide73.xml" Id="Re3f7b3eaeb3c49b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a39094ade4bdb" /><Relationship Type="http://schemas.openxmlformats.org/officeDocument/2006/relationships/notesSlide" Target="/ppt/notesSlides/notesSlide74.xml" Id="R4e34195fd2f14aa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ee184cd8d474f" /><Relationship Type="http://schemas.openxmlformats.org/officeDocument/2006/relationships/notesSlide" Target="/ppt/notesSlides/notesSlide75.xml" Id="R7edffb0f879f4482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35711052d4de5" /><Relationship Type="http://schemas.openxmlformats.org/officeDocument/2006/relationships/notesSlide" Target="/ppt/notesSlides/notesSlide76.xml" Id="R519ed42fb914451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7910c939b4546" /><Relationship Type="http://schemas.openxmlformats.org/officeDocument/2006/relationships/notesSlide" Target="/ppt/notesSlides/notesSlide77.xml" Id="Ra1910193d57e4a4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6ba77e27343ec" /><Relationship Type="http://schemas.openxmlformats.org/officeDocument/2006/relationships/notesSlide" Target="/ppt/notesSlides/notesSlide78.xml" Id="R9d0fdbd221bc42e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a0bf92a44883" /><Relationship Type="http://schemas.openxmlformats.org/officeDocument/2006/relationships/notesSlide" Target="/ppt/notesSlides/notesSlide79.xml" Id="R9b26085f19014276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309b57bcf4ec5" /><Relationship Type="http://schemas.openxmlformats.org/officeDocument/2006/relationships/notesSlide" Target="/ppt/notesSlides/notesSlide80.xml" Id="R09dd212bd1ba4d5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87329ba244f1" /><Relationship Type="http://schemas.openxmlformats.org/officeDocument/2006/relationships/notesSlide" Target="/ppt/notesSlides/notesSlide81.xml" Id="Ra2e0f6fb1ab840d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7c2bfd4d749ad" /><Relationship Type="http://schemas.openxmlformats.org/officeDocument/2006/relationships/notesSlide" Target="/ppt/notesSlides/notesSlide82.xml" Id="R82e32ea89eef4e4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4b8ba5a524d81" /><Relationship Type="http://schemas.openxmlformats.org/officeDocument/2006/relationships/image" Target="/ppt/media/image5.png" Id="R7e960aee6ed04596" /><Relationship Type="http://schemas.openxmlformats.org/officeDocument/2006/relationships/image" Target="/ppt/media/image4.svg" Id="Rd8132a0892db4c0b" /><Relationship Type="http://schemas.openxmlformats.org/officeDocument/2006/relationships/notesSlide" Target="/ppt/notesSlides/notesSlide83.xml" Id="R748fe1283e8f4ae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ae321cb7c4ed5" /><Relationship Type="http://schemas.openxmlformats.org/officeDocument/2006/relationships/notesSlide" Target="/ppt/notesSlides/notesSlide84.xml" Id="R5aab3d0036114d3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5402a4deb464b" /><Relationship Type="http://schemas.openxmlformats.org/officeDocument/2006/relationships/notesSlide" Target="/ppt/notesSlides/notesSlide85.xml" Id="Rd088f13129d7469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1dd9e6a68452d" /><Relationship Type="http://schemas.openxmlformats.org/officeDocument/2006/relationships/notesSlide" Target="/ppt/notesSlides/notesSlide86.xml" Id="R400811ec672249b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2666e2c854e2a" /><Relationship Type="http://schemas.openxmlformats.org/officeDocument/2006/relationships/notesSlide" Target="/ppt/notesSlides/notesSlide87.xml" Id="Rd89cf996d0f741f7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c2d29ea1e413c" /><Relationship Type="http://schemas.openxmlformats.org/officeDocument/2006/relationships/notesSlide" Target="/ppt/notesSlides/notesSlide88.xml" Id="R3fe0dc7f09724ea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5592e38284da7" /><Relationship Type="http://schemas.openxmlformats.org/officeDocument/2006/relationships/notesSlide" Target="/ppt/notesSlides/notesSlide89.xml" Id="R1f8b006ae6a94eaa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fdcbcfdd342d2" /><Relationship Type="http://schemas.openxmlformats.org/officeDocument/2006/relationships/notesSlide" Target="/ppt/notesSlides/notesSlide90.xml" Id="Rbfaf44510ae741ad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d84aeeca043e0" /><Relationship Type="http://schemas.openxmlformats.org/officeDocument/2006/relationships/notesSlide" Target="/ppt/notesSlides/notesSlide91.xml" Id="R7ee355d7639c4a93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5b23e427a410b" /><Relationship Type="http://schemas.openxmlformats.org/officeDocument/2006/relationships/notesSlide" Target="/ppt/notesSlides/notesSlide92.xml" Id="Rcde29bed231e4603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5a9c8d6d44fcc" /><Relationship Type="http://schemas.openxmlformats.org/officeDocument/2006/relationships/notesSlide" Target="/ppt/notesSlides/notesSlide93.xml" Id="R9eebc26a0ebd451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8ce1b33e34179" /><Relationship Type="http://schemas.openxmlformats.org/officeDocument/2006/relationships/notesSlide" Target="/ppt/notesSlides/notesSlide94.xml" Id="R23f1858e13b3454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f6c254124dda" /><Relationship Type="http://schemas.openxmlformats.org/officeDocument/2006/relationships/notesSlide" Target="/ppt/notesSlides/notesSlide95.xml" Id="Rf2c6590ad18a46db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44cc0a9a94706" /><Relationship Type="http://schemas.openxmlformats.org/officeDocument/2006/relationships/notesSlide" Target="/ppt/notesSlides/notesSlide96.xml" Id="R0c5e7322d41d45a7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0ca48e34f427e" /><Relationship Type="http://schemas.openxmlformats.org/officeDocument/2006/relationships/image" Target="/ppt/media/image10.jpeg" Id="R4c42762da36844fe" /><Relationship Type="http://schemas.openxmlformats.org/officeDocument/2006/relationships/notesSlide" Target="/ppt/notesSlides/notesSlide97.xml" Id="Rc926c3c0b45d471d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88d217fba42d5" /><Relationship Type="http://schemas.openxmlformats.org/officeDocument/2006/relationships/image" Target="/ppt/media/image11.jpeg" Id="Rcd1edd4b3276441f" /><Relationship Type="http://schemas.openxmlformats.org/officeDocument/2006/relationships/notesSlide" Target="/ppt/notesSlides/notesSlide98.xml" Id="R5b4354127a344ac5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33699e6cc4a0a" /><Relationship Type="http://schemas.openxmlformats.org/officeDocument/2006/relationships/image" Target="/ppt/media/image12.jpeg" Id="R4de39e3f35fe41f0" /><Relationship Type="http://schemas.openxmlformats.org/officeDocument/2006/relationships/notesSlide" Target="/ppt/notesSlides/notesSlide99.xml" Id="Rcd037616e683488f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ef308d4cb4b37" /><Relationship Type="http://schemas.openxmlformats.org/officeDocument/2006/relationships/image" Target="/ppt/media/image13.jpeg" Id="R4a081dd8d59f4ee4" /><Relationship Type="http://schemas.openxmlformats.org/officeDocument/2006/relationships/notesSlide" Target="/ppt/notesSlides/notesSlide100.xml" Id="R322dae34ef4a41f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e0fc851c24b25" /><Relationship Type="http://schemas.openxmlformats.org/officeDocument/2006/relationships/notesSlide" Target="/ppt/notesSlides/notesSlide101.xml" Id="R13238dc5f4164f16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2b6bcb98a48ae" /><Relationship Type="http://schemas.openxmlformats.org/officeDocument/2006/relationships/notesSlide" Target="/ppt/notesSlides/notesSlide102.xml" Id="R93188595e7d346b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ddbb259e449df" /><Relationship Type="http://schemas.openxmlformats.org/officeDocument/2006/relationships/notesSlide" Target="/ppt/notesSlides/notesSlide103.xml" Id="Rddec95c1186a4ed6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a2ad949f5454a" /><Relationship Type="http://schemas.openxmlformats.org/officeDocument/2006/relationships/notesSlide" Target="/ppt/notesSlides/notesSlide104.xml" Id="Rcc43c071ffdf45d7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a44d769f54947" /><Relationship Type="http://schemas.openxmlformats.org/officeDocument/2006/relationships/notesSlide" Target="/ppt/notesSlides/notesSlide105.xml" Id="R11ed2f0085864a35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e0c17b9fe4d8d" /><Relationship Type="http://schemas.openxmlformats.org/officeDocument/2006/relationships/notesSlide" Target="/ppt/notesSlides/notesSlide106.xml" Id="Rcb8ef42209e6416c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7e19481334b77" /><Relationship Type="http://schemas.openxmlformats.org/officeDocument/2006/relationships/notesSlide" Target="/ppt/notesSlides/notesSlide107.xml" Id="R4c27901cd26d4544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b0fad40aa4197" /><Relationship Type="http://schemas.openxmlformats.org/officeDocument/2006/relationships/notesSlide" Target="/ppt/notesSlides/notesSlide108.xml" Id="R6ca532cc34c548fe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eecda64ba4442" /><Relationship Type="http://schemas.openxmlformats.org/officeDocument/2006/relationships/notesSlide" Target="/ppt/notesSlides/notesSlide109.xml" Id="Rd596f904ea7c402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0cca444814a16" /><Relationship Type="http://schemas.openxmlformats.org/officeDocument/2006/relationships/notesSlide" Target="/ppt/notesSlides/notesSlide110.xml" Id="Rd82c84c3efdc45a0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9256abe8a4840" /><Relationship Type="http://schemas.openxmlformats.org/officeDocument/2006/relationships/notesSlide" Target="/ppt/notesSlides/notesSlide111.xml" Id="Rf9c1f9a715fb494a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ab41659434a01" /><Relationship Type="http://schemas.openxmlformats.org/officeDocument/2006/relationships/notesSlide" Target="/ppt/notesSlides/notesSlide112.xml" Id="R10b7833d549b4e28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c08c2d64e48ad" /><Relationship Type="http://schemas.openxmlformats.org/officeDocument/2006/relationships/notesSlide" Target="/ppt/notesSlides/notesSlide113.xml" Id="Rb3155fb41c594f28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d931414464248" /><Relationship Type="http://schemas.openxmlformats.org/officeDocument/2006/relationships/notesSlide" Target="/ppt/notesSlides/notesSlide114.xml" Id="R9dad6085edfe43a6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2e9b32cd54cd6" /><Relationship Type="http://schemas.openxmlformats.org/officeDocument/2006/relationships/notesSlide" Target="/ppt/notesSlides/notesSlide115.xml" Id="R689348a0a374471e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9b4c8802d4b9a" /><Relationship Type="http://schemas.openxmlformats.org/officeDocument/2006/relationships/notesSlide" Target="/ppt/notesSlides/notesSlide116.xml" Id="Rdc2733ac362541ff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44f7515ca400f" /><Relationship Type="http://schemas.openxmlformats.org/officeDocument/2006/relationships/notesSlide" Target="/ppt/notesSlides/notesSlide117.xml" Id="Rfde2418fc1274cf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e19043d484ba9" /><Relationship Type="http://schemas.openxmlformats.org/officeDocument/2006/relationships/notesSlide" Target="/ppt/notesSlides/notesSlide118.xml" Id="Rb5349e89b5614569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e388164d54eb8" /><Relationship Type="http://schemas.openxmlformats.org/officeDocument/2006/relationships/notesSlide" Target="/ppt/notesSlides/notesSlide119.xml" Id="Raa7f23bbfaaa49cd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7ea29ca2a45e5" /><Relationship Type="http://schemas.openxmlformats.org/officeDocument/2006/relationships/notesSlide" Target="/ppt/notesSlides/notesSlide120.xml" Id="R6321966cf86d410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1f4681ed542f7" /><Relationship Type="http://schemas.openxmlformats.org/officeDocument/2006/relationships/image" Target="/ppt/media/image6.png" Id="Rc766d1d374e246a4" /><Relationship Type="http://schemas.openxmlformats.org/officeDocument/2006/relationships/image" Target="/ppt/media/image5.svg" Id="R9551bd49b5844ef2" /><Relationship Type="http://schemas.openxmlformats.org/officeDocument/2006/relationships/notesSlide" Target="/ppt/notesSlides/notesSlide121.xml" Id="R29fefff0150b4cb4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b2253081742f9" /><Relationship Type="http://schemas.openxmlformats.org/officeDocument/2006/relationships/notesSlide" Target="/ppt/notesSlides/notesSlide122.xml" Id="R5d446031bfec4fb5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4d1b0b53444e" /><Relationship Type="http://schemas.openxmlformats.org/officeDocument/2006/relationships/notesSlide" Target="/ppt/notesSlides/notesSlide123.xml" Id="R68917f9fd96b4f13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b2c24a9704c96" /><Relationship Type="http://schemas.openxmlformats.org/officeDocument/2006/relationships/notesSlide" Target="/ppt/notesSlides/notesSlide124.xml" Id="R271763dceafe475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9589448d4c21" /><Relationship Type="http://schemas.openxmlformats.org/officeDocument/2006/relationships/notesSlide" Target="/ppt/notesSlides/notesSlide125.xml" Id="Reb16b8d7e1694f50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5f3ab2aff4d9c" /><Relationship Type="http://schemas.openxmlformats.org/officeDocument/2006/relationships/notesSlide" Target="/ppt/notesSlides/notesSlide126.xml" Id="Rc49f86dc7b4b4a2a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5b2d12dd2481c" /><Relationship Type="http://schemas.openxmlformats.org/officeDocument/2006/relationships/notesSlide" Target="/ppt/notesSlides/notesSlide127.xml" Id="Rbf4f28e2cdcb4371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14517f71a40d0" /><Relationship Type="http://schemas.openxmlformats.org/officeDocument/2006/relationships/notesSlide" Target="/ppt/notesSlides/notesSlide128.xml" Id="Rccc1dad7632b4b68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8694f5a784705" /><Relationship Type="http://schemas.openxmlformats.org/officeDocument/2006/relationships/notesSlide" Target="/ppt/notesSlides/notesSlide129.xml" Id="R60fc4c1047a74322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4299280464a4b" /><Relationship Type="http://schemas.openxmlformats.org/officeDocument/2006/relationships/notesSlide" Target="/ppt/notesSlides/notesSlide130.xml" Id="Rfdd9f5b680874d9c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526eb2b7a455b" /><Relationship Type="http://schemas.openxmlformats.org/officeDocument/2006/relationships/notesSlide" Target="/ppt/notesSlides/notesSlide131.xml" Id="R5a9f6eec983941e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1a0d0007f422b" /><Relationship Type="http://schemas.openxmlformats.org/officeDocument/2006/relationships/notesSlide" Target="/ppt/notesSlides/notesSlide132.xml" Id="R4c617e167c2e47d0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0f0c571334c50" /><Relationship Type="http://schemas.openxmlformats.org/officeDocument/2006/relationships/notesSlide" Target="/ppt/notesSlides/notesSlide133.xml" Id="R75db8d477a764e5d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5d5d33e0843b0" /><Relationship Type="http://schemas.openxmlformats.org/officeDocument/2006/relationships/notesSlide" Target="/ppt/notesSlides/notesSlide134.xml" Id="R683e33e5a8794788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81a5597954bed" /><Relationship Type="http://schemas.openxmlformats.org/officeDocument/2006/relationships/image" Target="/ppt/media/image14.jpeg" Id="Rfa857dbd31d1454c" /><Relationship Type="http://schemas.openxmlformats.org/officeDocument/2006/relationships/notesSlide" Target="/ppt/notesSlides/notesSlide135.xml" Id="R3bd9900132604550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d325c95cc436d" /><Relationship Type="http://schemas.openxmlformats.org/officeDocument/2006/relationships/image" Target="/ppt/media/image15.jpeg" Id="R59717580337b40ef" /><Relationship Type="http://schemas.openxmlformats.org/officeDocument/2006/relationships/notesSlide" Target="/ppt/notesSlides/notesSlide136.xml" Id="Rc2ae100cf2974a14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f50cb89b4ed4" /><Relationship Type="http://schemas.openxmlformats.org/officeDocument/2006/relationships/image" Target="/ppt/media/image16.jpeg" Id="R70529a7d4a004afe" /><Relationship Type="http://schemas.openxmlformats.org/officeDocument/2006/relationships/notesSlide" Target="/ppt/notesSlides/notesSlide137.xml" Id="R5c44fc2a49cd46c0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caf7359e243b2" /><Relationship Type="http://schemas.openxmlformats.org/officeDocument/2006/relationships/image" Target="/ppt/media/image17.jpeg" Id="R2391f1d09695457f" /><Relationship Type="http://schemas.openxmlformats.org/officeDocument/2006/relationships/notesSlide" Target="/ppt/notesSlides/notesSlide138.xml" Id="R436d4ac57ec34df3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df4e3b9b248ce" /><Relationship Type="http://schemas.openxmlformats.org/officeDocument/2006/relationships/notesSlide" Target="/ppt/notesSlides/notesSlide139.xml" Id="Rb12ef2c9a60f44a1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58769e53b4b1d" /><Relationship Type="http://schemas.openxmlformats.org/officeDocument/2006/relationships/notesSlide" Target="/ppt/notesSlides/notesSlide140.xml" Id="Rd148da7a0ea64aa0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da5ea46074909" /><Relationship Type="http://schemas.openxmlformats.org/officeDocument/2006/relationships/notesSlide" Target="/ppt/notesSlides/notesSlide141.xml" Id="R44cc8012ed5e462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f4da840f54b5b" /><Relationship Type="http://schemas.openxmlformats.org/officeDocument/2006/relationships/notesSlide" Target="/ppt/notesSlides/notesSlide142.xml" Id="Rfbab98948a5c48e8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3bc7380ad4725" /><Relationship Type="http://schemas.openxmlformats.org/officeDocument/2006/relationships/notesSlide" Target="/ppt/notesSlides/notesSlide143.xml" Id="Rcf86e94f419646e3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498f036354a68" /><Relationship Type="http://schemas.openxmlformats.org/officeDocument/2006/relationships/notesSlide" Target="/ppt/notesSlides/notesSlide144.xml" Id="Rcbe0a11366174945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a40b8f5204e50" /><Relationship Type="http://schemas.openxmlformats.org/officeDocument/2006/relationships/notesSlide" Target="/ppt/notesSlides/notesSlide145.xml" Id="R507a779c1f244d14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9058c2d04b33" /><Relationship Type="http://schemas.openxmlformats.org/officeDocument/2006/relationships/notesSlide" Target="/ppt/notesSlides/notesSlide146.xml" Id="R9b3da7d5f9e24c14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af22b349e4399" /><Relationship Type="http://schemas.openxmlformats.org/officeDocument/2006/relationships/notesSlide" Target="/ppt/notesSlides/notesSlide147.xml" Id="Rf939875a6e0d4a85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59ff22fde4618" /><Relationship Type="http://schemas.openxmlformats.org/officeDocument/2006/relationships/notesSlide" Target="/ppt/notesSlides/notesSlide148.xml" Id="Rcc782b8fc95c49f1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1719bf03f4749" /><Relationship Type="http://schemas.openxmlformats.org/officeDocument/2006/relationships/notesSlide" Target="/ppt/notesSlides/notesSlide149.xml" Id="R78601db7a8934ffb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a8de8db044b60" /><Relationship Type="http://schemas.openxmlformats.org/officeDocument/2006/relationships/notesSlide" Target="/ppt/notesSlides/notesSlide150.xml" Id="R94ed87d9b29d4a67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ce8240aff4a23" /><Relationship Type="http://schemas.openxmlformats.org/officeDocument/2006/relationships/notesSlide" Target="/ppt/notesSlides/notesSlide151.xml" Id="R0305daf40762451b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2e591291d482f" /><Relationship Type="http://schemas.openxmlformats.org/officeDocument/2006/relationships/notesSlide" Target="/ppt/notesSlides/notesSlide152.xml" Id="Rceffe3ff5f8940bc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df0940cf846dc" /><Relationship Type="http://schemas.openxmlformats.org/officeDocument/2006/relationships/notesSlide" Target="/ppt/notesSlides/notesSlide153.xml" Id="Rff3dbdb126124633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6fcb35ecc4e20" /><Relationship Type="http://schemas.openxmlformats.org/officeDocument/2006/relationships/notesSlide" Target="/ppt/notesSlides/notesSlide154.xml" Id="Rb798a448735c42e8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5c29eb3c4f85" /><Relationship Type="http://schemas.openxmlformats.org/officeDocument/2006/relationships/notesSlide" Target="/ppt/notesSlides/notesSlide155.xml" Id="R8152032f51f54250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1073becd4e28" /><Relationship Type="http://schemas.openxmlformats.org/officeDocument/2006/relationships/notesSlide" Target="/ppt/notesSlides/notesSlide156.xml" Id="R455c48fa28ab444a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b205348d4642" /><Relationship Type="http://schemas.openxmlformats.org/officeDocument/2006/relationships/notesSlide" Target="/ppt/notesSlides/notesSlide157.xml" Id="R9467539191cd49d4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bd3bef9a243b9" /><Relationship Type="http://schemas.openxmlformats.org/officeDocument/2006/relationships/notesSlide" Target="/ppt/notesSlides/notesSlide158.xml" Id="R7bb895c11353483d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129e5faed42ab" /><Relationship Type="http://schemas.openxmlformats.org/officeDocument/2006/relationships/image" Target="/ppt/media/image7.png" Id="Rae863e688beb482b" /><Relationship Type="http://schemas.openxmlformats.org/officeDocument/2006/relationships/image" Target="/ppt/media/image6.svg" Id="R0fcf018a158d400d" /><Relationship Type="http://schemas.openxmlformats.org/officeDocument/2006/relationships/notesSlide" Target="/ppt/notesSlides/notesSlide159.xml" Id="R1c4b2255123a4494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045ffb5e0450e" /><Relationship Type="http://schemas.openxmlformats.org/officeDocument/2006/relationships/notesSlide" Target="/ppt/notesSlides/notesSlide160.xml" Id="R0087d260ecc14e4d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4bed221774eb4" /><Relationship Type="http://schemas.openxmlformats.org/officeDocument/2006/relationships/notesSlide" Target="/ppt/notesSlides/notesSlide161.xml" Id="Rc59edd59079f46c3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22d8bbec743c6" /><Relationship Type="http://schemas.openxmlformats.org/officeDocument/2006/relationships/notesSlide" Target="/ppt/notesSlides/notesSlide162.xml" Id="R34bba954b81247f1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34f3344304348" /><Relationship Type="http://schemas.openxmlformats.org/officeDocument/2006/relationships/notesSlide" Target="/ppt/notesSlides/notesSlide163.xml" Id="R973f37ca5eeb42f0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a49cda96249d2" /><Relationship Type="http://schemas.openxmlformats.org/officeDocument/2006/relationships/notesSlide" Target="/ppt/notesSlides/notesSlide164.xml" Id="Rdf69eb81dac54c9a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c719deb7d4c12" /><Relationship Type="http://schemas.openxmlformats.org/officeDocument/2006/relationships/notesSlide" Target="/ppt/notesSlides/notesSlide165.xml" Id="Reb32acb2c26f40e0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87a6262f4637" /><Relationship Type="http://schemas.openxmlformats.org/officeDocument/2006/relationships/notesSlide" Target="/ppt/notesSlides/notesSlide166.xml" Id="R53606899dff2410c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1071058c9416c" /><Relationship Type="http://schemas.openxmlformats.org/officeDocument/2006/relationships/notesSlide" Target="/ppt/notesSlides/notesSlide167.xml" Id="R481056072fda4c61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022909c8242b7" /><Relationship Type="http://schemas.openxmlformats.org/officeDocument/2006/relationships/notesSlide" Target="/ppt/notesSlides/notesSlide168.xml" Id="R550f71e0be774c12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bc42f760a4ac5" /><Relationship Type="http://schemas.openxmlformats.org/officeDocument/2006/relationships/notesSlide" Target="/ppt/notesSlides/notesSlide169.xml" Id="Red8c928ccbf646bf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c1ace348461b" /><Relationship Type="http://schemas.openxmlformats.org/officeDocument/2006/relationships/notesSlide" Target="/ppt/notesSlides/notesSlide170.xml" Id="R6226185dcd1a4be7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044b7e54c46e1" /><Relationship Type="http://schemas.openxmlformats.org/officeDocument/2006/relationships/notesSlide" Target="/ppt/notesSlides/notesSlide171.xml" Id="R6214e6d82d2c4c7b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6d350e38e4fa4" /><Relationship Type="http://schemas.openxmlformats.org/officeDocument/2006/relationships/image" Target="/ppt/media/image18.jpeg" Id="R66927a7d238242ba" /><Relationship Type="http://schemas.openxmlformats.org/officeDocument/2006/relationships/notesSlide" Target="/ppt/notesSlides/notesSlide172.xml" Id="R2b331b040b104a04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5fa4825b4fcf" /><Relationship Type="http://schemas.openxmlformats.org/officeDocument/2006/relationships/image" Target="/ppt/media/image19.jpeg" Id="R364840485d5743e7" /><Relationship Type="http://schemas.openxmlformats.org/officeDocument/2006/relationships/notesSlide" Target="/ppt/notesSlides/notesSlide173.xml" Id="Rce783b855c294660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be5a7fb9d4dc3" /><Relationship Type="http://schemas.openxmlformats.org/officeDocument/2006/relationships/image" Target="/ppt/media/image20.jpeg" Id="R10a62cb53f644266" /><Relationship Type="http://schemas.openxmlformats.org/officeDocument/2006/relationships/notesSlide" Target="/ppt/notesSlides/notesSlide174.xml" Id="R8a7c1c4380dc4ef6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15e709b5d4372" /><Relationship Type="http://schemas.openxmlformats.org/officeDocument/2006/relationships/image" Target="/ppt/media/image21.jpeg" Id="Rcc10296a073b42b8" /><Relationship Type="http://schemas.openxmlformats.org/officeDocument/2006/relationships/notesSlide" Target="/ppt/notesSlides/notesSlide175.xml" Id="Ree324b18a169472f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dd48f22b54f3a" /><Relationship Type="http://schemas.openxmlformats.org/officeDocument/2006/relationships/notesSlide" Target="/ppt/notesSlides/notesSlide176.xml" Id="Re965c267c77c46b4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e8c57fa64013" /><Relationship Type="http://schemas.openxmlformats.org/officeDocument/2006/relationships/notesSlide" Target="/ppt/notesSlides/notesSlide177.xml" Id="R9318831514f94c70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c6e6fb54e44e6" /><Relationship Type="http://schemas.openxmlformats.org/officeDocument/2006/relationships/notesSlide" Target="/ppt/notesSlides/notesSlide178.xml" Id="R5d2e29192b2e466b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5ccfe23884e29" /><Relationship Type="http://schemas.openxmlformats.org/officeDocument/2006/relationships/notesSlide" Target="/ppt/notesSlides/notesSlide179.xml" Id="R3e6d8ce0cead419a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eaa3126b435d" /><Relationship Type="http://schemas.openxmlformats.org/officeDocument/2006/relationships/notesSlide" Target="/ppt/notesSlides/notesSlide180.xml" Id="R7e3afd0e177a4ebb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64bc44cdd4d77" /><Relationship Type="http://schemas.openxmlformats.org/officeDocument/2006/relationships/notesSlide" Target="/ppt/notesSlides/notesSlide181.xml" Id="Ree2d0e7329ac4ab9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5b343dcbe4e25" /><Relationship Type="http://schemas.openxmlformats.org/officeDocument/2006/relationships/notesSlide" Target="/ppt/notesSlides/notesSlide182.xml" Id="R2ee86b4a2f82460a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fba1101b49c1" /><Relationship Type="http://schemas.openxmlformats.org/officeDocument/2006/relationships/notesSlide" Target="/ppt/notesSlides/notesSlide183.xml" Id="R7888a77fc7cb442c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eaf356b3c47e4" /><Relationship Type="http://schemas.openxmlformats.org/officeDocument/2006/relationships/notesSlide" Target="/ppt/notesSlides/notesSlide184.xml" Id="R5129adb9ce254839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18c5407bf4cd1" /><Relationship Type="http://schemas.openxmlformats.org/officeDocument/2006/relationships/notesSlide" Target="/ppt/notesSlides/notesSlide185.xml" Id="Rf3c02a7fc95a4a91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776efc24b427d" /><Relationship Type="http://schemas.openxmlformats.org/officeDocument/2006/relationships/notesSlide" Target="/ppt/notesSlides/notesSlide186.xml" Id="R8a98b7826ce1408b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665ca383a4d12" /><Relationship Type="http://schemas.openxmlformats.org/officeDocument/2006/relationships/notesSlide" Target="/ppt/notesSlides/notesSlide187.xml" Id="R85a73980ded14159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997f157804a48" /><Relationship Type="http://schemas.openxmlformats.org/officeDocument/2006/relationships/notesSlide" Target="/ppt/notesSlides/notesSlide188.xml" Id="R31e42dba807a43dc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c7e8169b47b5" /><Relationship Type="http://schemas.openxmlformats.org/officeDocument/2006/relationships/notesSlide" Target="/ppt/notesSlides/notesSlide189.xml" Id="R785a22d7cb014c1a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bd5731b324d90" /><Relationship Type="http://schemas.openxmlformats.org/officeDocument/2006/relationships/notesSlide" Target="/ppt/notesSlides/notesSlide190.xml" Id="Ra828d20ce1434e8e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fad2b0fbf40ff" /><Relationship Type="http://schemas.openxmlformats.org/officeDocument/2006/relationships/notesSlide" Target="/ppt/notesSlides/notesSlide191.xml" Id="R103e510296c5401a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9bcb5f04246d8" /><Relationship Type="http://schemas.openxmlformats.org/officeDocument/2006/relationships/notesSlide" Target="/ppt/notesSlides/notesSlide192.xml" Id="R1502a32cee8d4264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9e913fb7f422e" /><Relationship Type="http://schemas.openxmlformats.org/officeDocument/2006/relationships/notesSlide" Target="/ppt/notesSlides/notesSlide193.xml" Id="R8e727b3620544b97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2d91434e647b7" /><Relationship Type="http://schemas.openxmlformats.org/officeDocument/2006/relationships/notesSlide" Target="/ppt/notesSlides/notesSlide194.xml" Id="Rae234bac88d34683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c5ed75b444f84" /><Relationship Type="http://schemas.openxmlformats.org/officeDocument/2006/relationships/notesSlide" Target="/ppt/notesSlides/notesSlide195.xml" Id="Re62f4c363da14cdd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5026ffe4c4053" /><Relationship Type="http://schemas.openxmlformats.org/officeDocument/2006/relationships/image" Target="/ppt/media/image8.png" Id="R349ac6b65566477c" /><Relationship Type="http://schemas.openxmlformats.org/officeDocument/2006/relationships/image" Target="/ppt/media/image7.svg" Id="R338d8cf77a6d46bb" /><Relationship Type="http://schemas.openxmlformats.org/officeDocument/2006/relationships/notesSlide" Target="/ppt/notesSlides/notesSlide196.xml" Id="R495612271b294062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6e00b352d45d3" /><Relationship Type="http://schemas.openxmlformats.org/officeDocument/2006/relationships/notesSlide" Target="/ppt/notesSlides/notesSlide197.xml" Id="R359e0da9816d4809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8f2de4dbe4e75" /><Relationship Type="http://schemas.openxmlformats.org/officeDocument/2006/relationships/notesSlide" Target="/ppt/notesSlides/notesSlide198.xml" Id="R4ec4a44ba18d4a43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8460ef8534c35" /><Relationship Type="http://schemas.openxmlformats.org/officeDocument/2006/relationships/notesSlide" Target="/ppt/notesSlides/notesSlide199.xml" Id="R7c6d746688534a58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d4d6303874c40" /><Relationship Type="http://schemas.openxmlformats.org/officeDocument/2006/relationships/notesSlide" Target="/ppt/notesSlides/notesSlide200.xml" Id="R75056e4fda0e4de5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32b55ba974d47" /><Relationship Type="http://schemas.openxmlformats.org/officeDocument/2006/relationships/notesSlide" Target="/ppt/notesSlides/notesSlide201.xml" Id="Rbf99691a83cf4795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509ef71614721" /><Relationship Type="http://schemas.openxmlformats.org/officeDocument/2006/relationships/notesSlide" Target="/ppt/notesSlides/notesSlide202.xml" Id="R099ac55f59c242e7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ac4bd628445e5" /><Relationship Type="http://schemas.openxmlformats.org/officeDocument/2006/relationships/notesSlide" Target="/ppt/notesSlides/notesSlide203.xml" Id="R4316a42ba4b64242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7096982114d7e" /><Relationship Type="http://schemas.openxmlformats.org/officeDocument/2006/relationships/notesSlide" Target="/ppt/notesSlides/notesSlide204.xml" Id="Rc71f3ea376794c64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51eb29614d55" /><Relationship Type="http://schemas.openxmlformats.org/officeDocument/2006/relationships/notesSlide" Target="/ppt/notesSlides/notesSlide205.xml" Id="R9faf58ec94424454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db9264fa44bfc" /><Relationship Type="http://schemas.openxmlformats.org/officeDocument/2006/relationships/notesSlide" Target="/ppt/notesSlides/notesSlide206.xml" Id="R95dbe653d3b14bbe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2c6f4cb3d4188" /><Relationship Type="http://schemas.openxmlformats.org/officeDocument/2006/relationships/notesSlide" Target="/ppt/notesSlides/notesSlide207.xml" Id="R8081fb4405aa4fdd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7fa17ecc24b7d" /><Relationship Type="http://schemas.openxmlformats.org/officeDocument/2006/relationships/notesSlide" Target="/ppt/notesSlides/notesSlide208.xml" Id="Rf279a49790eb406f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02dfc26514cd0" /><Relationship Type="http://schemas.openxmlformats.org/officeDocument/2006/relationships/image" Target="/ppt/media/image22.jpeg" Id="R6df07d0658814964" /><Relationship Type="http://schemas.openxmlformats.org/officeDocument/2006/relationships/notesSlide" Target="/ppt/notesSlides/notesSlide209.xml" Id="Rea1779adeee04835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0a8fc8b5f4602" /><Relationship Type="http://schemas.openxmlformats.org/officeDocument/2006/relationships/image" Target="/ppt/media/image23.jpeg" Id="R49838737eea640ef" /><Relationship Type="http://schemas.openxmlformats.org/officeDocument/2006/relationships/notesSlide" Target="/ppt/notesSlides/notesSlide210.xml" Id="R8ed7efef17374fe2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e72996b3d45a0" /><Relationship Type="http://schemas.openxmlformats.org/officeDocument/2006/relationships/image" Target="/ppt/media/image24.jpeg" Id="R75eec75903784a98" /><Relationship Type="http://schemas.openxmlformats.org/officeDocument/2006/relationships/notesSlide" Target="/ppt/notesSlides/notesSlide211.xml" Id="R661d64f2fa0f424b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f25b5196d47ac" /><Relationship Type="http://schemas.openxmlformats.org/officeDocument/2006/relationships/image" Target="/ppt/media/image25.jpeg" Id="Rd45ee6310e2847ca" /><Relationship Type="http://schemas.openxmlformats.org/officeDocument/2006/relationships/notesSlide" Target="/ppt/notesSlides/notesSlide212.xml" Id="R7ef4d89a5f564b1d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ada35881c4c93" /><Relationship Type="http://schemas.openxmlformats.org/officeDocument/2006/relationships/notesSlide" Target="/ppt/notesSlides/notesSlide213.xml" Id="R07410c90f6e7475e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52a4b3ffe4180" /><Relationship Type="http://schemas.openxmlformats.org/officeDocument/2006/relationships/notesSlide" Target="/ppt/notesSlides/notesSlide214.xml" Id="Rc4e377bd8f1c473c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9a4476da5498f" /><Relationship Type="http://schemas.openxmlformats.org/officeDocument/2006/relationships/notesSlide" Target="/ppt/notesSlides/notesSlide215.xml" Id="R9f602d4a59ee46f0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1a31795a046a7" /><Relationship Type="http://schemas.openxmlformats.org/officeDocument/2006/relationships/notesSlide" Target="/ppt/notesSlides/notesSlide216.xml" Id="R6e903de5134a4089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be9513b0148a8" /><Relationship Type="http://schemas.openxmlformats.org/officeDocument/2006/relationships/notesSlide" Target="/ppt/notesSlides/notesSlide217.xml" Id="R6c99dcd183f84655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58af37de443ec" /><Relationship Type="http://schemas.openxmlformats.org/officeDocument/2006/relationships/notesSlide" Target="/ppt/notesSlides/notesSlide218.xml" Id="Rd2725d47d9194706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54f594a064e0a" /><Relationship Type="http://schemas.openxmlformats.org/officeDocument/2006/relationships/notesSlide" Target="/ppt/notesSlides/notesSlide219.xml" Id="R2601308c71b34e6b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961c6a9884308" /><Relationship Type="http://schemas.openxmlformats.org/officeDocument/2006/relationships/notesSlide" Target="/ppt/notesSlides/notesSlide220.xml" Id="R1fbae8cf7be74890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df32eec974b19" /><Relationship Type="http://schemas.openxmlformats.org/officeDocument/2006/relationships/notesSlide" Target="/ppt/notesSlides/notesSlide221.xml" Id="R45a79f6d356544f0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ff6611454867" /><Relationship Type="http://schemas.openxmlformats.org/officeDocument/2006/relationships/notesSlide" Target="/ppt/notesSlides/notesSlide222.xml" Id="Rc1e7f5dfa4334090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2c7b47274cd7" /><Relationship Type="http://schemas.openxmlformats.org/officeDocument/2006/relationships/notesSlide" Target="/ppt/notesSlides/notesSlide223.xml" Id="Rb9ca93ce9b4a4904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bb2f5e1c84fff" /><Relationship Type="http://schemas.openxmlformats.org/officeDocument/2006/relationships/notesSlide" Target="/ppt/notesSlides/notesSlide224.xml" Id="R3a37a4969f3b41b2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1b730f6747a8" /><Relationship Type="http://schemas.openxmlformats.org/officeDocument/2006/relationships/notesSlide" Target="/ppt/notesSlides/notesSlide225.xml" Id="Reacde920bd7742cc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329b7f17f4f0f" /><Relationship Type="http://schemas.openxmlformats.org/officeDocument/2006/relationships/notesSlide" Target="/ppt/notesSlides/notesSlide226.xml" Id="Rf5e3d32426874ef5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d8c07d15b45a2" /><Relationship Type="http://schemas.openxmlformats.org/officeDocument/2006/relationships/notesSlide" Target="/ppt/notesSlides/notesSlide227.xml" Id="R3a4e2f3ec1444afa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3fc0deff34040" /><Relationship Type="http://schemas.openxmlformats.org/officeDocument/2006/relationships/notesSlide" Target="/ppt/notesSlides/notesSlide228.xml" Id="Rb90150d73ef24d6f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d2f0675e74c36" /><Relationship Type="http://schemas.openxmlformats.org/officeDocument/2006/relationships/notesSlide" Target="/ppt/notesSlides/notesSlide229.xml" Id="R3479b68945664ccc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745953b714fa2" /><Relationship Type="http://schemas.openxmlformats.org/officeDocument/2006/relationships/notesSlide" Target="/ppt/notesSlides/notesSlide230.xml" Id="R501ddfc8b98440fa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9ede329bf44ca" /><Relationship Type="http://schemas.openxmlformats.org/officeDocument/2006/relationships/notesSlide" Target="/ppt/notesSlides/notesSlide231.xml" Id="R465aba8cb5d542e6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8c55ce1a64c88" /><Relationship Type="http://schemas.openxmlformats.org/officeDocument/2006/relationships/notesSlide" Target="/ppt/notesSlides/notesSlide232.xml" Id="R79c717f2db204884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d680fee2e417b" /><Relationship Type="http://schemas.openxmlformats.org/officeDocument/2006/relationships/image" Target="/ppt/media/image9.png" Id="R98ea541b57554b5d" /><Relationship Type="http://schemas.openxmlformats.org/officeDocument/2006/relationships/image" Target="/ppt/media/image8.svg" Id="Rf6bc5a0d77f44fcc" /><Relationship Type="http://schemas.openxmlformats.org/officeDocument/2006/relationships/notesSlide" Target="/ppt/notesSlides/notesSlide233.xml" Id="R4d406168a22847a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3cee1f0244b58" /><Relationship Type="http://schemas.openxmlformats.org/officeDocument/2006/relationships/notesSlide" Target="/ppt/notesSlides/notesSlide234.xml" Id="R89587cb1c0c84843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4b92ee2a84604" /><Relationship Type="http://schemas.openxmlformats.org/officeDocument/2006/relationships/notesSlide" Target="/ppt/notesSlides/notesSlide235.xml" Id="R00db7bf05fa74ff0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612d3896e4ba3" /><Relationship Type="http://schemas.openxmlformats.org/officeDocument/2006/relationships/notesSlide" Target="/ppt/notesSlides/notesSlide236.xml" Id="Refbeb918b1524697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776609b3c43fd" /><Relationship Type="http://schemas.openxmlformats.org/officeDocument/2006/relationships/image" Target="/ppt/media/image10.png" Id="R191c950ab2d84d3c" /><Relationship Type="http://schemas.openxmlformats.org/officeDocument/2006/relationships/notesSlide" Target="/ppt/notesSlides/notesSlide237.xml" Id="Rc175cdee48a24758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a79221dcb4348" /><Relationship Type="http://schemas.openxmlformats.org/officeDocument/2006/relationships/notesSlide" Target="/ppt/notesSlides/notesSlide238.xml" Id="Ra11d398aba604980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a3c3b61c74923" /><Relationship Type="http://schemas.openxmlformats.org/officeDocument/2006/relationships/notesSlide" Target="/ppt/notesSlides/notesSlide239.xml" Id="R12a84c29f8464d69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d8e66299d4bbf" /><Relationship Type="http://schemas.openxmlformats.org/officeDocument/2006/relationships/notesSlide" Target="/ppt/notesSlides/notesSlide240.xml" Id="Re9762b0e61f54173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1dfb99fe4466a" /><Relationship Type="http://schemas.openxmlformats.org/officeDocument/2006/relationships/notesSlide" Target="/ppt/notesSlides/notesSlide241.xml" Id="R8ec6846e477c431c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44188b2d440ec" /><Relationship Type="http://schemas.openxmlformats.org/officeDocument/2006/relationships/notesSlide" Target="/ppt/notesSlides/notesSlide242.xml" Id="R6075d438df4f4722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45ac90c39428a" /><Relationship Type="http://schemas.openxmlformats.org/officeDocument/2006/relationships/notesSlide" Target="/ppt/notesSlides/notesSlide243.xml" Id="R33b47d6f3406402b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35a138c6647ae" /><Relationship Type="http://schemas.openxmlformats.org/officeDocument/2006/relationships/notesSlide" Target="/ppt/notesSlides/notesSlide244.xml" Id="Rcde9cc6dd13f46b0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db4af4f69431a" /><Relationship Type="http://schemas.openxmlformats.org/officeDocument/2006/relationships/notesSlide" Target="/ppt/notesSlides/notesSlide245.xml" Id="R72a089ed1e3b411f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9b506e4949ba" /><Relationship Type="http://schemas.openxmlformats.org/officeDocument/2006/relationships/image" Target="/ppt/media/image26.jpeg" Id="R5d83ed103cfe47c0" /><Relationship Type="http://schemas.openxmlformats.org/officeDocument/2006/relationships/notesSlide" Target="/ppt/notesSlides/notesSlide246.xml" Id="Rc5e6f3d49bfb4e30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9c151f95c48bd" /><Relationship Type="http://schemas.openxmlformats.org/officeDocument/2006/relationships/image" Target="/ppt/media/image27.jpeg" Id="R1829e55fcbac4837" /><Relationship Type="http://schemas.openxmlformats.org/officeDocument/2006/relationships/notesSlide" Target="/ppt/notesSlides/notesSlide247.xml" Id="Rab3d72933ab941a0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e558d68024706" /><Relationship Type="http://schemas.openxmlformats.org/officeDocument/2006/relationships/image" Target="/ppt/media/image28.jpeg" Id="R328b57999c89421c" /><Relationship Type="http://schemas.openxmlformats.org/officeDocument/2006/relationships/notesSlide" Target="/ppt/notesSlides/notesSlide248.xml" Id="R67e72ae4c1554ecb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c40e2eaf4c21" /><Relationship Type="http://schemas.openxmlformats.org/officeDocument/2006/relationships/image" Target="/ppt/media/image29.jpeg" Id="Ra76d6e8e6bf94adc" /><Relationship Type="http://schemas.openxmlformats.org/officeDocument/2006/relationships/notesSlide" Target="/ppt/notesSlides/notesSlide249.xml" Id="R3717efe71912457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6f44c139b4ad4" /><Relationship Type="http://schemas.openxmlformats.org/officeDocument/2006/relationships/notesSlide" Target="/ppt/notesSlides/notesSlide250.xml" Id="R4fb4466073df41e4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b2427111e4a34" /><Relationship Type="http://schemas.openxmlformats.org/officeDocument/2006/relationships/notesSlide" Target="/ppt/notesSlides/notesSlide251.xml" Id="Rbbf6d6a3554f4d82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17893c9b64e82" /><Relationship Type="http://schemas.openxmlformats.org/officeDocument/2006/relationships/notesSlide" Target="/ppt/notesSlides/notesSlide252.xml" Id="R8aaaf922bbaf41ba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54a8c5d694986" /><Relationship Type="http://schemas.openxmlformats.org/officeDocument/2006/relationships/notesSlide" Target="/ppt/notesSlides/notesSlide253.xml" Id="R6619b19f3c4d454a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591e60ad445a8" /><Relationship Type="http://schemas.openxmlformats.org/officeDocument/2006/relationships/notesSlide" Target="/ppt/notesSlides/notesSlide254.xml" Id="Rca00290b540e4090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46bf094ca421b" /><Relationship Type="http://schemas.openxmlformats.org/officeDocument/2006/relationships/notesSlide" Target="/ppt/notesSlides/notesSlide255.xml" Id="R9d9ff20b7e724f11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4967a1fb84713" /><Relationship Type="http://schemas.openxmlformats.org/officeDocument/2006/relationships/notesSlide" Target="/ppt/notesSlides/notesSlide256.xml" Id="R6828904ab9724435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17aa3822f40df" /><Relationship Type="http://schemas.openxmlformats.org/officeDocument/2006/relationships/notesSlide" Target="/ppt/notesSlides/notesSlide257.xml" Id="R9f48056907764bb5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c595127c14ff7" /><Relationship Type="http://schemas.openxmlformats.org/officeDocument/2006/relationships/notesSlide" Target="/ppt/notesSlides/notesSlide258.xml" Id="R382ea41d7c394cec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8f817e711470a" /><Relationship Type="http://schemas.openxmlformats.org/officeDocument/2006/relationships/notesSlide" Target="/ppt/notesSlides/notesSlide259.xml" Id="R4e843280d7f04ec0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df6ee7d4d4d38" /><Relationship Type="http://schemas.openxmlformats.org/officeDocument/2006/relationships/notesSlide" Target="/ppt/notesSlides/notesSlide260.xml" Id="Rfd3c6ddd53c7409c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8f3644b2a4504" /><Relationship Type="http://schemas.openxmlformats.org/officeDocument/2006/relationships/notesSlide" Target="/ppt/notesSlides/notesSlide261.xml" Id="R9ea0fac8d12f400f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8f149d110440d" /><Relationship Type="http://schemas.openxmlformats.org/officeDocument/2006/relationships/notesSlide" Target="/ppt/notesSlides/notesSlide262.xml" Id="R2ffc8375de774302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59f19e7d14bd5" /><Relationship Type="http://schemas.openxmlformats.org/officeDocument/2006/relationships/notesSlide" Target="/ppt/notesSlides/notesSlide263.xml" Id="R26c8f9f994494311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5ec8bd13c4d0c" /><Relationship Type="http://schemas.openxmlformats.org/officeDocument/2006/relationships/notesSlide" Target="/ppt/notesSlides/notesSlide264.xml" Id="R3dc1ef478ffb4d91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55dd8d166435f" /><Relationship Type="http://schemas.openxmlformats.org/officeDocument/2006/relationships/notesSlide" Target="/ppt/notesSlides/notesSlide265.xml" Id="Rf7630d4aef5a4271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3f70b73e04b2c" /><Relationship Type="http://schemas.openxmlformats.org/officeDocument/2006/relationships/notesSlide" Target="/ppt/notesSlides/notesSlide266.xml" Id="R6058e11b92484164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0201da9b74d6d" /><Relationship Type="http://schemas.openxmlformats.org/officeDocument/2006/relationships/notesSlide" Target="/ppt/notesSlides/notesSlide267.xml" Id="R91477ce565044319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98f76b99b41e9" /><Relationship Type="http://schemas.openxmlformats.org/officeDocument/2006/relationships/notesSlide" Target="/ppt/notesSlides/notesSlide268.xml" Id="R6c6743f0c1c64029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3c232bf54c33" /><Relationship Type="http://schemas.openxmlformats.org/officeDocument/2006/relationships/notesSlide" Target="/ppt/notesSlides/notesSlide269.xml" Id="R97bea132ea5d4570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31841a6d64729" /><Relationship Type="http://schemas.openxmlformats.org/officeDocument/2006/relationships/image" Target="/ppt/media/image11.png" Id="Rbb0c40a291184e17" /><Relationship Type="http://schemas.openxmlformats.org/officeDocument/2006/relationships/image" Target="/ppt/media/image9.svg" Id="R6b7d6696601f4d03" /><Relationship Type="http://schemas.openxmlformats.org/officeDocument/2006/relationships/notesSlide" Target="/ppt/notesSlides/notesSlide270.xml" Id="Rb0700abdb70647ff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b36ffb3c74b07" /><Relationship Type="http://schemas.openxmlformats.org/officeDocument/2006/relationships/notesSlide" Target="/ppt/notesSlides/notesSlide271.xml" Id="R58a5979aa1e54764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5436a18a4864" /><Relationship Type="http://schemas.openxmlformats.org/officeDocument/2006/relationships/notesSlide" Target="/ppt/notesSlides/notesSlide272.xml" Id="R6b207bb46b334e88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f6fe145634a08" /><Relationship Type="http://schemas.openxmlformats.org/officeDocument/2006/relationships/notesSlide" Target="/ppt/notesSlides/notesSlide273.xml" Id="R2d35e8f490244fc9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d9197da054db4" /><Relationship Type="http://schemas.openxmlformats.org/officeDocument/2006/relationships/notesSlide" Target="/ppt/notesSlides/notesSlide274.xml" Id="R52829929dc874d5e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8771987f24177" /><Relationship Type="http://schemas.openxmlformats.org/officeDocument/2006/relationships/notesSlide" Target="/ppt/notesSlides/notesSlide275.xml" Id="Rc70503e96fa84912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de22aaa5748a4" /><Relationship Type="http://schemas.openxmlformats.org/officeDocument/2006/relationships/notesSlide" Target="/ppt/notesSlides/notesSlide276.xml" Id="R553be84454564910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2bcf3b3e54f06" /><Relationship Type="http://schemas.openxmlformats.org/officeDocument/2006/relationships/notesSlide" Target="/ppt/notesSlides/notesSlide277.xml" Id="R877486c0d2494bb0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86e0e1e594ade" /><Relationship Type="http://schemas.openxmlformats.org/officeDocument/2006/relationships/notesSlide" Target="/ppt/notesSlides/notesSlide278.xml" Id="R8a4e2bdb140b4e7f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cefa1915d483c" /><Relationship Type="http://schemas.openxmlformats.org/officeDocument/2006/relationships/notesSlide" Target="/ppt/notesSlides/notesSlide279.xml" Id="Rb339cf1189ec43db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c055c73a4cf7" /><Relationship Type="http://schemas.openxmlformats.org/officeDocument/2006/relationships/notesSlide" Target="/ppt/notesSlides/notesSlide280.xml" Id="Rc3c1983da9334fcb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fadf15dd44303" /><Relationship Type="http://schemas.openxmlformats.org/officeDocument/2006/relationships/notesSlide" Target="/ppt/notesSlides/notesSlide281.xml" Id="Rda80b4b808c34990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1cf9f8977445f" /><Relationship Type="http://schemas.openxmlformats.org/officeDocument/2006/relationships/image" Target="/ppt/media/image30.jpeg" Id="R0a44d4325a924f9a" /><Relationship Type="http://schemas.openxmlformats.org/officeDocument/2006/relationships/notesSlide" Target="/ppt/notesSlides/notesSlide282.xml" Id="Rd512d5da276644a3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38ffae7884dd8" /><Relationship Type="http://schemas.openxmlformats.org/officeDocument/2006/relationships/image" Target="/ppt/media/image31.jpeg" Id="R169ace9f6f6c4dcd" /><Relationship Type="http://schemas.openxmlformats.org/officeDocument/2006/relationships/notesSlide" Target="/ppt/notesSlides/notesSlide283.xml" Id="Rde549274fc564ada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047450e8845c9" /><Relationship Type="http://schemas.openxmlformats.org/officeDocument/2006/relationships/image" Target="/ppt/media/image32.jpeg" Id="R9207dfb788cb4021" /><Relationship Type="http://schemas.openxmlformats.org/officeDocument/2006/relationships/notesSlide" Target="/ppt/notesSlides/notesSlide284.xml" Id="R08dee6f76681431b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0bbff983f46eb" /><Relationship Type="http://schemas.openxmlformats.org/officeDocument/2006/relationships/image" Target="/ppt/media/image33.jpeg" Id="Rf76ba1c0ea494784" /><Relationship Type="http://schemas.openxmlformats.org/officeDocument/2006/relationships/notesSlide" Target="/ppt/notesSlides/notesSlide285.xml" Id="R3c8c26f7be12405e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8054e485f4ea7" /><Relationship Type="http://schemas.openxmlformats.org/officeDocument/2006/relationships/image" Target="/ppt/media/image34.jpeg" Id="Rbec6e621340a4fc5" /><Relationship Type="http://schemas.openxmlformats.org/officeDocument/2006/relationships/notesSlide" Target="/ppt/notesSlides/notesSlide286.xml" Id="Rfda8852e75f94b9f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7102bd247483a" /><Relationship Type="http://schemas.openxmlformats.org/officeDocument/2006/relationships/notesSlide" Target="/ppt/notesSlides/notesSlide287.xml" Id="Rdf667802badd48e1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2b552212647d0" /><Relationship Type="http://schemas.openxmlformats.org/officeDocument/2006/relationships/notesSlide" Target="/ppt/notesSlides/notesSlide288.xml" Id="Re03f254ac87d4169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5289ca8b43ff" /><Relationship Type="http://schemas.openxmlformats.org/officeDocument/2006/relationships/notesSlide" Target="/ppt/notesSlides/notesSlide289.xml" Id="Reec27ab402b247ea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5ddbc3cbb4b7f" /><Relationship Type="http://schemas.openxmlformats.org/officeDocument/2006/relationships/notesSlide" Target="/ppt/notesSlides/notesSlide290.xml" Id="Rd68088234f274356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9b280d56d4814" /><Relationship Type="http://schemas.openxmlformats.org/officeDocument/2006/relationships/notesSlide" Target="/ppt/notesSlides/notesSlide291.xml" Id="R5a5a720bb58a4b90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293f94724483d" /><Relationship Type="http://schemas.openxmlformats.org/officeDocument/2006/relationships/notesSlide" Target="/ppt/notesSlides/notesSlide292.xml" Id="R7670e254b3fb4e39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92c4a1d64700" /><Relationship Type="http://schemas.openxmlformats.org/officeDocument/2006/relationships/notesSlide" Target="/ppt/notesSlides/notesSlide293.xml" Id="Rbccc2b289e2848c1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8ea4f34d94238" /><Relationship Type="http://schemas.openxmlformats.org/officeDocument/2006/relationships/notesSlide" Target="/ppt/notesSlides/notesSlide294.xml" Id="R5a6dae007af24556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0d46fe0b04b64" /><Relationship Type="http://schemas.openxmlformats.org/officeDocument/2006/relationships/notesSlide" Target="/ppt/notesSlides/notesSlide295.xml" Id="Rbfd8224e75ab4bbc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ec40abab546c8" /><Relationship Type="http://schemas.openxmlformats.org/officeDocument/2006/relationships/notesSlide" Target="/ppt/notesSlides/notesSlide296.xml" Id="R923e246cacd04109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9a30853834171" /><Relationship Type="http://schemas.openxmlformats.org/officeDocument/2006/relationships/notesSlide" Target="/ppt/notesSlides/notesSlide297.xml" Id="Rd3be77e207a24f8e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67f520ea844da" /><Relationship Type="http://schemas.openxmlformats.org/officeDocument/2006/relationships/notesSlide" Target="/ppt/notesSlides/notesSlide298.xml" Id="R73ecd84aee1b4ca2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88b1afe6f4b24" /><Relationship Type="http://schemas.openxmlformats.org/officeDocument/2006/relationships/notesSlide" Target="/ppt/notesSlides/notesSlide299.xml" Id="R8bdd4dc5cc9e4bce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aa517b4784277" /><Relationship Type="http://schemas.openxmlformats.org/officeDocument/2006/relationships/image" Target="/ppt/media/image12.png" Id="Rb6096711fe5a413b" /><Relationship Type="http://schemas.openxmlformats.org/officeDocument/2006/relationships/image" Target="/ppt/media/image10.svg" Id="R83dd8f82b9e0477d" /><Relationship Type="http://schemas.openxmlformats.org/officeDocument/2006/relationships/notesSlide" Target="/ppt/notesSlides/notesSlide300.xml" Id="R56843f9d3c5b4f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F0A18-4657-4D5C-A20E-66C0DEF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F4854-0667-49DC-8A5C-6EBA2908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5D1DE-DB86-4EC3-A456-BAB62193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7EB3A-5BAC-4AC1-BD8E-9AA7B11D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3A3E6-AB04-4AC9-8AA3-997A8412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A3C74-E997-4158-A696-007918E2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6E224-2079-49B3-85FA-4E7883B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494867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273A23-657E-40D3-8E57-AE2D052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B4B66-1C00-4675-8C48-C38E237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첫날만 점심이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A2BD9-B33D-4A97-9150-8426158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C4B12-ECB8-4BF4-AC24-D572F00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FA6E5-8608-47AC-A113-E9D32239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5DCBB-6916-4848-AEA0-EEFFB8AD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6e8a2922e4194">
            <a:extLst>
              <a:ext uri="{96DAC541-7B7A-43D3-8B79-37D633B846F1}">
                <asvg:svgBlip xmlns:asvg="http://schemas.microsoft.com/office/drawing/2016/SVG/main" r:embed="R250b933f596a43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8BC6A-EE0A-4DC9-B813-72A9E10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 때문에 일반적인 12-13시 점심을 드리지 못하게 되었습니다. 불편을 드려 죄송합니다.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6C1D8-F65B-4D52-A8EE-95ABA21C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대신 실습 흐름을 끊지 않는 범위에서 1시간당 10분의 휴식을 구간별로 묶어 운영하겠습니다.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26BF3-E29D-4AC0-8F8A-8514C2F8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FBF21-455F-4611-B060-C41E13F1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49F72-9881-4BBC-A04F-62536E24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7B70F-DF76-4C97-B253-AECFA38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150분 · 휴식 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0F1B4-4810-4A25-A3F2-0548198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10:20-10:35 / 11:45-12:00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C5978-8287-4947-B6E9-0EB1633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96437-6EA0-4064-A3DD-56239634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86719-92ED-4A22-B535-786D816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136EF-468A-4352-913B-C1C874E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70A7B-8EEA-4F2A-B9E2-869F904D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100분 · 휴식 20분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5DD33-5F6C-4E55-A34A-960171D2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3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13:20-13:40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85398-5751-483E-A152-AA9D6C14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CF03F-761B-4283-B920-FCD54E6C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94584-CBAC-41F3-BCCB-3FB6CF8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B956B-0B6A-41E7-AAB7-30AB636A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24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025A7-DFCF-460A-83DC-386DED93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432ED-F791-4C25-A3B9-F888FD73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14시 시작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9F665-90BF-4111-94B9-F5746FD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F727B-7607-49A3-8AAE-1183C714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F5204-E083-4E5E-84AD-D69447F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0C918-8ACB-4C1C-9340-9D2FD47C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F80DA-BFE5-42F2-AF9A-696AA7EB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120분 · 휴식 30분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EC0B6-412D-4FBD-8E45-7C5795C5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16:15-16:30 / 17:15-17:30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FA281-2F95-4787-8639-14E2DFE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339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A3604-2B78-4A85-AFBD-A7B5C8EA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749734-CB3B-423A-B24E-AB624A9E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6F0FD-D64C-4B4A-B797-7A10BE2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05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78AE9B-B6EF-4F1B-AAB3-EE90662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054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질문·복구·Exit Ticket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209E49-020C-40F2-B21B-5E51372E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054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남은 이슈를 함께 정리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A34EF0-98FB-4C2F-A6D6-E2CDE84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245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8524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49D0-9A3B-4EB8-B059-0632A493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Generative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CAA3B-DF30-430C-88AC-11517CC8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B0722-CB29-4E7E-AEFD-03DAEBF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7716D-F449-4AC5-BD85-6FEFE80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DBE12-E06A-4100-BE79-64E4FC4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A9737-BC42-4DFA-B235-579534D7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7CC8D-20CF-4422-8E91-C4D224E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B1F27-3306-418A-B2B7-99C45CC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68595-1E9A-4AAA-BE17-23303832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BD9E1-E9F1-4F9C-9853-11FA1F8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4EDFF-E755-4704-AB1E-C1D5ED7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ABD4F-C39C-4B95-97CA-6259E848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6B0F5-A0A3-46D0-A84D-9E31DE9A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데이터를 분류하는 AI와 달리 초안과 설명을 만들 수 있지만, 사실 확인과 통제가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29FCD-E6A5-4B34-BEB1-7A5338E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40520-47F7-4F8C-A32A-78B9B92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EBAF0-4949-444F-B74A-CA4E484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06EEC-5631-46EA-BE87-9FA838C8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C99A8-7929-4CCF-806D-AABD8C61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0938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30702-6764-42DD-BD4D-A6FBCEC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Large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5F138-E3F3-4327-B27D-C145E916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63F1C-28CC-402C-BC55-9DF5BF4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D0016-2826-45ED-B922-9A8A713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60F20-554A-4106-85B2-D521F00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C7726-E376-43CA-8A3A-B6529A6D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C93C6-2956-4456-94BC-371415F1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77C6C-5557-4930-9976-86884A3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21CDD-3310-4593-BF6C-592FBA85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25E79-F3DB-4961-855C-E0502EA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E222F-293C-40D1-8190-0B08514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10512-FD65-460D-857F-A9F2ECF6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996DB-B445-4719-AB11-5DB8262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문장을 잘 만들지만 회사 규칙이나 최신 사실을 자동으로 보장하지 않는다.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F3397-04BC-484F-BD33-3167083A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E044C-2DD9-4504-8723-7CF4ED0A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AA7C7-8B4A-4852-84C2-4051417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DE86F-EA96-4F9B-A12E-A69FF47A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6BA42-C17E-4018-B654-2194A2E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5463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FEB7B-DAE9-4BA0-B6F5-FE3A9634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Goal + State + Tools +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501F9-BD41-4E78-9F3D-147E3D7F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227A-AFAD-4D92-9C20-DE5F42F0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759DC-B7D3-4CC2-9F1C-815E6771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022B9-C628-406D-8797-B6231DDB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78837-17C7-4291-8BE4-28E2CD6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89311-D609-4D46-812E-675B4B8A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1E7D5-9D82-43E0-B9B3-1F72432D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39108-C949-45B3-AD5C-AD679CF4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7F358-7C84-4840-B7C7-933231C7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F26CC-BE06-48A0-84A3-0DDFA29C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7B793-3EAB-4121-9B95-54754271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F2225-BB56-440F-8981-31B5087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번의 답변이 아니라 여러 단계 업무를 안전하게 이어가기 위해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911FB-6E0F-48DE-965B-BD20E43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75954-DD51-476A-9A94-928D4E31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5CEA5-1EB5-4E58-953B-C19A29E8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9ED84-D6BE-4974-8D05-5F409C74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1D493-9FB2-4F4B-AA5C-1A8C3E45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6287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D4E13-7A5A-4F61-BC67-EC6BC05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Instructions + Tools +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35010-3E92-4C4B-B885-02B5A0C8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86364-8677-4775-9DEC-9ACEDC22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86149-81F9-4F39-A925-FC058E5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14364-3928-43EF-8D31-9980715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7B569-799F-4C8E-80BE-F3BAF220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ABC92-27B6-49B8-885D-BF0207AC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43D8C-889D-4810-ABB5-D81949E1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2C5CF-CADE-48D1-8A5B-3043B791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17478-BF84-46F4-A0FC-0A669E65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D692F-EEEA-483D-B2E0-A3EFB52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3AB5F-E037-4E93-9FE6-CE6B3BA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75671-72B4-431F-AA9F-9A854EE9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모델도 어떤 실행 환경과 검증 루프에 넣느냐에 따라 업무 신뢰도가 달라집니다.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9F9AD-DBED-4C3A-8EF7-7E187282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66A92-852D-481A-B8E3-C6FBF4D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B0C94-7BE5-43E7-8CB9-0AF361C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4BCDF-2A43-4069-836B-0C770D66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803B2-1581-4284-B66C-DB603049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9152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5D2C2-A2E4-4F1F-B5DB-66122376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A0BA-3335-4B29-9785-BCA5786A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역할 · Agent 제품을 운영하는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75C91-2B72-40B5-A0BC-681BEAA9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458A1-ABE0-47B7-9985-C04F987B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AA85-D914-4675-A7DB-7601CCFB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29E35-E612-4DD8-8B35-D11DDD4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230B2-A36A-400A-8A50-F5B62A7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01423-5EAA-4165-8699-986C279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 접점 Agent는 모델 데모가 아니라 제품 운영 문제다.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a6a1e0951463d">
            <a:extLst>
              <a:ext uri="{96DAC541-7B7A-43D3-8B79-37D633B846F1}">
                <asvg:svgBlip xmlns:asvg="http://schemas.microsoft.com/office/drawing/2016/SVG/main" r:embed="Rf465b5cf9f7046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E343D-DC20-46B6-BCED-514EE87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BAD1A-0B72-45C2-9FA3-5ABAC6D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AID Chat·쇼핑 탐색·상품정보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6CACE-A3B5-4191-9C6B-57E175B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88C6-9E9D-450A-A49A-9B04A49A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Voice Agent·AI 해설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6282A-EBFE-449E-8061-43ADF56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C1EA9-FF3E-4DD2-92B6-07AA3005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SEO/GEO·모두의AI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80E3F-2D75-4D18-ADCD-97674BA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C318B-13B5-48F8-B0FD-3EA762A5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282254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10B6E-0708-4402-B739-E8023624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238E9-3C0B-466D-94A1-149BB94D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금융의 표 데이터에서 이커머스 Agent까지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FB4A4-008A-43AB-8783-D325709D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85488-6FE9-4DB9-B80F-25A8D71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01A59-1873-450A-9B94-556BB887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83A61-1EE3-4FD8-AC2C-B5F2BC14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B0E98-D6EF-4E67-8016-62161753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표 데이터 → 영상 → 언어 → Agent. 데이터 형태는 바뀌어도 현업 문제를 AI 서비스로 끝까지 운영해왔다.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7F5B4-B0E0-4578-AD46-A27A8898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0B184-D87C-4370-801D-8636540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금융/ML · 에이젠글로벌 - 표·수치 데이터로 금융사의 예측과 의사결정을 자동화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D969A-BCAF-4A29-B77A-BCFA85B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9A3B1-8C1F-41E0-9656-C5315F95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의료/DL · 아이넥스코퍼레이션 - 대장내시경 영상을 실시간 분석해 용종 탐지·진단을 보조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37DE4-9C6C-417B-8429-1C24ECF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0799C-A26B-4D32-B5EC-33F1CAF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교육/LLM · 크레버스 - 7만 명 영어 평가와 상담 업무를 생성형 AI 서비스로 전환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EE879-1FC4-465E-86D7-F18F7A7C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6EBEF-0F51-441B-8A16-340CF125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이커머스/Agent · 무신사 - 고객의 탐색·상품 이해·상담을 돕는 Agent 제품을 운영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2D80C-7DDA-48BB-A6C1-96EF010F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7971F-47FD-45A8-ADB5-2EA0DA2E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공통점 · 모델 개발에서 끝내지 않고 데이터 → 평가 → 배포 → 운영까지 제품 전체를 책임</a:t>
            </a:r>
          </a:p>
        </p:txBody>
      </p:sp>
    </p:spTree>
    <p:extLst>
      <p:ext uri="{BB962C8B-B14F-4D97-AF65-F5344CB8AC3E}">
        <p14:creationId xmlns:p14="http://schemas.microsoft.com/office/powerpoint/2010/main" val="1667481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09771-86BC-415C-8669-C7B8E0D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FIELD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169C3-3C56-4F85-808F-728AE01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LLMOps · 3-5일을 약 10초로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FF92B-9A7D-4FB5-AA1B-F1DF0F6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5C2AD-6B07-448A-BB61-7B3C9018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77166-BA8C-418C-8430-B648A609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295AB-82A5-4CE3-B4EC-686AE9D7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C8FE6-CCA0-4575-99FE-9D59FA3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FF1F4-94E8-4F73-ABFE-AB3B567D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대규모 평가 자동화는 정확도만으로 끝나지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F8408-5443-4528-B55D-0EE3A2AA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E4303-2E05-43AA-B9AB-E061BC27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기준 정렬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22EBF-5733-4D18-B0AA-AAFFD7F1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3DA91-AABA-44AA-9135-7A22B791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평가와 품질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4E171-395A-45FF-8D3B-D73EC40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F472C-D070-4204-AAFA-BA5938D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비용·시간·운영 예외를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1611710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0888D-3583-44EA-BD92-F4D9E2AC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E0A59-1318-4D58-802F-4652FD6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대학과 기업 AX를 잇는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7C4FE-B520-4050-AD23-5CD16BD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4744E-7203-46D4-8F0D-B2C13635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2E89C-EB6B-473E-B2B7-6A1F04F1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BDC84-F990-4509-AB37-7FF61CD8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C52BA-1F73-4322-8BD6-D8FA7D2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DataAnalysis·ML·MLOps·LLMOps가 하나의 서비스 생애주기로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11455-DC78-46E5-BEEA-BD4B266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B2359-C592-49E3-9BAA-ADE4874B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서울시립대·아주대 겸임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93AB-51E5-47A2-95C1-762FDA2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A3598-59F6-4D0E-B8A7-EC44285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KT·Kakao 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F23D8-954C-4589-A99B-2D45350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9F013-C6CF-430A-B16A-C893A7C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연구 AX·AI Native 멘토링·심사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EA11D-FD6B-48FE-BAE0-3CD64627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DFA5A-6B46-43A6-A9AE-659B0858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좋은 문제 정의는 기능 목록보다 금지 행동이 먼저 보인다.</a:t>
            </a:r>
          </a:p>
        </p:txBody>
      </p:sp>
    </p:spTree>
    <p:extLst>
      <p:ext uri="{BB962C8B-B14F-4D97-AF65-F5344CB8AC3E}">
        <p14:creationId xmlns:p14="http://schemas.microsoft.com/office/powerpoint/2010/main" val="10546888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33009-190B-4A67-9793-7786542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0B75D-DA0D-4F68-87AD-7EC6EB98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EC075-9FFA-4229-BD30-D7CDF84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49408-E7E1-47EA-B557-BB16E22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D71B3-4019-426D-977A-C64E8236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32392-1540-44FC-98A7-D226578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3C095-9D93-42E0-BD98-9790C61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94258-527B-4384-8742-F881E66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3FB6-4177-4F30-B292-9B8011D6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E9D4E-0321-4006-8107-CA554A3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C36B9-122A-486E-AB08-05E470EE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E764F-47D2-4A11-8D75-94E87FF5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656F2-ADE9-4E29-825C-CC374A83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D14FE-FBF8-4ADF-B31A-A9D0741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</p:spTree>
    <p:extLst>
      <p:ext uri="{BB962C8B-B14F-4D97-AF65-F5344CB8AC3E}">
        <p14:creationId xmlns:p14="http://schemas.microsoft.com/office/powerpoint/2010/main" val="977057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21BC5-57B6-4C99-8F0B-4BFCB2F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DEVELOPER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6F47B-05AB-4510-B85D-10CB0A24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개발자 발표는 화면을 크게, 문장은 짧게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B59BC-4E15-4CC9-877D-BB7CB01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ACD23-AF88-44CB-B04D-6C5E660B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33618-5DED-448C-B234-84AD1B4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4CDF9-2C32-40E3-9AC7-5CFD4CF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7419a973f44b3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086350" cy="2857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dcc8f79ce44cd"/>
          <a:srcRect xmlns:a="http://schemas.openxmlformats.org/drawingml/2006/main" l="167" t="0" r="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619250"/>
            <a:ext cx="569595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762A8-E19E-4C49-809B-13069DB4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C2D8B-A6E4-46F9-B9A6-E1DEE75A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0E842-8153-464A-A66C-825A430A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장 한 메시지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6395A-AA6E-462C-A126-C508045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42ECD-8FBA-4B34-9829-52548A9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화면 우선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06278-A246-462B-9CED-F3BE216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D1053-4986-43D6-96BF-C893BDA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출처는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384353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403A3-6447-4C0F-BE8B-6B62E69D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73F4F-07E9-4498-AB77-20CCF245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진도가 빠르면, 더 깊은 반례로 들어갑니다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93466-46B9-4F17-BB40-0F5E7F9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2504F-9F89-4A1E-8FF5-018D94AB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058CF-7389-4E5C-9D1E-175FB0A8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02BAD-2A4A-4F9F-97DE-F9680C8C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4F6A3-62BB-435E-A4FB-221A300D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7662C-309D-4590-ABF1-DFB35B6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남는 시간을 줄이지 않고 오류 복구·심화 실험·Q&amp;A로 전환한다.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56C29-1290-462A-9244-9F45107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6F9EA-AFC1-41E8-B3D8-520397B6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기본: 강사 따라하기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AFC99-16B0-4F74-A80A-20602932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69FB5-068E-470E-9B8C-EF908BC0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복구: fixture·checkpoint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86DBE-6E77-4B5A-8FCC-535953AF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3B363-80CA-4C76-A7BF-16F358E3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심화: 실패 주입·평가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17D8E-6B2E-49D8-88AF-C928D46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DF826-A86C-4B83-9BDD-2BE41B6A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17:30부터 Q&amp;A</a:t>
            </a:r>
          </a:p>
        </p:txBody>
      </p:sp>
    </p:spTree>
    <p:extLst>
      <p:ext uri="{BB962C8B-B14F-4D97-AF65-F5344CB8AC3E}">
        <p14:creationId xmlns:p14="http://schemas.microsoft.com/office/powerpoint/2010/main" val="11997812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D0793-798B-46FC-96CF-88EDC05E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2F9CE-A4B6-4E73-94BF-ABDD7CC5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4F14F-B9DE-4EDE-9186-7A5DB388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53F10-DEFD-4898-932A-B6B106FB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1698-1C41-4F40-8505-78F3B95E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87F8A-3746-40D4-88DF-4DAA2D4E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1A955-66C6-4032-BE76-5AF22BD9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130B1-C920-4724-8C08-9ACB9622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6D6BB-1B57-4278-B27F-BD9DE68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F50A-8D7B-4783-85DF-C96FEB01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5BA3D-A9CE-46B8-BAAC-B5A991DE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08301-7675-46D8-AC19-C1298248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50F60-9060-4282-BC04-3717FA1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F604B-4FA3-4FF7-805A-26D16BCB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00004-B852-437B-B0E7-722D8B0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포트폴리오의 차이는 모델명이 아니라 실패를 다룬 증거에서 난다.</a:t>
            </a:r>
          </a:p>
        </p:txBody>
      </p:sp>
    </p:spTree>
    <p:extLst>
      <p:ext uri="{BB962C8B-B14F-4D97-AF65-F5344CB8AC3E}">
        <p14:creationId xmlns:p14="http://schemas.microsoft.com/office/powerpoint/2010/main" val="432122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23ACB-12ED-44DA-A558-5F08B788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2D375-7893-472A-905B-6C1F82EC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운영 루프 · SEE-COPY-BREAK-PROVE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04867-F26D-4CD1-8127-5AD73C60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EE98E-1294-454F-BD39-D763F0A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FAEDF-19BA-45B3-A357-10721ED1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33F8E-1AA3-41AD-968E-1C0FDE5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873C0-18DB-4BA5-BDFC-02D54EA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94FE0-E7EE-4C6A-AABA-679F709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9AD19-83FA-4192-903B-3159DCE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B316A-0685-455D-A0E4-552DE2CB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강사의 완성 흐름을 먼저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7A5EC-92A4-498B-BAB1-C5C2786E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51F60-E173-4AD9-A0B2-F0CB2E2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3A7BF-C81B-42DA-88A0-01AB698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8D1F5-6879-4888-B9AF-ED0B293C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최소 단위를 따라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E87BE-C034-470E-8C61-1DB2D165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01C0A-943A-4E4B-A2DF-07A39C8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8BF8D-C9E3-4FAA-BBEB-FB7BF80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A34EE-129B-4511-AEB0-A0F90BF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실패를 의도적으로 만든다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1CE96-919C-46D5-9AB6-69395539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3D7DF-CD8B-40AD-9B53-05709CEA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5D58A-C063-4E7B-87B0-03009ED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8BCA8-BFF3-4F5D-888E-B1FC1CDB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13515568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5702B-E373-495D-AE14-2CF3819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C6561-0F06-4547-B93E-B529557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시간의 장표 리듬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4846E-891F-4F3A-A2DD-02FC67A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692A-9FF5-48F8-98B6-33B1575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8ADBF-5017-405B-9A4E-77DA549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B7590-9ACE-4099-99CE-8D0FEFD7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869B2-D5D4-4940-9B5F-7125BD3F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28F40-226C-4F29-8422-D0DEF845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C7500-299F-40F8-8036-61AABB6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EDEC6-70E5-466F-84D0-6932BA8B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문제와 완료조건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CE68D-66DC-4BDE-993D-4848A4F2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A0385-8774-438B-959E-FFC5F65A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612B4-7670-48A5-8BD0-80FF4280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40739-EBEB-45D8-BD3F-37833677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장 한 주장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84F81-7445-4D86-A453-7E1F30D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F1967-FA63-4B4B-8D95-626B439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109CF-DF32-4C43-A4A9-8C10A87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6F57B-6707-4FF5-8147-FE3C1A02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화면·코드 따라하기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2CE2D-25E5-4B05-92E5-3DCBBFE0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49697-09B6-46B3-9EDF-707EA74D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A6FC1-2CEE-4CF1-9785-A34AB942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77180-1DB9-48C0-988A-6626E847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분류와 checkpoint</a:t>
            </a:r>
          </a:p>
        </p:txBody>
      </p:sp>
    </p:spTree>
    <p:extLst>
      <p:ext uri="{BB962C8B-B14F-4D97-AF65-F5344CB8AC3E}">
        <p14:creationId xmlns:p14="http://schemas.microsoft.com/office/powerpoint/2010/main" val="11290458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2BD61-9605-42B6-92D1-EBBD430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42B3-35B5-4973-8A6B-2CCD84A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925B1-CE79-45AA-AB31-B9087A8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46949-93F2-47CA-9DD0-16161289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B8A59-D5DC-462D-9644-A8C04CB1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57BC6-C988-4C00-BF40-24AB057B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28CC-0913-4D40-B3F4-69B7CD04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21C1C-3052-4711-985F-BA90BD9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23B36-8233-4C8F-841D-B9D7AA35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263BC-A982-460D-A25C-7ED040C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보이는 문구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A93FF-ABE9-4259-8A34-47085EA6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0EB91-401A-4AE8-BFF6-9B252369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6979F-ADF9-484C-ABE7-1E92AC05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2368E-7B8D-4790-9130-B333E1D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직전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C9EE5-1F35-408F-896C-51CF88E8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D1592-24A9-4984-984D-4B38419D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125E2-56C7-4305-B423-CF7AAAED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41F30-33E4-442E-A231-CAC26A52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OS·버전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05B5F-C481-4A04-9436-48A2BA8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CFB87-E8EB-4F92-BC8A-607CBEA9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7BDEE-6DED-4121-9E30-E1AD839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659F9-5DD6-4D61-A785-BA2B4DE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11241461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0E305-AC1F-4BF4-9EEA-253FB81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2577E-675E-4E44-BA0E-97DFB98F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C80BB-4D94-4D84-B7A4-72963DE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02A6F-6F47-4EDB-A70F-01D2670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53837-B755-4CEE-9500-296C26C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FFA31-B53D-4E74-A339-31F9182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7810E-DD4B-4C7D-8B4C-16C90091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EEE2-7079-4081-A539-11FF691E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EE10B-7137-4567-9E38-4DB08E1B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D046C-CC98-45AD-94A6-EDEA622D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혼자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79E75-4914-4042-A04A-E853B44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566DB-CED7-4E04-895B-77EE7B25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2872C-5657-4994-9C27-0097586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YELLOW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4ACA3-065C-45AB-B147-6767A5B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장표로 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4D4AD-F1B2-4B6E-A1E4-A8D2BF7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1E49F-B309-45BE-B119-01C12E54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74EAB-6DD1-4D01-B916-BC93A0CD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7C4C5-EF04-49B6-AE13-D03F17DB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checkpoint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CA672-BB2F-4D55-BF39-C7189FD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8D38C-2007-4959-9F6A-3B9DC288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B878F-554D-4D21-AF8E-7C492780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D2FBD-6C78-46AA-84E1-D2E882E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17983707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7DA9C-59EB-4479-B264-74C10CE6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D6BB5-D06F-49D9-9052-7567F42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CAFE2-E2E5-42E7-BC3A-8914D3E2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9A2E1-C702-47E9-8C20-4DCC627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B62A-E922-4CF0-9C21-6489DEC0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B44CF-4388-4171-A797-0F4B6C0A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7279E-2042-407B-A30A-C11CD3E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F9728-CB5E-4B82-A291-9D358639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1B480-E911-429D-B43D-D4F0488B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D5D9-296A-4753-AE51-3212765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산출물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E4AE8-D0A1-45EC-BE5B-CE2A9AD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DA036-7968-4663-8269-92F2D38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932A6-0C63-4FB2-94ED-7CE7E636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8FFC2-BFB7-4CDF-B5DE-2E5771B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명령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E1BDC-8774-4A2B-9649-ED8C940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10E03-CE03-4699-A8AC-294DCC9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B4853-2D29-4A1B-B2F5-3DF83108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D5D45-7DF5-4E1B-AA25-E82506A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test·schema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55D06-0A5B-4670-9861-E9554BB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9A536-DAAD-4134-BC68-819DE23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BCDE3-BA96-4201-A308-BD4DB3F0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03897-26AB-4FB3-B108-DB97C320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21129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73CE4-C1EB-49C2-B974-F777197D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9034C-2F87-41BA-9E12-2ECBF8A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A2F6E-8047-4B88-AE05-FBB8DD6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1A84F-83D6-418A-9832-03FAA78C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3F5B4-B8DA-4171-BE0F-EC21D316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1027-0F0F-4AB1-B694-5110D205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A1E0B-4603-4AC9-A2EB-5B70B47C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B8E1-17D4-48BE-94B9-4CF9D2A6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CF69C-E39C-4D09-AD0A-47EE0A83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6CAAD-44E3-4A01-9121-56D5D072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범위를 repo 안으로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8B33A-C356-4A0C-857B-5BD40D10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spec·diff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AD832-F08D-4333-8366-BA0697E6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E252E-1647-4BF9-B194-A5A2FCFC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A918B-BEC4-4D35-83E3-B0F0CB4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69137-6A34-41A6-8A03-7BFB48E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저장소에서 두 번째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15AD-284E-4BAA-BE20-16CD98B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변경·test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8706A-9421-46DA-95E2-E4B5FA20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9EC22-4F8F-489D-A048-C6AC8ED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BEE9C-1F5E-4A82-8283-8723C860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55DE3-897C-4FE0-A98D-E13F077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폴더의 역할부터 찾기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487D0-BCA2-40CF-A132-55B2660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src·tests·materials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83A7B-3198-4BC0-B1F3-3A42812A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82C78-D9A3-4E94-B2F6-4BB6CDC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80078-13DC-427B-89E5-61DA318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0E840-E0B5-40BC-BE4B-F022CF9E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루프의 허용 tool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10437-341E-4B8A-A59B-9966C9FB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read-only 경계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77C02-CE20-4C0A-98F0-B94C380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2521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3900B-EAA4-4BCE-91A3-A1D010C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EA751-B45A-4847-AA38-25BEAA0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1F52B-FFE9-4145-87A4-6F66222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0C370-3685-467D-850C-15E257E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D1B87-A982-4980-9DF4-4F22CEFB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5FBEA-0C6C-4FEB-9826-72DCA985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468BC-897D-493C-ACF3-B39CE27A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B82BE-9BFB-4203-8D09-95EF6DB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EB06F-F063-4DD6-8948-598F869D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BEE5C-20B8-4370-8DE8-61955BA3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2F522-03D3-4F7F-B580-DECA9860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5D43A-5F09-4B41-A887-AB71E44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C86E2-1284-4A63-BEC8-093E165F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2DC7C-FBAE-4D26-9E48-E0056E7C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6A27C-16ED-4501-99E8-48AE4A75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CCD55-A3E2-4D2C-948D-42475DD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55c06ebc4f16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F0649-8B67-46BA-88CA-95DCD3E1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12561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A1EB7-682C-4113-BE76-6DAB6AD5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9C0F0-11EE-4613-A7BF-CB0419C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0FDF-8097-4572-B1AD-BC1FB7A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511C4-E6F6-4D75-BE45-807BCA3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C034A-EFAE-4548-9D90-A262F6B4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13DF2-8F04-4D99-A104-95015655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9FC24-73D8-45BB-8F0A-4CAF714F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E66A6-72C3-4B1D-941A-DC583B2A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E558F-56F0-4194-8470-CED03B2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A0451-7324-47D8-91EB-2B489DD3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C1907-EBFC-4A76-93A8-AB738F5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3CA28-6920-4BA4-8630-9166073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91737-2B0B-418A-A4DC-6974B8B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1F176-808D-40BD-BBE4-6CF97BF0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F2B1C-B01B-48AB-9D12-EA7513DF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801B5-37CA-4307-9777-A1725AE9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21e343df4401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4F020-2B14-49CB-AA8A-49C7398F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3827297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99B1E-1949-4E0A-8D59-8A84F83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54455-207D-4064-8009-60F7E59E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7E4D7-71EE-406F-89A6-6FC9AF1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BFDF9-703A-4F38-B263-160F48A5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72E93-1ACE-445E-85AE-DF1BBF1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55D24-A8C3-43B6-9BBB-964468C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E0B92-04F2-4C18-944F-88CBD02D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47DDD-D91E-4E0A-AE6A-2827AC4F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E8B73-6A0D-4F34-894C-42FF570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F7F0E-6F4F-4CB2-8460-151B00E9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8D6C4-B4D5-4AC8-A27E-B596C8A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C9107-5DE2-4D33-BA26-C7D8491F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74667-0BDA-48E3-B4C0-B7DF614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64E75-8EF7-467C-BDE0-9E4C989E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FC683-A0B6-48B4-B40F-7391300C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53292-8BF2-4D8A-9572-2892D84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7f5e80a3e49f1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4AA4E-39B9-4BB1-B38D-064BE1B9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12852376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85D53-2259-4781-B945-B5F239B7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6F599-6B17-416E-BD0D-3957E9C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CA86D-A803-4BEB-802B-F6C01785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E6845-C13D-4037-97C8-A81F225E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E369C-3CE0-4214-8187-37D63996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A42B-E330-40F2-BC12-4B22DC28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FA69-57E2-459A-862C-35876D1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64F5F-20D3-4779-822B-9C4D172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A030D-7DDA-4F13-A99C-3C4D1D4D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EB4EB-D062-4C95-88A8-A1FA2E70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C7667-2041-4341-8EDC-D302C783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FC027-AE7D-47D0-BFFA-E74C918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DB2CF-7744-4179-87E2-11AB7C9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A83DA-17A9-4416-A210-DC593FD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C310C-AA33-4D11-BDED-6CB36A6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42E27-40BE-4FBD-9EE2-89DF52B6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dba4b4519445f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A916D-806E-498A-9E07-522517EC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9205291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E5194-640F-4178-95E7-91CCD3B0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C5BDE-5A2B-4B7C-A0F2-C2D1F5F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5EE80-8B67-43E1-ACEF-E3E0889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DBC79-19B4-49EB-A8C8-063B924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FA80A-FFDB-404F-9F9A-6978FB2A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3538F-5305-4B39-B8DB-6057817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0F468-C120-4FAB-B353-72F914BC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2FF6C-46B2-4787-A57F-B50C32C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F602E-9C77-4C06-91ED-83678089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228F1-2E57-4681-9FC0-A6978AA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C92CD-A063-4219-B3AD-0B4B1502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7B2DB-2DF0-45A9-9507-AE921C5E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82AB2-CF32-428B-A25B-6318026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EDC0F-57D3-4CA0-899D-6DBE3D53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06126-185F-478E-9D4C-829D7C17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5EE08-DE9A-405F-8B1F-0CE7859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CE05C-146A-4773-9F91-F3F443A4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542A4-5A25-4E6E-A031-B0FCE684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12432861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B00B1-D8D8-43A3-9BB2-527ADE97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C677F-4911-4A93-971B-C150BA25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6AAC8-5908-463A-AA8C-56DC07F5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DA394-EF49-4AD0-B241-63425351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C8300-F36A-48CA-8A28-1BE76170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96070-220D-4C71-A825-F7CA68FD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3ECF0-D4C4-4C99-A403-4B8446C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DE65F-6B64-4D40-8238-1CCF383C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08C6B-5C90-484C-A255-D64BCC55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014F4-D032-43B0-916E-1030CF06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8EFC0-8BC3-4F14-B440-D84FEEBD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8341D-819F-4B49-820B-8AB87615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F1537-4CDF-4206-8DCB-B7F130F2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EAEE4-197D-40C5-98E0-6003A06C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C3AA5-15A0-43BD-A5C3-EC0B8374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F1669-285D-4842-B254-DA1A0A1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19B58-EDA8-41ED-B789-F91196CC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00C14-64C4-48DE-960F-94001C8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5813646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0043F-06F5-45E9-89F2-52D72917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D5C4C-4E27-4A48-8720-69069212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D24B1-C9E5-4BCF-9312-1BB4EE6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602EF-0EEF-492F-9893-E969389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42F13-E2A9-47DF-B91B-7FA1E64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92F74-C0CA-4696-A54C-C2EAF09A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123BA-E9BA-47C5-814C-39E2996F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0B215-E08A-4368-9147-C6845DDA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4DDCA-7FCF-48A6-9270-FFBE2A5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A6E23-3BB9-4923-97A8-8323200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3E9D0-BCD2-49BF-9F0A-87D0371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C0117-3AFB-4975-92A2-8A63FD8B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97B2E-3E02-4839-A3AF-EC93257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45B4B-79CF-4655-B364-4ED845C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27AAA-B752-4955-9138-BBEDCA72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43414-A60F-4963-9FF4-C490A2A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6C61C-5562-4A62-8BA2-C334FB7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3C148-44C3-4499-924C-110970E3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20866849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802B1-ABCA-4D8E-B31A-F95CC019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6600B-4A2D-419E-8BEE-2DDC96B3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567C-492C-4CB4-80BF-4042373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F7937-C2CC-42DE-B89D-341735A6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55C9F-8B7B-435A-A6E3-E323E55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FD49-C320-492B-BDF1-3547678E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D60E2-E530-4277-9BE1-0455E1EA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59DD2-F5B2-4BF4-97EE-06979540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0BEA3-3872-4518-B3B6-16913E7A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C5446-295F-4BEF-BCA0-E3F68A1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B6FE7-3943-4F6C-A2D5-B6EA856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12454-DE5E-4037-8C17-A7A79BD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72A30-5896-4C20-80A1-5F7E964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1E0AE-1E88-4E5F-8F11-43F770B9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58577-6772-469D-9F2F-B7BAAF66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40107-3BF3-4245-B25B-131EC241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4E22D-407E-4AB9-9744-3D09EB2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54AEC-9336-49D7-9ED8-38FFF284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20127880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2EAD1-D6E7-4531-BB48-D515487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B6BDD-14F3-4572-8C97-5800BFA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22094-1823-4CD2-8E06-A0B8959B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25EB5-C5FC-4796-93CB-1F6C328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338F6-772E-46A2-A887-7D5F6481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23C30-B05D-4298-B208-D6A8A65A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EE616-A941-4058-923E-737412A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E50D3-CAD9-4643-9571-6750A1F2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4AEE8-266A-4B43-ACD3-2ACB56CB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4E82C-59BC-49C7-BB89-CAFA38BB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CE3CE-79E6-4459-98FE-896C1FB9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2F708-20FE-452B-8F3F-878CE85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DE61C-09A7-4008-BA78-E73CB6A4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83638-4D38-4743-AB6C-7D301602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51212-7A57-49A8-B800-CC7EF055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C3DC-1CA4-433F-A42C-77BB2970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32267-2F3D-4BC0-B507-380E821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AB04C-07E8-4BD9-86E2-6386850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99306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03095-F2E4-4F3C-8624-32987A21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FDFEC-90A9-45E6-AA63-F83967B5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BE772-8976-4456-8745-C0B029AA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B36B5-928E-4EA5-919E-D3059C8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3C07-45BA-44E8-8995-01106AF1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BC4E1-DDB9-40DB-8284-1A031DAA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A7B67-FCF2-4EC7-B2F8-E6080B6B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D72E2-7745-4DC6-BCDD-B536EAF6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BC81E-42CA-408F-A44B-1FD54596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C18E2-76F8-4C72-8430-97529B3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BF2E7-E7C7-4879-A8A2-CEA11C4C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952EC-0B7C-4646-8165-CDDF6E3E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FA8C9-B584-46B3-BBCE-7225323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723A2-FF75-4746-A661-35D46B6F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D7AA3-9A80-4735-B7DE-98DA1C0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2B640-2060-45DA-B599-E2A20669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8BAAB-5FE8-427A-A713-F5F9F8B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D699D-0DDE-45E3-B2AC-4738B41A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A466F-C509-4F57-A83C-FA2AE2CD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1021A-1CEF-4454-ABCA-087B7A5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E81BD-9D47-4B6C-911E-DF6D045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9EC1D-85FB-4FA5-95B6-7C27618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C68E0-343C-4251-A219-622900C8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20060-E4A1-4F81-8F70-477F269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21018156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722DF-AABC-4793-880B-203AC44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21A6A-2C01-4E3F-B43A-7CD6511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CD1A4-6875-45CC-8E47-2BA11CA7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D453B-BEA7-41AE-B231-2D649208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BD45C-68D3-4CE5-AAD7-47926674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98D1A-7612-4B2F-9F36-C409AAEA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DBDB2-4540-4EB2-BDAB-FFB8A13E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E577A-216B-436B-9BD9-C5AC8D94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CFF02-2E7C-43AE-9474-5470D6F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C1916-DA1A-4E8A-9966-779B8A90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31501-D055-4858-997F-9EDE5063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1DF8-73C9-4143-9868-CA76DAB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7E787-4F7E-4C78-BAF3-B6F12CB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05164-B30F-40FF-BF24-D097D2A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B776E-6760-4ADA-88B4-6A297366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0EFB1-2149-4587-87D7-623F190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DB739-E933-48DC-8DCB-63E1DE4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6064E-0C74-4DF0-A6C6-E543C63E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5FE64-F865-4774-B4F5-5FD85614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AFB3E-3E7B-4620-8B49-4208BF37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5D777-F6F3-4E56-9249-74EE34B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45EB1-C057-41CD-B30D-A4D7BBC0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AF1DB-0CDA-4434-8236-1AB4F929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799C9-03B3-49D9-9F52-05B3AC2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9592202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35018-96D8-4D58-BC3B-EB2F95F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273A3-2807-4B4E-A85F-9C1F281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0031C-B130-4BB1-93D6-53E46D9C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B3066-3A33-4BA5-9720-691D38C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53C47-F89B-42E2-B53B-DAF5B73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C6F19-31E0-410E-B192-E9E6BA07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5DC4-2CFC-401D-B19E-DF14C2EB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B886F-F35B-4B4E-9E6F-F8D9807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B3C3D-8B43-400C-B938-F9430A4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68D6C-D388-4B8F-97DD-D89D587D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ABD4E-B477-456D-A0EC-8AF24756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9CA8C-7E60-4FF6-BBDB-C6FE2DB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53633-E351-449C-99F0-51FCF14F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234EB-26CD-47E9-B099-9DF10B2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81AAD-613F-478C-8D86-ADA49561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06828-A480-49E7-A97C-14B53E5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56B44-E2FF-4049-9289-23CBEAD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CD717-2D8D-4B4A-8E1A-EA15B88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363D6-0F98-4806-812D-E37CA9FF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F19A9-C18A-4568-9279-FF3111C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59943-BAF1-4EE4-A717-8E1DADA8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821FF-8705-4028-949C-0573C3B3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B218B-25C9-4CC6-A13C-E99D86FE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4C8A5-34CE-4FD1-B261-7864D92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20443062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B0D2B-CAB3-4B66-927D-C3B6BA3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2DFEB-E9D9-44F3-B65C-A8F177D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4489F-CC4C-4F3F-B9A6-AEC9EB52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85940-1A42-4C80-8A53-CD1F9012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9ED00-80DB-48E6-86B2-5824A292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99CC0-94D3-483F-923D-7B2450B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A387B-95C6-4157-BC13-BE77032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3ABB2-84C6-4BFD-824C-A10BD29E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7D9FF-F7CF-4CD8-A3B6-8F4D58D4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F9291-E275-49C6-9DE7-92C0FF75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BDFEC-73AB-40E7-80D5-74D1EE8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F96ED-82D2-4A5D-8A67-DD1C34F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05C86-7918-4F9A-9A24-3CACD5B5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3581A-EF28-4AF0-8811-86EDA711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8118B-3ECF-4E4A-B2E3-AED07695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F8D5E-DBFF-4329-BBDA-66549F8C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9B89C-0A3C-489C-B1EF-EF89B3C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F8B45-5DF8-4EF5-A6AB-6708BD0A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30EB2-4FF8-4D90-97F4-CB899B3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71D2C-AED2-4852-86AF-F04E51FC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DA572-D300-45EE-96E9-3BC7B40D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F9923-3C28-4599-879B-1043F9C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FDFCA-659F-44B4-97C7-ECC946A3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2AF1B-7B1F-4AE4-88E8-9BF6E39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5591384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587C9-86C3-4D8A-9487-2D4ED28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B6E2E-3D11-4485-9E0F-3A521CD9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FDCC6-00B4-43D9-BD16-60C3BDE6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B48E5-334D-4DB5-979F-7415B696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F4EF4-01AF-49A0-861E-6F00C06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5039C-5324-429C-B61E-9F47B1E0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7B12F-4660-4B19-A61D-D3122911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68BB2-D8BF-4CCF-82F9-498ECAE3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2B096-B924-4ADD-8D92-211C8B12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BC4AD-E04F-4CD4-A4BD-E5FD8CFD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44DDA-F9DB-4A57-8F04-51152515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AD8E7-7B9E-4159-AB42-34B10EC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9865C-3E37-4C69-98A8-C027061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4679F-9171-446E-A3A9-B9A9365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7CF23-1B81-4993-93DC-B2994307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0D9BE-2E5A-424C-87CA-5A3671D7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E2CCF-45FE-4AC3-B566-5061CF4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09160-E4D7-4B14-8640-37A9F792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5029F-867F-41F8-B17E-155FC62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E2902-1EA1-4939-9B45-79C0200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13A2A-36DB-4083-99C4-B67405D0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72E72-14E5-4FF7-A6B3-A602D413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FF207-6F7F-4C5B-9FF0-A90E8E74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3C8A7-74D0-4CAA-99A9-6AE898E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5FB91-C60C-4F70-B50D-0F2FC34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8586422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EEDC7-920B-4236-9E32-CFA6030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042EB-90DB-4260-B071-7F8448A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23C8D-FB23-406E-9554-1F561A99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2DC97-5D31-4A3F-9D26-529A4FFB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7188-B3B8-4739-826B-2FC85FA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4349C-B3D6-4498-BE55-47136B83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8A6EC-C185-4077-82C1-53C700A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23320-6D4F-4D2E-9334-2931C82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7FD0B-7F8F-440C-8E0D-A24DA99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AD079-1291-48F2-B600-661A89AA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246DA-A468-4C20-BCB5-7025CC3A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511A3-6BFA-48C7-B4C4-107F6003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F7408-66F4-49D6-9237-DD23EA90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75F50-C5BA-4F29-8BDC-DF2BBD3C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A8966-314A-4DE6-9107-1B7361FC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F33DF-A0B3-42C8-88A6-BC53F4F9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CBBB2-C26A-4EC3-A346-3022D6AA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7286C-1163-454A-9B07-8D3B6EC2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09879-FA23-403C-9BC8-D7C0C5C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5FBC1-9D5A-4015-9A3A-DA0DC7B0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AACA6-A6A5-429C-A2F8-CDF6D707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EB044-01D8-4DDC-8094-37A2DEB2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86186-DC80-4F7A-AB20-9E8FFB19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96B3B-E3B1-4038-8E71-4188ECAE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43C99-4CF0-436F-A5FE-ACBD716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20022838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41914-C7A2-4FCC-B805-1475CBCD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0DA54-9456-4CEC-BCD8-6859A2F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BAD67-1486-4710-BA22-ED6D2DA4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36E7B-1B7D-4A92-B7D8-B6A5B476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BC3D0-0F9F-4309-813B-F3FF20C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62CEC-45ED-478E-8057-255BC12F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CF3ED-A500-48BA-B9A5-B7883767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956D8-8B79-428B-B367-99CFD025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6883-193E-4A19-B2EA-9942DA9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C5840-D43C-494C-8253-FDAE4C5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20A3A-9A82-4D5A-B4C9-9606D559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13706-0B61-4B25-A69F-7B803957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9A5ED-DDA4-4AD6-B775-9B7670C4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AD5CE-5AF1-43DF-846E-5B9E57C4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78280-E79E-4289-A2C0-958320C4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2DBA1-7E0C-44EE-B989-02A5E7C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A9612-483F-459F-A760-C853F42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CDE11-F0FD-4AED-9ACF-718AF5C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2CD-7429-4AE3-8D87-4A69674D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72A96-1F40-4FE5-93CF-C771A8D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02A64-55BD-4D86-89BC-91CF0A17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E0500-4EED-4ABE-A376-EF15671C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D5604-17E7-45A8-B6A9-45F2F24B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82A33-4750-4B6C-9F5B-8CCAF29C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6D840-4AFE-45A6-8FAB-86B6119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9574852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E248E-DA82-48E4-9B78-9067DAA9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A89DB-C0C4-48D5-AD37-305C79EB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A9257-8EC1-4C6E-A3C2-B4782AF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C964A-8C33-4860-9483-5D9D0C7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2D792-3031-499A-B3FE-01B10AD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1E2C4-34B6-445E-9B47-E185FBE0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EE39A-F6B6-4A9D-9415-8C3EE76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F12A7-BBF3-429E-8A25-1DA14E7C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80E4E-0C1D-4C95-B2BE-1F27F7A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35CAE-E7AF-467B-9FC2-D601D4D6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35356-B9A2-4C5A-98C3-657176B3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81226-9DBE-4D27-BB70-4F17929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E3B03-272A-4BDB-9F21-CCB22DA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E5F38-97BA-4ADB-A3ED-07B2760D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6F74C-7A41-4A54-B3CF-93C02EE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37392-B1F4-4609-BA64-F73B777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616AB-9C02-4ED1-B771-0376CE1D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80F8F-5550-42FF-9A50-936708E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ABD5C-9A72-469C-A754-00B7A7F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ECB39-BB19-4F49-A9AF-B6B772A0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F7463-7541-4A7C-B763-85C0DCB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5120B-6C32-4DBC-839E-B54F61F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6F19F-6544-4DB9-A6C3-A60BC34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4DD2F-F11D-4536-BE86-561D853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E0C52-510B-47C6-8975-33AAB0FA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3451886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96B9E-6DBA-43C3-A3FA-7A57DBB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3FC8E-3D6D-4E3F-8179-8A26FD4F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A07B8-A5AA-4194-AEC7-13B4FAA5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3EE0F-0AF2-4A05-8B77-4C686B70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73590-1EFC-4FD4-8261-1AF08052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0A8F-8A03-4555-9900-B65DD151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D218F-64A5-4CC1-87F4-6E9B99F5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50415-8DAA-48AF-A58B-7C7D9D34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1DFB0-D673-4EF9-B4A9-AE5A0E09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5F29E-1F57-47C9-8185-3E8A6961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CD500-AD3B-4F75-BE09-CD297959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281FF-315C-49BB-9F7D-36FC7F67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538CF-038F-497D-93D0-2E332D78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4EAF4-E0AF-44A2-98FC-4F9BCE0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DE94A-1594-48CC-9F47-8667262F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4B09C-30CC-4532-8370-5866A641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9447542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19699-909B-43CF-B881-D8306509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AEEFA-BCB0-42CD-AD0B-763A7CA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6DC31-13A2-4597-B4D2-A5197A5C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Calling은 실행 권한을 설계하는 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CBA1A-7174-460D-BD64-75BE35A5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38C09-C8D8-4CF7-BAB4-56A3886B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8B2D9-7C97-4922-A8DA-1B7A95ED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모델이 무엇을 원했는지보다, 애플리케이션이 무엇을 허용했는지가 중요하다.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7925F-0AC2-4C67-8A7A-A64470E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30318-C798-4A81-838B-4B91CDE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3369096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CDCA4-D641-4C3E-958B-AB8EF825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1BAA-32CB-45BF-BB5D-0FD9651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8353F-2D61-4EE0-A5A5-0E792727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7E390-8CF1-427F-9479-6FF186A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31161-71FE-4D5D-85A9-FAF9428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AA958-F949-453A-A013-28E38C3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D681C-C8D4-41D7-96F8-80114533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723F6-D44A-46D2-8DAA-46FE855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072F9-D512-4F72-8EFA-6D5186E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A02C1-02CA-458F-8065-E6E620EB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1F9C0-6BA6-4288-9333-2C584F0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6780F-F3CB-436E-8769-3E28EC6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8C83F-DE2E-43B4-A4C8-EA134F5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80F45-8DCC-44BA-AF38-7FC85C9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9D9E6-6A0A-448D-85D1-74469B2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3285E-55BB-4360-AFA3-F824238E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74244-9776-4A96-8583-CE0FA2CD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4B939-E459-4F54-9307-8D63AFE7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D84E4-3052-42E9-A626-75C66803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057BD-1573-4137-98D6-AD15F556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45B57-220E-40AF-9281-23335F5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823AC-8188-44D1-AFAD-6E0CE0E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50773126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2F3BB-0BCA-4A44-B6AD-A3927953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Structured Tool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E5638-D3C3-49AB-AAAA-03F46D44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3150E-553D-46CA-A7E5-6FC0533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BB54A-E665-4419-BEEE-7FBE8672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67018-EB2E-4FF3-87D2-719CDAE8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CD3BF-097D-4969-86F4-E42609DA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6DC53-D8FB-47FD-AD3A-807B7B2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B505-AD9B-4695-ABFB-86BCD20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2483F-984A-4FFC-9A11-2BD0BBEA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ECA25-31C8-4ADB-AF83-C81ED7E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533FE-9528-4D41-B51B-7A2E8D8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A8F82-9D90-4FC5-941F-457F93A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49677-F376-4DDB-B242-E9496F19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파일·API·DB 접근을 허용된 행동으로 제한할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C2C8D-46D0-4537-AF8F-5B98BB0E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9310B-BBB7-426A-BCC9-8AAFCE5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E19D9-A17B-4757-BBA8-73EB778A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DCE28-E7CC-49DE-9036-DE40BC82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51A2F-0686-449F-8022-925734A3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48887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4F0BB-5F6A-4123-9796-C5A4C6DD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F2778-ABA0-4B56-9E8F-28FC4AA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DC162-1DBF-4ED7-8332-9F7CD27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880D5-F32D-468C-ACB9-FA113639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78A6F-7815-4312-83FA-6F4EE5F3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614C2-B2CA-42A8-8799-EC0DC98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CA84B-0315-4E6C-A030-025F0EF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16CF5-A3D7-4342-AB0D-65CCDF3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4FFEB-F06B-4432-89F3-BE3A774F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83E9F-EE32-4A35-973B-4F51F3A4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DA75F-03FA-4E2A-89F4-208E837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1FE3C-7A99-47FF-9008-F10AA4C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E85BA-AD3B-447D-BA11-3729016B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출력이 흔들려도 프로그램이 처리할 수 있는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8E001-77FE-4A09-9343-89E4F72D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ED227-7738-4D06-924F-33997034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D4242-7CE3-4237-9AB5-E1C3658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AC9AA-0202-4D07-80E8-3A816E39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B4474-C6DC-44F8-BA19-FEDF7FDF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810802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F874E-26C1-4806-AA94-0EFDD72A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Contract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EF170-C682-42BD-BAE1-22388546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DB849-01E6-41C8-8CE9-EDF1C9A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85A9E-C409-4AC4-9023-808DDD1C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A6B96-9FD8-4F6C-8039-0367364E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C49FD-C57D-4F39-88C2-74B7E18D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03142-DED7-4E6E-B5CD-A26F1DA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31DDB-3333-48E3-B804-93FCE1B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5ABFC-A811-4F76-84A9-CE8BB5DD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19647-B76F-4682-A7F1-F8A5E515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36BBA-30D9-4F07-8757-2ED75B94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B79C8-1A6D-463D-9081-2D318D9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6DE24-1B33-4BEF-A1A1-332D687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잘못된 경로·누락 필드·허용되지 않은 도구를 실제 실행 전에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17502-3095-4DDB-A104-9A2493DD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D00CF-F3E8-4009-B396-90929FF3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83DDD-6D05-46A1-B041-04C07D6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3740D-D61D-4C0D-A054-7765D3E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1B076-BEF3-4352-8236-56DEE079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623122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2E28B-B43E-45CD-831C-963CA7F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External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D41C3-6A5A-4BAD-A6DB-8ACF31F5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EED80-D4D5-4891-8698-73D1D14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1ACAC-DFB0-46DE-9340-2A1D46FE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2D11-F455-470E-BABA-CE8907EC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FBDE7-2ED3-4256-A1AB-1EF80A6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C62E-1D44-4144-AC02-00DB4EFF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571F9-A9DB-43D5-9E28-8BA923B5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D8334-EB48-4DA4-8A5C-1A5FB739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1E331-46DE-4852-B9A9-FB435AFD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9F157-4168-45C1-969E-F366BDE5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03F52-0785-4EAA-AE75-FA1241F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742C0-9C5D-4DDD-B536-55BD013D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후 재시도하면 중복 실행될 수 있어 승인과 중복 방지가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4B460-9267-4584-9C0C-04B86A64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21E25-4D9B-4937-9630-7348EA11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61562-D90E-4FB0-9AA0-6514A61B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86124-5B27-4C1B-A572-A3807614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F79D0-7BA6-49DD-9B15-3DCCB79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02516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3F4BF-5699-4F53-A302-CC8B7F2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78550-BB5A-407D-8232-6A148780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BA2DB-C29C-4C66-A979-543F38A2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70EB9-536C-4C08-8487-AF85F09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E7CF1-9F11-4263-BF20-DBB40C7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C0DA4-3FA0-40EB-9EC5-AE9CF642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53C39-E9F3-4B9B-A583-754E73A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AABED-332B-4851-9B1F-466A59FB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0fbf1d3e342a4">
            <a:extLst>
              <a:ext uri="{96DAC541-7B7A-43D3-8B79-37D633B846F1}">
                <asvg:svgBlip xmlns:asvg="http://schemas.microsoft.com/office/drawing/2016/SVG/main" r:embed="Ra52eab5bd02d49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386DB-8738-4806-9EC8-D5BA60B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D1FCA-734E-4BDF-B8FA-D26A7D38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A42F5-48D2-4539-BBCA-FB326A30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0664F-5D7C-45BD-BE46-0E33EC12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15767-AEB2-4842-8A6A-0568897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B95B6-C52B-4EFC-9EEA-5CD816E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AB15F-9022-4279-BF9B-2249D52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A902E-A254-41F5-9C2C-3578988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14365022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6F58-86FE-4037-B90B-CD80383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CA0C7-CA26-4428-9FA8-2A11813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4C34E-25A2-40AF-900E-572BEA5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3FB52-8AD4-436E-9F38-2712802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9107A-3CE8-4647-86AD-69849A21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E46FD-387B-4891-8C7D-D44209AE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FA702-B23F-4F7F-95A8-9C3A482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9E050-8B7F-4782-9AB9-171C4BC7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3ADC-077D-44DD-9647-A3432A0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F2CE9-A2BF-4087-A9D7-65A401D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7FEC0-5A2E-49DA-A24C-FBA1E2B6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0EBC4-6DCB-4B05-BC0C-72BFC66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7F024-0979-4AE2-9B5E-79898F7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7985021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CD3B6-D880-48CE-80F4-C7AF6EC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2FD4E-72CD-4B4F-9983-92079282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AF2D6-A010-45D3-802E-DE2FED82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9D8E7-6E29-4494-BBFD-55A0F847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6BCA2-0A68-4AF4-A263-E96C8A1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B8726-8F61-4BB7-94EF-D90D2DF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EF127-A842-4FF5-A60E-A46FD01A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5F065-EE95-4BA1-9841-8E3CBD7C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F2942-E5F7-4B4C-B833-8D5B75A5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B8BF1-F65E-4E74-8BE4-928DC266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33349-75F8-4982-9204-33B53A2C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AA6FC-1B17-4588-8091-BA8C920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37114-6AD8-4F79-9084-04CD0E17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90C4A-7608-4C62-A4F7-AF2D2D9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212723622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B8E77-4E18-4DFB-A4FF-ACE4294E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C30DB-61CB-4C82-AA8E-EAF9F21E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D58B0-68A8-4806-972E-A860A662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A084D-64FE-49A7-B3AD-09581BA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71888-4588-420D-8AD9-4BC59EE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D997A-D092-4870-96B3-3C2E5E4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E6925-C471-4284-8D0D-1DBB326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091EE-938D-44CA-80AD-D0ED4F6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49AE9-7D90-4B2B-904D-33616798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21D7-391C-471C-91F9-1D85C5A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0EC68-5210-4DAF-AE26-713A30F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B499E-1321-44A7-A0FB-78CA67F6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5E091-395B-4899-B7D7-6316F266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102A9-4CA2-4A3A-B32F-81B608E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81AA2-D9CA-43B9-B0BA-80F85CA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15903909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8BDF2-75AD-45C3-8BDE-8DC22F56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78F8-A7B5-4285-80AB-7D3A2E7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533CC-E72A-421A-81F8-5B8FC7F5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6A2CA-B1C3-47D2-BDFA-DDA295AB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B966-1417-4A69-926C-668E2A94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C2FF7-59DD-4D54-B3DD-A7C384E6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1BF73-281B-4775-AC0D-34711C5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4983F-9F5A-48FE-8FC3-0F504779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18DE1-B31F-4E2F-86CD-1BA93F8D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3360D-557E-4ECB-B942-B808EF4B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173EE-7D94-4CD9-9BA3-675D0884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F6C09-F1BD-4883-9DC1-93A5EBB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A4CC7-76F1-447B-8EBC-35CAA191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26DE7-F351-4F43-8392-20A710B0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183218575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35725-8D8D-4FA6-A095-B4005C5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3F9D4-5452-443A-A613-FF62332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FD256-0FFA-4649-945E-11536979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4505F-3DC9-4776-AC7A-C114DD2E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E60D-194D-49F2-812D-4E1B6FB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47654-E7DF-4CBB-A474-D708F19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9A8D0-E7D7-4B25-B8B9-1E01964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AAF71-427F-43B0-AE71-C0352FE1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D3BD6-1630-40E1-BCDC-EA48179B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B068A-FA2C-48B5-A39E-08C0057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5470E-82FF-4F2E-9B7C-94DA2A07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060E5-12E7-437B-A815-4512C33E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F4049-628B-43D8-8BF2-2ECF36D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B5589-F4CF-445D-BB5B-1973F1A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4ED7D-180D-459C-A09B-EA0199C9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92041843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E8108-22FA-415E-997A-3AABDBCE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9661B-3787-460E-B98E-A7B333A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4D46D-5B52-4FE3-BEBA-F6D0EB8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43280-33AD-419C-950F-0D928C6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5757D-3E56-411A-85A5-875F12A2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0CFE7-4DC9-4563-B779-44032EBD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1731C-487B-4BFE-A121-3930160F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98E7D-0BAB-4081-8A56-551FA4EF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CA044-DAD9-4CAD-81DF-B367C34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B1977-17B9-434E-B1C9-DEFBEA0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F0AB0-6A42-449A-9923-0416369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14C3C-23E0-4DA2-9E11-DE7DEFBC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1F375-3CF1-4DA0-B4D0-6F088923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3798C-F471-44DC-9E85-52B4831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46151373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90842-BF52-4265-8F83-FA1B3CD4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CB9BF-F4E8-4D55-9419-99BE0BA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event가 설명 가능성을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BD514-89E1-410A-AA21-6EC14602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D4A7E-FE08-426B-BDB7-3E6D461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9B5BE-6C7E-4B73-BA3E-5623668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281AA-191E-4F22-983B-4E5E1B5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BFB85-A50A-4CA0-AE4C-B126B555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무엇을 요청했고 무엇이 차단됐는지 구조화해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9E21C-DA92-4ADA-9C88-8F5D99B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E008F-9C3D-497D-A9B8-0CABF815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F4FAC-E7FB-41DB-BA1A-36BF041D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E7B08-93FD-42B7-BA18-1533121A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tool·args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32BA2-A7E3-460A-84EF-2B10870F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290CB-F35B-439E-82CE-12C3A08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decision·result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E7D7F-CC84-435A-A81E-2698C8FE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349BD-C832-4208-B4BD-24460F8F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220F5-E661-48AF-822D-8D232EC7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02D84-EDE6-4764-81A6-259BE94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71227226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4A2AB-B062-4A44-9030-9E24CC2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C11F2-8C25-45B3-A30D-78C060B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AB05-4CF7-4E94-B5BD-A1AD74B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DF02C-0631-4BF7-A228-1BD16178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0B00-94EA-4FFF-A0DE-320178D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742C8-CEF8-419E-A7BF-8217402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65178-25E4-40D9-B143-D4530940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E51BB-BF37-4D93-A795-43E7420E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07C66-A8FF-44F2-81EA-E1CA07B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17760-8FBB-46C5-A5D6-4B2BF23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A6901-7D68-4C1B-8CBD-55B63CF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39FAA-F680-440D-AA23-D5A35B8D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2611D-FF75-4CF1-97AE-E06D906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F7918-9C0D-43C1-9153-D0F4117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48E3C-C073-4EAF-B3D5-0E118B3D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ADF32-590E-46C3-9031-61F6C8C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DFBDE-19A2-4650-9C66-C00CA575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E9F59-ED31-45BF-9BEF-8C7DF3F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CC265-8AB5-44E8-A154-4DED554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926794-877F-4C1A-9E13-7EF788CA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7D2B2-941A-499F-9400-943B516E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500AF-3480-4010-99B2-6E68BD36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59290850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9C312-8969-4EFA-98DC-A60ED939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671C-3F13-4EF8-B39D-D0D1341C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BB46C-BEAA-42C2-A016-1F6843DE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9BFD8-D514-4066-8C59-C5BF4430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B9F92-4BE9-4E57-9CD9-6A62CC7B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68D9E-6D2B-4429-9742-0E48F5C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2EF0-AFA6-4219-B36C-C8D3F7AC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CEF9E-29F6-400E-8E81-7DABF3F8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89820-3F34-4942-B58B-C596005B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9DE33-2B41-4045-8016-ECE3DF95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E5A32-05A7-498A-BAF3-EDF09FF0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5E6A5-406C-41D7-86C8-C352BB36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11D79-1B76-4F77-B8E9-384BFDF9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4A8FF-9205-436E-88D7-FEA85E6C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EDADA-B731-4822-8283-2F3E860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D28C2-DA89-4B8E-9182-0672393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F8E89-460A-4516-95F1-3C981F0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BA8B4-1391-4E2C-80E2-EA9897C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05123-8B42-4F69-9A96-BFB1CF15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51F7E-43B1-4506-96E8-D8CCD1F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CB45B-A459-4B97-BDE7-7657AF5C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BE049-B2BC-4E10-9FF4-717F70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204032540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E8A95-5B02-4DB6-9645-496A369A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0B3C3-2E2B-48AB-9C3D-E521021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AE18A-7768-43A3-B3F3-907B1A65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AC29D-12E3-4F75-AB4B-4DFC77A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4813E-21A4-4DBB-A747-F304808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A47A7-CDEB-4E02-A9B7-1595FF28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F7B7D-1135-44F3-8719-9C3066E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AC68A-7C9D-48A4-AAFB-6FCC04F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9A3EA-CBC3-43F2-A987-919CA708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56C32-2757-42F0-B000-1F7F45BB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F894E-CC93-4274-ACC4-058F3A14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31E75-ED9E-4A66-A148-2DF835C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C8BBC-2CE6-47E7-AC92-52C71223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C0840-6F02-420C-B392-41643B4B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37CFC-FD54-48B6-B194-A673250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A78AB-79DB-4F63-A94D-D6616BB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B6844-FCC5-47DA-AD96-FAA1EDB7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666CD-4AB6-4915-A269-28810AD0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C32E5-3DBB-492F-9F98-D8E65F35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A86C0-3D34-4916-826B-FE884E8C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6A556-CC55-4033-9826-CA1515B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4BFF0-847E-4AD1-892F-DC9EE4BD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4287085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5D77F-97B0-4B0B-A988-BE878A4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FA47B-F035-4BE0-A00A-B1B83316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27CF9-E6F4-4359-8649-DF93667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5654E-6B0E-487A-951F-D4C5E0DF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AA0E0-1F83-4667-BDC2-13C8EB5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E3E94-2A15-4FB2-B713-F3CEB30E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F53CF-4323-48A8-9983-3975E713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AD167-9783-4FC9-8CAB-998B779E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CA453-187A-4817-AF38-94BD9AC1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03E15-7510-4124-830C-9BA26CD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8698D-9316-4EFE-9690-ECD95A5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52637-BB8E-4732-980E-C8FC102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61AB6-86F2-4BC5-8F25-1E45CAE0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ECA6F-B635-4FBB-A8D0-D65A54DA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81A06-1FA6-4F79-95F4-7A54724B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9AE0C-F938-4317-ACA5-3497F4B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B77E6-FC81-4580-9B50-7F3F62D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EE5BB-D851-4DDB-A594-094C580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48B03-714D-4830-824F-48537B9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26C97-1548-4E04-9568-EB13B87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6C1E3-C8F4-4A51-ADD3-D502365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9C729-8BB6-408B-9AAF-99AFC673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25120253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AA86F-CDF9-4A3A-B6AB-7680E13B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8B418-777A-4317-A3FC-5A727B5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A492C-AFC0-4339-86FB-8B9A55A0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A155-C162-41EF-9510-4181B88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2378-4F96-4D5F-9E10-DE216C1C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8777B-16B7-49DD-BB8F-D5BB1CE3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D0C51-4D61-4323-997C-77757531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D4896-98FE-48BF-A344-C1784E2D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89265-5795-461F-A361-23E7EEB7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6B09C-3C5F-49D5-9DE6-764D2B06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E30A9-D814-42EA-AC87-575CD96C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59A44-E3F2-46CE-BBFF-FD6A186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DD000-0EDB-474D-85D5-7F243C1C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43C97-5406-4D02-88D5-7C8CEAC3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B004F-D966-433B-A9CA-77A8FFF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47D6F-BDAE-47EB-A0E9-178FD21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21C5B-DC8B-4A3D-AAFF-8E61255B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F9F4B-4050-4A87-88BB-DCB3BB8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CC18D-1B7C-40F6-9DAE-1C9806DA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58186-0F37-4628-B886-50433101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61708-3264-49D2-9F96-551A05F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AAF32-8652-43BC-8E10-0DE2786C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9296414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44E5D-9E06-464D-B443-A9AFD04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62507-D43A-40E2-998F-56F94739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D7B61-01C9-4C11-A2C0-6D326F7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597B6-7B86-4C6A-BABF-797531B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14BCA-4FA6-438C-B6F0-D2BAA5B5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A40D9-81A2-489D-86F4-AC0F7D4A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0F3FF-F78D-4172-A1FC-23D483E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3C4B6-4EC2-4096-8F99-164A13C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F4FED-7365-477C-A26B-397BA79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A9000-82EF-458C-B701-496895B6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86E97-413F-4793-B10A-0A2F7D0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0A3F1-33D7-4870-AD9C-C5D012F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D7C39-467E-4DDE-9DB9-914B5091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51DA6-061E-44B3-BF35-D376CB78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1A525-0DA8-4E7E-BCA9-B743CBBE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5E80B-9238-4D7D-B1FB-E1887715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9DBE7-B02A-47C5-A91D-0B84A32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76231-1109-4FDC-97EE-F2BFD57E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9D001-9413-4B9A-A85A-CC38346C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919D9-BB54-41C3-B2D0-7388A73A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3B470-5B14-4DC8-B0B9-46CEC1B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4E677-D776-49DF-90CA-0EDF9BC8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2F4EA-F2B7-418C-AAF2-87971EEA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7F69D-4BE5-4B69-982B-492C1350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498B2-8D6C-4AAE-88A5-6F7C6726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2B2B9-7C63-434B-8380-CFD4AB7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DA762-2D5E-4D5E-A241-F8264238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730463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C4A4D-72C4-43A7-8BCA-2CEEB24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E212C-C1A9-4F89-BD50-29F51B97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204DC-0FAE-4587-B84C-A91C331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A6566-DB31-46F5-8906-F89777EB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D287-D226-4B47-9B35-E3EA1D94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3D3A9-75C7-413B-B463-06C35DB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649FC-18F7-41BA-8854-C3BCEE70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3F946-51AE-4B15-A4B0-B1E3D47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F97E4-3909-41DF-83BB-9074C78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8955C-D4BC-4D7D-B826-422A21B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49E8-7704-4AB9-8C93-BE8D395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C06F3-42FB-4528-90F6-3A6997A0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A8672-B3BB-4BC1-A3BD-67C1AB52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E5F7A-61D0-4295-885C-8CE48F9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DD42E-D94A-4152-9645-E89AD82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31706-D9B2-4A91-B7DA-B4C0F132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bbb6f606a45a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452B3-57CC-49A0-AC0F-4C481FC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2652649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D38F6-A44A-490F-A87B-977FDCC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89DD0-B4B2-4D64-B546-C613F47E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BDA31-D27D-4EA3-8045-F2216048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F8782-6B08-4F37-A030-B478A82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2D80F-BD0A-49C4-8B52-F9076016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FE3A9-7F26-4138-BFC4-BDC97F7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0E419-E41F-4818-BBBC-799ABE2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390B6-844F-4467-8A73-D1C5BAB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5127D-8D5D-4F39-A5A0-C6942926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BFFB9-CB31-4B03-B139-0FFF8D11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03B75-1987-49DF-8F38-675700E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77D6C-0BCD-4698-BF7C-282CA172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D9213-A85D-4448-BC7E-475D0CD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CA813-8A48-43CB-B70A-CEF4E6BF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57F26-0B1A-4A78-AECB-62930896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FD198-444A-4E19-B38B-02B7F028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3de6f2af04a7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21E83-AEAB-4EA4-B748-5D2F56DD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96523687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D9C2B-6AE8-4EE3-AFFB-5733D2C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B0A79-5458-42A5-BF4A-1CCC6A14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8910E-B412-4117-9DBC-48692097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02D22-21E6-4A3D-84EC-A746FA2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40EA0-974D-47E1-A468-31661A4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6E317-188D-474C-80F3-45810B6A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DBDC6-C206-47F3-B823-EA07AA96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FC946-7067-4EE1-8298-4BC7431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E8C41-6DA3-4D07-9BA2-275C543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550C3-10CF-4E9B-9D32-5AF9086B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8706E-3182-4EC1-80E2-758E495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44A19-2A8C-430B-B9F2-F10058F6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D5CD9-836C-4D67-9944-E79BB6AA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66F7D-D492-44F9-8961-0FB3CED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1272A-8BF1-4F30-8B45-525522D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209FC-747C-4DCD-8B0F-DDD9A01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97dc97911465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83E99-F330-45C6-9165-EFE54FC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4128516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74850-BE8D-4EB8-B133-9253ECB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7E5AD-930F-4470-BC19-3D0C3841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50C45-9134-42BA-9C60-C110A670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E32A4-0B7A-47C7-BE05-EAA7B6B6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2BFEF-C17E-44EA-95CE-7A01E809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9CA5F-72F9-41EB-AB19-0FCF5C0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CB433-7F10-48B5-BB07-FDF8AE90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31525-67C8-474A-BE64-1ED6BBD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44657-40E6-44C3-A7C4-E000176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EAD5C-8A51-462A-B3E7-5454C16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79346-5B0D-445D-B552-BDE184B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756A3-EDC7-4590-88F2-0086A92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E2C74-4C6C-4B4B-B4BC-B2E1DD30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7C408-5B32-4814-86F3-343E79A2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EB245-3467-4594-9190-24EA09E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4096D-7ADA-4C77-AA83-C59ECDCA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db47fb61f473c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6AF78-3E47-4C4B-A04E-EC701843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63289581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D5593-2E3B-474B-AE34-AD0514D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61F9F-FDE6-46D4-A326-96A2E8F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9509C-491A-468B-8C01-1626F16C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95A63-A6B6-4584-AB5D-6088C614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86E8E-EAFB-4BF4-92BB-5FF659B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146F6-B361-4ECA-A1BC-C32B5F25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1E24A-8E85-4F00-B8F2-20AB88D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0E7BE-5EA7-4A7C-9982-B8C5343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8AFA0-9A3E-40E5-A0B9-0EF69B8A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EB7E7-777C-4E17-A34C-549A4682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5CAEE-C52C-4D12-B9B2-9166788A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4CF8-08DC-45A2-AE8E-CAE374D6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03D04-0DE1-4B3A-B527-AA751F2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000E7-3114-46AD-9C83-BA2E135B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5BE1A-DE23-4E91-B95B-D8FF9A57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1889C-8F08-477B-B4BA-00B7E9F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8DF1E-F36C-4935-A259-4A25BBF1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65379-4BE8-47A9-BBEE-FB24258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068593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B4B0A-FECB-4C27-BB11-21C90AEB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DE813-FA71-42D5-9899-88DBB584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2331F-15F9-4C5F-8FBC-977FBBAC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D7DA-91D2-4307-B8CD-52D2875D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CFEC3-9114-4F71-8F1F-EA56A876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5A408-EEB9-4920-BDF0-69309A2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D7481-F1E1-45AF-86F6-5B45BE2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8CD58-7A2D-4F1B-BB1E-59742C5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C631B-7FC5-4B16-AF98-70EE1C90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66B23-A96C-4F8E-97CF-42E7492B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F9412-2088-439C-9758-BF6AEF98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2A2A5-057E-430C-960A-4F9846C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2AE2E-4FBB-45B2-8C20-A64BCF9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A6149-A20C-4A80-A49C-A06ADC6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F64C7-B4D8-4D4E-BDA2-AC3C7449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E0AF1-A7F6-4F32-98E7-0C2DFD6B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C9D0A-B672-4663-A7B2-5E76F929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6EC99-1E2C-4DF9-ABE2-E1627BE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110208193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3992E-F43F-4D2B-9D8F-EAB8493E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84F49-85FF-40C0-A26C-6C8B114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A25CE-D988-440F-8266-02A7FAF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254C-B4B1-4441-B277-4F557BAC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1AC5B-BF07-4DDF-BA45-9D4CE9A2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62749-675E-4A38-BBE7-2C126CC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29FF3-D742-4E8D-9589-94C4690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301E4-8A55-46DF-891C-61EF87F3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7DED6-B4A2-4EAC-AEA2-A99E5ECA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BB55B-8317-4016-B3BF-A7AA379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E7156-53A4-4E83-A7F3-2DA38C0C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EC2D0-21FC-4FC1-87CE-B2ACA36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AD1EE-6A68-4FE0-8E38-54B8F2B6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A905F-C9AE-4E54-B6B6-1EEDFB5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95F1A-DB59-47C8-B12C-087F2D3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B270D-86C1-435A-9C6A-3B9D89A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50BA3-D5B4-4C5D-A03E-964B2C90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9A717-9AA1-4D74-A417-B6D65C17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70285544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9FFEE-2EA5-46E2-91B1-2CDBC96B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DFCBB-62C9-4995-A9D4-7360B73D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9A6DA-26A0-4F92-9180-F1AEA746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94551-A6B9-4698-BC8D-07AB047C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3479-EFBE-4DCB-8548-4C03AD1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B3B1-CB04-4889-B999-A8FAEE2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9A996-2F85-4221-916E-9E732D37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3B758-2589-48AC-8286-91145BB6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CBCAD-AAAE-4C61-96A2-885B3E3D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91CDA-1371-4FFC-9363-8523C2E3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D7CBF-11F9-40E9-968F-2330D2A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8D4B6-21E5-4C01-B355-D6C2473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5C73E-7490-41F3-8E37-5807F80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F91A8-7BEB-4BEE-B4ED-C90B672E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64E93-58FA-47D6-9F47-0463884B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2D07A-2B83-4126-A82D-44A36AD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92E03-97B2-460A-80B9-95B958CD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916FA-9232-4E3D-B8CE-C94D9873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864143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A5097-8E8E-4435-B919-92F1D424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4C2A2-B792-46EC-BD93-48DC223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74BF5-F0F5-4124-B98B-D9C7C375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084DC-B05D-4E01-918F-CC1DA4B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1ED7-ECDD-424D-BC05-C07861D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A0495-9EF9-4B6D-BDDD-064AD5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167AA-FE65-4164-9586-5947D05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728AE-CFB1-459C-8D8E-5552E4E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1FF6D-535D-4052-9991-1DDB629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1E263-FF81-4313-BC73-833EA410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7267B-0BD7-4776-90DD-90544CA6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D0B7B-EA0A-4161-82D9-54FE0A08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5329C-3FF8-4B94-8284-9EDB0CEE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FDD00-F5B5-420E-AC4E-F41F8A76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AB6C8-5A11-48D3-87DF-0AD30F45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BB389-E70A-4B78-BC62-2CA5D7F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75170-8E7A-4477-A2C3-3813C10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7DFF0-BF3D-4669-9C75-44B35BA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36412613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D9D52-D81C-41DB-8ED5-74DBF3DC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C7761-7A43-42FA-B2B1-D37E8D2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31F2E-8C83-4CB2-84F4-A4A9E09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BB359-F856-4382-9759-0DDDCBF6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9E96B-0FE8-4ADD-A552-DB50B11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77B5C-3D12-4484-98DA-09A7E945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9A3CE-C1BB-46BF-A8F2-2B59DAEB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2C547-0AE6-4F68-9168-8DEC8B0A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D5B12-C3AF-4B1F-B877-AACF340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C2E4C-5867-47D0-B03F-C2082EBF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39C57-F031-40CE-AE46-C4717B30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EE779-5A0A-413F-AC88-1BFF0E0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A3D64-6445-43F2-A53C-EE349477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7FE81-6CD3-4432-B678-ED6A5609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7AB3E-E760-47B2-91BF-DE2FAB4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174FB-AC2E-4334-9F1C-CBC0B9E7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7B2AD-CF47-4C5C-BCF4-760F8F5E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8E19F-E852-49F7-82F2-F03433E6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3EC1C-4023-4DE7-89D1-6EDA6377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8FDE1-994E-4752-B1E9-4E58A85E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8315D-777F-4261-B86B-1569ABE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357F9-5837-43DD-9AE6-1D0BCCCE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31C21-10E4-4756-B50A-2DEB370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B4C-6101-48D2-9665-4BC8B45D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02980608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3B18B-8D1B-482F-AD11-B63F03C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3C3AC-880C-40BD-82B6-7D8D8CE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40B3B-B19B-4ED3-80DA-BDA46D49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06B97-62D4-4022-978A-905801C7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7D2EC-72D4-4BC6-B49C-9F574C7D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36DD5-C47D-4CD0-9923-DDE0A7C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3E5B7-74FF-40B4-A893-411147F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6CEF1-4715-415B-B99E-40833A35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58903-D461-4170-96DE-2A6F3173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6A3B1-AE25-4951-97D4-0797D35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22828-F2B4-4A75-B2CD-FA0F03EF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2C8A2-9116-4601-9525-94987DF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4DEB8-467D-4514-BA45-61B4513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2A558-241C-44EE-A2F0-D3B5E47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4895D-0F9D-46A2-AA9D-8EAFEC63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C7F5C-B55C-4246-A6F1-E6A5C5E7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42BB8-FBCF-4653-BAF4-31C10B3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2D852-64D5-45F6-9ABF-FE5564F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E4487-3B44-40CF-86E4-A042E035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85115-8287-4F50-B71F-BA82C971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C1521-DD0D-4955-9B95-F59B12D1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B1947-FA85-43A6-8C07-52A44E62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DF96D-2F45-4AF7-B1DB-EA7EA2C3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ECF69-59A1-42FE-86C6-A4D0750A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120934163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FF9DC-8D89-40D5-8F15-769B5D80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85FEC-F9AC-4812-98ED-06C6D35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90955-F144-4C19-9BFA-366C23C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4F822-130E-4BBC-9B9A-746D55E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5E73F-3C2D-41AE-8ED1-F615B66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28A1C-C2EB-4EB2-BFFC-ED85749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6A62D-2BF4-44F9-A657-A1B3C7E9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F6C18-F1F6-4B1D-B9FA-AB60F7CF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9689-D749-4BF3-8366-A17D12CE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92EF4-282D-445D-95C5-70E361A5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BF5B7-5B8D-4016-A426-08A68460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19AF2-A7E3-4EFC-B85C-3DBF7CB0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DEF5A-6DCE-4B7D-B40B-24923A9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552F3-CFC1-4099-BAF5-3F19B17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7BA45-FB8E-4D0A-B6E5-020011E2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90256-F9E3-43E2-947E-A12F57CF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EC8AE-93AC-4226-8157-B26929D3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7062B-3431-482B-AF30-DDEAD6D2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BCC07-EB08-423D-887C-29D72183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490F3-07C4-496E-8B8B-3E228EC6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A6EC1-71AA-4434-BBD8-97CE23F8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02972-0AA3-494C-8A55-79104CE6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34152-21E1-437D-BAE9-84000CEE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9ECC3-4E0E-46E5-95C8-7E1899D7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31129851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0D69E-73A9-44F4-98E5-F5C8A8C1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C0777-6165-4920-9A7E-972EAD4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FCC10-FF81-4E3F-A931-5893227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3B0F2-25C4-4A60-B228-CCEA60DC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DADA3-3966-4856-9C35-D05EA83E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067F0-4F0A-4402-8628-1CBBC88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D53C0-C695-43ED-8C49-D2B1B05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95121-D0E7-474E-A24E-62B93DC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8E9D8-0A7A-4CFD-9DD2-B5DBA16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67706-0466-4AC6-961E-FB0354E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E6D13-F5CD-4BA5-A01F-C44360A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D4202-21F7-4BC0-93A3-2E9DD91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9332F-8C77-4304-BF5B-74C36884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F52EA-204B-499F-A4E8-D82B0E1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95037-76C5-49F5-8093-F14114A9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174C2-67D4-42F1-B083-3D42CF5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994C5-2909-4B09-81A6-69A7D181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457FC-F92E-4523-AD52-C6D8BC9B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93DC2-4A60-4156-8B1C-160C1588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A0DEE-C448-49AB-876C-CE8EE75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A2BE2-368B-42E8-ADB7-3F8FF7D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ACA4A-16B1-4732-A9DF-B635E6B0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B6A99-3196-48B3-B9FD-7B17C70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EFFB6-FE91-4C7E-B089-6EF7498F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146138575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98E2F-82B4-42B1-9E87-50A579C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1F38E-5934-4CBA-AF93-517F19DF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38A59-8A2B-4F6E-8B72-5956AC1A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27F6B-90A0-4B8C-9FEA-117A1CA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1DA4B-8B59-4C39-86C7-DB75C7C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B69F-EA5A-4A9A-9F6F-91BB874B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933C2-FB4A-4951-88E0-87EF6221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1F9F-C1E7-47B0-9771-D610EA37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9206B-9959-46AE-BF25-636A208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BD384-0B29-470C-A3E7-31C6D3BB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DF855-F981-41C8-B2B3-AE3E89C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DEF46-97C7-41E1-859A-6251C6B7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183E3-A75E-4388-8396-BBA2999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957FE-351E-4A46-ACEA-ECAAA35E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C424C-CA84-4BD4-ABAF-79BC74C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909AE-ADAF-478A-92AA-6A8F430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EF754-38E7-48D3-AFCC-43DDE4C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87775-7089-42E7-999A-FA99E5C5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DDE6D-BE32-4989-B961-7AC7461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FADA0-B3BE-4DC0-8406-1492080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B0BAE-DA47-4D72-92E5-3FC89FD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D0FFA-2362-4F4D-88C8-BFED4B42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3CE2C-41F1-435D-92CE-2A849B4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465BE-0CF2-4B5E-898B-75AFB7AE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36785-148C-4BD6-8BA6-50C843ED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97353302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E5A22-6A68-45B3-9047-B41E9179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A7B39-457B-46A5-80BC-881DD98E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B76AF-275C-4B91-BF56-3DC72B9D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6AA23-8155-407C-832D-200252A9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54183-1EEC-466C-AF43-32B40DF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5E216-9020-46CA-8F14-D29648F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F87B-D075-4996-8B12-31402B3D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B8B4F-1168-4854-96CC-26155EF7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4C4C2-1DB1-4E33-A8C7-B6A1370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BACA9-7F78-40A1-9A13-8631CECF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595C3-42BF-40D1-AB95-BC11909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A2DC8-59A3-43AB-A56E-62727241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D72E9-3B18-4F74-8168-84594C8B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8AE9B-1D08-4841-8453-0E0B27B4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C36F4-5502-43E8-986A-1D56F112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8B854-C0C1-49CF-9AD8-61CFA73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5F621-3B12-4721-B1C6-4C04D405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868AA-35AD-4F3A-BDEC-13E9DC3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1A7D7-370F-4B59-A20B-609CB815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B2AD6-069E-4674-A87A-D10E38E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063A9-51B3-46A9-8A1E-88437ED1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67158-C8F0-4044-ADEE-160D4F96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67285-6F85-48EF-ACB6-C7F3F1A5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AF0B9-5C14-4106-93BA-6964EBBC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13D25-1F44-4621-B821-3279D86B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120482503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7C77C-EC66-439B-8433-7E24241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8AFAB-632D-4CF8-A173-A4C73AC3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6105D-F887-4E25-BB5B-1413A7A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6EFD6-62C2-4CBB-844C-82E8D51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F5F35-8F81-4A9B-9A04-1E5EBA83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7D1A7-6779-47D9-98E8-B484D9A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3443A-C2F0-4B7C-B684-FCCE782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2B1A7-F08E-4CE4-BB9D-2FDA00AF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69682-437C-47DD-9FC2-220483B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02A03-4F90-442D-B611-1A111ACF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865EC-DB7A-4D96-99A6-F52A4942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6228D-999C-478C-9419-F4A79AA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F3A9B-1D3C-4AE9-BD32-AF322BC9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076E2-5844-45D8-852D-04F1252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729A7-4188-41DE-A515-D516422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69A04-5EEB-4AA2-9D15-A8BD510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AB0ED-0FBF-47CC-84AB-7C9DDC73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41738-57BB-4DE8-9976-A17C76A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7BAD8-1455-439C-B915-C821A4F7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24C6D-79DE-4A60-B4F2-D5990117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8BFAB-ED86-4CB2-B966-02E968E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B4397-459F-45BF-9ECE-EFBB32AD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75A58-5F7C-49F9-AD45-CB0560A8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49FA0-DCF6-4754-A385-DB16613F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08387-F117-4F00-B3A9-1D0E92B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193786662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0AD80-526E-4A7A-91FE-7A02288B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FB5FC-98B4-4482-8027-FEFDBC3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ADDF6-C2F5-4F85-AB8C-FC5515A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5E191-6029-42B4-80CB-FA0D3125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FC852-45F1-4D6E-A684-2D607AD2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2A232-1800-4E48-95DA-590D8684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073DE-E47C-4F04-8F6D-B8D45E3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681B4-8D19-4585-9B49-1368A904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870A6-9689-45B7-B2FF-D0BA1FD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56EDC-E566-43C9-8B4E-0CC2AFE3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5EA5E-B573-4B0F-BE05-AD45596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38436-2F45-48E0-A0C8-FB781E3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C0416-18B1-49D0-8B7C-5495443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8ECA1-7232-49EE-87FC-DED72A33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A6ABB-32D2-411C-81DC-9AE0A5D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B90FF-1C0A-4343-923F-6ABE387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39BDA-E422-4801-AC7C-89D25FD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FCE23-F338-4941-A0A7-D120AE2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5ABFC-E29C-4F5D-A0D7-3882C417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11D79-8928-428B-98A2-96835E10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C0FD4-A827-4BB3-AA83-C68DFD30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EC875-A0DF-4AE5-A390-B18934A3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F9536-4EE0-4E07-8D18-9162299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CAE07-42A0-40E3-80EA-7EDE074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A48D4-FF6A-4FB8-BF7C-7061BB4F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60930947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778CC-16DC-41F3-AE00-92260B8B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44E2-C805-4274-AF98-A4A7F90E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9493-B28F-4CC4-9689-330B62F7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7A9F4-C43B-4C17-A43A-EF00B3A2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85214-1906-44D2-8310-9B1B82D9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03323-E111-41C9-8ECE-6351AC8C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E3D73-3EAD-489C-93D2-22860844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481C9-644D-47D2-99C8-C4C2350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16430-007C-498A-A816-9C2E18A6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8CE70-724F-4F44-8F29-787D928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E627D-334E-4618-94E8-FFB374A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E107C-6093-4188-BD69-F3A6DE2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05034-16F0-4D2B-9322-C2CB6DF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C4B78-4655-4353-B784-F193496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5D63D-8C14-40DF-B0D8-D69695D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1C765-59F8-4F3F-A20A-4A2220DC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88721530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1EDCF-221E-4D7F-8908-7807BA9E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CFA16-7FAE-4F29-A38F-668278F1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EED30-1724-40F4-B696-5E0F3D3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데이터의 핵심은 맥락과 책임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71D79-869C-4FD6-90C9-6188D8E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A98F5-AC53-438D-969C-4D5D054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1B662-23AC-4ECD-9D17-34C2ADA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문장이 자연스러운가보다, 누가 무엇을 언제 하기로 했는지가 보존돼야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210D-16B1-40B3-BB01-409928A2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705BE-8F22-4CAE-8B15-11DCF2C9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7068626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56D3D-D969-443C-9385-CCCD30E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E3A2D-52D6-4A7F-8C36-A22A5CE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40665-FFDD-47CA-B59A-1E878A89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996A3-1A05-4930-AE03-C70ED4CE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2D818-1B7B-43BA-91F1-AE1BB0C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CAC24-3D0F-4A8A-A735-C4B759E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EA336-19C2-4ADC-B68C-20BB1BB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ACEE-51A1-4EAF-8B24-EA14E988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A0526-48F2-4445-9528-AF13DC5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15DF-D300-4232-A40B-AE699BF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91CB7-982E-4D99-90FC-26327B7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F2F75-7FD3-4275-B675-C25CE2BA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23683-270A-4833-A86E-88CC2DD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02ADB-801A-42F0-B403-4FDA4A8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4B895-8C54-4AFA-A7AA-25915887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5BD0D-A4E2-41FE-812A-DCE56A3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A576A-D186-46A5-AE68-56206AD0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2C98D-E897-456B-AA93-DCAB798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8336F-1F0B-4C8D-AEF9-85B30D2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61266-295B-467A-B6B9-DF138B4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DA66D-DADC-4900-B96F-9604CDCC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D21F9-EE86-4357-9D84-65640C04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172186744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40B44-FBB3-455E-B170-292D5A5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as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74AD-6784-4B1D-B073-143023E7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514FA-7F9E-4258-8E58-EB133EBA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65A87-91AC-4055-B21B-7049471F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D367B-A7C8-428E-8ACC-4D06B65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A6541-AEF9-4CDC-B4F4-E7C4BC8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7841-1A11-42B1-93B9-5C97A5CC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68857-A597-4684-9BCE-2CF66B21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9C1FA-242D-4042-9F20-4566CAD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F3B9B-0781-4319-967F-0B3AB0D5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C0966-9E1B-41AC-A117-4689E5F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B5EFE-A989-415A-8233-CCD0DF38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28585-7B5D-4AF8-A7D7-9A9A185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요약보다 먼저 원문 근거를 보존해야 잘못된 결정을 추적할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DA880-7964-4FDC-A0F6-EF58EBA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06C5B-E2A5-4BEA-9512-F49A8FB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48262-8478-4084-836C-72205536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A50C0-F054-43C6-9094-FEB6CBBA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8F458-61D3-4B1C-9326-8D737B1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211513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57828-0D70-48E6-BDC7-3B1557EE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Timed Utterance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1C803-9A7B-4C32-A7C2-DB3200F4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CD36D-031D-41D9-91BA-94F49F0D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A4C65-B83E-4FF5-8930-D080EE6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5312E-563C-44A8-8E2C-0FAD046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CA50A-7742-4E2B-BB1C-DCF56C1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29733-B7B8-4614-B0C8-C759793A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7AF48-A9BE-418B-824B-9191D60A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D9D7B-5C1E-4C67-9186-27EFF323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131D8-289F-4471-839E-37522580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9BFEF-5716-409B-BC36-BE6B4981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0F0DA-67A8-40E2-9121-F482C39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A9DE1-566D-4CD8-8E02-4B3F6CBD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회의를 자르고 특정 주장에 근거 시각을 연결할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1D3DE-2632-4BE0-9230-98F8AAF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13FDF-6E63-4A7D-8232-25EC0D02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9F8BF-518E-4951-A9A9-694166A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9A7CD-B4F0-4C28-BDCB-33DE4F0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DE5E6-8D3C-4D78-A09A-A8C1EF6F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980821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DFB1F-DDBA-4746-A50B-5B49E3BF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Reference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768CD-DBCA-4734-8E24-2AD2EDAC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893FB-CC5A-4E1A-ACA3-D2E685D9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1B835-3BAF-42E3-B453-3DD35127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C259C-F6A6-4687-9114-EB4A6136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E36E9-442C-4C45-8C18-F6D7901B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84E8D-C39E-48BB-8D27-627B3B01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3514-E57E-4A76-87CC-1B6E1FD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B5CD9-5EB8-4CA3-B2C5-FD0E6490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5943E-AF7C-4BE4-9F8D-1802B55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CFA46-907E-4574-994E-D1405F1E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BFBBF-CFCB-457B-B663-3206CCAF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529F6-1FF8-411D-9641-EF67FC47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프롬프트·모델을 바꿀 때 좋아졌는지 같은 입력으로 비교할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3F77D-384A-4404-87B0-887E658E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BF850-8F96-49C5-B856-0ABE810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A6E44-4CA4-415C-A71B-9D75283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D9688-7BC9-4CA9-B769-516D90E0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BE08F-6A52-4377-B15C-6A18F963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648529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79F7D-9F9E-43D3-8F15-BAA607E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Source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78101-69AE-43C4-A628-0E6AB94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73140-516C-47A5-BBA8-7F0808F3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9FB00-BD2F-4496-A2DE-E595425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87E47-4F87-4919-A6DF-59B7B2FA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33948-22A4-4BAB-A5CE-0B7F25A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A92FC-8C7C-4265-AEA0-70206E6B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61516-82AE-42DC-8A51-252D84AF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D8600-DA13-463E-B6C4-F794185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36B24-DA2C-4409-A64C-3796184E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D2B53-BEB5-46D1-9B7E-F88883E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FC11C-F72D-4B37-9196-D81FA43F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FEB30-B48E-465C-971E-F60A8D3C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자연스러워도 원문과 다르면 업무 사고로 이어질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03D2B-8E6F-43A4-8CBC-5B17CB68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1A38F-AD47-413A-8A68-4A4C068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EF215-55EE-46E7-AE49-FDE454B4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EFAEF-8304-46EA-9E1C-AD84B4D8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CF5F8-3503-4F3E-9D21-E2EBEA8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0698467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250CE-24CB-4603-BD35-0F8C952A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55145-1FBB-436C-BEDC-848436DE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B82BB-2304-4AD0-8F2E-6618D139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5FB85-6D4B-412B-A324-E1DDAE16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13908-EB55-4655-BE61-CCD9FA8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19758-7DE8-400A-A00B-A24F422E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379D2-54C6-485A-A6E7-0DBEFCE9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E2FD-2934-46A0-BAD5-341A28E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0aee6ed04596">
            <a:extLst>
              <a:ext uri="{96DAC541-7B7A-43D3-8B79-37D633B846F1}">
                <asvg:svgBlip xmlns:asvg="http://schemas.microsoft.com/office/drawing/2016/SVG/main" r:embed="Rd8132a0892db4c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A276D-356C-4CE7-9654-3CFB5EC4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63028-FC8A-4F87-99EE-0989642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DB23E-CC3C-4E89-8B55-EC03034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E53AA-4965-4215-B646-675CD913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804CF-FB19-4430-ACD8-FA966F3E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D1664-63CF-4C0A-B39A-FD150F48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73CEC-163E-4A18-A960-0498FA66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33AAC-8F69-43CB-AA62-84FA0DE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65252702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8437C-9ADA-46AC-9187-E91790DC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17B70-B0A2-42E5-B10C-F660059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76CFD-BDF0-421E-8A5C-FF33F6C5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98FC8-BE19-4D84-B86F-9E3FF56F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CEE4F-5074-4E09-85E5-E6B2A24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34405-687A-478D-A523-B52791A5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05DC7-E090-4B52-8E2D-1133149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E4C49-1685-453A-B09F-CB24D7D5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B7006-5640-4025-A52E-D0AE5AF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78D69-8DF2-44BD-9E03-F8807DAA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F828-AC54-49BE-9878-62F47813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97472-48DA-4E98-A1DC-4A057B83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92A2A-BD19-400E-B64F-B5274262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36690742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E8FFC-9619-46EE-9BDE-DE38B2CD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1DA22-C264-4843-A797-1122BA87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F9819-CB06-4415-B6EF-1566679C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3934-739F-40BE-B897-EDA22F3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FF1AD-EF3F-413E-AF53-573ACB6B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E1543-2A98-4375-8F0E-FAFB1C4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51881-A494-4247-A5D0-117A44D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4DD6-3DC3-40AE-A942-F8005504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9938A-0F4D-44DA-97BA-73A5AC7E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E1755-411C-44C9-B4CF-DB1C6B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DCAC1-A79A-445D-BD42-614E365E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FD6F7-F5DA-4A71-9522-AE9C447F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331C8-AE94-47BB-BDF0-B8104AC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E6CE7-7AD4-456F-98F6-6F15EED6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F52B0-276B-4CDC-B3B3-4C8352D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173E6-1D44-44DD-A0E1-1556246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1965723531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1B461-EDDF-48BD-86C1-BADD86D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3735C-4CC8-4DFE-A869-3B848BE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BF869-0B5B-4C15-BD53-4407620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66F31-8366-4D44-9727-19863A6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E7A2-E4FA-404F-871D-34E3DC9A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73705-CCE7-44F3-BEC3-5C5157D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E5B44-C05E-4E3A-ABF3-8B9BB853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FA2AE-1D39-473D-BADA-8AE62AF4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FB646-59AF-4FB3-B45E-1DAEFA4A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EF51E-4A9F-4FF4-8AA4-E6DA93C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3C3D9-9531-4B05-B806-6FD544CE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76573-B494-4314-BB9F-518E134A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FDD1D-C14E-4164-A4AF-2BEDFE2F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02EDB-B7CC-43F9-90EE-FE40669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E5240-9E60-4B93-BF3E-A405FC1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DE9BB-46AE-4DC6-85DF-AAD46EA8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73801-5381-4A38-80E3-3C1B0BC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51556901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325C1-6CB7-45DA-950F-AC18B8E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B67D0-D556-49C8-B8EA-704C948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FD840-494E-4A9D-9459-0AD51C3F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2A9C5-C374-44FD-A26A-CD30C921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429E7-B11D-40E5-A3C2-FDBB92D1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77A60-C387-4D79-B637-9232D5A0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6C5AC-F9EA-4C59-8F9A-8DA02EE0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1114B-C635-41BE-9AA6-B2CF49E3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ECD8B-10F1-4F2D-9083-19EB8D4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C291F-FCFA-4A3F-9BCC-52EA559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25774-2613-48F3-A6D2-0211D95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C7EBC-25E1-4F94-815A-B919151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21DCC-9C07-4F80-9FBF-B9A78AD6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94717-CC30-4344-9201-7E1412BB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7D91C-CC2D-4BF6-A7BF-997ED3FE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9F33C-F90F-413F-9ABD-0639CBBD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166521026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F3D48-08D1-41BC-9BFF-FCBAC0C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6DF64-A228-446F-8F8B-CD1AA92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350E7-CF22-4BC4-824B-8347B758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52738-479B-4601-9384-74E8398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CCEAB-C15E-447D-90F2-12988D04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F80B7-9255-4D19-B7C7-91D7B919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7BFDD-1640-4F38-BC6B-5E4DBDDE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334F1-AAFD-4CB3-B83D-AD2DC44D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FA8D0-12BA-4A12-A07C-0E468072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3F4DF-6888-4A57-A013-9AF16879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FEFF2-AD72-4191-B0D9-6B62D31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A61A0-CC2C-4625-8895-FED0C5A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8A473-79A3-4BE3-AC7D-59D291EE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1B8AF-D3DE-4DBE-BBA7-A8563D9B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C5524-7764-4D93-B1EF-C7B0C5F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83869108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1D67E-2AA1-43D6-94C0-DE21E28F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4B777-B36D-447D-83F8-7CCE6F0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3005C-A93A-4517-B167-2C570FA7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C3D68-8C04-4CE2-815B-9D1DEC0C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43451-A2D4-4C15-A76A-102137E6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8726-12C2-4D8E-A0EA-971614F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C33EC-AC23-4083-9172-B7C6D70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38FE9-DF0D-4229-B960-1D7A28FF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24AAD-736A-48E7-994C-5CE78E4A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A7021-8514-40E9-A04E-41F7AA8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E9005-329C-4C34-B0A1-06A8BA4A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4F87C-C517-42E9-97F2-56921642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500AF-057F-4238-B13F-1C562EF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59293-98B7-4511-B10A-1CA566F1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99324-4DFC-4130-A329-785B1F9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164E5-C4E4-4B88-B70C-7FF61A7C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3447235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4EDAC-3069-40CB-B203-3AA34924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00586-29B3-4048-9D2E-E056C7A5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70FF6-C05E-4605-AE80-67617B7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23354-0BE6-4ED2-979A-EA2BFE1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EDADA-84E7-4E11-82DC-09B334B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56F4C-74BB-44AC-B6BC-8B329688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D558F-338B-4D8A-BEDF-459F96D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8BFB2-9815-4438-97CF-9A0B597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DF636-3164-44A7-A29A-C3DCCC1C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3C5EE-850F-49C8-9679-2DF1A57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F1E61-0F90-4123-9EFD-9519AC0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6DCA3-5FE2-4D07-8503-7B396165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8EA7F-0AC9-429D-8170-263EC778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D59AA-1007-4A23-AA9D-B4D2721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BE614-9344-4BF9-8DAA-4E67B1E9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B265A-5F8C-4460-A4A4-14215A22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1874B-358A-4B48-A438-DF502C5A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92024218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8C6CD-04CA-4092-BB35-A26AEE8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05500-3006-45D6-BCFF-F8A1544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F3CA8-EFE0-4530-B2DF-A38E2CA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17728-3E9C-44DE-855E-976416C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CBD68-F3B0-4C7D-96A7-05F39FF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2E4D6-0220-4569-9DAB-0984056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163F3-F7B0-4F84-82B7-AA1DCC5B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A766F-1E4E-4AC4-AD1F-6212D95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68363-99A5-4C77-9EEA-4AE0B44C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5FC57-FF83-48B1-B750-C6383782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EC0A7-8DF6-4851-AB72-047E29B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97423-59D6-4839-AE7C-0C8F5FB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C6B4C-6B7D-4EB0-89BF-6C582462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02666-072A-4E87-9C6A-D635574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295E7-040D-4ABF-A7F1-F143771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4110F-1C2D-4186-A582-40B9E4BC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8A545-69ED-49D1-BD0D-7D15410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7291D-5442-4E5F-938C-31418DD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89929-132E-4062-9A95-3C30325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29C67-B181-4696-917D-ADEE009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9CF06-68FE-4D1A-80B2-D9C822A2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56D43-2E70-4B20-BDF6-7339D0B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67245995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E8A9A-5515-49DD-91CB-59828577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478C3-3195-40BC-A153-10C5D5E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98DCA-23A2-43DF-8709-5E8FB0A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DAE5D-F989-46DC-911B-56D1C251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21673-D057-4BAE-BA62-06D5E852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F5B74-6C3D-4810-B949-C397C40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FF3A4-2F77-4813-AEDB-488CB19C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AA16C-9308-45D2-845D-A8DA9DF6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541AD-6B72-4BC9-AB90-0056440C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3C4E-6FC5-4633-ADF7-F0410AA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BC61F-2B2B-4FF9-8A95-4B1AAAE5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6CFF2-69FA-4402-BF02-77E40919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B45E5-B2DC-4FFF-B7A9-AD37839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96A40-E6F5-45F3-995A-B6FFB6B4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4A2D9-B8EE-480C-A7FB-97C699F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6A586-2D14-4341-AF7F-AD95BD9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E4CDB-11AB-4E20-A394-7797D4B0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E94BD-A6D2-434A-8E21-FFD5CF82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B4CC0-F31A-44C5-AA7F-97542480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AF1B7-9960-46CB-A822-7953C59E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D6483-B706-4CA7-BB7F-944430D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5E64A-EF57-497C-BBB9-360CCCB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108228586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79515-6184-47D8-AC3F-8A9D1B71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C8913-21E0-41FA-A821-03456BFA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E0337-6D35-4E48-BA37-89E92D12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AAEDA-45C2-40A4-B6FF-EB78F16F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DF7AF-1AF6-47C5-AC89-463EFEC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A2686-5FAB-4E11-9DAC-95010CBA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07E9D-C8F1-416E-AD53-A1CF80E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9CA73-EC28-41CF-AA63-A0A9B743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A8BE1-4935-4241-876D-07602CD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12479-B144-4339-B6CB-7DDD230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684EF-B1AF-42AA-920E-AC51A06E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CDD09-01DC-4A05-AE25-5EDDC60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C6CED-0109-4409-AA7E-9C0B05A6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9515-FAEC-4306-8599-834BBEAC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C891F-9308-46C5-BBA2-4B31C23B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B55A7-6C47-49CE-BD11-C4A7233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93C6C-C6DC-47F2-990F-67D65415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7724F-3327-4180-A84C-B931A1D9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16499-ADB1-413C-9800-C16258D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53CF7-ED00-4F2F-808D-356F1E65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9F5B2-570D-48A3-BF0B-672DDE37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7AD50-9619-41EA-ABCA-FAD3D2F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25909589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8D914C-F402-4236-B26F-6944E3F5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55708-47EE-4B0D-9DBB-D52ACD15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D3044-147E-4A0D-B42A-CE82EB0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BBB33-A43A-41FB-9FDD-355771A8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5D6D5-EC05-4DE2-A684-3C8140D4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5136D-124C-493D-87A1-3D354F11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6C329-D982-49A9-8258-A2C97AFA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09E77-ED21-4205-9935-4FFDEB95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8B248-A7AD-4BE7-B9BC-5EA953F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FCFF5-F5D8-4141-8C23-B843E924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05B88-B13A-4E00-B6B9-7F7B981F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0CF25-3F42-4EDE-91A3-1ADAE981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540DB-5C61-4AB7-BDC4-D73E6DF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80B77-8277-46B6-9069-3173DC7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DC629-653E-4FC2-A44C-B4CF310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C952E-155E-4DA2-9A00-E12C50B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65B73-FCD4-4A27-BA1B-27F51DD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0F71B-D93B-4805-91E5-5E2B8CAB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A1DED-8AD7-4770-8B6B-D88F6EF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D5682-2E8A-402F-A427-99ADBAC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EEA7D-D87B-45A7-987F-CD855E0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0E3BB-819D-4432-9791-B75EF2E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115704782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A75EC-CCFF-4512-A46D-8633DA87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9E79F-0905-4361-B5A6-DD462532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8650-62F5-4860-8E58-158A6F61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2BFF5-6F8A-4246-9023-C80B10D8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E6D52-3669-496A-B1D3-0D11A5E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53F4C-664A-400E-B7E0-D22F7A2B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ACF39-080B-46EB-8C64-61D110E0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EDA9-3826-4FCD-A692-8511E265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78389-E62A-4C5D-9288-A54A640D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3D829-629B-4A80-AE8B-0F331A1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A16B9-F2D4-45CC-A8EE-8590D03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2EE3E-A997-4CE1-B65C-5BE93C0E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DC125-4C2C-45B9-BF2E-42AF774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259E4-272D-4D9D-8635-31CC48A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F526C-C918-461B-8AB4-985978B5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122C0-66B4-45CC-91ED-1031C0B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91907-0F38-467C-B856-76A7B36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1BAEF-39FB-43A8-8D06-834364D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F4A13-FC54-4AA4-8D2F-8F01F77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CF1F6-2822-44BB-B8A8-4D94C76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9BD96-B105-476E-9347-0055CBB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EB4A6-DC9B-40E1-ACE9-0E706E13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28489208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16F1F-4E5E-4A66-914C-A1BAB3F2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1CB1E-61FD-467B-A524-C760BEC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35B5A-A408-4128-9B8E-B55224F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E9522-2B16-4228-BAAD-78EE1BF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57CAE-E07F-4DC3-9AA7-9E6377A2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F8D7B-0452-4A29-8C83-4862EA02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090D1-EF2C-49FB-A27D-F4DD51EA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26CF3-819A-409A-B949-894550B9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6C53B-A19B-4E19-9742-4BF49BB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15888-D6C5-45F5-8551-0ABAEB54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metadata와 갱신 주기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8139E-DA5F-4779-B706-C769E4C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출처·이용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5845C-A978-4960-B402-2B8210D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320FE-905F-4E55-915C-F601A8A6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619AC-6A6E-43FD-A477-0323970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87615-2C09-4CCC-94B2-E7FBE91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원자료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262B0-9BA6-425B-AE1B-6C91836F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말뭉치 유형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B5399-D1E5-4E91-A4D5-2EA6F1BD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BB888-3A6A-4693-9639-D1D55B0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99C21-8F83-4017-B30B-4E71A63D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1B98F-76C9-4D77-BCEF-F01600D7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발화와 회의 구조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811FC-465D-486A-BBCB-98DA85BD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화자·안건·시각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D6C3B-1A99-41BB-8DFF-EEE9DD9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16BA9-F18E-4793-B06D-0B395C2D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92A33-6578-4F55-83AA-B7AA563E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80BC9-32DC-4C66-95E6-B9AECCD5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기능의 지원 경계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3744B-77CC-4C60-8EE7-8D49A884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계정·edition·보존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794C0-9016-4D59-A67C-57D5484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2161232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A5193-0DED-42FF-A2DD-1785A0B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10FF-B4AD-42D1-B72D-1718E028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8CD1C-800A-40B3-8C83-743DA1FB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E3000-D8A7-4B06-8CC1-4EBF6DEA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DC3BE-B0D4-4923-891D-17388A0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B5231-726A-401A-9DFF-54B3FBB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D96BD-81E8-41B7-BB5E-15115A70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7012A-F831-40AE-A2C9-5E0769D9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D46FF-01B1-4B58-B4C0-0821B5D6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6368A-9F87-437C-B70B-3DC65B01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171D8-C65B-47BA-9656-9B219D95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64484-551E-46C8-8AE7-A36DAEDA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F5C5C-04B3-4953-BB5A-8325259A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B7B6E-9BCA-4CFE-8C3E-1C210AF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7BF14-754E-4275-B856-DEC69BC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01CEF-631A-4588-AACF-B2186A52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2762da36844fe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C21C3-F645-4588-888C-6330DEC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81784460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C8975-9A45-480A-9238-1D115F61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2782B-D7FB-401B-8C55-5510DEEC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82B36-A05E-4A25-9419-85F97467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B9EA-7559-49EB-9673-E38910E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4A6E-EC89-4244-91C5-FB2801DC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F7E82-0D7F-4960-A120-2E31A8E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12A9D-668B-46C3-87C7-63E9D6D4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B43AA-B5BF-428F-88E4-DF8A2F0F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A2CE8-6783-46CE-83AF-C2C6B60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D5989-82E9-414E-9A7A-3E3D6C52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8CBE3-E4A8-4662-808F-FBF31CD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ABEC6-82EC-484F-9878-AC88FDD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21AF6-7042-4083-8F19-34DE4D72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2A04E-A678-4D6F-9A5D-6CDDB7A7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54075-4E49-4B54-99D6-029F69C8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1A2DD-2764-421E-AC3F-37E4DE3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edd4b3276441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776D5-F6FC-493A-BD2C-329C8FAE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19281838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0C29C-9DCC-495B-927F-BE261CE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1FD3A-292D-402D-8AA7-A48EF9AE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C36AA-8017-4C9F-B0BC-925A76C1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D303C-0C13-49B0-A474-B506E2B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4939D-984A-4E6D-89F9-C9F216A7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13A6B-592A-4C2B-83F4-E2E9C21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08279-88B2-4E1F-8874-4F1E57D6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AD77B-97BA-4183-ABDA-51BAA834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65799-AFFB-4AFC-9F7E-0DFB1F9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FF49F-AD60-43F7-BBAB-1012AF6D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079A9-7C6D-4CCE-9810-5045829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78F6D-49DA-48E7-85AC-BDBCDF2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B765A-5474-44EA-ACF8-909F4A1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F9A45-520E-4D4E-8748-EE09A498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58946-0314-4AA5-AB95-A82F90E7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8B40A-A2C7-4B87-9A26-DD6C6BE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39e3f35fe41f0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920B1-2D8D-4343-9D74-EDCF07A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2636300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F9F76-BC67-48F7-AD3F-873082C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AF34-0535-4CC0-8EF5-8E19EE9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F84DE-4597-4672-8894-EC46A55B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D7122-2491-4B9D-B393-9976A64E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9E7F3-6E26-44BC-8FE6-5B41136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3FF90-78D1-488E-A455-1963E243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DEBEC-C3A6-4857-9E80-BDA2FE6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0DE51-5EFB-4E57-88B8-FB64D258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BB948-CB26-4C7B-9DFA-1E7F801E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BA1D1-8BB0-4EBB-8FBA-473409C0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CE1A0-AB3C-413F-9668-D8D9BEA6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86921-AA48-41EE-BE1C-9EE51DD0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315AA-BF76-4A69-AD92-F53B4682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F068F-E01C-4C0B-8E40-2AFF2B9D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C717E-6E8D-44A6-9903-D424DA8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4C6B0-D17B-4A49-94B0-BEC00F68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81dd8d59f4ee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9A596-2BD6-47DC-8400-C13397F4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25292986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6C4B0-4D9A-4B1A-ACF3-6AFBAD6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A30F6-1E5B-43B0-AB02-2674C00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23231-F0AA-459D-82F0-36DC872C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A6DC-770F-4538-841A-C3EF7ED4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2F1E-FBB0-4A84-8A89-2FF0C9A9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26503-0E9F-46C3-A363-243B004C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B4E14-8D00-4750-99A9-687DC0D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B3207-E149-4C52-A6D3-7B8AF8D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8FF07-4670-4FA7-8D60-A220077E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DAA63-9103-451F-B5DD-E7E79F4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A2876-72D3-4973-AB23-368456B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8312A-E085-4EBF-98BF-BBBC17B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13853-2FCD-4C30-979D-73336B84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538ED-03C2-4537-9A06-93E37A7D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245D8-3E88-4512-B334-18A9E7AC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CD34D-080C-4861-A9E3-443C908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62B19-E9E3-48EB-BF61-A34F24A5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899AC-58CB-4EAD-BFEB-B7FCE25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8685842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EEEAA-A8FD-4E75-B078-C9B17DC4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AED51-F323-43C1-AE39-8D4ADC40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3E155-664E-4D33-88BD-05BD9933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2F02E-4044-45FD-9D93-42330B5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3B42F-8ED4-4D4B-8141-27ACD965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E9A36-C4D7-434C-B005-E924663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9E43E-8F37-4F9D-B63D-E3AF08FA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FD156-2D7C-4D14-837C-EB3D20FF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4C009-12BB-4637-A1D7-291BCD49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81D62-DA33-42E8-BFA8-79BD033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EFE63-5A2F-4338-8B60-215680B0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214B2-2E92-44CE-9EF1-62D5547C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A8F2A-82E5-4573-A9ED-6FB5633F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E904F-C649-49B0-B0C6-CB077A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30198-C6AF-4C4D-A74F-1AE95B7B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692AF-63AC-437F-97F2-5DE99DE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29B7E-7A5A-45D9-972C-B1770C3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74E5E-6F39-405B-8E67-91860C3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260380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8DF6E-F977-435A-B430-4CCA2A01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975A2-7554-4900-B191-5618347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B97DD-B401-4DC2-948D-C69A07C9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004AC-2850-4BB8-8A82-9332B80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4CCED-D08D-40BA-964E-844B2618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50F73-79C1-4D89-9B0F-4D8FE8A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F1043-FE67-450C-937B-C48899AE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3FB45-1C87-4222-9181-F04E1568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30849-0269-47F1-A233-F0F7AB7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08392-FA34-4364-9C4C-823B3BF5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CFE5F-A90F-4B92-8836-07532EC3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61AEF-3255-4B59-9272-8C0DF39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A30D-BC02-4FE3-95C8-047F4A4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07F13-83D1-4450-BFDA-0207D40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BB16B-5861-44D4-ACA0-4A91AF58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2E15F-7909-4230-BB9F-6755D18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724F6-AAAE-49E9-B1B0-1834DF6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D1E6F-C0BF-4C86-84F7-E6EED335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799480660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D840B-3879-4806-8B49-5B62CACD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302C6-B06D-4013-805D-0DAC73E4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E477-885B-4FCE-9647-313587DB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512CE-ED61-48D9-8165-776023BB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127F6-72B1-483A-BCBE-02F4FAD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2A01C-45BD-4931-880A-6857698E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72FBC-C6FA-4FBF-ABDE-A6EE1D1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EEF14-6FF3-4844-AB3E-EEFF2325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6E916-4EFB-4606-9D3F-4335937E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3690C-AD1C-4A2E-8AB9-0DB29663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DEA56-5BE2-43D1-A10F-7E6ECC1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475C0-FD0C-41D5-AB05-51C50B21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488A9-B3AC-4CE9-86DA-9F7E4DD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73694-8F2D-407F-A33E-2B73ECF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12854-6E4C-46CD-B535-67C9BC62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43B87-3904-47F4-8727-59234DC6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4C499-7EB0-41B9-9651-F40D5DA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373DC-4AE2-4261-B994-86E05B0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155393016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F7B0A-EC70-4F9B-A512-15273EDC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96B0D-ACDC-4D7F-87C8-7B376B8C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86BF1-0D4D-4560-A887-88D0D3B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41426-8A07-47F9-A058-F8C60DAC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559ED-2370-4645-BA0A-167F1577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DA04B-B76B-44BF-A331-602EF60D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5C888-3FE3-4ED0-BDF1-7DD642DE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9D732-BE53-4B1D-A157-04CB3CE8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68FEE-EB2A-417C-B629-1D3C257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C5B9D-8C9C-4137-8A56-869CAA8D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1296F-4507-462C-B901-FBFBF84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ECBBB-29F7-4B92-A206-EB61A9A7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D97E0-E095-4B26-B6FE-3C5B3F7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5699F-5323-4D21-98A0-0FD21F2E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B739A-534D-4699-B764-DEDFC0E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0FA4E-3AB8-4921-A590-5D8BAA26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E29BD-7F80-4BEA-8632-19DA0AC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796AA-5957-4337-9323-FE364622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856171698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ECEF0-F26E-4E2B-BE4A-3C2327D0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D97DD-4CE1-48D9-9055-C61476C2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28769-6BCB-4A68-BBA1-81D3AF9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19C30-13F0-4A20-B102-69A99BC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B9F24-453A-46E9-8FA4-100FCC0A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AEDF6-3811-4F78-84D1-99045F45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57D0F-E55F-43EA-B114-7B045EC2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D053D-D41B-4586-9B90-BE1D4C72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96782-B813-4682-8042-0FE0114A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34EC7-4F7D-4DAE-A233-AF2C9A1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386D-8449-40DE-90D9-C776CC6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C7B7C-BECE-47BE-9C6A-AAAB7C50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1210F-6CF5-4B71-A8A3-32A373B8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DD7AD-2DAF-4ECD-A96F-153F6B4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8F9BB-E6A7-45F8-94D9-F1FD819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2E5B-6F20-4DF9-90CB-013DE008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CADB3-FA7D-45DD-A9A9-32B2AC2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93CB7-113D-403D-8D4B-241C9477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E8506-8AF3-4EFC-8FC5-FEF83EA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9BCE2-3F43-4151-A7DD-D81EAB7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38F54-C7C1-45BE-900A-22A0C68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AC910-E0C8-479A-8F9B-8FF54F8F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0D980-FEF4-47A2-A069-53C430F7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19065-B06A-4ECA-8905-93B81B9B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181511186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8250F-C767-498E-825E-B1A5E934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A10E2-E46F-4FB7-8FCB-95F53C68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8A16F-4954-4419-B6BE-5AF5C2C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5E67-8B53-41C3-B9D3-7FFFFC6B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4F830-4D75-49A0-85AC-7B7C283E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2E046-0AB2-42EB-A2E2-5A89F4F4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E7234-54F2-44C6-A51E-019F594E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96AA2-6F09-4FDA-8DB8-5281411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3681A-3799-4967-AA41-EA39F2BD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CE76C-6D7C-449E-BBA9-869D496F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EBB9C-F601-4C56-B7B6-66C90AD3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56EC8-E332-4E0A-ACBA-48A72DCB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AAB8A-4FA9-4A76-800D-5F078E9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26038-2A5D-4A47-924E-AFFBC1EB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0B0FC-66E8-42A8-8992-594A105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B2757-6792-416C-A659-652A6529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2A232-0023-4A64-B099-874D795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7D7DA-7CD0-477F-BE1E-9FEB896E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D5BE5-F697-48BA-8826-3A30CEA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6BBD3-B2AA-4D98-9B17-2232D59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49AA0-F7E0-41D3-92C6-6370AB3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871FC-3BEB-4187-8F36-FFEEB32F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A04A4-A7F9-4F8A-8563-944BE365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B1BAC-C62B-42C8-890A-331351D0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948081267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CB6A1-0E09-45D3-B07E-349D4F7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D0A17-DEDF-4B7A-B723-857FC24C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B8898-A8B8-43F7-A880-A408139E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A1FB6-858C-4484-BCC1-FE953827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3996D-FC1A-43E4-992E-64AB104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CB82E-691D-498A-AC65-D2A7E74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BB198-1E9A-4891-90AE-85AFADE2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EFD58-B579-49C6-9387-30140B5D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3A0C6-0D47-4DFB-905B-E80131D4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6606-3FDB-4152-B985-AB30475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2FF1C-507C-4123-A52B-05EA087B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65F23-6010-45AD-BE37-C09AF5AD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84F9-C3CC-4836-8CD1-3D4DAFB8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D783B-2732-4820-B71A-7D68D26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04930-E81A-4B27-A000-B7BD5FF6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1DCA5-0EA4-4E9F-87C0-7CC43FB6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00C1A-5BB1-4F1F-8313-86317B21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8041D-CF1A-4B89-B3FD-261ABC7B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D9C55-FE96-4BDA-8614-E9FCFDB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97B30-F56C-41C1-BFAA-80C0575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521CD-A301-4B1E-B67D-EC6A5E04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F4BAC-6244-4E20-9E71-75A12626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8064B-39F0-44DB-8863-F4867C7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F9006-FCD1-4CC6-B18C-1E76790B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41081052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9E2A4-19EB-415D-AE57-9CBEA5A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127C4-043A-46C4-854D-97749AE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C3B03-D2F9-45D0-8193-EF7E7DFA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0E915-18BF-4DA1-8434-0F409E5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4C2C7-AC2A-42E3-8D3E-7677D4B8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011E4-71CE-4B76-B606-039E8D6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3D479-687D-405F-B273-D233C323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23D30-99E2-4FE6-AECF-A8385D8F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38956-4AD4-4B38-8BA4-5C7AD51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47BF1-D3F3-4F8E-86A5-3226120F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4AF24-4534-404D-A915-E57FB3C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B6460-771D-4FAD-B9F8-759C5C33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02340-FA4B-4876-9C34-AB6E074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35CB7-F576-4C92-9156-865EBBEE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03983-920F-4204-933B-9EC6E43F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79EAA-4183-4E8D-A9A9-D958AC87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07247-F1B3-4756-BFC6-0E294D23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9943F-F2EF-4A81-81AD-ADE0703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62C63-AB23-43E4-B44B-BE7672D1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6F9E4-C2F8-4DB4-AE7C-406A4F02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99069-F05A-4CB9-A47B-7408691C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BDD7E-CDAA-42C4-8A85-32252EEF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8EBDC-2EDB-46E8-82A1-0F3A7480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DB29-2B63-4980-AFC7-E4478EF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876716957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B29D4-4C7C-40FB-AEBF-E1EF1A28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81921-3F1D-41AD-AA7F-2D03B118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21BD7-C071-443A-9A21-9285188F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75EB2-0CC2-44CC-A443-3FD3BA8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E020-010A-44E5-BC55-D5E4A84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78BBB-CBD4-4929-A733-8703768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12F6F-0362-4A4B-ACEC-47D9615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4234-5D39-4A71-A25D-EBDA105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0165E-666A-47CD-8024-E646882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A091F-B92B-4C9B-8407-4BB031C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ABCA8-355B-48EF-9B52-4778C059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D1487-168B-4697-BD7E-DAFAE156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928E0-4C19-4A0E-9016-D5C344FD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DE8DD-94D4-44F2-894A-E6B374E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7B36D-2BFB-41AC-AA53-BA52B1BE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90569-DF99-416F-9156-27E542B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84049-0978-4414-B326-3258200C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BE049-B44A-4C0A-B8FE-8B51C0A2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DF13C-111C-4AD2-8ECE-2B801929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2B695-27F3-4D6C-A1CA-B4288B5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130D8-BBE8-4CD7-8CD7-A42E218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33BBC-249F-4F3A-9857-162A8C30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32219-2E66-4E7E-913B-DFA3FE39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52812-5D86-41A7-99D4-CD76630D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D339A-1AEA-4008-9320-0764952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23117964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39322-778E-4293-A41B-BA254137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F3E97-5598-4CA8-BF72-AA796A93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21668-D977-4582-BA0B-73AB9CD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7D33-1C54-4D2E-BE44-E1468AF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EAC14-816A-4423-BC3E-FB8DD02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2559F-586D-4CFB-88CC-E70AABB7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1925-9BC3-4843-887B-3EA8A74E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4F926-17A8-4CDB-BBB7-28D8C342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E43D3-53E1-4386-AF75-3893AE7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E191C-0205-4DD8-A81B-04201D7E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86061-9E4D-47E3-BFAC-B59C7716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3E95C-86DD-4147-8E08-87485BE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C76FE-9A77-4145-958D-AB91DDB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00758-BF3D-4D70-A5DB-9744AE1B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63825-6DBC-4B52-81F3-A8B3A2FA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4C5F4-44AA-4231-956E-9FF5BF5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439B8-0FBA-4F88-9FF8-0C402B2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54E94-1F67-4ECB-88DB-8B515AB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DA413-175F-4906-A87A-584ECC6C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39D40-D9AD-455B-BAFD-E74B40F5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9DA20-804D-45B4-A9AD-9E50427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41BBF-8C38-4F00-A3E3-0CB1D722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849A3-7C52-4704-AFC4-C51A478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35EE6-FA92-4528-8B16-3617A29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79578-C2FD-4A66-927B-AE8F8CBF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192996698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A83D6-C71B-4A1B-82AD-B8A2864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6D478-2980-4FE1-AF14-A72D4343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BC3C2-55C6-4BEE-8B26-DFD0B793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E384-D813-4164-A9EC-C97E057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A9511-3329-4D50-BCEA-C9EAC76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0810-A0DD-41AA-BCA0-BA7975E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A0B15-5DF8-41CD-BFD5-6D1001B4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D8ED9-8A69-48A3-BD57-E72B4BD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B07C9-5E05-4570-9DFF-6CD577B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61AFA-0BD4-4E1E-9F69-50EBB96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84751-BD76-4471-9615-4A415E92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66824-C2C7-4DC5-ACEA-0C46F74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A8C88-9FF0-4B4F-B2F7-F83F9935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DAF53-B8BE-47CB-80BF-0C8CFEEB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7C5E8-A042-4480-BFEF-8C02991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6D290-B9BB-4773-AF53-F5A96498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C6885-92AE-4A07-B9D3-DEA66B2F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3E58E-27DC-4438-97F4-CA70307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2440E-E596-48E9-87F9-35F7BA42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B14D3-7D0B-46F2-B2A0-49261845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AF33C-AC43-41D1-953A-2FADE23D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7FD8B-1BB7-4032-9954-9CACE9CB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92381-11BD-4CEF-AB7C-B063095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99D9B-51B1-4121-B549-4FDBB16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37F28-6AB2-49C6-8D43-9251F2F4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341079981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23009-FD7B-46BC-AACD-C8B22BDD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8CB2-2308-45F2-BD77-FEC68D72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42133-38E6-4ACA-BF99-A95C9D9F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B345C-3820-45B4-82A3-A505529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51FA1-6A3D-4FB1-9446-A2F46EB3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7A69-6099-4280-975C-9492CA3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10380-6365-46F5-916E-FB127A4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945A1-6C5C-46C9-B21D-6765B60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519F6-48F8-42E9-8045-F377164B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331F3-4075-4804-8FDE-B5E3F52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88081-80B8-49A6-90EA-99478C50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BB6D-DD2F-4B89-986E-C64AC5D8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C9B01-E0C3-40CE-BCFC-3B486D9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5FEB0-2232-42C8-9E0B-FBE4D73D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E31E5-57C6-4017-AD9F-734CA15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3D879-778C-4E2F-B254-E250E43E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960E0-DC6B-41B9-9589-3536F32A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32186-E563-46F4-B4CE-C423257F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99A97-6574-488C-9C3E-6381DEB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375E6-D460-45A9-A580-D443EA0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1F7B4-58F2-4333-A19A-4F459E5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8E750-B802-47C6-94B3-0977E7D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9F620-85CC-4AD3-9CE3-3EA5D752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F59DF-5F87-4079-A73C-92DB9A02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61613-3457-4C24-B5F8-0960B2BF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723407858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33276-75E0-4CEC-A19E-6CC16B6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BDA8C-8F39-4512-B0A8-0558E86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2A363-118C-454C-BB17-9852643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EA4B9-7E96-4F52-94BB-4857590A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8AD3D-3FFC-459A-B2D3-CA9210F1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2A4AE-E5CB-41DA-A694-6AB1E83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496D9-B234-4686-8753-E0229D6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852B0-594F-4B09-8B16-4C9E3828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53505-9442-4D7B-AC24-7D63295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28611-8564-45C9-8E37-F385CD74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202C9-202F-42D5-B30F-93AD6A36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59591-81EB-4D47-9E1C-C127E934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7F460-237D-4EA4-8A75-CD386D66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8FABA-07CC-4F0A-8298-C3FE885B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03801-A7B2-4809-A874-644D8E1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4A9DA-B5A0-43B8-BC76-2655C37F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71174571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8DE31-4FB4-47AD-8CC6-45E9FBC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DA336-A0D5-4D54-8680-432F411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FCF92-D701-4E6D-BF71-FB693190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 구축의 목표는 설치 성공이 아니라 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AFD1-C4F6-44EE-A1E1-8D4D018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EFE3A-E739-4365-85F6-6DDD11B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1A76C-C762-4644-BA78-569D239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강사 컴퓨터에서 한 번 되는 것보다, 학생이 막힌 지점에서 다시 시작할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FE82A-6A7D-41D8-B554-614ECD1F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21678-C671-465B-853D-ACEFCE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50952106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410B3-8423-4F77-B9C8-47198170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B43AB-AC53-43BD-84AD-32785A4E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0DF9A-D24E-4972-B301-D7BD0B86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44B18-0F21-493F-BDFC-3213C120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6FDD8-44A5-45F0-9E40-1C49D7F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333E3-651F-445B-BA5C-2DEF034C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B260D-9F39-44DC-946E-F9EAF439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05717-D8AF-4AD3-9C62-51D6463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96E08-3D0C-4F17-B156-3A51699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F1661-478E-497B-8970-6D2D0665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D4753-4169-4226-805E-8584D5F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A193E-65DD-4CAE-B2C8-CB088AF6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2A36E-F739-4F8E-BFBC-A6B9E12A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697B-07D1-4C66-916D-3CA71A0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75091-DE0E-4F95-A93F-ECC27DEF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CD4F0-5536-4D0F-9034-C9452F2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8336C-42E0-4B1F-855C-4AFD016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A2FA9-579A-4F74-832B-7BFE9485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36A92-C27B-43D7-B46A-6CEDD21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5C1AD-964D-443E-9EC8-9596AF1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17146-9DFF-497A-8AD1-71EB4BB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5261B-2283-4896-960C-3A215011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630605090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DAB45-9C47-4F9E-B8D9-3C8B7D7C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Execution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132B3-0E60-4D25-847B-4FC2408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9430-33E8-441A-A1D4-D328AA43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034C0-17B0-443F-8D9F-979B6A18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BBEA5-17C6-4373-AA66-8F6870E1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A33A0-4520-4DCA-82F3-049CD343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8A417-809F-4FAF-A731-09129062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E28A1-9FFA-4440-A8B5-9739D22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0A5C8-94A8-4690-B6B2-44806B33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21DC6-7C9A-4872-878F-24556EC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F5717-FE16-4FEA-8F13-7E4DE5D7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7985A-EB1D-48BD-A0A8-3AC9F8BE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16509-8B3F-4F3C-94D8-94B91B52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코드도 Runtime이 다르면 import와 경로 오류가 발생할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918EF-08A3-4FE9-8B16-9CD8A72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552EB-05C8-4D17-BF69-FD447340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C6AAC-8870-4D14-8500-EF0C6EA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CD3F6-7D5F-4ACB-B37E-4055B5C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64BA8-8DD2-4C5F-A6F3-DF8F672B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545310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5DA5D-7C1A-4628-96D2-24AB240F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Selected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FFD14-751B-4593-85CA-CB0186E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E7182-8C78-4890-B232-EBC33C3B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4D44B-0651-4E5B-BB65-BCFE8014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0059C-01E0-49B4-8FC4-187DDDA0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16797-30EF-4E33-93CD-56C35B7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3569B-6274-4970-8735-AEE62497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7685E-6CE4-4FB2-9ACB-A7ADCB7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292A1-56F6-411C-9D7F-8CE5ACE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24305-61E2-43AB-913E-90111B54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48556-5D55-40F5-9761-6301A265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6F19B-59B8-490C-8E66-0AB057F6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87C06-CD28-4102-8E9C-31680ADB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Notebook이 다른 Python을 쓰면 설치한 패키지를 찾지 못한다.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FE332-2268-4DE3-A6DC-72B8DBDE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B2EB5-D031-4059-A041-8B4738B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72A7B-7884-4987-A23C-BBA847EA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A5844-7BF8-4D62-8278-F01626CD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40C34-E175-46CF-9BE4-217DE735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85332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1478C-A574-427F-BF3B-716BAEF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Isolated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32888-D40A-4BC1-B74B-19F94B1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A5CE3-790A-49A9-90EE-6F4240C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D3972-3A8B-49A4-8194-25972DE0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DCB61-D1A4-4C10-BF9F-F3A0EF6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EDD9B-A3CC-4A34-99F7-25383105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E1799-AF4B-407E-89EE-06D7BEA6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3877B-BFCB-48B0-B99E-8C74E50B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DC7C4-8FBE-4EE4-A23A-F8708D9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3D277-BDE8-4761-B102-486A696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64F37-A7FF-4CA0-8068-67B32506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E38FE-5206-46D2-AEAE-F7CA77E6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634E6-ACDA-4DC3-92CB-6E214FF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패키지가 다른 프로젝트와 충돌하지 않고 재현성을 높이다.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18088-95A9-4A40-81E1-5BFA6BEB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3B02A-F8BA-455D-BD20-3C1897B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F6547-93F3-490E-97CB-AA45BB8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4F2EC-4D4F-4C4D-947D-21AF4A1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8FF35-D203-4C78-99D7-77BD78E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6624019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2CE23-A570-4D5F-A048-CD09C5B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Versioned Project Folder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8D5F7-C8AA-425F-94CD-E4051181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A0798-6FD8-40D4-8D19-21DB939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ED5DD-EF47-4C29-8E57-5CAC6A82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05275-3524-4AB5-9A9A-E9AF356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79364-6EA9-448E-9DE5-F9129E95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7D087-F87E-4226-B2C8-40D9326F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92309-26F9-47F7-8426-3EE3EB37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32AC1-93E8-4F8D-A207-DE2B9A4B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AEBCF-C8FF-473F-A50C-378168D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B2EB8-AF29-4D95-B4A9-FFD00278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27046-C09C-4C92-9D54-15321147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5A5FB-57FF-477E-B382-574E23D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무엇을 바꿨고 언제 동작했는지 Git으로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36CD2-2C10-4907-A3F7-84332109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5E2AE-E767-47C7-B818-C182FED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1DC2C-76A9-41C4-A9C0-BA227DF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C6D3C-A3F4-475B-AECB-4CAD9B68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92E1C-99F2-4458-ACF1-52A82FB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6744638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39170-E69D-47C5-B101-688E3EF2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D5C68-5F7A-4268-89D5-AE7FB636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4974F-3D23-422B-AC4A-C0824580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0B91F-90A5-4712-BF27-410956FF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C25EC-C9B9-4E2C-9431-D7351AE4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35AAE-CB0A-4E89-92D5-E8700AC6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9C057-46E6-4CFF-A714-A808DDA7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99205-EE64-4919-8DBF-950C08B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6d1d374e246a4">
            <a:extLst>
              <a:ext uri="{96DAC541-7B7A-43D3-8B79-37D633B846F1}">
                <asvg:svgBlip xmlns:asvg="http://schemas.microsoft.com/office/drawing/2016/SVG/main" r:embed="R9551bd49b5844e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DC99E-0564-48AA-BC01-F544297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FA664-2258-410B-B2D7-7E3D385A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F359-29EC-433E-ADF1-1F5B84B8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30B5C-F5CA-4A4D-BAF4-C95F22B4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550CD-DF4C-4758-8ED8-A31D0EB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6FB6E-11E1-4EB1-BD17-00357B5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27AE1-59CE-43AB-A934-81F22F8A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B30A9-DFCD-4669-9343-7CAF744D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398551443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A609-BEB3-4F22-AB28-0269AF27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99C5C-2736-4DA5-B0C4-A4D3854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937BA-F45D-4244-9F76-B38C7F59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53AAB-B471-4271-85F9-ED719498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74BB4-FC48-4B1F-8E69-C1DDC843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71F12-B055-402B-93D4-539F8DE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07EB2-6321-46A4-BB02-6649EA5A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E1081-7077-4A84-87D1-0B9FF4AD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6589C-79AC-4FA3-9E3D-82747471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535AC-A74B-46F8-8D9B-9A4FDAF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1EA45-7883-4419-BAC4-0EE713A2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71933-7A29-4770-8677-00A39E5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11884-626B-4403-8751-C4C0A690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1783149071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A01FA-CAAE-4BE8-A442-E24AA3D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E1B9C-4DB1-47C2-B990-09026FA8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D04E2-CD57-41D3-80BE-4D5604EB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9D8C2-CA8B-41F5-9009-853E7685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EAD11-FB8F-4685-B809-21C49B21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C037-4D34-4E5F-8D54-4A792AE4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CF9CB-2AE5-4162-941E-F99F37D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57881-535B-4CE7-8212-58227F98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13406-A09B-48CF-93A6-44472E9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DBF26-D39E-4324-A4C7-CE5830F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29664-093F-4104-B5A9-D972BCB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28D8-12EA-4399-A15A-C32B2AF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74706-1AB0-438A-8E79-E5401909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BE934-F15E-481A-A5F5-0EFAB96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29564668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19B81-F650-47CB-9AEF-400F25A0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39207-40B1-4C93-8D78-EFFED2AC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9CDD5-9DCE-48F7-8593-1638AA8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DF0CA-A162-47BD-9C9D-584D179B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CF13B-0410-4038-B616-2D50872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BDE49-582B-4916-901D-EF777826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BEE51-ACD5-4B07-AA38-A900556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C4C00-971A-4FDA-8A53-E7416817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69730-776C-4D99-A7B9-533B6899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6A4AD-CE3B-4514-9206-D7B667B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B812E-1F12-4364-B265-F411CE44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6BEE1-9817-42FE-B1C8-00EFD41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9EE9D-97E2-4041-BD75-F6B2475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B049C-5F4F-4BCF-A0ED-B2B73B9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B5BCA-21DC-4434-B283-BBE3F15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18734025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5E391-E65B-4B96-AAFE-9BD820F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C6CA3-FE55-4373-B14A-F50712CD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019E3-EA3E-4EF5-91ED-1093ECD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2EB11-A375-4F80-86DC-6D54C78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C6FC8-CFEC-4B4E-8E9F-16DD8C6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56AE-FA19-4715-98F6-CAACE409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E6581-38B6-4F44-8534-27AC8ABF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B6D1-3B98-4342-B02D-DE9AF6B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8C6F9-D25F-44A3-A5A2-4220E3C8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264C9-C6DD-4B21-B691-40D7712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73C33-E7A3-42F4-8ABE-98F0D141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0F228-705F-4F00-8687-8CC3C731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55D49-95E0-4D58-B411-97B0B83D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F7F65-8152-42EA-9621-EAA1F7CA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FF0E0-E4B1-4B61-8E35-A747B62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AE2B0-BDA1-4365-A7C8-7D0F5FB9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182600317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598FB-1EA0-4F0F-9F9B-D67B6117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6005D-6A1A-4C48-8B91-2E909FA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35C8-5FC8-4D2E-8728-F08FE353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82047-55A5-44CA-A72D-C12E944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E902C-8701-4851-BB75-C2B6A6B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FE2B3-C59F-4B10-9902-685D23A7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2CD45-C658-4F21-850F-4B6226C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D5AF6-38FB-43A1-A06D-DDA95AF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3330F-61A3-403B-B541-D37AD5B8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68B73-96FB-470C-AAAE-A1883D81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CD43F-6BE1-4997-B4B9-BF57D181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FACE2-AD21-490A-B114-67170CD9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95D3C-77F9-4C17-8E60-4254D7B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1EEE2-6D87-445B-AFDF-88EAEADC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EA6AB-AA0B-45D0-84BB-C47FA8A6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97392581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7D756-7EC8-445E-8488-AFE3590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19768-F11E-4F3C-AC37-A8BF7CD9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6E7AA-FEC3-43E8-8D05-93784C7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90D57-168B-4491-8AFF-42CC48E4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9C6BF-A9DC-40AB-BB42-15B49EC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6AB3B-D085-4BB8-ACB1-CB8E364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8FA2E-BA22-4CBD-9910-476065E4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E45CF-0202-437F-B46D-318821D2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043AD-D740-48C0-82A8-7585E6C4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041CB-484E-4E9D-960A-591288B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1E381-9496-49BC-9B8C-2833AF9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14448-CBFA-4B62-959C-29879B90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1D374-C366-406B-9D8A-018C098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28D54-8FAF-412F-B078-4D88A7FF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176378892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E61B3-51F9-443D-BDDD-775A525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65202-AC5E-455D-A77B-8952E053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0227E-B5A9-4B31-BCB6-84D5CCE7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FFE7-DE03-45BC-96EA-EC1D649F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CC197-008B-471E-AD01-5EEF2378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759A0-1D63-401F-A023-E6377EE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93E4F-B806-47E0-8633-693DEA3F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641A-0B08-4E4A-8A87-1FE52796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14C47-98CB-43EB-811C-092E02A0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9A879-AFA4-4DAD-99F2-66E8B61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E6AE0-4787-4639-8C2A-FB9ACEC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D6F60-76EB-4C5B-B9D5-51D67C68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3453A-FCC1-469A-8495-7589227B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42E08-CBD7-4BF8-8E07-8B7D6AB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62F18-2D19-4067-9E59-027E630A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E8FB4-DF1D-4970-9AFC-2C566D3A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EC8CF-B7E2-4F6D-8AB9-F4DEF7D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187726706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BAA41-2A11-480D-9A38-8E884CD4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258B-6921-496E-AD72-834CC82A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9F50E-014C-445A-8C12-14CE5B7F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5B889-C0F7-47C0-97CE-B785C59E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005AA-299C-4A4A-996E-4D7529F5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ACDC6-062F-4580-98F2-FEFC0772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39BD3-9EB0-4136-B5A2-0967BB3B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CE6B4-942C-47E9-8250-6916A53D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66E6D-0322-41EA-83CD-A80A2771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51569-D1C6-46FD-BA48-0C57221B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608C4-7319-4437-8F6C-E502810B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705AA-D102-4373-89C0-B2488F7B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67C51-DD6B-42E6-8F90-BAF0FC5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30FA2-2D93-48EA-AE01-142D812A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E47E7-753F-43E7-9A4B-02BCECFD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D1CA9-BF65-458F-A9F3-8EDB4110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5D3E3-0154-4DEF-AD5D-6D2FA4C4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27CCE-1282-4B09-86F1-0DE49CB8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955C0-BB60-4159-984E-807B6AB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07B03-8445-4F34-A70E-88DE632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104FE-E9D4-4FC2-A002-AA0C124E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CD629-5DC0-4D06-9C71-00EA5ACE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1240208541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A2E08-AC13-4274-9165-8711CA27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A97C-3355-4005-9BD2-0079C7A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41288-8F13-4D3F-8C84-84FE938F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775F4-F971-4842-A8C4-2B781684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95E3E-2933-45BC-8560-8776C127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E86E-916B-401B-84D3-FDDE83A5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275C5-BB9D-4CC8-B05D-A2B642B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9C9F7-2B77-4A58-8206-C74C8F0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9DD47-6FDB-4EC3-883A-AB0EACE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24D36-593D-4F2B-813E-8D03815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D4121-7872-4C1E-ADAE-3F1C6DD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97480-FA24-4C7E-97D3-04EF464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35FFC-66EE-455F-89E2-49D39E3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D0AFB-749F-4299-AD68-6EAE526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5399E-4D26-4F77-8985-8101A5CF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1518B-2969-4B68-A267-7F7063D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AFB3D-CEFD-449A-A06A-3077375E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98F57-52A9-4B68-A4F9-7FDCD0EA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A3B73-0BC4-456E-A62C-0373BAB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B5EF7-31DF-44F9-A994-044D0489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DA963-B659-4F39-8F89-FFCF6736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81FA0-177A-4574-8A2F-44F157E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15829779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8DB54-7AC8-4A1B-A9AD-2DC0EA5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A8E04-52F2-401D-8225-1B193DB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64F92-CBE1-4D2E-96ED-EE71968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54DED-0EFA-4E3A-B862-AAB0BB3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E8D79-D459-4576-82C1-4FCDCC2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0790D-5149-4685-A781-074B5DA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25E4A-9FAE-44ED-BEE0-5F6746C0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526CC-D673-4670-82C3-1050B0C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B3166-F703-4A5E-BD4E-3975D32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3572B-AE0F-4F0A-8F3A-B4E333EB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507CB-4FD1-4C5D-BAC9-F5D9B78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511E8-E2C7-4145-9F0B-CDD475E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7596A-2E4E-49EA-936D-B3B7764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5B09B-583F-4CA8-AF4C-866E3519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08F59-9D2D-4F0D-A5DA-0568F8C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DCBAB-CAEF-41CF-84A0-3A3AD6C5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446EA-92ED-457F-B058-ADBFCCF1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AFFB6-2E05-49F0-8E5E-5A5ED0AE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68FA8-52D9-4A3D-BB5C-8A40A2AB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6AB80-DEC5-4A8B-AF3D-5F6F795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41D88-9B47-4164-90FD-1BFE1A0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722FB-06A2-4771-9CEE-499E22B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919028595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0AE12-13AC-4C4E-951C-D5496961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D40DF-5FD1-4772-824D-FF681330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4F2BC-64DD-437D-BC9E-F4B2BB46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25802-25D6-4162-A110-F66088F0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10833-F8C5-4D15-AC72-81DC71B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675E9-5638-4ACA-882C-FB5B55DF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0D72F-993F-4E76-8109-D4D21A3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11978-3AAC-4168-8400-F30530E0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72F22-7679-44C3-A52A-186E96E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BA66F-BDB5-4B5B-B6AA-1068CE76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DECA0-7D26-420D-8746-504F43C0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196DC-411B-41D1-A9D4-9B3456F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D8928-5874-44BF-B960-24FACEAC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F29A5-D2E8-4004-B2F5-8948B8E9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A4B5F-5952-4E18-B614-A54D9AA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7DF2F-1070-4D4D-8EA1-38F7850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5D40D-DDD5-4AD7-9567-46EE0FE5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37D13-CEBA-4296-93E3-3295DFB0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46AF9-1E24-43C5-8CB8-F54E2AEA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5EF97-87B3-458A-829C-403F547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277FB-7119-4F75-831D-13E6E6B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A13E6-828E-4D93-9A38-5DA242A7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211544271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AFC69-5E9E-4FF2-8C75-A9735C01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BB846-BF28-4DC7-B0B1-116A692B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8E68-8BDE-4446-AC1E-368E8D3C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D876D-63E6-4D21-ADD3-C2C0ACEC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B8716-58D3-423C-B84A-CE9A3594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F0B8D-40A6-497E-8384-DA8B3F0C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4154E-3760-4B4E-8B9A-F5EB3F2F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B028E-0D2E-44EC-9F36-C88B1D06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62E96-353C-4254-A0CE-2D3E7CB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23F0C-C54C-4342-915D-3F7662E6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8C961-CD86-41DC-81AB-3B58E013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DEFB3-1616-43C1-AD9D-4CF9678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637B3-4923-4730-A990-8AF28CE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B9BDE-C793-4468-8D0A-95917654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39B7D-FCCC-4BE5-AF67-DDD44179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8ACD6-6AA3-4404-BEAD-378608A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F7CBD-F1FB-46D0-BC1E-DC4CEBA2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05717-854D-47F8-ABF1-73E4934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20E25-1FF5-4681-8C66-89E1BBF0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A36C6-2F2A-465F-AD8B-F33F82EE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A3722-E6E0-40A4-AC5F-1E5D602B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251D0-F01B-4719-AA43-3D12FC72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25152691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E2CFFC-69AB-4C4F-8FB0-B5D1F8A3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3D9E0-28FA-4BF5-BAA6-72C5989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37198-8AAA-4A73-8125-03EC0AEA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5D31C-C83F-4B31-B053-BF24F747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48E22-0C90-490D-97AA-3B0D83B9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A1909-5499-48BF-9D67-2ACFA5D0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B0132-9B0C-4653-AD0C-F3EF11F4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7B996-11DA-4518-A103-563A1CC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CA224-F55F-4C65-8FA0-434DC0A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37CFA-0B3A-4BE5-B458-526BF543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F3723-2AD2-4EA7-8EF4-09F6131B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4572B-0DF8-4E8C-94FD-BFF86E50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09027-3847-483A-8111-64812F0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5D412-99FE-4BBE-8974-F0AE7800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761B0-32DF-4376-84C4-4E8517CF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BC92C-73CB-4237-BB17-196EFE3E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AF125-D9E2-411F-9681-890BC7A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A2181-7B47-4784-A025-BC0C915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52930-A02F-4137-AD03-C9E7F2CA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9C67C-CE86-4C93-9C2F-B3FEF13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B5F29-4603-43B0-A1A8-BEAA8B6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C800C-CC60-44FA-8B1C-D84E2F5B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37FA1-D6C1-49E6-A699-F59AC9B1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01006-F4BE-4D9C-83B9-3FCA948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AC7EC-BFAB-4591-8207-27AEA913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C1F31-9251-4A15-A601-397DA6B6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88C8C-8697-4A29-B472-FC5F3A0E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6464172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694DF-77CA-46B3-BC3D-F3029634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1B14D-5A95-48ED-A6E8-8B393BCA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F224A-C10F-461E-8B4F-D64D1CC1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E1AEE-1F9D-4B8A-828A-4A30E72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302A5-718C-4563-893C-C45530C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94586-EFD0-4915-9116-989DF35E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531ED-A978-4F6A-8F08-D0BEF164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D5648-11A3-4BB4-8846-4F152FFF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0B9DF-2BA2-49C5-8A31-5079F597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0CE82-AEFA-4758-9BC3-2389A69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1906F-27D0-45D2-ADC4-B730DE0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A9739-D99E-4DB0-80DC-8753AD9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E81B3-703B-4B8F-BA33-FE335EB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A86BF-A22C-48E2-87BD-552935B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AC695-C5A2-4D56-9E04-24702FD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60DCA-1CD8-41C6-A3BC-FE678289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57dbd31d1454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326CF-B31F-4209-BF53-15E38FE5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94119591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A21E4-15A0-451B-99BE-CEC1774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08C97-7D72-4781-A203-A2FB890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A54D1-1084-4EDA-93E1-C225AE8D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2492D-8DCE-4716-9949-AAF37CC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080F0-1603-4685-864A-65ED3962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A4615-8D5A-4E0A-A2FC-FF5B573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7967E-5FAA-4D64-B9EC-DED258F3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CE8F9-DF5C-42BC-A754-57068F80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AF6F8-19FC-461E-A6D5-82B07F3D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F86A7-F4C3-4642-A04A-DC23F7D5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11E1D-EEB3-4E58-B15D-5E87F66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CC8DF-899C-419A-9E93-2C0F575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7241E-60D0-4360-9C97-BE14B2D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B8B8C-2B32-46E8-BC90-5B42180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1DC46-31F9-4300-8A44-B6A451F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9F160-C423-4314-B15B-8E155CC5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17580337b40e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926B3-EE17-488A-A5B0-108132DC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681319020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7615E-8197-4E4A-8B74-0717E62F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7967E-C41A-408A-B682-4D5F16DD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C1B38-BCAE-4D61-830F-633E52F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3180A-9D96-403B-86AA-DA9260E9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6BA5-2FAE-4CA9-BC9D-53C12DB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630CC-A096-44F5-BBC3-E4BAEBE7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0D752-D38B-49ED-8C9B-36ABED3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410C3-CC43-41B5-A621-7E10F32C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7B0A2-B84A-48B0-AD52-BBF05380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1CE13-A84A-4786-8ADA-CDDFFFD1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EDD5A-CC01-4395-AAF4-DCC2CD0E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F9E22-B366-40F7-B9BB-E7DB1D3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1D130-5B6A-4793-9A70-DE45CF6D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5BDD6-AEAF-4684-A2A6-7F88DDB6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7B504-EA00-4E9E-B858-7B9FF4BD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74004-E249-4F2F-86FE-32264BB3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29a7d4a004af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59198-9220-4773-925E-4083493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1043045332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0DFBF-A49A-496B-AE28-A3777A2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B78A4-C768-4E39-8E93-ED931C5A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13139-CE31-4262-BC64-DBB9218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86EB9-8B13-41FF-BA0B-4979E3F1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FE3B6-C31D-48F1-8A91-9F641BC7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9FC42-0D98-4F7A-B48A-B6DA591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1A8F4-2574-44FC-BCAE-0B5E80A4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F1C19-5049-4F72-B30B-8D5B6413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2494C-D829-4A07-81ED-A6D69EC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5BF0F-3E5B-4F20-A2BE-86B8AABD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003F8-8C23-4F87-9710-1D04C55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F96D9-5777-4EC5-8832-6F4E22C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E8ED7-40BD-47AE-843A-B0173EC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F512F-796A-496C-9AEC-7BE42D50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18816-2657-4B82-A18A-95C0C23D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206F8-2241-48E7-A003-3BD7DC3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1f1d09695457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C5971-5965-462B-9586-837FD98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34128817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7FBEC-0CF3-472D-8DDF-60DFB01A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BA087-4D77-4CC7-BDE3-5C9FFAD3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2FB23-F94B-4E10-B906-949FD984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B80F-DF2D-4596-ACCF-8EF22033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A77C5-02B0-45EE-BAA9-D18B61D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7072-D580-4910-AA10-535C3F69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AFE5F-90FB-4D2E-B27E-D8646724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122B7-947C-48BD-B42D-3E195DF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9FD89-7FDF-450F-B86F-D46A15AE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103BD-1431-4B98-B40F-0D8E08B6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A2A62-92A5-4C2E-8C66-A411A93C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895A3-62ED-46FC-B722-9362E39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3B6DA-E9DA-4772-8E4E-0F111C9A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AA100-5D23-46F0-AD16-5522DAB6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BD8DE-9FC2-40AC-831F-C919DAE0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C6D17-A830-4B20-9C4A-BFF94172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3DB5E-661D-4C26-AE63-D4D1A02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3428D-5B19-4C2E-9206-5B1084DD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152249710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2EF53-2978-44D5-A6EF-FDA2AD7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1AA38-4674-4E18-892D-0FE98706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5A1B2-CD72-4EEC-8BD1-474D3CC4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CD63-29D5-4C8F-91CA-9932BCFC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17E0D-964F-4B73-8934-D478DEC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E84B1-7A73-4857-8F3F-E75DF86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000D3-1EE0-44B7-8DFE-24DB9EB4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097B2-1237-495F-8907-D3F2C8D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5920D-1CA4-47AC-8F34-2C7B2132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23E85-5012-40B9-9404-39E2EF4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8DF81-8B16-4FB8-AF86-E493830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885D0-7F86-4250-9B03-76229A51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5F6EA-9C76-4672-8212-7E68A33A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75057-26AD-46CD-804B-4494A3F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9C64B-04AF-46BE-9746-8A7DB04B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27493-FFCD-4151-A0F1-32E6F11A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2813B-C91E-4B23-ACA0-ED866F0F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4601D-6241-401A-BCB5-294128A2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801037563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8F7F5-9F32-49A3-949F-880BF46F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F7705-AACD-417B-AC47-AAD4FF2F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E8DFE-7B8F-4DD7-87EF-BDD48F88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892CB-709E-4B69-BA95-667CDE8B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C2A49-D45F-4A53-89CD-10765DC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FF510-96F1-4F69-A9F4-2342CEFF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591B4-88E2-41B7-9623-8585E2A2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87D60-7D26-42E7-BAAE-7BDB3366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95E19-CA78-4BD7-9E6A-A0BAF04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F2BF8-222B-4A7A-B34A-FF3D60C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0E89B-A020-4DA5-B993-E9234AA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1857D-1E7E-49A6-817C-8C599911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AD46E-F261-4257-BF6E-83803C3F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EB821-E8DD-4B20-8573-12B01360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B8590-4954-40DE-AD13-18DE0934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D1D2B-2BE6-4E71-B8D7-5A320A94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925E1-EB9D-419B-95A5-098E795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3D9CD-B0D8-40BE-BCF4-42F90F7C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652084014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4DB2D-609F-4DDA-A59D-E4765393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DF666-0A89-4701-B58A-46F23696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3EB76-1598-44A2-98EE-2A11890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AD06C-882C-4DDB-9E23-57EBC77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72D2D-7ACA-42ED-8019-7D2B4297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60AF2-24FB-458F-ABD9-F564EF9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17BC5-9356-4EE8-BCD7-71AEA5C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02964-4D93-45B8-A2EA-DC6FB8E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F9DBC-F5CA-4D9B-99F6-7E08FAD8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DFF18-1B09-4084-B887-EFE216D4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AB608-E24D-47BD-BA7B-F097647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0D070-7C72-4509-A09C-B9E34A6B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740EF-D7C9-4EFD-9C1E-90F8FE0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45D58-CB94-4D02-A207-677A927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A53C2-A1F6-45B8-9945-56EEB3B6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E3262-BAAB-4F9E-A3D1-60F718F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ACD54-3024-4C35-A6F9-2D8823FE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ADC06-3756-45A9-AEC1-30B669E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33756894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0F3F1-AF49-48D4-B66E-C75592C2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2184E-3658-42F7-BE00-0BF900C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5C4EE-25F0-4203-96CB-4D960A3C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649CC-E7DB-4D21-8BF2-1374A46A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395B3-F449-4F02-8126-489F608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77CA4-FCCD-4C57-B3E0-F1645C94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54B88-69F0-4049-B0D3-5FFC9C12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C9C5E-28BF-4381-8398-C83EF05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5B449-482A-4879-AE55-5CB63D9B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FF690-FCED-4C7F-BC29-38FE751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77FA0-156F-4348-B2AA-0ADD921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A1C81-85FF-4B08-869D-91EB0FF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8258F-A336-49B5-8448-F855FF4E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BF4B8-A2CB-49B7-8B2B-1056A1E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4538D-07C3-4E63-862A-2A00F6F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D6E62-5782-4EFC-A2EF-7AFF931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78A86-CBCF-4DD4-906D-ADE8F069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30806-25F1-409F-9B36-B3F00227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164358979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5CD14-E080-4148-B8EE-647D94EC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96EFA-DC97-4AD7-BAB7-B18A4DD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D4676-9DF5-44E1-916A-CA6E57E0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08EBA-E109-4699-B9C7-3251B11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E7DDA-FE71-417E-9C87-2D86DB9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4C0B8-DC67-41C7-BD4C-753A1B8C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5D7D2-DF0B-4007-A06C-97C0AA4C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AEBE0-45E4-472A-9107-7C89EAD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ED68F-C13E-4A63-B1F1-A0B0968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6C427-F6D0-4E7D-87F1-55AB9FA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46FE6-8792-4021-A4E8-EE43F817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128B6-10B3-4878-A326-28DF09D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D38BD-1F84-409A-9D5D-DED29BE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E288D-4202-4FA4-BA46-1FE7467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CC4DD-8328-4CF1-9BA5-467802C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EAD4A-997B-479F-AA03-2D2A2E8C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89A2-8E77-4C1A-ABB7-0176376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82D60-2E5E-4E23-9BDE-DB37F00B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85359-D37A-4670-B36F-4A30E1E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42AAE-98AA-426F-97CC-413C8C43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367CD-C678-480A-9493-2F9E6645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C8867-BC3F-4EA7-9154-EA9292D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64CC3-FD13-4700-B4E5-226F1A4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95D4C-502E-49DB-95CF-0F2DF54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318174927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20B09-5505-4491-B47B-12C5C7D6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403A6-9BB2-40B1-AA17-6CB4F655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026C4-472B-4F7F-8100-7E9592A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AF295-AE9F-4296-A006-3AF3D5C3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4188F-C901-43E0-B9CF-944AE202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4F1EE-BB41-46BE-864C-90F627C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D2B07-FE3B-42BA-8ECC-18DE7414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EA881-522D-4177-80E4-201C444E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A4823-7E04-4E3D-9769-32E155E9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7459E-F22A-473E-A8B8-F479748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240C5-F900-4CBF-A4B6-ADCABFDB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F637E-C36E-49BA-AAC5-F0283B7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F8035-67BA-42A8-9EB3-16328DB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520A9-550D-450B-9E19-1AE65538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49BE5-6787-4CDE-AA8E-4A6F76E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6050C-F66E-4291-856F-74C7DA49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9F2BE-AC61-447B-8BF6-C6E72F1D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3BA46-8B2A-4C7E-8E73-4BFCDA92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05E0B-9564-463A-9224-CA502EBE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5240D-3D02-4AFF-9389-19B251E3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BD67A-D113-4BB2-B0F5-A0CAD50D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06202-7FCA-4A3E-B327-25B4E28C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15788-B703-4228-A532-03364CA4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35432-18CC-48E0-B53C-5E232EEE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2061145226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E306C-4723-4942-B56E-63F02BFC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540DF-596B-49C5-8718-C59B04B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28D0E-E446-4495-A217-BE45773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3FF37-B749-43B0-97D5-4FA57DB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4EE8-E001-422A-8D0B-4A4AA4D8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05B4E-86B7-4BEE-9446-7553802F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A0C3-D90A-4EDD-9CBF-1028664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C56EF-1730-4C37-B934-AA44C95D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B600B-0F16-4F18-BF1B-03E33F3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F35E3-7012-4F4A-867A-252EBD2C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C42E2-5A0E-4D42-8429-8A9D02C5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414F7-9DC3-4095-B643-728C77A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2C2DC-F35E-47F9-AECD-819A0C6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084AA-C640-4BEF-9D90-70F72FBC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6510B-D04C-47F6-B138-88240C3A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FFC35-213A-466D-A2CE-4890132B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1B4F3-F1C4-4BC1-82B3-6AD35E52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22B57-9EF0-4991-8836-4F02FE2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71F7A-C3C6-4E2D-8C22-97FA3CE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3693A-C264-4DA4-A7A8-0BC9CE4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002E0-7058-49A9-BBCC-47CA7FA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B71D8-A2BB-40C5-906C-B0EB707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FD136-0278-49EA-9FA7-DD07B85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FBA21-5E43-48A7-AB62-DC29B2D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6004552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F3E734-C1D3-4AB9-B504-7644BA2A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0B65A-D08B-4C08-B7CD-8DE11031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17547-C166-417C-A8BD-77094530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6B4D1-8915-43DB-884A-282839E8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68A1B-1D2C-4455-80AF-1621ED60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047AC-6652-426C-A8E2-589E739E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C455A-20E4-45E2-A1C1-AE875E8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C300A-0B9A-43C2-B004-19EDD792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EF197-B651-42C9-9F9F-445B1759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8145E-17AB-429D-B956-BE948271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097BD-CB5E-4E9D-9D04-BED03C68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B58D5-3431-4542-A740-ED73DFA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C7B43-4ADA-4A3B-A392-0145EF0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EE22F-C810-400D-9012-333E8063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947EE-DF9F-409A-8788-A7231E1F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5AED6-094E-47B3-AFFD-D564FC3B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DCB7A-DB4A-4A3D-9AE2-B09A346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0083B-305E-49D7-B9A8-67F19FC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77296-547D-4626-AEAC-36DFCDF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A15A8-8035-44C5-829E-DFD5F7FB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E2F28-4792-4680-A00D-973BDB51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C3DE9-1F53-4AD6-A5D1-38F83B7D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D8C08-21AF-47B4-8F9C-2CEDBC95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A0CBC-F8FD-47D7-974A-CAD7A72C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63308533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8F990-C247-4021-80F9-80DDB08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F37CF-32E1-420B-8CE6-2510BDB4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3175-858C-4FE4-8623-7FE4457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DEC5B-C03C-44A3-9EA5-152D0619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52238-0CC3-4083-B721-29C8A94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EA1A2-89DE-462B-8257-17A688F6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96341-3808-43EE-AE85-76CBE240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465FB-5474-4195-9ECB-C2B2733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6FC76-00F5-452F-9D9B-B0133AF1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82926-0361-4223-9427-383B07F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73561-A09A-48DC-A4E2-98E63FE5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D5AFE-8FDE-4A17-8CF5-0C19BD1D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3BF0F-97E4-457D-A29D-284F2B0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2E894-E0E6-4B9C-913B-32A3D5A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3F764-C4ED-45FC-AC06-30F8ED69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3C721-E974-421E-A1B4-875147B3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746CB-7600-40EA-8AAE-4BE080E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36C40-574D-4B57-97BA-0BA8EAF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1F35B-5083-4CB9-972F-E553CB3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A3DB2-3781-483F-8303-32692CF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80F47-0B4C-469C-9A0F-9D285666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5010E-D442-402A-87C9-DBC42A71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256CC-0A49-4E13-9249-A9AFBF2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62EE7-2869-4150-855A-C7393AD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47F6D-A337-485C-99D2-4C0E278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294151203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C96D5-3A47-40B6-945B-5515550A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95181-BF84-4A95-A098-3EC67B0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56123-CF13-47E3-B50D-1FAB84C7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8463-A6B6-4DE9-8DBE-A75115E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1FFB9-72CC-4E84-9A89-6B05434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D5C5-FD96-444F-A36A-2B3EE475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D5361-3878-4181-8C38-6A6913D8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071EB-1F3B-48B4-A397-8DF6B0FA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39331-887A-4278-B024-725D3A22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9417-AFCC-429A-85AC-A5DDCA37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F5789-626E-41F0-BE29-C22FE538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D78E4-2664-4B98-BFAD-C311EF7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F7445-0B89-4DE3-B445-1C4D37C9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85A14-AFE6-49DB-8E2B-FBE0F52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8BDCD-789D-4A07-A707-A8AE9829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FECB1-F93F-4FB8-A402-ADB14CEB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FAFCD-581E-41D9-936C-8A3D1D8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519F8-A6C7-4D85-88AD-FE58772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7B77E-1D09-44B7-9047-AD528893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6E51B-FC8C-4311-97FC-91865BA0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274F0-6193-4A5F-A450-19BABF98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6C720-FCDB-48F7-90F6-7462A885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E8B0C-0056-454A-BF6A-1D66CF52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FC711-DCDF-4134-BFDB-700D1AFE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E90FC-D414-412C-96D2-33E961B2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13287069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0DF66-F6AB-4BC2-A50B-9FB2A717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4B12B-CDBC-4650-A819-F4AEF244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C6C5D-ACA2-426C-BE41-789F9CA1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8FCAD-EAE8-4123-BE8B-1466AC4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0CC2A-E4C8-45CD-A55D-D7EDAC1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C865C-CB23-4601-8CE4-D4A662C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09066-DCF1-4CDB-BE34-30B5543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23886-9C21-4D35-A78E-3109E65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39394-9A13-40E6-A1E9-D48CC9D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873BD-05EE-4758-822B-4369595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BCAB2-5293-4FE2-9404-5839B80F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6FE7C-CFA5-40E0-8DD7-292A1ADA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F1DC7-D5AB-4F35-B16B-6C3FC896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7BAFD-EADB-49A3-A14A-552CFD5F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D7C1E-86A8-4DF3-B4AE-2B48569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39E26-0D3F-4EED-8D6D-C3547F5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6DF57-A665-47DD-AC13-F90DD71E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1E2EF-C16F-4598-8A55-F3B09209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49A70-4650-43CF-8CED-E62BC73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E70F3-32CE-4586-B125-E8DD757D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01870-98DB-413D-A4C6-4D1C0FC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EFB09-32EF-4663-9323-5610109C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D6D46-3B52-4284-8487-A960DFA3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7ABEA-5F68-4E14-94C7-047CD1A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08CB1-D1CC-453B-9E39-2D1F642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1116470953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1CA36-B640-4976-844C-6EAE9F2F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A10B3-AB50-45B3-A5CC-79E02824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13371-E949-41F3-B0EC-C42523D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AA2E9-B6E4-41D4-895F-672E549F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9DA70-2320-415A-95D2-B68B3454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79B06-79C8-4D4A-B104-22A1BDE1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1528D-2F6B-40A1-8213-DE2118E4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B6212-6D64-4173-8B44-D6D38BAB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79AFB-D7EE-49A7-8CF1-7F0C2A2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74C68-CF6B-43B8-BC00-1F06E80F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3FB6E-1104-441C-A476-285D90BE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8BCA8-7808-4459-B556-8815FBC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95808-9E4F-4FBD-8C7E-B1E8B1F0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A7084-786E-4CEF-ABCF-5C626A89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B6450-2DC0-4384-A940-B03910C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B1F43-A2F9-4CAE-B7D3-662A4265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60921-7E5F-4510-B610-21D57D91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11A35-790A-4E38-B7C5-17E01EFF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9D908-136D-4F67-8EA2-6627199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5FF88-264A-4B83-B63D-08764912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206B7-46CA-46F2-8133-BD93B7F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0B7E6-0EDA-40C6-BCCF-9F27B35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7F471-D18F-444D-9987-0933C093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6C945-6FD3-4722-B07F-2A8C399B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8E8411-C78F-4C9E-BA83-2A2D43D0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42555728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E394F-6F1B-4A54-80AE-B3FF7BA1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E8BA0-CC7C-4784-A4A9-3C3B5FD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4 · 옆자리 PC에서 다시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8DC76-B14E-4DC2-BB74-18F06F6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8B763-132A-4E55-A271-A5751BD3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F9AF5-6686-4291-8CB6-BF343F8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B30AB-6974-4752-97ED-98345E8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34C48-D8D6-4782-B128-869184F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저장소는 받았지만 .venv가 없고 Notebook이 전역 Python을 보고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B726A-240B-47F4-B2EE-05D29459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C2C6D-18D0-495C-83E5-027D507C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B460C-C39F-42F2-8128-FB7D0041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세 명령으로 runtime과 경로를 어떻게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F9328-5ABF-4B89-9B79-3A43D5D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0A4E1-14D6-4B4D-814C-7A4E2C2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8911E-C092-4ED3-A2A2-7341C5C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안에 설치가 안 되면 어떤 fixture로 계속할까?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5E8FB-4FCC-467D-98A7-670C1250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60317-DCD7-4521-960F-CAFDA453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119A8-CB0B-46BF-AADF-FDA21E9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상태를 어떤 commit과 캡처로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06821051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287C9-4BFC-4FCC-A385-728DE5FE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34D66-EC30-45D3-BF29-325A4EB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86578-7F99-482F-A276-9550E33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Agent는 똑똑함보다 멈출 줄 알아야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2A846-E868-45D1-B1E9-543A9EE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B43A9-50B3-413B-8153-FFA2FBE4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00085-EC1D-4FC0-8EF6-39DEF31E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planner의 화려함보다 timeout·validation·retry·stop이 제품의 신뢰도를 결정한다.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732FF-99A2-4884-84C7-0820A35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5D1D6-B691-487D-9B53-A8268678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015205807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9C644-8E72-42A0-B7BB-02E8E1CC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57AD1-0175-4DEC-A31C-BE9A374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F1BE-B33D-4CEA-8496-CCD837E4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FE96D-97C5-445F-80DC-05A2597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64C9C-E84B-4973-85B7-FA3EC1A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7DD04-6929-42BC-8797-64B1A24F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79AD5-77F7-402E-A070-2F8B2493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E623B-9E23-44DE-A1F0-7B01CE7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9BA50-DF2C-492D-A282-EB68FAC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451E2-1E65-42B4-8597-A7203A61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19DCA-5AE0-4820-BD0D-63628E57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C857B-5284-4418-82AB-35744DC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F2173-7629-46BE-B5CD-4B4C1EF3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83B0B-F8C2-4A06-A0D3-83596C9A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2A3A5-92EE-4EFE-9312-08A46FDB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EC8C9-C183-41B4-A8C7-9CCBE8CC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96B39-63D2-47B1-8747-E6A68607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5B644-1DCD-46D3-A35A-836B719E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416D9-3DA2-4024-8E53-24779EC3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0612A-13F1-4C22-A9A3-73795729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F7E2C-65F6-4927-86F4-325B715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F7EED-8445-48D4-B88A-D7706E8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2138700023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27C89-F44C-4233-B940-FABA3BF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Next-action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04BD-FB1C-4C03-9A7A-5D291828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D91C1-DE87-4B48-A638-1DB0947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7BDD9-2EB6-41C6-B212-76BFC318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A2D0A-45FC-4E73-9519-451E325B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657F3-F349-4D27-9C92-07BD9F2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6ABB6-3EBE-428F-9706-5B8713BB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35666-51C0-4A67-9D9D-14656C9C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F45E9-9218-4C8F-BF40-A8AACA6F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B30D1-5E19-474F-AF11-67A276E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274A-1682-4974-B39F-650653D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E3A72-5E51-4494-B95C-AE100266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481B9-A807-48AD-9389-F5CF4CC6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없어도 규칙 기반 Planner로 실행 구조를 먼저 검증할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0DE26-C151-42E5-9DB3-BB492E13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D2BD8-1A22-4A2C-8F47-6A3179AC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BFB5C-30BA-4E60-951B-D1EE10E2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F4DBA-2D35-4632-985E-8752D2BF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BC111-EB29-4D68-BD38-A4E7AB3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7378201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62CBF-DF60-4B75-B24B-6658EB6D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Validated Runner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565D3-F71C-4CD4-8429-7FE87997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68716-FF38-4CE6-B155-4623B97F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FE330-1DC6-42E1-8F6A-6854A40F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CE6D2-E6B5-48BF-8DFD-905131E5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9C690-6494-4CEA-982B-E233988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065B1-56B2-4A3F-B6F6-7A7454A8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4FB39-BC23-4777-8A6B-85F3598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00CE6-7B06-4289-9674-F61744C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EAA45-FA23-44BB-AE8D-5F8C482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764DE-A949-48B7-AED3-9FEE298F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4C10E-9E8D-40EC-82F7-692F1ED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E2253-2F8A-471F-90C2-F3248EEC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제안과 실제 권한을 분리해 안전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D8A89-FD9C-4397-B0AE-B5CB7CB8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F6484-3343-4E69-8496-52F94E4F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DD806-DB6F-4E22-A179-C03521FF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0E622-EC8D-4166-92C7-A10EE1A9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6150D-50B4-41FB-A616-A954D3FE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166210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E59E7-AB82-4C71-9C98-40803C1F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Maximum Wait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7EEAB-5195-4206-A693-038DFE67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AA224-A6DD-4300-92C2-DF919C14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D80C7-95BB-4BBD-AD03-B90F21F3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5977-C25A-462C-BE50-21BD0F0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9B9C5-49D5-4CDB-AA47-688C9B72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02763-3B4A-4A1B-BA9A-21BC7C4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18512-E333-48C4-99C5-7A7B018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1C86B-9992-4B52-BE80-00595012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4BC69-34C8-4F16-9F94-64F610B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7F21A-0186-48EB-885F-2ECDECB4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13D2A-72BC-4FE4-8CC5-2C81B459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177AF-8D43-451B-9D4B-8C931EA8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대기 때문에 수업과 서비스 전체가 멈추는 것을 방지한다.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E5879-3990-4996-BA82-2EA4DD09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67C30-EB21-419A-B489-32DC1AC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B5893-F99A-4888-9300-BC01F0C3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61475-C894-4C05-A9D7-BD7ABCB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9E845-0A24-407A-959E-6D38B526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7368812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2E6E1-7C1E-47E8-8E46-34D85B1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Same Request, One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9A94-64E6-40D5-8B7A-4E13815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8D418-3A2B-4A42-A1ED-A91EAD78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CDC97-BEBE-4B56-9AEB-7CE43CFA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CAD36-0167-467D-B357-3630793D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2D435-40DA-46EB-BF44-0B0DE12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C7BD8-D059-4552-8FAB-6BFFD540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4113E-B29A-46F6-B710-632E568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CAD29-33A4-476E-BB06-9A7E66CE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AE16C-BA9B-42EB-99AD-F3C886B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0DE30-3E80-4067-A9C8-C9DAE62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22CE7-69D7-42DB-8AB2-70C4523E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CBC7C-A314-43E6-BD33-0EB76A5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재시도·중단 후 재개에서 메일·게시글·결제가 중복되는 것을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3B505-E037-433B-96FE-8A48746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BA9B8-FEDB-4312-8F12-F426C00E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5C0DC-06B0-4F9C-B3E8-FF742EBD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82108-9E07-4871-A8E1-3D64AA95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714EA-8EE8-4864-BE9A-77E2C346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0560651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35B68-56C6-40F5-B46C-A8AA53D9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64E3-197B-4911-8263-83539DB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FBD93-5E7A-4753-9F11-D3744745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6BA90-108A-49A8-B25B-D4FFED44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3774F-41D7-49C8-A3FE-8539C83D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FBF38-FEC0-4B96-9C12-B2D64E96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1464-9480-45B3-B31A-F1C41636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A910B-5861-44E5-86EE-77022E0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63e688beb482b">
            <a:extLst>
              <a:ext uri="{96DAC541-7B7A-43D3-8B79-37D633B846F1}">
                <asvg:svgBlip xmlns:asvg="http://schemas.microsoft.com/office/drawing/2016/SVG/main" r:embed="R0fcf018a158d40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0A3A-A5DC-4529-9BF2-E6704AD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C279F-9680-4B1F-BF0D-BC9FE19A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56C05-98A8-4553-B837-3A250F8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B1944-BB96-4FEC-96AD-4DC86E06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51FA2-11FD-475D-973E-8DDB928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F280-3E3E-4E46-A80A-1CE469DF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8F926-A327-4D91-8230-875E43C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68ED8-BF32-408B-B8DF-F47AA843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266546736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41242-9826-4C5A-BB77-10CD36B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0993C-BA98-43C2-9B0F-714D3261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2BEA6-3D09-4AA5-8FFA-FDAF93D9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59DE7-F64A-4A1B-9C52-9360F99B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E8A33-EA6B-4C09-B444-E6324380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393C1-BC7B-4013-BFC9-7FC3A2A1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1A2E1-981A-4D51-A866-E485F9F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CC715-1211-437B-8011-AE7F5E2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6893A-BD12-4F63-B4D7-774FE5DC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AC026-3791-4B7F-ABE3-9073926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EE44-E145-4BC2-8E95-AFC42C0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939FD-691A-4B26-9DBB-DFB67E3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6F188-1054-4176-B85C-0E15A0C2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470121176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2F9EB-5400-4AA6-8B61-A129AF21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ED625-E0C1-4F55-925D-6D75AD8B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5D7BC-CD20-49BD-8C49-538DA7F0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BFD37-A78E-4EA3-86EE-03827E5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0B930-231C-4E3B-B060-24A5AED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8D3D8-DA49-4373-961B-B955AE5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A01ED-6112-4183-956C-7AE8E70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AF6AC-E442-445B-B3C9-FF4860C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675F2-3E7E-4E36-ACE2-C081460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3B1AF-D227-40F2-BAED-C929D8E6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4D20F-27CE-41A3-AF5B-39360291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186D3-EAA3-4D48-BC0E-F02B199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F3C3F-4287-417E-B5BE-9DBC413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17993-7681-4C65-8BF0-D00E46F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6F85E-A694-447D-BF59-19C68CC0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E5D14-1DBC-4A16-A18F-E07E1E8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412182294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A0335-8A3C-4C4C-8912-6FCB097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6BC87-E12B-4B40-A40E-57329F3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9AFDE-2DCD-4951-9BB4-06F25E3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C282-42B1-4F8A-AE01-E3728ED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C7755-A72D-47B9-B1EA-75B37926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01EC2-7A8B-4890-9F2B-9E15E8D8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3D79D-B065-47A8-9C03-16F7A1C8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4CB4C-5EBD-463B-A2B9-6A1AF185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F9FB8-F31E-4631-AC9D-2EB43F3E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3EDEA-70C7-4B8F-8CA5-72458E4A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B0387-EC35-4332-8B92-5F765D1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65599-CA46-427E-BCC3-3CB5A3A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D9298-A34F-458C-BDA8-ADA0AA6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6D0AC-D56D-47CF-9548-8D00040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8DB1B-E2F0-43DA-B855-A0A228D8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5786942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D9C5E-ECCA-4343-A2F7-4C7FD8F0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D860F-276F-4E24-97C9-A0CCA70F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B24C0-94FA-4E01-80B6-280B8CC9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6C3AE-3943-463B-8B1D-FB12109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A62B1-16D4-4C71-8819-41988E1D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36452-A452-4912-B181-474047B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3FE7B-5881-40F2-8092-A7A26E9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CAF1E-7C03-49EE-A2AD-4579F193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A11BB-176F-49F8-A183-31BC2310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2F157-B0A7-4CD3-99CA-03AFB554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6C7C1-4ACE-4575-93F5-5E98F0A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1D951-950D-477E-AAD0-70A9FB6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953B7-1088-4433-9696-AD107EA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41636-5A05-4447-BD33-66D964FE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D2D9A-EEC1-4958-8FCC-B1048BE7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06FBF-5113-4B6F-B8EE-F244E6C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83736982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0CEC1-7B8D-4A6C-BEDD-DCB3FFD6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26A1C-00BC-4AF4-90CB-CEAEA368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123C-7C71-40C1-B337-45A24C08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5F1A-FF4C-4AF2-B505-CDA57E42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EF500-5F62-4998-B81A-7233B9FA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FA117-FD02-4AC7-8D27-0CE4032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1A731-8EB6-4359-92DC-931D8C9E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39CE5-049C-4270-A500-93B57040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B38FD-0463-4801-BF5A-FE411A1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3CB2D-699E-46AD-863B-11B81FC9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3DB55-14E4-4618-8CD3-2918E4B4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500EA-8348-474F-9508-093E31B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1AAE6-1103-4222-8637-0DC706C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266546675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4B611-CE27-4B52-B297-1CDC99FF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3FFE4-0338-49C7-8C9F-69376EA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9B604-90AD-4521-B911-44DDE5E7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DB7D8-3D26-4BC4-A046-12CE1FE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2004B-B6DF-49C1-ACD8-DDF62B7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B992B-FBCA-40A5-9F77-3028CDD5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348B7-6C8B-4FCB-A5C0-DC298E64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1887E-2A44-4332-9B47-5DE3C0C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9C47F-060A-4527-BE2D-5F2A782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22DFB-B99F-4CA3-A87C-59F2D3F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82500-3417-4C92-8F23-F5781CE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C9E95-B2A9-4DAA-9178-20CB6FE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5F663-DD08-4E3D-8623-1916A28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C3B9C-AD83-4919-9FF7-22E24D9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3DB44-5F87-4F04-8B48-27006C94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497C5-5224-4638-82BD-6293D015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1501742967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3B911-E3E8-4F5B-B853-50A5B5D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03E0A-76BE-4D28-AE70-BDF66DF4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10B9E-258D-42D2-9350-0AAEE520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B5C26-F767-4117-B820-C46BEAA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96549-245E-41E5-BC62-3108D350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9D83B-D8B2-44D4-B98D-2DAC3071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27A90-9A25-4423-8E06-6045EE1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EA5C7-8E0A-4F24-AB8A-CFC1038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C94BB-B3C2-477D-B98E-2FF0EDB6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5CECE-F782-4ADA-9A79-57C33568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B4D34-C65C-490E-A9A8-F3DE743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31F81-2499-457F-BB31-3EF6854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C17A9-70F0-447C-9789-9B4B4B7F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095AB-FE25-4D98-AC81-2FD2639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96EA0-6A6E-4F9C-88AD-30A9906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8658D-BB3A-4732-A1B6-319A157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01AC6-8DE9-42C1-A3C8-967F2290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EED68-14D5-43B9-816B-DCF5357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64439-C38F-45D8-B173-52CB456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71571-226F-4E35-9A73-8AE5DA0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0A278-4F00-490A-ACF6-67DCE9CE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9FD77-36C4-4FD3-A224-D187063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278135949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C3659-663F-467F-807D-CCE0638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63E74-1767-4456-9573-F2EB78AB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53D0E-2D17-4706-92EA-EBE988D9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885D3-B4E3-48C5-B674-DA6065F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88ABD-02DD-4D41-AAD7-63D58413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7E132-74F1-4A31-B7C5-1E9860E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3BDC7-06D6-45B9-AAB9-9FE93D1F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B6E69-013B-49D9-80CE-599A93B9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8A504-24D9-4B98-B628-B0CB97B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73FEF-69E6-4607-B2D3-57B1467A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3529B-9B84-4C96-95AF-6B7219E6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AFD1D-3831-4FBC-B28B-580DE6B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4D3AB-39D0-4700-BEA1-4B81669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D75BC-9A69-4E77-A222-F361287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A0F6E-6D34-4B65-850D-D5C042A9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289F4-0C1A-4675-AD1E-46123D43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E8EA6-665B-4E52-8EBD-2A09B4B0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0DD7E-DA4F-466B-AB29-2A7C2449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973BF-734F-4D4C-B951-7643C6CC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32DC5-93C1-40E4-9509-1651D2BB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7DE4F-5AA1-4DA2-8EAF-5BEDEACE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9CB0E-CA7D-418C-BB24-D538A07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922439167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C886B-59E0-4AFF-B6B5-FA3E1E17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FFE14-F747-4394-91C8-B77A993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00F5-EDF6-4C71-8CA2-9CC3E35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34284-3B44-4EB9-8FB9-A761BEC7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DBF16-EA50-4A77-9730-B0FD5CA2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5627E-4939-411F-A416-B6DE6CF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BC52A-352F-4CDD-B38A-6ECCDFE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2569F-F60D-4005-B492-7CDD817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C7DB5-05DC-46F2-B31A-644B39D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61820-B87D-454D-898C-6A1160FE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3C084-E9F0-4508-B575-812B348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47250-01C2-4B11-93B7-D8353E7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260BA-4769-4791-ABB5-6329133A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C5ED0-4619-4292-95CB-56156F63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200E8-3164-4D08-89B4-6E3DC7C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8A337-9096-46D7-B940-501E9475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87FDD-DECB-4C2D-968A-31C728E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B7744-5EC0-4BC1-B9FD-15EE38F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98B3C-A8BA-4B9F-A49C-1FB7A406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79EAB-A6AF-49C5-821E-D76899D0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DA45E-5528-4B3A-A1FF-0D2DAC3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7C433-2115-4995-A3C7-0992FA1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89066842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641A8-CD53-4BD1-A25D-83C9653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35007-111C-46CB-9164-76B7BD30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95B8-6645-4266-81BB-39818E8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4B8EF-2BFA-45A7-8A24-C6F17C8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CAE2A-CCCC-4F03-B35F-B6C260E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D2BAC-B780-4E86-A29F-9A6677D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E5D4D-54C4-4050-943A-A9166FB4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B5339-1D6B-4847-8B87-F36CE1B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15A7D-C291-404A-ABB0-0495F257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3EA9A-DCCD-42E2-A2E9-63BEF538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84114-7133-4365-AB02-2E84F342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5BDEC-CF93-40B3-8492-2222FCBF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976CD-0B40-422C-B2A7-2B3B3BE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6D421-694D-4F59-8889-6EB7A27A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0E75C-C122-47EB-B033-E43E1A5C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8F583-60D2-4027-BD27-052B4CCD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01E89-68E6-45AD-BAE6-0466977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D796D-CFEF-4F00-8053-B37D9F54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15479-64BE-4AF7-BD5F-400ED36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DEEDE-B7F6-496B-8044-B38FC77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444F2-7986-4F81-A76D-41F78F7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56694-F5F7-460A-AFB3-C7F12A6C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943751179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3ED61-B78E-4822-AD95-240BC2E0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C52E9-2DAA-4FF7-B7C9-7979CA8A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3B736-FE65-4359-B001-E9BA4064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8472-71B6-4BAD-B02F-6905C4A9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1FCCF-E02F-4EE1-8FA1-EB7C746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1C10F-BB33-48A7-9EBB-DDDE3A6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7F1FE-EADE-4623-B209-E0227D96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34F6E-5A02-4173-BBE0-463410DC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44D75-9956-4D2A-83DD-60ED4D99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6A84A-CE50-4593-964F-77EFA9E4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B9CA0-F93A-4A4F-8248-CA4A25E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8FA4F-9B34-49C6-AAEF-717FE068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0AFDC-7008-498C-B7C0-894CA95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3DBCA-B816-4CA1-A54C-16EF1423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41644-284C-41B6-9B9E-6749F8F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A5B65-E79F-4957-A100-62C43582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09393-0FA0-4489-A2AC-D47DBE1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B0EF3-D000-44A6-BB94-EC1E7F37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F03F7-F49A-4BAA-9544-15BE160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87F84-C133-45C4-830D-0C7F32B2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CB5AB-0720-46D3-A8D4-5DFBCC1D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2A27D-6EE3-46A7-8F0A-0D75216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1571142108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D2ED6-E85C-45A0-83C4-4E97B368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C2D15-4197-497C-9609-CE08BD32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CB928-8C7D-4BBE-82D8-0C57EB7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165EC-9C41-4E33-B415-AF68428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C2E4C-F2DA-4F16-96A4-0204AC2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A33E3-1B13-4FF8-8BB3-028E047D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3F0C4-D0AD-4E08-9E89-1567CF8A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7A468-29BC-4427-BC20-73EC718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CED91-4BE0-4556-966B-83E17724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79E0A-09A6-4783-83C5-462B5D8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22EE5-DC8A-46E4-B147-D62371D6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69FBE-C522-4DA5-B54F-749655F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6FFEF-09CE-4923-8E2F-F54217B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C0572-F97B-4FDC-B8F9-607A4ED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960AF-DE6F-481C-9CB0-856491B8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821EF-FDB9-43E0-970B-6BAFDC4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193D1-7644-41DF-8D3D-DD253B38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76549-18AC-4915-A854-0554F5E1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385D6-874A-440B-8EAE-186F851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C7689-352F-4A47-AF0A-584EFAA8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EBF6B-7B9E-4DAA-BCC0-0A72963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B32FC-1D25-4FC4-979D-14972A52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98F5C-E622-4D5F-A985-8D9E4B16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358F7-D9A7-4F9E-AF96-02BEF4C2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297213-5640-4B6E-9A78-4E2D6D9D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3A2D6-C8F4-4394-BA9E-5DA60B3E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3AA3F-90C7-422C-AA02-08F14AA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5530030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17A58-9D0F-46EB-B4EA-FF240E7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4B03B-C006-404E-82FD-42A2EE13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7DFE4-9144-46C8-ADDE-0635AA6D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C3E23-480A-4B84-8598-0BB7FDD3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AFCF0-3202-401E-9780-42523D11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37425-CBA0-41CE-BA2E-CC7697C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FA466-D6E3-4C68-96D2-C1B3C0E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0BAE3-3BF1-4CAE-A3EA-941908F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3CA1A-83A7-410D-A398-65E0478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96D62-2899-4F1E-A38A-222AE993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8FA9A-C1F8-4778-AF08-19F4DA0E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9C5C-0EDB-4A1C-B41D-1CA78631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27114-6155-44AC-8F22-3DB3B1B8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54269-A853-4383-B8A8-B34359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D52BE-6A8D-46EC-846B-A03FB5C5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0BB87-E01E-48DF-B2D1-D27D33E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27a7d238242b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E6848-2FB0-4D2F-88EE-4C9B7115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96097224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B61F0-BAAA-44EE-BCCC-22ED0D12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2382F-0299-4AF5-A243-4BAD4349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2E1BF-AD73-46F7-9455-03752869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3BEF8-8097-4BDE-AF76-054A54F9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38C8C-AA99-48EB-B9A5-AD63F8D7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5783F-AF23-462E-A10D-2D840F9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BAE4E-79F0-4122-A552-310630E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C4220-C60D-4B85-ADB9-57DA9D6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61AC8-354D-4E77-85FF-C8828F65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87D5D-A95C-43EE-B0E7-977EF59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A09C9-D45E-46EE-9E54-2BFA8556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F3CBF-1681-4CC7-ADBA-7C41BB07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989BF-BA26-489E-8C73-433EEFD1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33651-1E86-4039-841B-1F010121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207B1-60E3-4C9C-9B66-EC7BD98D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FEBCC-EA29-4B2E-BACB-0AF8E1D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840485d5743e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6FB27-A8E0-4E18-80D4-901977DC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680820514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37216-4575-450D-8BB4-EDEBAAE4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DFF3-45B7-4285-920A-910A47D2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94171-560C-4971-986A-F99928D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ED4E-B6A8-45A3-AD2A-A953A9F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760AF-56CD-4506-8736-95BA5D65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3625D-782C-44AB-A811-5EC4907A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235B2-5743-48A0-8A0A-6C7B83B8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B2667-B5F1-4F0A-B9D9-1D07DED3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1C0A1-FDEE-4E09-9270-CE8BD54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A5C36-BD38-48ED-8770-95F1FD5A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91DC7-B120-4702-B5CF-C262FAE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05949-38EE-426C-AD22-E59069E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8B9E0-E4FD-4BA3-9A59-35829FD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B0606-2110-4BF3-ACA1-17A5646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8A66C-8C86-471B-8EFF-31DE75B8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E2CD3-B98C-44D5-B248-8A79DF02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62cb53f644266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27B0C-021B-46C1-B23A-8DC151C8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92468982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0ABDE-002D-49B0-A07E-152F38B6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DC72D-EA96-492A-89D3-70DFCA6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550B-926D-430F-B51A-E7077D44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3BABB-F973-421B-81B4-A547C07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32E63-7DCC-45EC-9C2A-25C6B500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935A8-3AF6-46A6-8C2B-9B4C1ECE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5F69C-A334-40B9-AFC7-9FDD3EF0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9EB10-CDF3-4467-A419-AAC1CC0B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E2280-D448-4B74-A533-97FCCA8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C25D2-57B8-4B9C-A349-702B389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9A119-5C08-4EC6-A553-FE8B8216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080D9-C6FC-47B4-8FBD-D82BA8B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EB61A-8A3F-4967-89BB-A417938E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B1A87-232C-4A53-9C32-F33DB84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3AA9E-DB48-4EA9-8D82-14A4DDFE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F0B2F-781B-4F15-9B5E-50533DDC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0296a073b42b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CC307-A70F-4460-A4D4-DB463E93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557538722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EE5D9-A334-431B-AADA-CE7F554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F2572-C419-46FF-90C4-850E10E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84C4-F53B-44E5-8E06-F9F75D62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169A8-328B-43E8-89E9-7E887D8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0EE9E-6374-42DA-B8C4-6157D99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48E2A-B52B-489F-9C12-AF1D37BC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D22B3-99DC-4145-9AB4-4B40E59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318FE-44D7-42AB-AEEC-A1ECE0D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CFDF8-9B47-4423-92E2-8A452507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8912F-876D-461F-9A4E-CA2151CD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8E5AA-6FD2-4226-AE1D-38B55A37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1FCA3-8C0F-4ED2-B1F0-F2B50F36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3898B-D129-4944-B7FE-587D87F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3117E-12E0-41F2-B8AF-C604705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488A0-3066-4600-B53E-5192EF62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A6C51-6105-4D69-8209-9DC8049A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BFBEC-BB79-45E7-8E59-CD8F635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F2C3A-B08A-4CE2-BE99-C5F356CD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575034951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FCC94-B9C4-4A13-A5B6-9E4F1F6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757A5-1E7F-40EC-86C2-AF63FF96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54C4E-E7BC-482F-AD45-8F5BDCF0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71231-C4F0-45CC-825C-1415C97F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4421E-FC21-4CBE-928B-05B11F4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FAC19-761C-41DD-9E9B-4F0F2DF2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3A545-0D88-4E27-98C9-2E7D6005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A8767-7800-4177-85EC-AFB37C7D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B0C32-E0DC-4703-AD33-12BEA7B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37622-C8F2-4BAD-AC79-89C1CD2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7EA8A-0232-48F2-9425-D29490A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C3010-2742-4D3C-B597-B161FB5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F72F1-023E-4AD1-AAE7-14CAB34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CCB57-1272-4DAA-A328-8ECFC7D0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3E4CB-54C2-471B-A287-227AF4A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C0EB6-96A9-43AE-BDA9-6C95C48A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ABD4D-7CBC-45D9-BF89-56CA5137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50F4E-043B-43E9-91ED-F324C16D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2013141013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27262-1A90-401A-BC6B-256162D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F2F72-5924-48AD-B22F-67FFA5C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6F9B9-0347-4E22-8BF2-023F671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5AED9-777C-4DBB-99AA-6BF3F9D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6EDE2-1AE2-4AD2-A5BE-DD19868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32CD1-21A5-4300-92A0-04F77589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71F1F-A95E-4234-B538-4ECD633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FCEF7-20AE-41A4-8B4E-6E4493F5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F499C-E0CB-4CEB-8BBD-570E5454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811E-472F-428D-85FA-A5763A30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52FA9-8BD4-40E8-9944-09C5ABEF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3E751-2C10-47F2-AF22-268F415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3C4DF-B20B-4BEB-B07B-C1FA38A0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ABB8E-D68B-4126-95D7-1125FE0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C3D19-1AF7-4B66-9E2E-48108C0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A01B3-8F93-418D-B64B-74D9B2A3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A0E3A-96AF-4856-8C35-0CE1B2EE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16072-0E29-41C7-8ACA-04A6EB29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952132389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10939-9165-4632-8DA8-B471AF09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4E00F-261C-4431-8A72-39E3479A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7DEF5-88B5-4F92-83A5-3D8DA79A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AC71D-4581-4238-82A9-42EF47BC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D6800-5CDC-4D99-A762-BCF8DD8A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18506-2519-4265-BCCA-1E47FD30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0A62F-9BD5-4722-B4E9-3724CAFB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E5036-14B5-4402-B0EB-AAF9CF3F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BCD42-30DC-47EC-AEC4-3EA5E37E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61C4E-83CF-48E0-99E5-7D92461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42FE0-4837-437F-9899-C640F197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42EDF-A867-4A3F-8772-0932C0B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5A8FF-A0BB-4B64-95FE-5337989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92CAC-E6C5-4FFC-9425-B6B36A7E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DCFF8-4F5E-400A-9174-DC7EB6D6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01F5C-8C31-43D1-A68C-E449A3A3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FEDD5-8017-48BF-8BA0-DACDCCF1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147C1-60FA-4BE7-8AF0-BC4A409E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109088147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3CA96-AC93-49F6-98EE-2971DA10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2939A-106E-48EF-A5E7-70A3281F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D1438-8285-44C3-B6CE-968B925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A9B6C-CBFF-44F5-B3FB-FD02FE6F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CECF3-3213-4E61-8DDD-2DB9987E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F1839-6A81-4168-9910-D3570C8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EEC48-8DF5-442E-9355-CA26509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85A23-6C9D-4896-82B7-AD37F669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831BF-4A13-49AE-B2D8-6CB88F0A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808DB-812C-4E25-A23A-0F19C771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71415-A52E-4546-A9DC-394E19F5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0EB3F-5C15-46C4-8BF0-C70AB62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44676-1FB3-43EA-B646-2C55C6DD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20F3A-0DD1-4C88-B1BF-BDF4A32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5BEF6-0C6B-4992-864A-EDABD9FA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55026-858E-4559-975D-D6D4DDC4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EFD6D-3108-4C88-85A8-D3A9BF51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80E88-9F94-40FD-9021-82452DA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2116923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D9D2A-DDD0-4CF4-A2F8-91292008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601C1-A62D-4D8D-AC81-1D7FB462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08F2C-B9CE-4E29-9B84-4B94E3D0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EE1D7-D598-4FCD-A8D2-87FEEC83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9D2DB-0B18-4DF5-B882-110EAC00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8DE88-4406-4FC1-B6C6-B54F731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57BEA-8A87-4F05-A48E-6EF657B3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1B3E5-BA2E-457B-9108-A9094963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AB37D-4DE6-4A67-8848-52F7575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0B6DE-98ED-4F4A-9970-F8746F2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192FD-885C-4343-9E2D-9257210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0D1B6-F1D6-47BB-94EB-83C3C280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00033-87A5-40A0-8027-35E418BB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555F3-B3E5-46F2-BB49-988F573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12529-6042-4C98-83DE-666FA3E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C43C1-150B-491A-B103-C63A2252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2C15C-5262-4490-9816-1D758B18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8827F-CABF-4829-B8D5-999A1D8E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B8743-CDA3-4199-8232-0B3339B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A83EC-6F4C-48A8-910B-70E3F70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CC3B1-C641-40F9-90AB-CD44F2E3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84133-ABDE-4AC9-8B1E-98A719EF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9BBBF-95BF-4BCD-8885-A3E6756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4E479-8173-41B5-9E15-27114405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917862822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3408F-14E6-467E-9B41-236E27F5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43EFB-EE83-41BF-8561-E6CB744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57ED3-1CF2-42BF-B777-7B9713E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C4E3A-B9EB-4DE0-812F-ED1EDB9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72B53-24A9-4271-9EFF-3195A98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3C862-A671-4123-A79E-3428D2CF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1CE65-7ABE-477B-839D-26355BD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8B345-AD24-42A1-A478-FB294CB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C609A-2AFD-4E35-865A-F939A0B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8BC19-E677-43E8-A7E5-6CA05E13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B93D1-8A46-4661-9B4C-1274894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4A221-9850-47AA-B9D7-45DC2EBE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B6F11-9457-412F-8CD8-AF8E429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11E36-9390-475A-9ECD-0C861C7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7FED3-E167-4F66-BD37-3F85919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2628C-2828-433D-8675-D415331E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7CAA2-58C6-4255-9C80-127544D4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CF54F-FAF9-46F9-A259-7344A327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D409F-4F39-4136-AF72-641AD0D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89679-1919-45E5-B327-145326F0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F8F89-8112-449B-833C-868CC80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2C77C-08E9-410D-B5FA-3B063F03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61CDA-84C6-4EE7-9908-9F70517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12100-B421-41E1-8664-9099D137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293055535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4FCA7-9460-4149-BF15-6142DF8E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B2132-E4CF-4250-8A4D-39A45909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C2E8D-E49A-450A-B20D-10DB98FE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C101C-3EB4-46CC-B254-A9D338B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4BBF1-A239-4E82-BB48-344A0AE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D577-30E4-4600-A7EB-163ABBB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34D1-D6FE-4C63-806C-1719C41B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166BC-2B8D-4EA7-BC60-4F93755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78507-3C49-4E18-80CB-17CE2463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62CF3-4ADA-46F0-806E-CBA36C09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9463D-95AE-45EF-8CA0-C8FD2D33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8DDCD-81F1-40B8-B52F-55D2BE21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D9749-E486-468C-99E2-03C613D5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68DD0-EB65-4D34-85D9-4B9674BA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DEB79-35BE-42D8-8976-5ECC733F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7F952-4D45-4B6E-B2F3-3BC156D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A3D83-D994-4002-93FD-58EB258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3ECCC-F56E-4368-88B6-879E70BF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01ED7-E023-4A58-9C5F-6B6FD2AD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BE117-79B8-4CA0-8242-F9688EC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3BF51-4A63-4DF5-906C-143673EA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BF75D-6331-42FB-8933-A8225474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72BEC-A739-4163-8FC3-EB987C7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609CD-568B-4101-BD9B-DBAB64A5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44039648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688AC-C802-4677-825C-F4EA8D4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4EA81-4D8A-47E5-A385-3CB62307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7210B-780B-4109-A489-55F3188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A8E56-9DAA-4DCB-87C2-4D12B3B4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82CC5-BB8A-43DF-A5D7-F33BA702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E563A-6152-4123-8642-B445A62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AE4B2-961A-402C-AAFC-7E9A49D6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988AA-04DC-4FC8-B58A-4F06DF8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0671C-B519-42F9-B1CB-B72DCE41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E68F3-C9C0-4AB2-B1A2-DA62ACF8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C2A6F-A30E-4372-8A73-A6E78A82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75617-D032-4CA2-8ABC-74913A74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7A8BE-DB52-437F-A9E6-35D1C3D2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7BAB9-F9C7-4DFE-95CE-673939E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E1CC5-1B36-4351-9FD5-953119D9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D9303-67AC-4E2A-87D6-17AE909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ADBD9-2486-4782-81AC-A24BA1E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925EC-6AEC-45E6-9E95-6EE216E6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D4F5A-D9D3-482A-BB9E-49B79810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AE014-9062-4D12-AAC5-5C0480C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F1A1B-92CC-4350-9327-BD6BAA0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3915F-2E76-423E-96D1-6FADF549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DAB95-FC05-472D-A7C5-2E5F874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D258E-3E19-4FCD-9594-23AC25A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944371166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96F26-A1C5-4087-AB24-4BBC37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43B25-C60E-44B7-BEC3-4D4132B6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1839C-940E-401C-A21D-8AC9AE6E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81E19-2BD6-4A40-8264-2D79356F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5BDCC-4460-4D38-A93B-B919EF46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F8D7A-B67D-4807-BDC1-411FD32F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4B976-1EC5-41EC-A922-3DEA83CF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09A29-B640-497D-823E-CFC86B4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55D84-0CE6-4A84-A1A9-B0A5B963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5AE23-24B9-425B-BCFD-DB12E8E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96112-018B-4EBA-AC88-8DDEED7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4D4A2-39DD-474E-A2B3-152C9398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DA369-5943-479F-A9FC-4A58FFD6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923C8-B5DC-4338-AAFE-904C927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C8583-7437-40EC-9E92-16E0929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29773-2660-45D9-94B3-BDC91802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22EE0-6FA7-486A-B979-FDE531C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A9909-8D33-4ECD-9AC6-271BE91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9172F-C77B-499E-A89F-E88F387B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1823F-58D3-4080-882E-45B6D24A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D7CA6-23AF-4528-BE58-4C26BDB9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B3F63-7862-4E43-BB00-4C234F2C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C4B29-A6CB-48CA-BF0E-F35CEED7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6858D-3F13-4B0F-A608-5395723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98DB8-DE9C-46D3-9119-4E477275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65832307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3351A-D1F7-49E3-954C-4DB5F8C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6E064-3837-496E-9423-BFA25787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5404-A922-4249-9EEE-2F04F56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9668B-CFA6-4968-A09E-FDB169B1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43824-C6FC-4386-BBB9-AD7E0DFA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43AA7-85F0-490D-8F85-B2B2A30A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BE2E5-7AEA-4DDA-A431-0C4AFB4E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36F47-F482-43F7-ABBB-9D52BD7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0CE18-70AA-4FE9-BE91-45129FB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B5DC-3E79-45B4-86B6-6E4BAEF7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41C27-0EFC-446F-97C8-094BC28E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21E6C-0892-4D74-B090-CE91FFBA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A3CBE-AA3C-4816-A3F6-48F14B1A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FDD89-E7D0-4891-BAD6-B7B151F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D01CC-B9E0-444C-87FA-9421BF3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292B5-27C5-402C-8FCC-A06648DC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70A63-BED8-4514-A0F0-C0B87F1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98158-2911-4914-B2A5-635C55C7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FE664-A7BC-44E5-BFFB-8894262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61399-D20E-4364-8F27-A36A1179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404DD-BC46-4FFE-93AF-8172AF1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A2F9F-E098-4B84-93AF-2054DC89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FD80C-5EF2-453A-9757-1AF5701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5E891-EC8C-4F94-B39D-2BEA472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80E83-2165-4230-AEE2-CA5CAB4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649295863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3B769-C61F-40F8-BD4E-E46F0379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A5FC4-97E9-464C-B92D-F45C7D03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6F5AE-1803-45FD-B283-17332804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64293-D22D-4B8A-A70C-C1F7888B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966DB-30BE-4A33-B3DC-341E0B3D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AC982-F181-4C2C-A3C6-AC821800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D760A-5864-4A02-BE93-AD11CC00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95BF5-2596-4975-9679-E48F8B16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44FF0-3600-48E2-BE21-7BF17834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5E327-4BC9-4D24-AB60-C2E0A290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76214-DE21-43AD-A1F3-33DC4BF2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36157-8B00-4102-96D2-FF98299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45FE9-A42F-4B3A-8E45-586800F3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70CD8-6D0D-4A1A-9CAA-F48F039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10CAE-CDC5-4FEB-8505-1360717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28470-F06F-4CD2-99D9-E75AE17B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1D0F4-E42B-4497-8550-3C50813D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ED5D9-506C-45FA-BFB9-ACCFA4D0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3A2D7-6563-427D-8158-DA243556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ED92A-54F1-43C5-969F-A13587BB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3AD65-CFB1-4B39-B66C-44B1DB4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73782-6E3E-4AE3-9087-9E93D554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03355-0A02-4064-8EF1-DEC39327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702E4-DA31-4A91-B077-814E15C7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1B026-18A8-495A-B549-C65B9AF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362474403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DC349-409D-450F-9284-3FAA1B4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959E9-15EB-4159-B693-5C444280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95488-32E5-4AF8-A9BD-1C52810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31759-10D3-458A-8706-82DC4977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D47FC-EDC2-468E-8149-6EFEC54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36A2-9CD5-4BAA-8EFC-9298E74A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12372-F3F8-4F0A-BBB1-6AE80B2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9F4F5-99DF-4EF3-88DD-BD89B7E5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06B08-9F41-4A5C-976C-CAD0BC0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4E8FA-893E-47CF-8779-53E4EDFC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A09A-4EFE-4C96-8FB9-DB13152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9BEDA-5B50-4B4F-9A33-99A4D676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433EB-50FD-498B-A583-B2B6F683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7D097-BAD6-46BA-A199-FCBE93CA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BBFC0-E667-4E0B-AB44-A83A6F22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66641-8ECC-4B3A-BACE-194CA47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6B086-008F-4D2D-B166-9A83283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C066A-28D8-4994-9C25-6C5CD0BF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BF13A-C842-47F3-BD33-669C3A7B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D1E10-D662-4586-A9F0-5FB9FCF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109DB-2DDB-418A-B116-296CC170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7B74A-4EC5-4C2B-B5D2-33ECDEA5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EA87D-B049-45F3-83D9-0D047A60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64318-CAE4-441C-B1F7-34DC337E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E5FB4-4B14-4A17-96BF-37A27AB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618855215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3FE0D-AB92-4EC5-A136-95896352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EE2AD-8772-4892-B2DB-798CB78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88AFC-43C1-4A58-9DC1-C191272A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ADAE6-BF88-4669-BA0D-4A484EA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9802D-9816-4FA7-9BF6-2441239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AF13E-7E3F-435A-8609-750AA18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08B3D-78B7-48A2-AFA8-5C89D539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지금부터 점심시간입니다. 14:55까지 돌아오면 15:00에 Local LLM 연결부터 바로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BBDA8-AD00-415F-8097-03BA9CBF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B2431-F363-453A-8194-990C60C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A81D7-96FB-401C-9327-CDAED074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25299-4F81-4938-9571-84AFE8AA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72182-B4A7-45A5-A6DF-B40CF80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0EF1C-DE51-42F4-807C-835935A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 통과 화면이 남았는가?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FC3A0-A416-4A10-88BF-AB97DE4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C10A0-1014-460A-B7A7-D1400762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BCC0B-4805-4852-B3D9-4D7BAF9A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diff에서 바뀐 경계를 한 문장으로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934664461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C65CC-E2D7-4533-B8D1-C8D4324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D8EC5-3FF9-4A96-BC0F-81F452A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4DE1F-8F8F-4B81-A3D5-3876B85E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실습의 핵심은 교체 가능한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C8156-32CA-4640-883B-4A287874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31572-594C-4B4E-9AE3-FCB8A066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DB557-15CE-4F53-816D-0A01532E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Ollama가 없어도 fixture로 계속되고, provider가 바뀌어도 나머지 코드는 남아야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4ECB8-10DE-473E-9DDA-19C3EA1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EACEC-EF08-49B5-ADC8-148FD4B5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665460329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CB270-BDB4-42D4-94FD-0A153ABF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92CD4-A190-4749-A2AA-C78F50AA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D819-9DC9-45E4-87B0-225319A4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7FEE2-AD52-444B-9764-59C0904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9E09C-0939-419E-B0E3-8D08697D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6A91B-878E-4781-AFB9-60B3791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5989F-F70F-4802-96E0-F2DB259A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05550-B60E-4F1B-8548-0AE1A0D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AAC50-9915-4C82-80BE-6E8AB75C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E5EBF-54CE-46F5-8274-0247569C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60657-DD84-4885-822C-DA23C4D8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6AE88-FA62-4DB7-8DB4-F53C5C1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9C6CE-5A55-4373-82A9-AD4AE577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42BE9-935F-47F3-A6ED-CC2BC080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D2F28-64F2-4F1D-B7A2-808292C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FB67F-ED8D-4118-B21E-770962C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68AD2-03E5-4A18-92DE-FC57740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77B20-7819-4372-9BA7-74438A3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3D3A2-11AE-4130-AA23-8BF96E7A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E06F0-D429-4141-B4ED-2F420A76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BDC93-6706-42BD-A6CE-C10311AF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63C73-BF38-44F3-94BC-0CD7AD6E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1720152300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0E70E-8DA7-4FD4-8356-F202B84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Model on My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FC616-0E40-4C57-BFBE-3B9AEFC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5C6FF-B867-4958-ACC5-11139790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67289-6E44-459D-8976-AB8EC524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4D395-85AB-443D-89D9-BB8F0E11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122CC-2ED5-41D4-91F4-76A34524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0BBB3-54A6-4AFE-93F1-9174CCB9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4BD69-E00C-4530-B119-AC6A9F9E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49EA4-0C5F-4B16-B959-ED3EE57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9F44F-6200-468A-89D0-B9ADBBF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F4A52-78FB-41F6-9398-3C0C276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9EA0E-90FE-4CEB-999B-73523302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31ADA-8882-4FCD-A8E5-F7A57C1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실습과 데이터 통제에 유리하지만 설치·메모리·속도 제약이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DF624-FC93-4AED-846E-3D959A17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75AC7-0EC3-45C8-9DCC-6BD77CE6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0F0FD-0BAB-4D5B-B62F-ABDAB3F1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0535E-D8FD-4074-87C3-B2A6D34D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03C04-B44F-4F10-B89F-ACB9506B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663815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47A6F-AAEC-47EB-BC0D-B1987EDC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Model Access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9271B-B30D-451D-BF96-45796321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3994E-87DB-4F63-B292-9B36B682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6BA8D-ED85-4FAE-AE2A-F34C6DDD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966AC-FF64-433B-B04B-86934370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9C3F-76EA-49A2-A15B-5AEFC97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CD4A2-97A8-45A2-9445-8F92521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681AA-03C3-4549-BB9A-A72C741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29245-FA07-4F0B-AE2B-59A203F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EBB01-6A94-4397-BF9E-9462F657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E0166-BCFC-4C5C-A698-5FE25EF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56E21-998C-49E0-ADD7-D2540AD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759BC-AC1E-4E6F-BA8A-31485D4B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Provider마다 URL·인증·응답 형식이 달라 코드 결합을 줄여야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A5BB2-402B-49D0-BAE5-9179E815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C7DDC-86A0-4718-9B1D-DBC76536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35B6C-C6A3-45AF-8AF9-4EC66C9F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F337F-C0FA-4E6C-A150-8E632A01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4938E-A12C-447F-8FD9-1408E1B2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5579684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6E137-8B0F-4D59-876F-8F108DD4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Common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1AB81-57F9-486C-8E74-58DC6DD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DE051-EB02-4B7C-B7EA-EBCD59D3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7EB75-E0B3-49CC-ADC5-F9A7405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5BF8C-0128-49CF-9730-4E1DB7AA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FC877-4EF2-4361-9071-81CD682D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2F2C5-27B2-4302-961E-F9FCB42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A6BB8-EBBE-488B-893E-63F95C2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79886-6008-449F-964E-DD6933C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0D377-7D26-4CF7-A7EC-CF16373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F9E6B-337A-43C5-B12B-E72C9F7B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6ED37-93A2-490A-8F45-793B077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D6B33-D48A-424A-B6E2-B6179D6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교체해도 나머지 Workflow를 바꾸지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DE7B8-C469-494A-B814-C642CBFF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7B1D8-2F56-4379-87D8-9B20E02A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36869-C77B-4F83-BEBE-E8E9D3E7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06B8E-1A8C-4CAB-9893-A2BCAC50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BC76D-AB23-4E96-BE1F-93835E19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78742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021DC-CA8E-4941-8D8E-8FF41346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Alternative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2F823-D486-475A-B69C-2BDC8412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DB1BB-E283-4F70-AF59-84042EC8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852A8-C481-49FD-86F8-AC55AB2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6FA33-2945-4BEA-B3ED-CED0C89B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73CD6-BBF7-4C30-828B-8669AD64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DE90A-5B71-4D4E-A87A-C5DB918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06EEC-1F7F-403F-A156-BBA0F8C3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E9842-9092-4E79-9CBB-D0DD798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D5ACE-66E0-49EB-88C7-368EA1A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B2950-2314-4EEE-BABE-37FFC599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737C0-22DD-48F4-9D51-BA5EFEF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A9DA5-DA9A-4562-89EC-88D439F8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설치와 네트워크 문제 때문에 전체 실습이 멈추지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B8668-953B-47BD-AD48-D96F4BC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8F03A-1707-47D1-95B9-CC843F7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B5B16-F63E-40E6-9C27-733AE3F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CDBB6-50BD-44EE-A8BE-1A329DCE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EC416-015F-40F4-8F4C-43AD3CCB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4233576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16352-39E2-40BB-ADBA-AAC9A0F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FCEF2-679D-40C3-BC07-E723A1BB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20DA-63B4-4546-8124-C589B79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4E532-809F-4B8A-9E08-C615442E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94670-714B-4621-B379-0A48468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64A88-D768-4B9F-8DE8-EFEE6D6C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AB485-AB3E-4A4C-957E-DE7BDA6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375D3-C696-4873-99F5-F007D77C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ac6b65566477c">
            <a:extLst>
              <a:ext uri="{96DAC541-7B7A-43D3-8B79-37D633B846F1}">
                <asvg:svgBlip xmlns:asvg="http://schemas.microsoft.com/office/drawing/2016/SVG/main" r:embed="R338d8cf77a6d46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73C01-D0C1-46C4-AFC7-A2B9F8AA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F4EC7-B209-43D7-BAE4-07755B2B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5F08F-32CB-408B-8077-C0456A3E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11CFF-E954-4F36-AE8F-9968D8A0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0946F-72BC-480A-AB82-E48CA2B4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B9F3B-2DEE-444C-85AB-440E859B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A3970-F444-4148-A11D-B4D69E14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C043F-FD26-41A9-ADDF-C45E4146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323130017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3B84-5CB9-4EBC-BE53-799297DE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92E48-78A2-4D72-8FCD-A202CD5C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C132-685F-4BA6-8CC5-03433D8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90B4E-E2B7-4B49-9370-D70EE036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2D544-7D72-4B0A-8763-82F7F82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D80B6-9995-4EDD-837D-A0284CA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B87B9-2A36-48EB-A49B-4CEFDEAF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E5454-B6A3-4597-ACB5-1AB07C51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2FA03-AA31-4E35-AC13-AC95E157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F064F-9559-4091-835A-0B89C14D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946ED-872F-45E8-A822-E21F2E93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C328E-6F56-4185-B617-B5A7380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9FE12-06E0-4E17-9934-1EA608BC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29024449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CE495-FEFC-4D08-A841-AE28F0B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0468F-8FBD-46D9-A6A0-F1BD730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49A7F-D95E-4B1D-BFE7-604CF0F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11FDC-7F03-4CE8-A558-040A4CA0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E4C28-0DAB-469D-91FA-E84818D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FD78E-AF6C-4555-8C48-FE361F50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1B0D8-39C0-49BB-950F-2318506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6F909-E98A-4D43-A51A-B1C519C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FBFEF-BCD7-4731-953A-1A43818B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750C5-92AC-4417-AF87-B13C26B8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8F35D-0A80-409E-B6E9-6337D73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CF683-41A5-4DB3-A55B-C9866ACC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02871-7409-4208-B60E-AC4FA05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A9B5D-B828-4111-80E0-6E02A52A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1033181310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29DD1-43BE-4D09-895C-B7FE833C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6F9AD-C231-443A-8BFB-A5C38477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AF031-7648-4D8C-8D19-D948167A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87FD4-22BE-4F60-BC7A-CC40AE56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DD68E-4BB5-4E6A-B62A-CD9D2B1D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85742-EC59-47B2-AFA6-5306FF1C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F38F9-D727-41A8-9C44-4C59488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2DF59-2ADF-40D2-9554-E0EBB51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57924-AAE7-40AB-B710-62818A1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09BDA-8915-4B65-9DAC-0DEBEC5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43872-5928-4F28-B72E-96D5C39C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172CD-BBD0-4D36-AE7C-7823580E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CB6A5-C298-4CF5-AD14-CD451A2E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9690C-8D34-428E-B852-E6DC5DF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BD56E-9BA7-4F2E-974F-64A8581B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764827906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050D5-92EB-4EE9-A8C7-EE6B1F03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496BE-024B-44EC-A012-51CFE13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C90B7-A7C5-44BC-B634-6F0F0E00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60EFE-8727-45F1-B2F2-E7B7A2B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A7CEE-ABB2-4A4D-8ED2-CC334AA9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55F2E-23F7-4419-8704-D13795D1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34B05-19BF-4E8D-B63C-FD9A62DC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D9A17-32D4-467C-BB86-57238EB5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EC57C-588D-436D-9F8F-B655B88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B9194-42EB-40E4-A202-830E6761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B5FD-0DF4-4005-B1D6-2ACC1665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28CAB-C44D-4513-81F7-F56F45B2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AA8E6-A048-464F-A968-04306F03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6AFBC-6B2B-46B5-9C82-7C35DA6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918414157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87226-563D-4B61-85AF-24E7331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BE7E8-5D6B-431B-93F8-DDEA5063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91D39-4D89-4BED-B519-2010275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7FCA6-7DC6-42B9-85C8-E3B081A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98F5E-AB81-4988-A984-6A884BB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2C752-C2B1-4D07-8287-68FFB613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95E09-8BD7-4BF6-A34A-418BDCE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2FFCF-3FEA-4F22-9F76-8FFEF6F5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7AB10-1531-42AA-8C22-3699F4A3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27541-0E2A-40C9-BE0B-E08D20E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7AA4B-10AD-4668-AD30-FBAEE510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DC489-7162-489F-9BD8-8DAC665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4B288-A575-4A25-B2C8-17F74F1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631347955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DBE21-D85A-4639-A2AA-B274891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C30E4-C835-4409-8857-091D426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8B4C0-9E48-47DA-8962-73F4DBB9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2F789-CCCD-4519-A1BE-F881E48E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10F65-F083-4EAA-88C1-AF7E3CFC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C4BB4-6037-4A0A-9A4F-77CD5CF2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FD1E1-E135-4EA7-8E07-7B925AFE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0B59A-34C6-4010-89D7-6965C7A1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9C080-20A2-4F74-9E65-95A8AFD6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00C9A-15A9-4905-AC80-EA6538C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DA40D-3D68-44A1-856D-23C4DE8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0F0FB-3D68-4AB3-97B2-BCAF8DBE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9A827-F283-48E5-8AF1-5CAC3922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5A666-11F1-4A07-8226-C1A4901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DB110-8377-4E1C-9F84-974E5398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859CA-3300-4B4A-B23D-EC0C4A16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4A9C4-C11A-43F1-B758-41A9315C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344A3-0A96-4B14-A4CA-DBD11C8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495681939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0D3AE-0139-4529-A472-FC86AAE2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97183-9B36-4EFE-B40A-CE42F0A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2B15E-9DE1-49D8-816A-E4B5CA95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F8476-DB11-4C79-9E14-BC877D84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35109-C1BE-40C2-A46C-E6D6BF55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768EE-76C0-427D-8326-199AD57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C752A-B3CC-45F7-829D-0100F5E6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9CE0B-E555-4538-93A7-7F328D3D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EE9CD-BEAD-4D1E-82DE-0121D028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F20E4-3CEE-4DFC-8523-A4F4F2D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7F278-400A-4C89-9591-002F819D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2A52C-540E-4863-9BC4-C0411454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D4587-6715-4CA7-A5CF-B3A6BF6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29A6B-5D8C-4C60-9A10-FAF1AC5A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2AD39-14B6-475C-A384-D71577AE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BD7B1-62D8-4FAC-A2EB-E706D105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F1820-20BA-437B-891E-C0AF92E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AEB9C-D611-4BEE-B698-3C85AFB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CA229-25A8-4701-ABF5-BBCF9ED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5EA39-8C94-465D-BC2E-5F5A4E76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75DA2-C7C9-4C08-A1D4-1ED8B28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7EB4A-CD66-49E2-9110-9BC0E599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101702389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F1D80-2693-4A69-BBA4-0E05B88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E0D1E-0ABE-4F11-AADE-7E34809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71139-2DAB-47F8-9D0B-357856B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9063F-BA31-4884-93D7-82DB040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C8BD2-3013-40C5-BD3A-5E3DB53D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C312F-63FC-42AA-A0FE-7213C9D8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C7C5D-9787-4BD5-B8F6-69D6291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259EB-32BF-4943-8E9F-4C8BE7F9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748F2-C3AD-4301-AD75-43F1DAC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BB465-A5C7-4E42-ACCB-75391898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FECC7-5DE4-45C1-B3E3-54426487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429D7-8BBD-4979-B007-69F34464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19E01-036C-4110-8E46-A138663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255C2-7BCE-4A35-9A8E-F36D03F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C21C5-7941-40A9-83D1-C7DFF11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2E123-A113-40E9-A428-4DEFA37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182A9-AD5A-44D8-AF48-C3FDB2B2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8BBE8-3237-4029-B2F1-9C78734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99A45-FEA9-445E-8D4A-E71DBF5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C998A-66A5-4451-BE36-2A2CD936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A106B-E77E-420D-B29E-F5565455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CF2F3-433F-47F1-85E3-725D38D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573000051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2CE24-BF0F-4053-A651-E859D35C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3FF03-042F-467D-94BD-2F4B22E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4EF05-B286-4C74-B9DC-DA4F3441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556A5-0DD6-4719-A8FA-95452163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D3E95-4626-4041-9C05-D6FEE73D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B8760-DCD6-4E30-9A82-A81F22A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6A6D-44FA-4587-B851-00CDD609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6D68-9E2F-454D-A5DC-4E542F2F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5EDC0-D43F-46B1-92F2-7B7EDA09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CB6A0-D857-4A26-A4E7-583A509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5AB08-BEF5-4971-BC28-62AD7EC8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22973-1E5B-469B-A992-1F3812D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CA5B8-1DCA-4D9E-9906-42DDA79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AB91F-DF93-4F2F-AC95-24F99EA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1B8E0-23C4-44AE-AD6E-29F4399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C0054-91B1-4FCB-8528-E863ECC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10DE-ECF7-4985-B695-44D6F581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79EE7-5DD9-4D57-9201-8E4E439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ABF88-2656-4FA7-98AB-3431811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81304-F488-4660-9802-3A87E89B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DC4BF-7840-4562-9225-E41467EF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978F5-23B7-4399-A26A-1A880A6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765472786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C1827-DC1C-4D9E-9BD5-4327DE30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3F717-DB94-480C-B74D-45CE4BC4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907C2-9C28-4057-BCE4-76D5121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788B1-32F1-4344-8C71-E299A83E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E8B5F-FC84-4A1D-B58D-F449122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5652D-E1E7-478C-8309-34A819C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FB885-4537-4EBD-ABA7-114C01D0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6F9A6-DEDB-4B9D-935A-13589D22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C72C6-BA6A-497B-AA3E-267A7321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35A9A-7404-49CB-AEBE-62EAD106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59146-D485-46A7-8C34-C82D0173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46048-0C9F-4648-80E2-1FC1351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208C5-A39B-4B20-BC31-6273F66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00734-4BDE-4F8E-97BF-D06147E0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4C1F0-0B42-462E-8AAF-6195081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A635C-5336-47EA-AEF3-8B3DC39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DC4EE-4356-49B0-90D5-AB288E6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B689F-0302-4609-B619-1212E9A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B1A56-3E7C-402D-BE0E-FA499F1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60C10-A206-44C7-B9B5-29185BA5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F0AAC-E4B0-4091-BD73-C86870DA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656D2-1FE0-4440-BF9F-7871003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724169425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78C6F-945C-45EA-BE67-E07F2554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1B852-8FF0-4913-BB39-28A698EA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6C5DA-7F27-4C91-ADF8-CA4B2E42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01853-8065-4E7B-9911-EF15FB8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0364F-E868-4672-8475-75E8465F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42A3-9560-424B-A294-D233B15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158D6-0603-4897-A934-6D909059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797D7-7477-471F-8008-9096939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2AF87-5280-4936-B4E4-4DDBF388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B4BE4-6999-4554-940C-5CAB51E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C9343-5414-4774-AE0A-25EFD0B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BCBDB-789A-4D14-BD57-6CDA7218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84B2D-809F-4BCC-A782-3D4B53C6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874B3-7423-462D-A033-60AE753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99C51-7888-41A2-B3A7-5CE150C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4D206-8664-4735-B159-24DEA72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B7268-A5C0-4716-AE90-1E5E11D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A1D75-946E-4A51-851A-656A7FC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073AC-09BB-49EB-B3B6-E43EEFED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82B9D-3C11-4FD7-81C4-BD31413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87025-9547-42A6-9C47-2E9DDAD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36B64-66B3-4CA2-8277-EA020D4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82720671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17D1EF-B8BC-4792-B120-8C339767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F0FFF-0E04-46F0-90E1-3A35CB2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FCB6-E046-4A4D-B7EE-A7469C9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34900-00AE-4C97-9F25-EF3889A8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8A059-297D-4C46-9D70-741543D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1F8E1-C664-4E43-92B6-EFB6A388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78388-A2FB-4CBD-B2B9-AD4FAC29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BC8D3-BD76-4617-9916-DC3EE10F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FB921-9CBC-4E2D-A05F-50D15BF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23E5D-D40A-4325-B872-D4591971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OS별 local runner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DB938-82E1-40F7-9EF5-15BE129C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localhost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EB112-4FBE-4D3E-A074-33C1677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1B747-C4AD-4F6B-8F6A-6BE80E3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E29B9-9F43-4285-86C2-9E4F3AF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0A32F-DCD5-4E79-8FE7-A87569C5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model tag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3D18D-D580-46D9-AFA5-F37B11DE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메모리·용량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62003-EDD8-4475-BA3D-BA2666F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9C985-D60E-4151-85CF-F017771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C230D-0906-4485-8943-E8724C4D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09516-C6B4-49CE-A177-0C281594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GUI에서 API server 시작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37819-2F1C-4167-BAD6-5712FDD0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78BCC-E25D-49E8-9F9B-3D68F512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38F30-7DD8-4FD3-9D46-9B307B46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1C5CB-3A0D-472F-970B-72AD59E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68635-D0B5-4A7B-9FA2-DA85BAF5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desktop server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B0975-91D0-4E37-B698-0513328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같은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2ABC8-BFD4-47E1-BA33-87CD87AE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5455967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74CF6-A169-4417-9846-CEEDA8AA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9F4BD-9BCE-4C59-8F6A-59D12CA6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BD1A-5D98-463E-AF5C-CB76703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3B34A-E2B7-4105-9AFF-2DF2FFA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6CCCF-1AF7-4536-9E8F-77A94D3E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ACE68-4256-4D54-B113-5227DC3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2F17A-E2BC-4C62-8EEE-CCE9302E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56D4C-16AC-4A6D-8A5F-AF54A5C8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333CD-56C6-462A-9068-83FA7E69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F0AF3-42A3-4CA7-9B2A-281D8E25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FDCCF-DD3E-4EF1-BCDE-0F8F3738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4E7B7-6450-4734-AFAD-5B96F426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C62D8-3CF6-4743-B6FC-5BC0382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F91DE-FFFF-49A6-BAD2-62E7901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4D771-7432-4B53-91D0-76685A31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80D45-5E71-4DDF-B82D-409AFDA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07d065881496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436B7-F861-49C6-A309-DD54C858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769175474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1C651-B21E-41D3-85EE-F7FC6B27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89C59-BD98-4830-A3B1-4AE8BD45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A83AF-4F0A-4170-B395-6D4ABAD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83C7A-CFB9-4687-9065-B171F607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A5368-16BB-4CE7-8153-0436BDF9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DE363-C117-4134-ADF5-36DC784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29FDE-7876-4CBA-B175-72C5A553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4534D-F3A5-4C48-9E0A-8B4DD93C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C127C-CEDD-4E80-AADE-DA4A4C5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A83AE-3E84-43A6-9D3A-A3FCD39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6C94C-A4AA-4261-8A6C-99DB1348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7C238-B639-49D6-84F8-A57C7F8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CC14E-55FF-4789-AEA6-C214CD5B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220AC-909E-4D7B-9DC1-CD251A3B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BA226-0EE8-4439-95C5-80CF0E18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1D3D3-2B64-4698-9861-1DE817B5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38737eea640e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8CF47-6354-4A96-A1D5-88B22733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1346514668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12501-0118-4280-BA8E-9ABAE647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3CBBA-1D9F-4BDE-8861-E86FE16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3ED22-64AD-4054-A9A1-6EED3E1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D4EA7-0980-41CD-A809-27AED1D6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CEA59-603E-4F44-B43C-A3EC8420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D45A5-BED0-4401-8194-83574DB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14C43-6872-4841-9D2C-0F283118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5D1A8-B1BA-48DE-9693-9B53CD63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E0B12-E869-4860-9BD1-81558465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B0C9A-8CA5-4AA3-8267-BBF0CFCC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C1D3A-8E61-441A-AED9-4ED119C8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02DD6-37AB-4B74-B399-C258B49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18500-F418-4053-A4F6-0A705461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DADFA-02FA-4343-A72B-06826104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4D83D-7CE4-44B3-A8F8-6268395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2C3A8-7093-44AE-AA3C-CB30DB1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ec75903784a9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22E0B-B0E6-4F7B-8AA2-D7608D1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286325482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6B991-F5C4-4252-8168-89E14C21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09870-0E76-4EC7-9B21-74D610BC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4F805-A032-44FF-BD63-47E2D75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1DA24-4E8E-4E59-9454-953BB87F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CCCD0-FC03-44A8-91F1-58CB5E53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B5645-2CCB-4BA9-BA33-9FB5A24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F1C34-4375-4031-B1F1-42F6708E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E015D-6B07-43D4-9A38-528C5FD0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3132D-5A95-40CF-85DF-D71FB3D4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00820-7B6E-4921-8D7D-7A4B6F6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6EB3A-1E87-45F8-9DE2-DE4FA58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D0CD7-6A88-4A32-89CA-9863C347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7E982-CB7C-4E17-A628-D0D663C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66804-00DE-4382-B1FD-CC6856F7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97C0D-F008-4D8F-AE7B-2AEF38B3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49CB0-126D-4152-9843-FAD1FA6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ee6310e2847c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23F22-76BE-4CB1-B9B6-9AA1BA4A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558579579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B5F06-5921-48D2-9BDD-8821FAB6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93B71-6937-4065-9140-FF26E9AF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1BEF4-C97A-40BD-A1CF-CF612D4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A2810-B39C-492B-A8BD-3EA97030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DB06-CBD9-4039-BE78-16A5A16D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EF186-BE11-483E-A3CD-08199F3D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1C719-B2E7-429C-8223-54063C74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0A768-684E-4E0E-A31A-FDE81D65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38910-0FAB-4FEB-B47E-09E730B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B4B1C-8513-4F1F-8B51-8B055E1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5DD34-A7AC-456B-8B3C-7D5CF22A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EFDB3-765A-44A4-B47F-C39887AD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D61EC-A815-4615-B3EB-A7AC14E5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F7CDE-AB31-48E9-B8C4-5C2B593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93F78-8AF1-46CD-A355-4AB6848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1C9BC-4F9D-4746-9AD0-42F50DD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4C62A-7701-4B9F-859B-735F7BCE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7E4B0-249B-4EAB-8CAC-88471BA4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93052229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3C624-2B3C-4CC9-8E42-045242E2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0C813-C7BA-4890-9E2A-96272A2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C9C8E-8D42-48D8-B462-4AFB69C4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AFC5A-5987-4029-9935-AD1EEDC4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3A6E6-B1E8-4283-B1FA-355F68E4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C491E-3904-4940-BC7E-D171B1A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F5AF3-EADE-4508-BEC8-BA6D9671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E5FC3-27C4-49E0-9CE5-1889E3EE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9CE38-5C18-49ED-8619-644C5A3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E4B95-1A26-4EC6-BFB5-62A766F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ACB8A-7E58-45C7-BD4D-F599019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189C4-D2AB-4D0C-851D-3FCF5E9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60E81-B71E-4367-838B-62560F83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773ED-CCF9-424D-A8E8-5A67BBE7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F8738-F0A5-44CC-9261-0FA6712E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01894-CED3-450F-AF4F-6787E17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C9AA7-C2D0-44FC-B967-62B4DF3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A6448-1D0D-492E-97CF-7408D04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2139963858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62D2F-9D4D-4DD7-B5CF-B7FEDC9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0FFF5-CCE0-4382-8170-AF3152B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D5C4-BFE2-4706-B1F7-AF60883F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21A13-416E-4195-92B5-C4589861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49575-B9D8-40C4-9055-BD644556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7B880-79B9-49B5-AE0D-FE061CC8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4FDB5-AE29-4235-8501-402CDE6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E1DC4-8B2B-4E93-98E9-87DBBAE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D0F69-93F8-42B6-8A5D-DEBF15CB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6D446-DDFF-4A0D-AC76-645D4DF9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334A7-76EF-4F8B-9732-3A80C50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6D1C2-4718-40DA-A973-B26BDC17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CEF3E-3B78-4BA6-B1BC-4B3B1F4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C42C-9683-459C-AC9F-F7087809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7ABC3-E875-40F8-9400-6D9638C1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3E7E2-E4C1-4F94-92F3-7594EB22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DEA78-3491-458A-A0D2-664C83DB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EEF35-E1E2-46E6-AC5F-846F3BF1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1426558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6011A-5C26-4527-BD3D-13C0D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18E1F-54B5-4A93-A151-7A17D7FD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1BA90-3458-4989-B64A-261C3295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2D037-0803-4F20-B988-A03D217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8A1AE-6E09-4386-B0B9-F8B6E5CA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41AD5-3797-4C68-9146-11A816C7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83847-9F74-4E91-BAD4-6367A6A8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54476-B53B-49F5-9722-0A11D6AC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BE761-B7B9-42BA-8462-3E7E02E5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167CD-FA2B-4DFE-AFA9-E5E81A9A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3C961-51D8-4DD0-865D-86AEA293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89DC7-731E-4DFA-ACC6-91F33635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57381-DDD0-40DE-9C28-D593003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A8C83-2F4C-4EBD-84B9-6748704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14298-C260-4FA8-BB55-BEEC9A70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9525A-68CC-45FC-89BF-629467A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214AE-8F2F-4966-81B0-30AF7F57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3A673-A432-4922-B2B8-2AB69442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828625650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DED2D-DD6A-480F-9754-89BEBF1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6EE6-F2B6-4234-9829-218CC5DF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F867C-EB9F-4ABF-8C4F-79F327E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36512-6115-45F6-AE32-D8756C0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064F1-F2CC-45BB-BB20-D13F338A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A5C07-7752-4288-90DB-4996584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3B26D-4797-41CE-810D-5C3B6E2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94458-EE1C-417E-9096-2E1B6AB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2E37E-27FF-4649-BCCD-4433BB85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790C9-756D-4E75-A7E8-061ADD3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7220C-CA47-4A62-BF78-1E123EE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39A0D-F1B7-4DD1-ACE1-14555D1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D22F7-7609-4C9D-8953-C57E2C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AEDF5-EC62-4E46-848D-268DEB5A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9215A-C772-4661-A3E7-D34DF6B2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FB313-A583-4694-8ECF-5BCEB4D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BE6F7-609A-40A4-B852-57A09D5F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65146-A28F-45F6-A751-AFF9CD78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913065960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35EE3-432A-40E0-91CC-3691038B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7B758-F746-4535-BFC9-656420D5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6F6D-879A-4074-8894-59FEDB0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28F02-03B5-4924-9882-040C1F2A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A5D92-F429-4411-BF78-45A50FA2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3CA12-1969-4BAC-98DA-0310478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18F5C-974C-4588-907F-E7858D7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6E547-E126-4C25-BE9F-9E82EC5C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1DACB-2C5E-41BF-9BD8-E362303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39E24-2836-45EA-9971-768F3D38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88C75-7C21-4E00-A807-5CBA114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54F82-E18D-4D27-A58A-AA5920A7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53D74-66F6-48EB-8D12-2A8384F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6FB5F-B73F-40C6-A985-4C17D79C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EF00D-9050-44F9-8FCC-0005C03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81BDE-5724-4898-AC34-24C5821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28BF5-3B65-40D2-931F-14E67B3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1ACA8-E1E7-4507-B0E7-D072EBD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3E91D-6E0B-4F9F-9CF1-25CC8B8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3F29E-C53B-43DD-B53D-9A8DE1FA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1663E-5A8C-45E7-A6E4-B1F73AF4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C609D-8AB0-4AE0-ADBD-DF33234B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9BD65-9D92-4FCF-91CF-EC1C204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62A68-81F0-4FD8-BA3E-0D6FAC6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497375933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88D29-4499-439D-B4DC-B8240F2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2D105-F1B1-44B1-9204-D1F03668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B04A9-A71B-472A-8C96-3CABDC6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7D2E8-4B77-4C08-BCFE-A4CF6FD1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9390D-CB29-425C-99B4-26FF0E2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53E57-A36E-4318-8805-6AEC2F32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B69D1-5F3B-4527-ADF7-A871A2EA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2B6F6-10F3-4C9D-A3ED-81DDC18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2947D-DC80-42F5-A10F-8CF89DB3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88F85-6B45-4D57-9E0B-B177F4A2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72D28-26ED-45EC-AB6C-098CBE9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8E399-3AB9-44D4-97E9-5DFA375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9D246-0F67-4AD0-BF4F-31852B4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47256-8EFA-4EB6-9C73-FD624330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3609A-940A-4531-A56B-96636533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A9AE9-CB15-4326-9214-7513155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6CFD7-2911-4331-8E52-20254F8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60C00-3E5F-4A5B-90DC-F67C0BB4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958CC-100E-44BC-9DF6-B1C26140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9E5DD-A5AF-4C53-BCFC-F4C12013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D56EE-2730-4C4B-9884-E45AC6F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A59D4-2228-44B4-9A33-755618F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4EFC2-9CD6-47DE-AF66-615594F7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B8749-3BEC-45B1-824F-9088E6F2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248676290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45ED6-E318-4D4C-8FFC-F84D6E6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03141-CE2C-456A-8337-5EF9E82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FF971-F05E-4DB3-99A5-73C9CE83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2E22E-46CA-4388-90F9-A04DECA6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060BB-D830-4643-B1C5-600B074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40ED5-3A6F-460A-8599-9A9EC9A8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48D14-0480-4814-A111-3A1B8D3C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A31C1-D8D9-4EF3-A9AA-4D8C48D6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22836-42B8-4E67-9D6B-93EA13B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3A281-AF89-43F2-82A5-5AE0BAD1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7BFF7-8DC3-4C38-A23E-A4008E9D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800C2-9156-47E8-866C-E2B3807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4EEE0-183C-47D1-AC27-1BA902B5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45E04-0042-4AF9-A9C0-1B3D1C3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A53BE-ADC2-43E1-8E4A-03C0653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E4495-02EA-4A84-A987-7180E70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E2519-ECC5-42AD-810C-3C3DD90B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CDE2E-6602-43E3-9561-B70C0CE4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3AB96-B0B5-4ABC-94E8-DDB0AB4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AA6E3-93A7-4B9C-99F4-D1BFD276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66CE5-6305-4094-8755-1A2CC2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A36A1-35F7-4625-B281-EBBFB9AF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0F902-FC57-4595-A7D5-A2F136A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BE80D-4DAB-4D34-975D-4800E97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1082239399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7125D-19CB-4637-9DD3-4D7ABB1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60306-36F4-445D-9003-4BB5C04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C0CFA-6C9D-44F1-8037-2D7573D3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40EF2-32B6-49CB-93D0-31E4C13B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7BFC3-B7E9-4E8F-83BD-A60996C1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EC00E-EA5A-478B-B71B-B8D129AA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DD9E8-4D94-4873-ABC7-E2F53CA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5AEAE-E26E-4628-9A1C-B03642B3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13299-12EC-4B96-A280-6A0A13C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4AD36-3E28-425C-A0AA-09A1215C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C93A8-8247-4CA2-ABDC-B7E76C52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92578-C15E-4A51-B7E7-E1FC552B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6BDDC-DAEA-4E25-8826-02CAC11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E02EF-5200-4BDB-ABB3-C78642E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E91B1-B7FF-4BF4-A67C-8CDEF6AF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181DF-F0E1-490A-AE85-CB2B252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0E724-93BF-43DA-870F-313A0B1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7BD51-DA45-4C72-9140-10A4E0DC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710AA-C05A-4787-AD6D-108B458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50925-3C4A-4CA4-8CD1-4EC0F358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E1491-D6F2-42E4-BDE6-7B8EDD8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288D9-742E-4285-A9CE-47B915E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A6742-AA40-46AB-9337-084F6A5A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91FE98-58D4-495D-9A79-51FE796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892816252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FD776-A300-4D6B-86CF-DED9DA24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0212E-56FB-4D6E-B9E6-57B9E0FE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CFFAC-047B-4229-A654-F084945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86B4F-9D34-40AC-963E-1A8B2DC0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17AAF-3E4C-46FD-AF51-119C065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F9374-968A-4645-8AA5-3CEB62F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76C59-A51A-4086-AC38-D222D277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EE857-9C4E-4D32-B1F7-BF984AA2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92901-1909-4A8C-BA88-38CB102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10FD3-D0E7-4D18-A6EB-D10A080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586B4-4F85-42B8-B4FC-812CE2C3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2FBCC-A425-4FBC-A7FF-1C94C67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780BE-263F-4B1D-9685-49D8E9A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EBA70-906D-4190-958D-15FFC7B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74551-2F78-469D-A715-CCC8C75A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C4452-0053-4B1C-B349-204C1ADE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CD4BB-A11F-4D80-8AD8-B3776C1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02F2E-4842-4335-9C9D-4E61ECED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66E5D-E01C-4290-B12D-1DE749B8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3AC0B-322A-4109-9C56-0A6DCD4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D7A99-38FA-4208-A02E-A394089E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C50F7-F7A8-4070-BCED-3B4EEEAB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100E1-80B3-413B-B03F-2677208C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9FE09-8083-4872-B8BB-901FF98A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DDA60-2627-4187-B6C8-7D3F394C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371331779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E5ED0-E200-4870-8372-73EB8F3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F0C5A-0E54-4883-937F-8F7EDC82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16D9F-6BAA-4049-A082-9289A10A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8DB2A-B489-46AE-8DAA-44ECD78C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80511-3214-452F-8BD7-2B6FC031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B815-F8C5-4341-9BB3-CC4C6941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2732F-584E-4384-A607-EF4F11AB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6BE37-1884-436B-8C26-35719913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A9A94-DCC1-48D0-91AF-B94E59B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47B5B-50C7-4537-AC4E-09EE7D0F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A2086-C6A9-427B-B0C0-D867F86D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427CD-F089-4914-9CA1-78729B1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9E174-20B8-4E49-A96C-3AC967E7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68B7C-A195-4291-8A81-056DE690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DFF63-7886-4554-98CC-425458E7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6EFF0-50E6-4B6F-B2D7-37BE38D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CD321-7809-4B73-99FE-F558CF04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462A5-0419-4CF5-B1E1-F762A9D8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4A9B5-9204-4388-8419-4726A154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45E3E-62A0-4C52-8A28-0AA5AB6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CD8AD-107D-456E-83D4-25E9F388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46D0D-9386-4C2D-AF16-3B148869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B6AD6-4A79-46EA-9B56-320C02F6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62DF0-689D-4806-AD4B-51580136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E77B3-F71D-4CA2-8D87-F6FD283A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1592539646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DA2A0-D965-4C90-987E-4137D369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59920-DFD8-43A9-A85C-478B369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DD396-D78B-4765-B6AC-8D004CC1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D7000-59E5-4107-A460-4A9C540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1CD84-F171-4216-98AF-13CE7410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81FCA-2228-41CB-B7EB-E47AB3C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FF2F4-7E20-4A53-8678-6FEF56DA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93C95-8298-4929-B06E-FB50A5F0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6EC69-F3A5-478E-B2F9-64ED349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81C9A-50BF-4AE4-9123-334320C7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0F012-2DFA-4AD7-93AC-5FA83D3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AB262-D1AF-427A-89CB-A433A337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41EA2-3741-4A74-8826-BB8676E8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96DEE-D9B6-4DE5-8B13-207EEAF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823C1-0FB9-41E5-9DA9-3DE6149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9EC47-B47D-4A3A-9264-0E6D4EBD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EE965-B22F-4ABE-B1A0-D528482F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E1395-554B-43AF-B6A2-9EB8C25C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DA60D-0CAA-424F-9AE5-D40D52A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3705D-0693-4486-91E0-EA911E9A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DAF9C-7D48-4589-905D-878894B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3A4BB-C82A-4D76-8039-812F88CE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E0ADE-66C0-45ED-9BC8-C0A773B7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1355B-E754-49EF-B98A-7C3C870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032CF-04C1-4E77-B536-0FD6CAE2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409359285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3B4A8-F577-43B2-94D2-5994C6B8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973C5-F609-41BB-8F90-D15C1702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D7A04-41FE-46DC-B6E4-1B9146E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46727-393E-4CD9-81BC-ABE2D33C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D34C2-2C5A-4DD0-8A49-BEEBF351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488C4-5DAA-46E6-8EA3-2B16A5BC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A3E34-2D1C-4C1C-A91D-FD1C875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E0E1B-79A2-40F0-BD7C-5B54E7F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A7223-9F51-47A8-9BF6-6337AD62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91F80-1F5E-4C43-A08B-87742CA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A6582-F82C-43A5-912C-BBA8901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B23DB-10EC-4DF2-8877-429B424B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C5ECA-4A6C-4E21-84F0-0FCCA2B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DC896-63B5-4321-BE3D-BD892ABD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2BF14-A13C-4495-A2C1-99D6807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BBB90-BD70-46E2-8A40-9062CC9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84D18-3F05-4DFC-9E07-606357E7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720CA-5BE6-4896-BAD7-9D26A37C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34251-EFDF-411A-92E8-112F3D2D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88524-EB48-40CA-B82E-3063A37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A12D8-93E5-45E6-8E4D-D2B9CF06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D67CD-D68B-4FBF-849E-CE14C863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500A4-A5D1-40FA-B8EC-06D92775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B257C-F71A-439A-BFFE-1B7BF210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25B17-F6C3-4AFD-A49E-A715C6D1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777678277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7419B-730E-42A5-92B1-609A03B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BE909-6CC3-4261-B2B6-141441E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BAA77-826C-4187-AF88-9A07A1C7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00ED-1744-45B9-99BA-364D162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62DC8-2D73-4286-AC38-C5CB53E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6ADD2-89F1-465D-93A0-EBD3D25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AEA55-C941-487C-9E1F-473642B1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97001-E39A-4F4F-86F3-EB700E13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6D43E-F040-4149-9DAD-9CC4AC7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16BF6-28FC-4673-B8EB-562A3AC5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6CCFE-A0FE-4674-A2C2-274E61B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E8A90-C3A1-449E-9964-20F38CC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3F45D-CB1A-442C-B974-407B960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4AC24-0188-4F19-BE89-FB105E7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E53E8-688A-4FA2-AF58-E704B6B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7E82E-776F-4C0C-BD0B-75256CDE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2074984331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57754-26B1-4A39-BB89-219B4E1F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5A05F-2D7F-4A38-BC23-7AF89DC5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AE567-B958-4517-988D-8B09D46D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LangGraph는 중단과 재시작을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BF6D3-6397-418F-8D8C-F58503F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84545-3815-4774-AD56-0E0AA3A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B7258-3972-4697-AF8A-DDA654A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Graph의 가치는 멋진 그림이 아니라 중단·승인·재개를 같은 상태로 설명하는 데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733DD-8D96-4693-9967-A38BDBF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FD6A4-3DF6-431B-B4AD-23598C8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733631859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6EDEA-0BF0-40A1-BBC3-C40D202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08FBA-F9C5-4AEE-9237-335F4F6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EC5C9-B2A9-491B-906C-EB04B935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FFE02-C5DD-44F2-B761-382CD775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2BD26-A0B3-4717-862C-D95D0A7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B7867-9559-4342-8383-7DC4A803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310F8-6873-4D6C-99B2-8F5036C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9C3A2-4C9E-456F-B028-9221B8EB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0F219-D44F-4F12-B362-6AACC422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3C10C-FB72-4CE7-AB8C-F90B10F5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99C80-4ADD-4CC6-9597-AC2D6401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B0008-1213-458B-9BC0-FD14299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A8E70-11CF-4824-AAE3-CE20676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51C9C-850F-4310-92F9-43707627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27967-4156-42DF-96A2-4184B863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8B8BC-EFCA-4838-B7FB-C3C62BF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6C0C9-7139-4AC1-B8C5-F1138A40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8D2B0-55B4-40DB-9C57-852E3FC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2B3C7-97AB-40F0-9B38-DB59EC78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EE2BB-9275-492C-BDFF-42D44D8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FC698-D25A-4DDF-BCCA-4C8345A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CAEEA-5974-4FE4-A98A-1D936428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1021896921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62759-A63D-4D73-8DD9-FD062CFF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Workflow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F0A8F-2158-40F3-9F32-CC43F030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7F3D5-ABEA-4769-A296-4249E0CD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9F595-235F-4C9C-BB8B-08E57E98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872DC-6B54-463E-9048-3DEF819B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0F702-BC01-40A2-8901-C743660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714D1-53F1-482C-A5D3-65A3118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AB982-84B9-49DB-A874-5DA0F93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1EB5B-607D-400B-922E-B5B8DA7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CBBA2-1F56-46D1-859C-DED54B47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731D7-17C6-4BF7-B3FB-5568D4A4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3688D-944F-4685-8604-B6927149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BCA18-FD75-45E4-9E8A-DD149BAC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전체를 저장하는 대신 다음 단계에 필요한 값만 명시적으로 전달한다.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3A82E-AB1F-4FC5-A6AE-2DE9AFD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26122-FDB8-4437-980E-3EE8ACC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4CBD9-3F95-4094-8805-76D17DBC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86980-ED17-42BC-AB4F-AC9A6988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44FE6-67C6-4503-B397-AF3B20D4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023469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DEB61-F115-4576-A5CF-BDB025E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Step /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B5089-D4D8-4024-A6A8-36B0F25A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5486A-3068-499C-B2F7-3D33F7E9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47901-BEB0-4933-A86A-55FA7B50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D31C-7A1A-4ADC-89D0-2E216669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9D56A-B52B-40F6-9C2A-1359D9B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980BE-A3C3-490C-9056-A148035E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386EB-2DD2-4317-837B-FDF7FD2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A9992-A6AB-4976-84EC-0E095EF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81472-3008-4488-A99B-2AA441E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75CFD-32C0-4932-9189-DC730FD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0247C-153C-4AE1-AF1A-6E1ECAC9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EE656-0DD0-4699-8827-3967574D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복잡한 업무를 작은 단계와 명시적인 분기로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D9806-1AC6-4BB1-8122-C8869E6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F8968-086A-489D-81EA-76364BBA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F38B7-A9B3-4097-9C9A-A14777DD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58BDB-9B58-4433-82E7-8D8A8008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636DD-7DA3-4986-88C6-DD214391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1781681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F0E65-F357-445D-9E69-397F6640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Saved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B2BF3-876B-45EB-BFCE-D5E79C30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00CAA-2481-4CD0-AF2E-52F826B5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428CD-8EC3-4060-8B9B-D6393140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FD130-E18F-46AC-8CB6-DBA2912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2B9FD-C359-4481-ABFA-33B43BE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741F4-7799-4B69-A3A3-6F875F1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05A26-C748-4B89-8D6E-49A35FB7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BD0D4-501D-4E35-A349-9FFF1D2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B1AF2-6937-4750-9436-DA6C023B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2F625-B3D2-4676-9862-E5B12E53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808AC-00B9-4418-9ADF-34D89C0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A0F0-4A33-474B-B5B7-B6E3AC0D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작업·사람 승인·오류 복구를 처음부터 다시 하지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0115D-E0CE-4702-AB0D-D8145639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5598-114A-4D63-8146-F489AFAD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E7150-DC3D-4655-BA8C-1998878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90170-F276-4179-AB0C-20B28A02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5DAD7-4C4E-41AA-852C-A8BAD131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376461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538E5-A560-4C75-8F39-76D53587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Human in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4002-45B0-4A27-A0C2-7B7F1C6F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8959-3C2D-4306-9556-916D1CB4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099CB-F7DB-43CA-BCA2-D7D91571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DFC1A-5B9A-4B3C-AB96-4C7B841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D9521-2542-4763-A5E7-E634B2ED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CE8D2-742D-4B61-90CD-52568C2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EAD90-9178-43CA-9769-7C622FFE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9B974-2E67-4335-8969-AA4DEB7B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C8FF5-49CB-4AB2-AC9B-7ECE638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7584-ADDF-4890-980F-BA2C9AFF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32E98-F6E6-4725-A31E-DD3A43A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4C514-AE3C-4CB3-9FC6-2ECC961E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불확실성과 조직 책임을 사람의 판단으로 연결한다.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1576E-6671-46EA-92E2-4AAA54E2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8E8BB-8126-4044-A637-B175C02A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E5B1F-0A64-4D82-98A6-136BB07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2E6B7-5C98-40FA-A6B7-DF82596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F4996-DB3C-4692-B993-AE40B18A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5844958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5F8C9-EDA1-4866-B23B-94E3D41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60694-15EA-4A21-ADC4-97699F7D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BEBC5-B4A0-403A-987B-AA130F1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3AFF6-4221-48B5-B909-EBDC3A4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658A1-9838-418F-8387-1257B3A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888D1-4DA2-47C9-BADC-0B59092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90901-9A35-4D8B-B4AF-BFE40980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5F5CA-3145-4441-85C7-FC6BA1D6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a541b57554b5d">
            <a:extLst>
              <a:ext uri="{96DAC541-7B7A-43D3-8B79-37D633B846F1}">
                <asvg:svgBlip xmlns:asvg="http://schemas.microsoft.com/office/drawing/2016/SVG/main" r:embed="Rf6bc5a0d77f44f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CAE67-5F68-4AE4-9436-02061C0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B3DF0-18F6-45D8-9F1E-A042E637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8AAB5-0887-47CE-B567-A514B4AF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57733-CDB1-4228-B739-B6424B2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762B2-A3D2-4F32-BF90-E50EAA8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9E85A-51F4-4D8D-9FE9-8EFE80EB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9A6C0-FA9F-45D9-AFAC-5919CD1B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042E0-6E65-45EF-BBFD-7754982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1958894076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36EBF-C51B-4709-ACC3-ACC5609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0F62A-5C22-4806-913C-A6A1A872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ADC07-8280-4DD9-BAE0-B0CC0AD3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23D8-2FD8-4319-A3AB-5225F47C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1A0BF-1BFF-4E99-B98D-D11AD95C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3EAF-3939-4199-BF0A-0F52325A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9CD1C-9627-4E58-ACA3-66FC131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DBA9C-1A31-4EFB-83DC-861E990A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6149C-9C36-467B-952B-2A77C22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5C490-5BAF-4908-A7A4-DB4CF226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B9142-E1A7-4E9A-B263-ED9DA7F0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8B41A-B97A-49EF-8E8D-F2D97E0C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46068-0AF6-4D15-A86E-45BBA1A0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5FC3D-0D44-4795-98BA-84EFE91A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70D99-9B05-4C61-A60C-3598298F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317587882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83DC4-2FA9-4965-8CBB-7DCD8F7A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4FD68-27F1-4D43-AE48-7080DE4C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B2F4-2218-493C-A4CB-9DC2DC4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9DEC9-9A3D-4491-BDD4-502F56A0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97DD5-3194-4EB8-A064-525AC00F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28A10-B55B-4199-A779-2AE02987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2F136-88E3-4709-BBED-0C4E630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D8DDB-5DA9-465F-8D92-AC06937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9BCFA-327B-4118-820E-6A65ABE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933C8-C097-4201-AD20-20729D7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242F2-735D-4AA2-A355-B3F1E5E4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4E26D-EDBA-4262-8602-BBADA0C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46ED2-4B7F-4EFB-B06D-6FABD666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5BA59-E77D-48B9-B7DD-ED788E5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1775628198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FE08A-77D6-4E82-8DEB-7F51615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E3EF0-478E-418D-8E0F-EAC072AA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D8024-4068-4467-A2C6-70B8C3F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AB81D-407A-4724-8D2A-0EBE212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518B0-1CF2-44EA-AEF5-4ED1EF7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57F7-D44C-41D6-AB37-5302C6A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80A91-6460-4AF3-AB05-0752F18A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8E9B4-C9C3-4A8B-B245-E76E39FA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2A914-AC7E-4896-8858-6D79E4F2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A187A-85DC-4B83-BB02-8E164C3B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FF7D0-5844-4935-95AB-ACD69F6C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D2161-D274-4AFD-8FDB-BA7BC158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32867-EFD5-4EDF-B6D7-C9C6628A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78145-5893-4DF3-B441-B94122E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89B44-FE3C-49C1-AA5D-EAE909E1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820167727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C7C2-FA88-49F0-B143-D8A30EDA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REFERENCE · IBM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9D98C-CFC1-46EF-8DE8-42C0CAE6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62D2-5BEB-43B1-BD72-0E44C6EF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CFC7A-6A46-4D72-9930-62746F4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99359-91AF-4BBE-9DD6-5B6F5CAC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17A73-16F1-45CB-BE9D-81EF9D7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7788B-AF7F-4741-AD63-04EF3646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C408F-BA91-480E-A406-8EB56C2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6D88C-D217-4401-B994-FED71081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4202E-AF71-49E8-BC8F-A36C9563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ED835-BA9E-4E10-855C-4D080FAE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C908D-8258-449B-A598-BE85322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c950ab2d84d3c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73748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DD088-186C-471B-AD9F-5CAA16FF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B623A-A5A1-4BC8-A406-6B8E052B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3E894-116A-4836-8937-83B8FF5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F99FE-6995-47AE-B43A-2C9E871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D43E-EB4D-4A29-B82A-53185168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91C64-DC9F-4123-99D5-1D0ECCA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F788-6944-47F8-A274-AE572AE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F80E8-A8A7-4D7E-95AE-8871B5C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DA393-E710-41E3-8FA8-1559D03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08B8-3388-4BAD-B56A-7E8814F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DAB3E-5CB7-4D9D-A1F7-66522425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7D660-8F3D-4861-82D6-DB33283D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2AE6C-F341-4E37-B2B3-4B86207A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BF7C9-7C27-4E0D-9E86-F6E09EE3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CEB7B-CCAA-43A1-9E77-D7137FF2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2128251417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37B8B-64BD-4696-BF98-FB3A6B3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3BB50-7489-4D14-A387-6418B577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C88A3-573C-43D8-9E9A-10D3FD6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E8ECC-41F0-49B4-8020-C50B19A5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FDF07-74DA-462C-A437-49A26CD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06127-52FD-4F74-AFA3-ECA4565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EA542-FA9B-4617-9D09-3ECE83C7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A2397-6BA5-43F8-9616-5BC01D77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3DEC0-D94B-43FC-8461-38562B34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82822-A6D1-4629-9D2B-B887A151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E1517-2224-4645-8F73-52BA8E3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49116-2B34-42FC-AE3D-547AA08C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74295-63E9-4B62-8813-9716B5F4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640B7-2DFE-4016-85CC-0D906CC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F8F20-AB43-48BD-B5BA-49A24C2E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8F46D-F26E-424D-8F9D-0AAFA029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DECE0-8821-4902-8510-0254C031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048F6-5BE6-40F0-BD57-DA0639FD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1096737272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017B4-7907-413E-8604-429E026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78E21-BECC-4309-A46A-4345BFDD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1216-D369-4113-BDB7-5D91D63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E05A6-A92C-4C06-9F0A-8259E30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B54CF-E3A1-48E2-BB68-CD134E8E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F2E1E-4B13-42D5-8AC0-03C057D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1C947-7ECF-4EA6-8F9C-3F3223D5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3AD4-3B6D-4340-9E42-F7AAB41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B4E46-65CE-48C5-80CA-2E4247E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EF973-EF3C-4347-A82C-EEC2A71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BF4FD-64DE-42E9-945C-081AB744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7D0AF-8EC9-45A9-BA9F-C6C927AF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B7688-6454-433A-96C8-BC33153E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48E96-DF10-46B7-86E8-0D9349B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92055-8B98-46A2-8B44-C85BB93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B3D4D-AAE2-4783-8E35-763A289A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AB892-830A-4A57-A20A-1F29919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9F4A8-877B-479D-89DA-FAF367F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68B21-B485-401D-9DEC-5A07E592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6A18C-659D-4186-AD58-2A4DFD5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40B27-8143-4759-A979-8E04C11C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54EFE-9AA8-458D-B680-7DF2C5EB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2029299341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177E5-6171-4B7E-91C9-1A75A782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96E12-599B-46A3-8DBC-C7B8B361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9837E-F880-4E89-AD8E-C0A5F13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1EFA5-6D2D-4FAD-972E-6BAFA6EB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73333-6FAB-4516-9AF0-AB450F4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9B652-A961-4EF3-B73E-5B8FC89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67913-0E62-48EC-A758-9EEB36B8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61D78-79F4-41F2-85C5-B07D13B6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1E4C5-569E-4870-825A-86331924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57C0F-B82A-42E7-B959-0816749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7B7C2-F545-4CC3-890D-7BB52147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31BB8-A013-46DC-A7A8-99F60CD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942B1-017B-4471-870E-44594094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51D65-86AD-45F8-926A-3E74CCEE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44DDF-E1E9-4B3E-9671-7A5F6A13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58040-4918-4DAA-AD3B-D3CA77E0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E1B31-2549-44E5-849B-567AD05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11044-020A-4C3E-84BA-ABD571B0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9C253-CAEE-4267-B78C-C3B482D4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CEB51-496C-4C84-B320-5AFE3440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9FD20-B0F7-40DA-B006-8547B1D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04064-4DF6-4CE6-8FAB-B30DC446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560341704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D4BB1-4C82-4542-923D-570519A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4B537-8B5E-46E3-843E-961F9846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C53BF-85C1-44EF-9641-3CBF9BC7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DED33-707B-4E06-AFDA-E49B2B5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C4DFB-2297-4274-B753-11967B0A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07EF7-9483-4E37-B16B-5E576C6A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6F6BA-3871-4B82-9518-8A7AA26C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7E050-86FD-4CB4-93FD-77D8F82A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EF062-E1AA-4EF0-B5C0-AE04002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D5FD4-9C88-4296-AB02-1E7FF27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3C03-B4E1-4C4C-8351-17A84A5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7A5FA-82F9-42DC-B281-E34DC349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EB0AE-9448-4C94-9743-79338BD9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F7E29-4464-4C9F-A10A-4C7D8E5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A419C-CE54-4708-ACE6-0016EB5F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254D1-AA2D-49A8-89C4-B3B6733D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3428B-B885-4265-A65D-47079BCD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9F41A-91BD-4A7E-A958-D656F1AE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FD319-C77C-42D4-ABA9-53E27D71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4004F-E9D3-4D70-AF30-7442797B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77492-BBFF-4C59-AB93-50778DD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36378-6AA2-4849-99D6-A241B27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40970831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C565C-B03B-4123-9DEF-58F79CF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E373-F3F0-4A06-93C4-241E2400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7880A-A055-4668-8AD9-05AFBC3D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3314-0820-457B-AD2F-DCF0F99E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59CC5-41EB-494A-8D13-776E1EDB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374A6-8CCC-4761-BC91-A3AFC9E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080B9-E07C-4E10-8553-9D0AD511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BD548-7D5C-4B06-AFEB-D3B9CDA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1A467-BCC8-48C8-AE4B-0AF7F0C1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D969D-02D9-45AA-AFB4-4B999B3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B60F2-BAF6-4DC9-ABD6-F7740B85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E9B26-10CC-4397-B46F-39BCA8E7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7A87E-0354-4BCB-8733-4ECAA7E7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DD9C5-8492-4FC6-AB63-F444E7C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67D63-DB94-4B19-914A-53A50210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5D052-83BE-433A-AD6D-1CF3AEC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E6EBF-A5AC-4C64-90E0-BEA9172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E320C-9CDA-45EE-A69A-BF09DE02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17DFC-9E76-43B2-9F21-C38CA9F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4A011-F39B-40F8-AAAD-B916F3F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B2150-8B82-4127-A368-0E783F64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87B41-1471-41F8-8528-508AC2E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779091050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5B447-8193-4FAA-ACD8-0FFAA0B0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A9456-3A65-4BEA-AEEB-3E3BCAD4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588EB-9617-41FF-BBD6-1DD40CFD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0EC9-AA16-4E98-ADD2-7D4B58D6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5AA2A-4367-4530-837A-67A2447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0BEC0-6457-4281-A3D2-41675CB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AE781-FF6B-4B39-B0FB-2D7DED6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33238-4CBB-4213-96A7-AE635557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61212-807C-432D-86FF-9F37CDB5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CF50C-F98A-41AC-BCF8-B2CDCA1A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04202-7F6A-4EAB-B7E2-2151451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2E11F-3801-47C0-99C1-EA2D5210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12A0B-D2D4-4819-8F7E-89E66BA0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5FA65-F4CD-44B8-A272-81F55C7C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1011D-C667-4194-91C3-9EE963A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6E68E-8BA9-4B9D-A51D-25590C4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B408F-3E7E-43D6-A7E3-EB8710FA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CE518-7703-457D-B4F0-6CB4E60C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613D3-96A6-4041-9B92-A7D83D8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01AD6-43F9-4DB7-BF33-FDEFC629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3967D-42AC-4AF0-BBC8-71BE67A4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CD94F-F359-419A-83F6-E5EDC76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89488858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04EE0-63FE-4010-9E5E-11A443B8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E1375-B528-4521-9A00-DE288F2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LangChain의 조합과 LangGraph의 중단 지점을 구분해서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46CBB-B14F-4888-BF42-3C3D678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838E3-DC0C-4456-9674-C45DC52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3F084-8027-4727-A618-071FCE49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18B84-CAD1-4569-8442-A506EC61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A90A1-7348-4AAE-82E5-05E89844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조합 계층 → stateful orchestration → interrupt → 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A0795-94F4-4758-AAC9-A1435C5F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A5DBC-02C7-4BF4-963B-8F42331F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7E27F-3212-424D-9CD5-9795FED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model·tool 조합 계층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89C4-E320-437A-A0BA-487B9F38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역할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C1076-BAD7-40D6-AC7F-7037696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BF9C5-31E2-44BA-8ACD-CE14650B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6009-A571-45C5-A472-EB8DF3D7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2AD4A-53ED-4C17-A536-3A55C278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State와 route를 graph로 표현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0FAD1-0DA7-4354-8730-05D98B96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node·edge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86D47-ADD8-416F-880A-1C2C0515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65272-C37D-4150-B458-3BB1EF0D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807BE-5175-481F-97BE-AB27D3BC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8B4FF-6878-4544-B5F2-A028782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입력 전에 안전하게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88099-D711-46F0-8050-95C4B5AE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25A2D-E9EC-49D7-A3CA-C07CC82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F8F90-2187-4E50-9367-C9971E8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D3948-79D2-4682-B751-A40C12E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41583-E728-40AE-866E-1B031E11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이어가기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5C703-C47E-4AA6-9B32-C3D653B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checkpoint·resume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26C65-2353-4DB2-8146-063F1B7A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1963942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9E0EE-48EF-4363-810C-003AECF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A081D-5E36-4247-B190-5DD121FE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3DAE4-56D6-4E40-8013-6755191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07B58-6D12-421F-BCEE-233412AC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F1720-721A-469F-A5A3-8856C271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8D7AA-12F4-4A30-B30E-8BED682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B2270-9F70-4538-88B3-BF156CE3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2CE2D-2CD6-4C59-96C8-446D28E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A1DFD-3CB8-4E2E-B396-30A4354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9177-43BE-4AA4-86E5-3F028841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F2C2C-92E5-42C5-B977-638AA052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2382A-BE8C-4B69-9523-AC0AB3B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77361-DBDF-40CB-B218-F1C4DDA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1B40A-E1F8-4ED3-8345-077B73F7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25FD5-1F6A-46F8-B043-051D9C01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C712B-A035-43A6-86BD-B438F46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3ed103cfe47c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7DF11-6A42-4D84-BE25-9E83CA7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17503241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2E8D0-2FE3-49E2-9B5F-ED73426E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0453C-8415-43E1-B293-4339DC7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8C52C-7252-4B3B-8326-74CADEF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1C055-BE4D-4C93-8316-06C14B7A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65CD1-C4E6-481F-BB43-C185BB2B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0FB9F-A88F-4E1E-A5A4-7D86479F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D0A2C-11A9-4248-AF4E-DD0C245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DDC19-0721-46A9-9D53-D35B12AC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74DD8-E02D-4F07-B07D-8CF97F19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0E51D-899D-424D-91B6-B40972A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E98EC-89A4-4358-A96B-11725427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A8680-C6D7-44F3-9C28-B683D7E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17AB0-D9FC-4626-B882-3AF88348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72697-9694-4228-BC82-17DBA7A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169FC-F6B8-4892-889F-9936EF9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3CA7-1B14-42E6-A390-A68076BF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9e55fcbac483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CFAD5-51B8-47B9-B8F3-E45177DA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547871041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B3B26-70EC-4392-9D4F-73C243A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1E575-8832-4C26-BAD5-D5F4A6C4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39744-59C9-48D7-B011-A5F7AC76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7DF25-A247-4124-8BFA-36704845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9FE64-9622-4D4F-9F43-CC6BABC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23CA2-3CEA-4101-9CD5-D506F45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751BB-BAF5-4DEA-A8DB-43D7290D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922B6-DD8C-4EE3-892F-D3E0BC8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61B02-46FC-470A-A3B7-A3939A6C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AFD72-0DE3-4CF6-AFF2-113DB08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856FB-729A-4095-BE76-BA91CC3E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46CB6-7CC5-49A7-83BD-A473D790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71CEC-DBC2-4935-82BE-336243BB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5879E-8852-4676-81B6-E33C24F7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D729C-5C93-40CD-9902-E4290BC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5217D-D99B-4FCD-BD0E-8E0CCF12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b57999c89421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B2314-8500-4EE0-9F1E-AF26082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100782266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EADD6-DC5D-4208-B45F-8849D1C7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E6C14-9B76-4B04-84CC-33B1DF39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F9B73-9B48-474B-962D-DCFDDF91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5C899-C4E4-475D-B675-5299DF3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71B0D-AFD6-48D6-8A09-8EEA22E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7C7C2-842A-4413-A6BF-DD6A6443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3237F-5DD0-459B-A312-F53BF85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E875D-C1CD-4BCC-A172-BEEC7478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252C5-2971-4F6D-B798-46274320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488F-C873-400E-A814-5D57405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FD93D-DD56-485B-8D65-DA7732F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90EFC-5F9C-4294-AA4E-0CCA967C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810F5-1E75-4768-9826-9C64868C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1826C-4606-4613-BC3B-F3951D68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EA90F-C4B4-4BB3-B50B-FFD7E6DF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C9A5F-EB01-4566-B101-907CA689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d6e8e6bf94ad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82983-ABA3-476A-B90C-E1B6B37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63145680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4975A-C96B-4279-B0A1-9EAEBB2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B19E9-EB3B-4DF5-BD04-A0B2B4D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7A978-6B67-4130-8CF8-C9F479FD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83513-3667-4CE3-BDA6-7A785C99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ACECF-D067-44A0-AA74-B79CFEF9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06B58-7D01-4CBC-8105-47B5026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443EF-1F7B-4914-86F9-4F7C599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4B485-E231-4DB9-8040-B2D0A4D5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93EC5-12FB-4819-8CE7-560BAAA2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C578F-F672-490D-A03D-C67A458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BBF83-1665-4E96-87AB-079EA2A0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3AB44-613D-4B20-BE89-2F1F284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ABE59-49F9-4C8B-A036-EF86EEB6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0D3A8-64CA-47D9-B2B3-5527451B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5032D-8893-419F-B776-E13FC828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2DFE9-0392-4035-A84F-2923F00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74C45-4CBD-437B-8930-C56A92AF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92822-6186-4393-90FF-F1468DA8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895271536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387E8-2B1A-4E6D-ADA6-EFBAD136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F822C-BABB-4B54-840C-56C1D45B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3355E-96B4-40DE-86AA-6FDC331A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B0FC-C01C-44BD-B4E4-C1DD7BB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46FA0-9DCD-4179-AB97-6D481CCE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1762B-616A-4156-AF51-7BAE26EB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92D34-C20C-48F3-890B-3CB01849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1CF25-E3A1-414A-A10C-75C88681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B26B8-6759-4E85-9A31-C87E5074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EB8DB-8173-4D59-A3E0-9B7282B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0E64F-4A61-4060-890E-CC889E1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FC6C0-CFEE-4905-A48F-7DC60A01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34737-E6C2-4627-B5BD-6DCBE2C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6831F-41E5-47E0-A356-06EAC371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D47B8-1F13-4C18-B6F5-73F1C3E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E90DB-7737-4BA2-A839-2BC35F8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99615-3EDC-4FD3-BFA6-A611DFA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3AF02-CA7A-4924-AE82-4822F2E8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468042181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EDDB8-1062-40E7-8DE5-01419E6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59805-AE9E-4668-B5B1-917BADD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3F41E-1C07-406F-9DCA-5A48189D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398EE-7591-4FF9-BC61-1D81D5A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8EC94-8E67-448C-AD33-8A9F7ED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C9660-7646-4117-A0CC-7040B599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C610C-73A8-4BB9-9152-E96EEC8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466ED-8335-4737-9D0C-DB0D507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92750-36B2-4F5C-A932-E4E8794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1B5CB-B535-4CCA-9201-864E0A4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CCED9-C087-47EC-BCB9-60B72DCA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80544-8D6F-4F87-BBB5-65A341F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AEC34-62A4-48CB-A6D9-FD830164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8761D-5713-4A9E-A7C5-7DF371C9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246E8-3B7A-4A41-98F6-6BE9404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F0424-F7C3-4C08-AFB5-040CCBFD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A9618-9523-4682-B5CA-B6E4F9B8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6DF0A-1CB4-40B5-873B-626B7CC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727950107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A02AE-526F-4434-838B-04D4FA45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C372-CD63-47C1-9F51-5212D15C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43FCD-F1FC-44EE-A1D3-1A9638B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BED9A-F531-4439-B857-D366DC1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F24B8-469F-4201-8A59-EC66E3B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56610-D841-4855-A8EF-4DFCDE3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2CC2B-9FDE-4840-9D35-2D3639E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A822A-91A7-4AA3-AEE1-152E8312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74018-E6C0-428E-8213-86E77FB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68087-6DFE-4D74-8552-C85A96FB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E6935-552A-45F9-A8EB-F5FED992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F9263-C81B-4BBB-9437-3620C3D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6BA55-35A3-43B7-8870-38E8CC3A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32E35-6CD9-4744-9531-3D7EE6F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A47B4-C04C-44E5-AACE-B6095DE6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7BBC9-005E-4814-94FC-CEE012B1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06B12-19BB-4EA3-9243-5E62C705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41E15-0880-43D2-B8D0-E484269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703262377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E6B84-246C-4ED8-804B-36CFC87F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5CDC7-81A3-4416-B5D1-78C9EC1F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DABBC-2E1C-4F73-B06B-AEACBA6F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36276-8526-48A8-9317-2A5E0B89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387E2-4966-4AD8-82B3-AEC7CA2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F43E-D6C1-48A0-B113-D35226B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85D2D-5410-4E09-820D-07C03DD3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A4DD-473E-4CD2-A861-F61DC315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DE5B8-ECFB-4149-9544-BAB161B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BDD01-FF59-44E0-874D-26C2EE6C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8C94A-3278-44E0-A8E5-336A57E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332B2-0F7F-4313-A567-6344838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A3103-BFEC-4DEA-B013-26EB1CBA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8FCB6-7A53-4A9E-A39F-5279EA2F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5A7F2-FE34-4F67-8F4F-799DDA7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1AD5D-FC25-452F-903D-9090B8D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B63CD-4EC2-47C7-A01A-3FD18AA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28AF6-6852-4EB3-94B2-F29A0087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3721888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53736-9F07-46A7-85DA-699F869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476B6-A69F-4F02-833F-19FC2C3C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284D0-48B0-45C8-B43B-7759934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963BD-BC96-4F44-9CEC-65587123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190AF-2D98-407A-B0C1-C96D8713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91A16-5D0A-4B28-BF40-6F0F2B0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7A61C-E1D5-4E03-9ECE-B544D447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674DD-81E0-4917-8865-8988CA9B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6156E-56B7-4A27-B6F0-7E6A5E45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DCCA5-4DD7-4E68-833B-BEA3142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B08F6-BA45-4FEA-927C-95BA12D6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7974B-7EEC-459F-B21B-C1E2E4F5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93B51-6C87-4187-BC25-77D98CD0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7D6BA-5278-47D3-A0D0-E2B68471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80CB1-5D56-415B-87E0-455FD1A9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7AFB7-7E56-4FBB-BAFD-9134CD5B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F9D08-06B0-4619-92F7-1E97A539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8229D-2517-4478-AFD4-63EF16CD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3FC98-1F85-4384-BD2D-75A77D54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F3E26-B4B5-48B0-A617-D85EC8EC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0F3F3-4AFB-491F-97B0-17BDB1E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CCCF4-6748-4CD4-ABBA-31ED2B8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55EAB-17DB-4A85-9CF0-E5E66B91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302D83-6EA0-4D2F-957B-6020A10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1672347306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AD6D5-92DC-4F1E-9D4F-D724BBD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DAA6C-0C6C-48B7-A9B8-F535FAC8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F26C9-0936-4273-B848-B7B656D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2FD96-1455-4BB2-BE4B-CB4A8850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53A77-942E-4D14-96D6-5118E0C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B7DB6-C751-434C-AA07-DB02A7B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76F3D-56B4-44BD-BB4E-556F50E0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C6B4B-4D8D-44C8-9A54-9308231D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0C717-2C20-4D74-8D5C-82C89F26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034FA-B02F-4323-983D-299AEA1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7A691-38A4-4735-98A8-A07A94ED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6E73D-7227-4BA0-9A84-B42D7BAA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50BE5-607C-499E-BAE5-6DF37E48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3286A-9239-4BC3-ACE1-F70C0D9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D46FA-1898-4247-BC12-422D4EDC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2988A-8BE9-4F02-BC34-257AB39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76407-7E0A-4052-83A0-F7EE4D7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B0745-4D9A-45D7-A46F-9B53720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FDC66-E7B3-4FCB-B473-617EFE6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15A53-89F9-4737-9A03-ED741F31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85255-00ED-4AD6-AF7A-D4BE0A5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DEA86-5870-4E27-BE58-771D8E87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D2D23-0C81-42D9-A9E1-C72369A0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6D88E-77B0-4FEC-9659-5586F6C9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978727185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4250A-D785-44A2-9B5D-CEF3E9C3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E0FB3-3F19-4AA2-BA51-DDB058F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9A1FF-8927-4A62-948B-C9C9EE37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36FD7-98A1-4DE4-8AF3-585EE33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D94D-09B8-4557-8A9A-CA3CC37A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8618B-1E38-4304-BA0E-930A924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32153-9B73-4FD7-A46D-F468CFF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1B267-0584-4C21-9050-6D99D80D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B8385-164A-4E7A-A32B-CE0C7716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759D9-4252-4DCE-A9CD-A0B2F1F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A6075-9D45-4C10-B02A-A3BFD1B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790DE-E1F3-4DA9-A238-A49B7B8E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B34E5-EA94-487B-933D-8ECDB2E9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2AA7D-02AF-43F5-9324-A9B4CE4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0F07D-8F6A-4CF2-89DF-E07F9B4A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6A34E-0109-4A11-9DF6-14DD42CC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41A57-84E1-4BC5-AED0-6DBFA017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F2488-C8EF-4B0E-A3FB-3C1A945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6C520-18AE-4ED2-8151-DEFC2150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A391B-6789-47DA-8229-3C39B329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421E4-B92D-4E63-9BEA-452A7CD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7011D-863A-4193-8B5B-0E7B9687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B3F8-1F0F-422C-B19A-7AE941B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6B634-C49A-48CC-8BFF-13DDD5DF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1488028573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30BA4-022D-4EE4-8555-AA1B495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DBFEC-E898-4502-9924-F75834D8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DD2F6-BB7C-4B77-AFA3-34AF4544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5E35B-EA3A-4214-89FD-0BB52181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70ABD-491E-46D6-9C20-F6A19966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7B3C5-DE90-4717-BC46-97695929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1B8F0-1819-4FDB-A285-F24BAB3B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4A164-DBF2-4F52-83C6-AC2A8DD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2B5D2-EE07-4242-9F7C-0162E585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4DCC6-0F65-475B-B43F-11D77CA4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64117-9980-4092-8F3F-3758A90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65AA-D91E-4DBF-852B-34686A36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BBC36-D347-41B3-A1BC-389B0DF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ECA90-AA7F-4053-9469-3A43B14F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0956D-AA58-4356-902B-9FB6597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6A7D1-AA52-4A2B-97CD-1CDDBDD2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24941-9B76-423F-BCD0-5753736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F9C9F-D7E8-45AB-9D7E-76E7789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BF433-02BF-485D-AD4A-3D6C40B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68F47-752B-487A-A441-17A16437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D7B2D-A1C1-4E41-99E5-FAD91E1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A49BD-1BCF-423C-90F8-4C0A8DF8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99652-7A94-4392-B354-86D3497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9EC7D-71E7-46FE-86B9-280F856E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392354420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60E07-271B-46B1-A220-EC2FB1C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DBD65-B078-4833-889C-0575FF5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CE284-2707-4D31-BA25-D9764D1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8BA4A-C873-4910-856E-12AFB48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1083C-87AD-4710-8AC0-75102BD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DE64D-1582-4750-9FFD-134BBDCD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31A4B-82D1-44D1-907C-3559C2D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EA0BD-15B4-4FDF-8557-39BE92CE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EE5E2-3227-4287-B886-4DEC69C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C3D8E-52FC-4118-87F5-E209B9D2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3BF11-7656-4A37-982C-3BBF2C7B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CC3F9-F318-47ED-B891-3D87B4A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9DA74-D2F3-4FBE-8649-A0460CC9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DB977-39FC-48F1-B503-28D5B292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6588E-4890-4A0E-9DE4-1E405B92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0CBDB-88A3-4343-ACA4-1BDC346F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9E62E-6E92-4F72-88E4-9599523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6AB98-3CE6-40B7-A69F-5F467C92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0F2E4-A2DC-4914-A777-E1A740EB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1CD54-A74C-4493-BE26-CE5340AF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E6ED0-D615-47C5-B690-F7D82B7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C7081-88DC-45CC-A7E0-6026996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084A6-FF29-413B-B52F-1D031F63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4F527-BB6A-4FEB-B3F9-33E3A748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B2A2C-7127-4172-B234-ED774471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2024856941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E2366-AA8F-4FB4-A9C5-5891622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258BC-A6C8-47B0-848D-8B5EC0D3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78309-11C0-4D63-940F-542DA818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F5503-98DB-42D3-AE1B-1F90C268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83A45-ED17-45E0-BA1C-1756EE71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E67EF-C25E-4987-AA77-0B6FB4E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E7B92-B7D5-464D-B874-4125A13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96393-2F69-425D-BDFC-395E75F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98F29-D6FF-4C50-B05D-6074E364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83928-C717-482F-BB66-0BD08757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DEF9B-3930-4BFF-9D49-EC12EC4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4BEE8-EA80-40C8-A5C5-56FA4B05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C2160-E7D2-49E6-8AEB-58FFE918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1F8B4-0157-49AA-852F-744CB506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5C037-6F11-4544-A575-5C1618F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47612-94C1-4799-82CD-22E3B62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2F0C6-EFBD-42EF-8905-D66A2B0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21027-5D23-4024-A38B-0A2A8F5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B6045-9F57-41FA-8D50-D63C89E1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16A44-8F7F-45CF-BB35-885CC5D4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6CE46-E8E2-4285-A5D6-F83EB6C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02CFA-F1CF-4DE8-AC21-B9423A5D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979D9-E71D-429D-A240-D96B4582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6A22F-9C6C-43EA-AA04-BB840DF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87897-73B8-47E6-B017-351ACB3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780360970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B06B6-6AB7-4C72-B1BD-7A8B0C7D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B4E5E-9A15-41D5-A045-A56271D7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3EED-4924-40A7-BF76-46EE7C8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1EF29-0F46-4EEC-8859-F4FD913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49A8B-C6FF-410E-AD69-DF76E676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8090C-077B-4172-BAAE-ADDBC9D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DBC6D-E464-4504-924E-259C02B3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F5494-2395-4C2E-91E4-4147ACD0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DB24A-9CB5-41D4-B98B-8BBC3873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A00AE-08BF-4AE0-8F0D-C08FEE7A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F3091-69A9-49E7-85D6-EEE9C432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BD859-E42D-4A9A-B40A-8B9E740C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04A23-3C28-48AC-A2A5-11B5ED8E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48C53-C190-42DF-8D63-9B41C6BA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18FE1-E2A2-4D82-967F-2FB5AB4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DE1B7-CD82-4684-99D8-43EB7AD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A6774-8CB6-4BFE-A3FE-2450919E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4ED82-70E8-4D9A-8EA7-E926FAB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C117D-535B-4A56-A498-AC6B952F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3DDFF-C7BC-417D-A6B6-09F1346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BD72E-4955-4436-897B-8F17437B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82319-C2E5-4B63-8666-585EC56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A843B-D471-4246-A34B-9EB2B7F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E641A-E950-4D95-B464-9CE86C11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5E1E6-5AFB-45D5-8AC2-57BBC23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618670444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A77CB-ACF8-4823-B3E7-E36A0A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41764-84E7-4233-860F-5AB76AD4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7CEC6-09D5-410E-96FE-15C19B17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21891-E0CA-484F-BC90-467382B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755C9-D883-4309-B86D-542980C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2E471-C3A8-4C62-B99A-186101B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A0253-D58E-4F2D-AE44-07D13AE9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77752-4290-48D2-8B0C-0565C2F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BA63B-AA09-47AB-936D-A62D9622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47C0D-9F30-43FF-AE09-B1AC3BE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96DD-5BF9-4844-8D73-D8E576AE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09D3F-60DB-4024-9786-607E3F6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B1773-B8D8-435F-B74D-D88CBBD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2C056-2E5D-4814-AB6A-57C99BE9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AF39D-3379-4FD5-B73A-6EDD1284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23EE8-DA5F-4F07-9A3C-93F0F22B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C67FF-40F9-4B55-891B-5224018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45EF0-D1A0-49F1-A065-F9F8028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BB26F-71BB-476C-ACA8-A9044781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CA7AE-3E98-4013-9DB0-21920E9A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32FB3-5C3A-4EBC-84F1-4B9539C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E9DD3-9DEF-4E73-83BF-0C660408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CE66E-5F1B-4852-932C-D84022B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4464A-0E87-44DB-9D7F-A825075B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CA332-1EE4-4C61-86D5-3759F0C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612894164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A0BE1-C31F-4515-9BF6-4D7C29B8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APPLICATION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A632A-01EA-495D-A86E-668A16C9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31B09-5E81-4B2D-87CF-1D7F2BFF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851A-417F-486E-81E1-CACCF260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54675-8809-4111-A73A-957DB2F1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79A1F-993A-400D-9C0B-74641CF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0C49A-24D2-4A1E-9FE0-FF49E57C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0AACF-0951-424A-A3E7-3CDB139D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44DC6-CCCE-463B-BF19-8409EC73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68BA5-D49D-4D9A-A1EB-9C03F0D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F45AB-5D82-478B-98E8-5F4E7DFE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68047-ABEA-40C6-86F0-AA9B605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0A1A9-C857-41B3-81C8-5E9F6758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FD674-0F3E-489C-A022-F9D3A9F0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2CA71-2BAF-40F9-9392-671F89B0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3C40B-BC4A-4D5D-96BD-59BD28D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2009938926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FD9CA-921E-4F49-BE4E-00D9823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88DC9-082E-481A-9BB4-0E03F53F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860B4-DB00-49B8-87A0-ADD37CC1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LangSmith는 배포 결정을 위한 증거다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334C4-1AFF-4A11-A563-7F4EAEC0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2FECE-B1EA-4930-89FA-FD3C83D1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BEB36-9B73-445D-ABBF-1C2AA06B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Trace를 많이 쌓는 것보다, 어떤 실패에서 HOLD할지 미리 정하는 것이 먼저다.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99964-638A-425D-8249-3C13CE66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4200D-1983-4504-8DFF-4705D873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1675938400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213D3-C9F9-4953-BFEC-2D172D84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4EECD-FE6A-4288-8676-93A97BA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C1E04-3105-485E-AB07-4A7808B4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4F286-A4D7-4C2C-8584-C44D88B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45653-5584-467D-9C11-FA1F805A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4BD0C-C466-4E79-894E-A501DAE1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39E0-1BD8-4824-B2A6-80EC9EB6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5EDC5-8975-4409-A6FD-C7E49173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344EF-C8A3-42C5-9A47-DF42193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99CDC-63C5-4C95-A29A-B700EB2E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EDD5E-0C63-442E-929F-C5444090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F03CA-E17D-408E-A049-63601DE7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25E68-ADCD-4AF2-944E-0D0F0BC0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793E7-A85F-456B-90C4-AB49B1C1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AD80A-68DA-430E-B569-876A0B5F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BB97C-253C-40E8-82C5-6A5B4E8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AA1C9-7979-4CD4-B8FC-B59B1E2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795A1-8D09-42ED-95D6-6AD0788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7348D-4E87-407B-95FF-3BF7F9B6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99C2C-4B0A-4995-9417-2504BA7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49805-73B7-4DC4-80F6-BA1AB0AE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05F23-70FC-4AAD-9D93-EB107D8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1969146050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F2875-7219-4477-8083-A9FBA4F4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to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00E33-3F42-4B5D-BE47-A41F1C7E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F40CC-2230-4B0E-BAE4-6D4B29AF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4F10C-C186-41E5-BC9C-3DF62C2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54386-4DFF-4D80-BDC0-D5B4BB7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5AA16-FA31-48DD-A0CB-8B69C7E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0E314-4C0D-4B57-BEA3-D7A88D7C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88821-0C75-43BD-B7F4-FFEBDEEE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21AD1-35F0-4039-B1EB-BD9DE79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9AE97-3669-40D6-A0E0-1AB33C8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E2787-24EC-45C6-9E2C-65405682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FE431-252D-4359-8F99-25A620F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5FE4E-FA41-4122-AD59-8D47D863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내용을 검색·요약·평가하려면 먼저 검토 가능한 텍스트가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48CB4-63E3-435C-B0BE-93C8E2FB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CFF9B-0A8B-4F11-A7B3-B04E4CA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969AB-2986-4755-A57E-333F4167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76219-A1D1-46B8-965A-7BC7C86E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4A544-A36E-4AFC-B329-001B8411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4881952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34133-D21C-4082-8685-6C419FCD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Execution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B2B7B-8D8D-4859-A834-E1E0D717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B6690-C42D-4AAF-95F2-4FA46BD1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86656-8450-4DC7-A736-642A1AA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6A7CE-CCCF-4CD2-A167-BEE158A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0AC99-AC35-49C4-94BB-44CF8B8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CE6EB-AB3D-4E7A-BFCC-C1501528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98C22-887A-4537-986A-4FD30E5A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4D3C2-851F-422D-A3A3-4F966C0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3F2F1-56DB-4822-98A4-197208D6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256F3-3A27-4CC0-953F-BBE19449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A344B-3957-44E8-B158-5C583419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168A5-D978-466C-989C-5D23594C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단계·실패 원인·사람 수정량을 실제 실행 단위로 찾을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FFED8-6357-461F-A37D-6F641735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EEF2D-8259-4102-8E4C-53D5759D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1506F-7FD5-4595-9849-965B20E3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C4274-E76C-4F9E-AAAF-2D7CEFD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C37C0-71EA-4E54-8DF1-A9D93AF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5182910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1BBDB-CB7E-42FA-9A37-FFC1941E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Fixed Inputs / Compared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5F2BF-39A5-4768-8E0F-7565DA1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616A8-25DA-4756-A628-64658B96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146A1-3AF7-481B-A5BD-5495CB3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1E6FB-60E9-4AF0-9DEF-EF01261F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A2B8C-B65C-4737-BAD1-5DD5DA30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FACB7-8788-45A6-8031-2FFA2CD0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B54D8-620A-47F4-889B-4FD0CFD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EDD66-E6C3-4828-8E03-F9328E4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70D90-055E-4E15-81C5-0BD76F83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A165F-325B-4E48-A11F-D252F2EE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9487D-068F-4E9C-AE74-74F8011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D927D-9B3F-4F84-9D27-404A83E9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프롬프트·모델·Graph 변경 전후를 재현 가능하게 비교한다.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E3552-0FFE-4237-835F-D47566B4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0A44-A0D1-4B23-B0DA-C78A5E4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A0A9E-B6C1-4F43-953D-252999FE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B89EE-4B6F-409C-9DD1-25DABB5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8161C-75DA-46DB-8836-3649FAEE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5388196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DB939-D3E0-4A32-AE3A-21830CAE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Ship or Hold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66A81-FC6A-4D7E-A939-BF87A02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A591F-B2F4-42D6-882D-CD96EDFB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5532D-7614-4880-84A6-E6F0895E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37E5C-41BE-424D-BA59-D685C99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AEB9E-7D8F-46E2-ABD1-6205EFD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92801-1E6E-4CB6-AC8C-F55F6248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53A24-2D69-4310-BAA8-5E77B94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5CC92-2CEA-4FB2-B1A8-2BAB2BF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49B70-2775-4AA8-B1F1-AFF78E0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0A524-729F-48D8-8295-CA4E621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447F9-4843-4C4C-BEBE-CC94098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051ED-87C4-4BEA-85F3-64EF624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점수를 실제 운영 결정인 READY 또는 HOLD로 바꿉니다.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3FC56-1DBB-4EA3-B263-F0212981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DFB4D-3F0C-417A-81B0-015CA54B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709D9-CF1D-4457-BF7F-DEEA0849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0C8DD-6B82-4653-8955-D4CEEB0E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B4407-0632-4246-82FB-B435B50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9423318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67CB5-C0B1-42A6-AC03-F07BC194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7DAB7-8387-4BC7-9F6F-0B9B9C80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94D6C-9552-40FC-A366-19FF704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A7AE-63D6-4607-8C4A-A9BA504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607F-67AC-4089-9A0E-E1C2BE2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E1606-41C3-44CD-97DF-E635CAF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B88BF-3D9B-4679-8E04-FA5209F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7BB6D-014B-42BC-BF6A-8ED643F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c40a291184e17">
            <a:extLst>
              <a:ext uri="{96DAC541-7B7A-43D3-8B79-37D633B846F1}">
                <asvg:svgBlip xmlns:asvg="http://schemas.microsoft.com/office/drawing/2016/SVG/main" r:embed="R6b7d6696601f4d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3237F-7079-44C6-BA56-D4F000C8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D2AD5-2B27-4670-B6B8-F214824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DC974-097F-46EB-983C-212710A5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C4244-9475-46D1-9639-B170978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D980D-126E-4327-82FA-C0DB4C4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CB9D8-662D-4A7F-B1AD-4A3228C4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08483-56EE-4C94-8C00-F1E9ABC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5D692-902E-4FF8-8037-C8525FEF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1488690879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4DA35-CE6E-46E0-8245-F6535E81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4E4A-1389-433C-A53E-DFB9EBF6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E4B65-D698-44E5-93DB-05B860F4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7F495-AE07-4B80-96BD-98A5A535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A3A1C-D363-4E2E-83BF-2C92845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CF667-56A6-4982-95CD-CC8FE571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34867-0A57-41D5-A34B-146C7C31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4740A-FECD-4DE6-88E5-073592BB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15C55-0F7E-4191-8176-265B97E6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7EB46-8195-4777-AAB4-C66D21AB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6B69E-670D-47C2-82E6-CBFA3C24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439CE-96F0-4556-BAC5-2DD0730C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47BA8-0205-4A86-A09D-B32FC95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767547541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11E6F-54A8-4EF4-8B50-4BD8A99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8C2BD-21E9-46C1-A38F-F93D87AB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9D6E6-2BDB-405D-AA92-EE24ADA1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4AFB8-6A7D-49EA-AB15-15A39FAC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42303-E3C8-4852-9EFD-C9C3BAB9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8A430-49AC-47F3-A7BB-F5D1BC3A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B9EC0-5A0C-4A5F-A8B6-745D1B71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63C3E-C510-419F-B6D2-1E48B98F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4E92B-C733-4F1C-A4C0-D1E207B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E003E-20C6-4DDB-8442-98E79699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96ACD-AF98-4ABD-978A-627D0A8D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47F4A-6EDF-48CF-8A53-9FBAB1BD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5E8C2-BFA2-4281-AA38-B1CF1B3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65007-55DC-4ECE-A80E-B7FBAB6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040BB-17EB-4370-B586-4F148B7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302D0-B662-4A75-BE1E-99FBD9F3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3A98D-EFE0-40E7-8FCB-F5D0417F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7BD51-21CE-4FC1-8A30-7B6A8495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647696438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67FDE-4D1D-4A70-AE92-D667F631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C4297-E278-4255-8D48-AC54743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79D6B-1155-4D04-8837-F8764EE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24204-8773-4BC8-A45B-AD0E9815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C476-FD98-42C0-B2B3-671E33C2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840AD-13EE-4D0F-9D3A-44597AD4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D5671-8BB7-4771-8AE1-4EB843E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04BFD-F7BC-42AB-9690-5E654C40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6726B-7248-4D08-BC91-7AEFD59F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57097-9F3C-4F0B-8A77-74800C7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8206C-E6E1-4B0E-82D1-79C1510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E1CA9-88D2-4BAF-9745-0DFE7267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8F078-8A6B-4182-B5E9-39E0385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05E15-CF14-46D5-AFBC-1507AE4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BCDA7-7907-429E-B988-53AF80DE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66127417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C4D73-6FFB-4254-ABC1-F917FC7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16D9D-C2D6-4E39-AB53-1530EB18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201F8-0FDB-448F-9ECE-D2FF2B1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4B7F5-5772-4DF5-97D0-24AE3BFE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7ACFC-071B-49C8-968E-7F0A9287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A4690-DAF7-4137-A507-D388FD0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28481-2C37-46E3-8E2A-6417F437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F0E65-2619-48D5-B8A3-A27786D1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E0F5D-A38E-44E4-B17B-7CC92158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281B5-C137-43AC-8F62-B01E112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D0D56-ED75-43CA-819C-E12290F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C2087-9281-447C-B524-EF364BC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266AC-5CC0-4785-933A-033B332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9434E-5368-4D02-9C53-F703989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0A97C-E89C-4FC2-8BAF-EA9CB3CF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6FAC7-D1D6-4FD4-9B03-BDB46745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1573286372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CF581-3845-41E5-B65D-1245A331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71EC6-5C69-4CCB-84AC-B8E7D3FF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449D7-39FD-4960-9DFC-F7F8EC5D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BFF9C-2246-4302-B7E2-04516112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7FA77-4580-449D-927A-1CAC8C2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7D256-EE42-4B5D-B6C8-4AA1E49B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16D2E-27ED-4488-9B5C-E5CAD073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0618B-FBAA-4A7A-A1B4-93D23363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31E2D-7998-49C1-92F7-1ECB7353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AA7CE-3216-444E-9064-5B21B574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FB218-14F9-44EE-9A52-89DE2F08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6308F-9BDA-4F4B-8659-C8CCD73C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130D-E172-4DAC-A56B-EDB9685C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6472F-5962-40D1-85C5-C668E23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41F9D-86BF-4BA0-A0AE-A48C2751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5DF9D-772E-497C-A59D-BA0C938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90EB2-8AD9-45EA-9F28-238E4C9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1424320256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D9DA5-DEE1-4C77-8A21-81B8A5E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C836E-EAED-4906-927B-379B480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AB0DC-7588-4650-84B8-0A50582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C3F17-BB19-4997-950B-295E5103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06AFF-D10C-4CF6-9E27-211C807D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A5F9C-78FC-4732-B259-91C6EEF2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10DB6-DC1C-4575-BB50-B9099A2E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BE8E8-78B6-4F1B-AE41-D167713D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604CF-FC23-48E0-B9BD-132DFAD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93042-D2B4-40C6-850F-CD76EFA5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12C45-81AE-49F4-AB76-118D05C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F2D07-48DC-496F-95E5-1111EC8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46612-20C8-4022-B6BE-689BB68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DBE7E-4165-4029-9CF0-CA2DF81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708CD-549A-4C8F-88F8-1443E8E8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57F39-C568-45E3-834B-64712862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03427-2B31-4D48-8478-FCE4AA8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5C790-B56D-480F-AA88-ECD8E180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1B41B-2D58-4497-878E-969527DE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90A71-A8D0-4033-95D8-C935C37C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E3400-97C5-42C8-9BAA-719F704B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5CFCC-3477-4484-9F41-664F460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14076703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2B36A-BEBA-418E-B51D-3E73BBA5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9129B-9CEE-42ED-9247-A4B8B3A7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9D824-D7FB-47C5-962B-8686538C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C847-D612-4721-A41C-668ED93E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FF574-D2AF-41F9-8D0E-0D5142D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42486-2F17-4615-8C44-52BAF48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29E0C-728F-4B5D-8E8B-99655590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30FCF-7C2D-4D2A-86F1-94FD57B2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0D858-46CB-4C2F-BE54-2F34F9A9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74C20-3C77-45BB-8D06-030728E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BFE61-FC73-41BC-BF53-8588452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3B5D9-C1E8-47A0-B457-6B49AFE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DFF4B-9AF2-4835-ACE4-6E42F256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FB11A-7946-4D0E-99E5-5AE07EEB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40286-BDFA-4E07-A867-242EB61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12D1B-ADE8-4611-83AF-99755800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94AFC-77F1-4AF8-8082-162C307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F160A-C2DB-4D86-9B8E-44EADA9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82EE6-1876-4D80-9E8E-0C4E4BA5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5E0A0-5669-41E5-B236-7B09DE31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92724-B1CC-4528-B98C-D4F94647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87BEF-5E9B-465E-8625-76033227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641478887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29824-BA4C-4F06-80B5-E10D5F5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24019-DF7A-44B4-A12F-C45CF6C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9C293-ADC5-428B-86AA-9190CAA3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080E8-495C-41C8-AD8A-D9C12A07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ABEE3-2AE4-4293-BE4E-464ACB7D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D5857-57AA-4141-B2D4-D6AF99A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D26C5-9A0A-421C-A4CF-CAFF70D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E196E-70F7-4CD6-9255-7AD6275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45AE9-5493-49F0-8E10-FF5C2203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48E51-7079-4C8C-AF3C-E4BD67A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F16BE-4A64-4DA9-ACD7-45FEB744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C516B-970A-4E00-BB00-BD804A0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E0D37-91EB-47C3-BFDC-F540FB8A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CEAD3-9535-4027-BF97-507A48A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F4BFC-CF10-4BA9-A23C-EB64F4A2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0C8A5-EC5D-4AAE-B2FE-DF9AB424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13DA3-8754-4FB6-8809-325AB80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598D1-E894-46F3-843E-59DA9DBA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42565-8E7E-4217-9F16-8AF1199C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4302C-AD25-4296-A6D7-FD51AC7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35500-ED87-4F9F-95A5-8B8AC3C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20B98-75C6-45B6-A20B-AED81014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1686718344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DABEC-B99B-4F55-A48F-C562193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E476D-975B-4B5E-8433-12FE144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BBCE-D28C-44E1-925B-D39FD9B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4E1AC-FF85-4BF6-B314-AFBD84CA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E3D8-DAA6-407F-8087-C6CC0C1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ADF6-87FA-4870-981F-38086B09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862C8-619A-4698-85D4-B3CCC510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82C62-B362-4010-957D-6C9F6908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41250-74A6-4255-B7AE-BF12F6E6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E873C-893E-4088-960C-49D0C42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41E54-8AFF-4D93-9A14-4283473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D680F-AAC3-463E-BCB6-387125B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C192A-3737-47C2-B08B-D21AE0D2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15BC8-3549-414C-A78E-A1BB260B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6D328-81FD-4386-8F1C-7B72EF68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2C8C6-775E-44A4-975B-967AA99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5B884-1650-467D-B637-E676CB1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1BBC5-D40C-4843-9A31-D1CD636F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F1284-97B5-4E3C-A802-BC0D922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7DCB0-BBB8-4489-B556-5855466E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91A2B-621A-4239-A785-BA40D89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C3036-4B1F-427D-8062-1730D2D0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927272939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C9140-1C96-4503-B129-5B711B1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9807-06C6-4718-9E9A-ABBF4F07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0521F-88E5-4543-895C-E1BA8E8A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08803-AADD-41AF-9714-17CBB295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EFA40-B7E3-4FED-92E4-A7EB1A4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6E2A5-ADAE-45C5-B484-0FD2DFD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CE1D-A512-400D-9F9F-7C7EA58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DE91D-36E4-4308-A02A-C876733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97245-4BA9-48F8-A18B-8458B0B2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14CB3-C34C-4E99-A55D-69A2AA6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C8AAA-EDC3-42E7-B06F-E8C80928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6B583-E683-4441-A0D2-99B9EE54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5771C-1556-4E68-A974-2428E86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DDE75-1DA4-4C18-A45A-49B9D7E3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9B7EE-4ABD-42FD-9397-FEBA4E57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AE195-38FF-4DAF-83D5-888C077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70569-4EAA-45FF-96F0-74C54E3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86B21-DD05-409C-87DA-8769E50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639C2-A544-4C6A-9ED0-12CEE3C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4D7B8-1003-4A9F-812C-089748B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42202-2EA4-438A-9BBB-319C634E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0E55A-E24C-41AE-AFDC-4AECFA41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341872783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CD6B3-20A1-46EB-9140-BCDF450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SCREEN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0A657-4D81-46CF-A670-DD2FA1A1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D2B02-0102-45C5-9584-70649688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EA67A-091E-46B4-B6B6-B1C0ADE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063F3-32B1-4177-BE76-0488141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11C4C-FDE6-4C75-9043-09994E47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91C8A-4F13-4AA6-B5EA-1D909C4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BA08C-9E6C-4E22-AD8B-844CD2E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FB9DF-1AF4-4AC0-8513-D5E6679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DC147-A148-4F7D-BA2D-5E53BCAC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local 전사 경로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D2AED-D324-4F95-8A40-DD2B180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segment·timestamp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EC07B-339B-4955-AE96-9739E5B3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1FA6C-74AA-4F49-94B3-CE8FD04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ACF7-1BE3-48B4-AD9F-2F25FCB3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5063D-2B3E-493E-B5C7-6ED306B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경량 CLI 대안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82FC-CFB5-4E47-8E60-B80E57A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file·device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67B13-BB4B-4A7F-A75E-1127DE3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EDF47-0468-4837-84BD-0CF467B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D4BBC-3EAE-46F1-ACC2-B0E681F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F70CA-21B2-4E27-8962-7F55A6F3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회의 노트 기능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59E9F-C456-490C-8EA7-8491413C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관리자·보존 정책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46614-B70A-4DB7-A43A-718754F2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68E21-3131-47D6-BC2C-6C5F18E4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6969F-8480-4C86-8855-0C06E26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60347-408D-4AF9-8A9B-023EC827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node와 실패 계보 찾기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43858-DB5C-4749-96BA-910BA91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ED461-BC3B-4C1A-87DF-3486229F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6A449-1A0A-4B7C-BBC5-7884474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5830C-AC35-41B7-884F-8A8D4BA3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DAC46-3922-4263-8035-97C1DFB9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버전 비교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3E343-8C27-4A20-AB13-C26C46E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baseline·candidate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2B3DA-617B-4108-9DB8-56DB0982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6303859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F24EA-E0E8-4B14-B07D-DD9F7FAC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8A5AE-B090-4E93-B9C5-325E3B2C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401A6-59F1-4A42-BEAC-4CA09966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02523-D560-407E-A896-22A7077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072D5-4C1C-4EEF-B87C-4A135A9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5A7DA-E8DF-4345-AA45-3CE1D8EB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B9489-8726-4FCC-AA32-37A620E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ACA0F-143B-4781-8E4E-D3AFB45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A2A2B-0C2D-4646-A147-0F188B3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C3236-5437-4A07-9A76-EE534C5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9D01E-1836-442A-A33F-78B22AA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C3D90-BEF7-4318-98AD-C0177D1C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4B11E-FB7C-41EE-99A4-9C975F51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34F41-ADC1-4BD8-A1F9-5170C9A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20626-A158-4741-9AB7-F614843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718B4-3AF0-4F4C-AE7F-BD3887BA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4d4325a924f9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5197B-37C6-4D71-8159-2144043D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879114361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01DDC-0EE1-4CBB-BB88-9D6A7785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1732-AD45-4979-B872-1631825B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D81E7-A716-4FE3-8F00-E0C1AC2D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32A94-BEBF-4CF2-87A2-E53F3DA0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7E1DD-2A6B-44BF-93A6-6E84172C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EDB19-C0B9-4477-B4DD-4EF1746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848A2-EF20-44C5-A4D5-8B54818A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B6231-BCAD-4D16-9984-F453266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FD7A-497E-463B-9BA9-4B60174E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B1880-43AE-4E67-94E1-0DA8A7B5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0A548-D527-4605-92AA-D0C0F047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EC663-DED3-4FF6-A0D4-5C76E419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C1906-1D71-4C97-85DF-C4C13CB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E3B33-923A-40A9-8D9D-00033093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2D807-923A-497B-863A-8E46621A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6572E-2200-43A1-BEF5-020AE8C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ace9f6f6c4dc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C191F-E782-448C-BD13-6ED6DEA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798940035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7F652-CACD-45C9-9868-444D3EBC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F7BFC-6326-4D01-9010-475D4417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5CDB8-A5EF-4313-B8FB-D97910A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17CBC-DF2B-4296-8F15-E7EC3C25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C7DC0-F537-4B55-9924-3BD2D7B4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5A03-C46E-4349-B593-37C714A6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BEBA5-B48B-47D8-A96E-A4D63E9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16EF8-B2D1-41FC-A1B8-A99FCB63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C1A20-015D-4686-8426-5BCD3D8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D9078-0EF1-499D-81B2-1690F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F04BF-2027-4D50-A20B-6D397165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2C2F2-40FB-473D-9500-991FA488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E4788-C0C8-4B54-AAF2-52CD97E3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73D36-0A34-467E-9F2F-0043D65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00E09-DD59-4CF0-88BD-3FF6D9DA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824C3-9F29-4C46-B4D9-3BC68D5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7dfb788cb402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54453-516C-4922-8151-D8FFD8E3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1655957490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50BF2-E002-4444-BE7E-2E4D515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B97CF-70CA-4CF3-862C-6B47166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2FAAD-D441-4D80-9A1E-F8EE78AF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714F5-EAA2-44D5-A04D-4F52008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53304-E5C8-4312-A0F2-65C043DD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EF172-EB15-41D9-872E-26AE386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39DEA-F728-4071-8EC6-A03643B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DBF2F-ABCF-4D5D-9B21-73471E3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6EBE4-8345-4A57-B196-E6E01606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1AF91-7D5A-45D6-AF12-97CEA879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AE6AD-18D2-41FF-BDD8-8E96450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47152-77A9-487F-9649-2DFF842C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B40A4-219C-476E-8F56-598223F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79B7D-8D25-4E58-A45A-8AD0F44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77503-9F77-4259-AE0E-4439FB3C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25274-133B-44C2-85E4-8B406756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ba1c0ea49478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28B2D-0538-46B1-AC92-2947AD3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885587186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E64F4-02A8-4767-979C-4FC873D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5/5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9FE76-93E3-4764-A81E-6E668144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0A7D0-43C7-4EE4-897D-2722059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A171-1962-4796-9A14-9F0772F7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FA28E-B2AB-40FE-A4E9-5F8D56E8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FA3E9-BEA5-44CB-AAC2-A7D01C21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655B-6B2E-463F-A631-46C181C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5176C-499D-48E5-8895-4D42EA46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619C2-3ED3-4DBA-81B3-F98A06C0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DEF8D-A426-4F5E-BD5D-CDEB51F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A1400-FF0E-4512-BA57-91A99E1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55DBE-33C2-4D11-A388-A67E99DD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93F21-6AE0-4883-AE1E-F1287404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F2D56-11AE-4D66-9F35-B534F275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146F1-195C-42DC-94B0-CEB2114F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303A7-B81B-4EE1-B002-A04618BE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6e621340a4fc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9EEBB-BE38-4BBC-8651-134AC15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932061258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F7165-4B67-4A16-A66E-8459BC7B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F758D-7EF9-4FC2-830B-C6B0A7F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2BB4E-F0AC-4B06-AA5A-B992F44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65A3-99FC-4333-BD15-AFB26D19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06C0D-E3DE-4C3D-9D55-530C9B4F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69938-7FC8-43D3-B4D7-82032B4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AC231-46C3-4BD6-99C2-BDF4FD5A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25F8F-6112-48B8-819D-01EFF59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E3981-7A4D-411E-B30D-10FE1C3E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99BDA-58FB-4F7C-BE0D-8DE57574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8B70F-3FA0-4CEA-AB69-4375FBC8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C02BB-D580-4A0A-8D15-B32FA2FB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D80FD-A3AC-427E-AE7D-E68F0C7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98861-1024-4CA0-8093-BFEA827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EFDF5-CDC6-4E8A-814E-F47DF0C6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A0A6B-4BDD-4458-A82A-EED5F4EB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90D63-61A9-47F5-816D-1426DFF4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F66B3-DA59-4848-92D4-16988CCD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473889207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B518B-0646-4A65-8BBE-89C30EE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63539-5340-4B2F-AD97-620B663C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21032-3D31-412A-B179-339DB2E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52912-4F7F-4B95-A063-721CB3E9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1F536-0544-4E03-B045-9BDE1E6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C8DCC-C948-4901-8FB2-882C49A1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838E5-EBAC-404B-9493-79E192A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5E49F-1EEE-4477-8726-F746865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30868-CA5C-4CB1-ACCB-FA1993CA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2A5EA-5B3B-4959-98D0-21FCA113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03A34-FFFB-4E73-80BA-4C19A7DF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E84A8-0905-4EDC-90FE-AB4A664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68F3B-0AC4-4482-965D-EBBA7CE2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9104B-2DC3-445F-8D79-F9A8E3F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8A517-2E8A-4AB4-8D4B-42C00549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8DC8E-4D23-4E87-9D22-6DC1003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C9A7A-7145-4E22-B6D2-EC51E9E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DB000-92DA-4DD6-8917-CBE9BE3D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73346627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FF40C-C923-41B3-9D9E-E05C9CE5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490B7-5B5A-4718-A28B-10BE742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02E1F-99FA-42CA-9018-D266F8BB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411E1-681D-4174-BCC3-BDD0CAFF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192BC-376C-4E3A-843F-2CAB1053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9DD4A-BA3A-45EC-8A44-3F24277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096DE-F072-4E69-8FD3-2CD79EE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ADF3B-7025-4104-A6AD-1BF9878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36557-4627-4B1D-ACFF-CAD1AACA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5A5AF-F538-4C9F-9F0B-B7D0633A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87130-1009-4720-9C52-9C315AE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FDCDD-4A48-42FD-9CC6-0382464E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95998-3B12-4826-AA16-CDC5BCEB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399DF-4653-407D-A553-048000F8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71FE0-0BAF-40DA-B04F-F7F8C2F5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475C4-1713-4E05-9305-C20FD25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7FCE8-4959-4C8C-8951-FF98AD11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74BEB-39B2-486E-ACBC-C918C15C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690475902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94291-444F-435F-9D2D-9CE153A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A14F4-BC0A-4FCE-B095-2EAF649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F9E9E-D195-482A-B71E-6931681A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CBB7F-ADA0-4B33-91CF-87D1EBF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B463B-9090-480F-A4BA-AD0BFC5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E1605-0B26-4AD8-905B-2A753488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FABB7-5476-4EF1-BAFB-C1F0541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CD403-E2FE-4760-BD9E-B918D69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36E98-97CC-479E-AF27-F5CE0527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D857-462C-4E9C-AC5C-8CF4E32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19BD-7751-43C1-BC34-CD46E55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33129-C9BF-498E-A3FD-DAA78A26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50E95-E1B7-44F1-8163-092C6357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D523C-0D08-431A-A44B-15D5A802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D6562-454B-4E33-A4EA-74B6ACE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C4A74-CE8E-48F8-8EFC-D7068768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DAEA3-6450-4039-BBCD-F7B960A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F4279-14AC-41B3-B11A-2D8A587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5427233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C0725-BFC9-4D60-B1C4-D6E744F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98CA-D380-4847-969B-BCCF419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ECB20-C457-454E-A6FD-C9AEA893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2BB99-B8D6-4194-B0D8-3D3307C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0D343-2564-472E-A272-67008364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7F70C-EEB9-49AE-BF28-B53ADE5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99A0-E62C-41F5-AA83-2D279B31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D35CC-BB5C-4ADE-91C9-A10AA883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25E9C-241A-48C2-AC8F-81D713F4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79FDD-8A07-4DCD-96CC-92E83B2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71852-A570-479E-8E67-37432A1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CED5E-4E32-44F2-8551-02E554F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ECBED-383C-457F-8949-7DE62773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D1524-556B-4B3E-BD14-8DFD8EAA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691E7-54D1-49E8-AA6A-B7A7C014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A97B9-0212-4B97-8273-C3AA1CA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F7837-8A4E-41C5-8B35-4E4CBC6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09FC-2DBB-4530-9A73-4480DB71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890856790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91C34-BC26-44EC-B3F9-C9F92826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EA839-0558-4816-A820-D3289C7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8BB7C-B2DC-4140-85CB-A433DC0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07A0C-29F1-4C82-B54D-2B82D070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BC567-4DE5-4C59-97C9-5027E2DF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00707-86A3-4673-943A-54715FE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8515B-1F6B-4612-9F3B-82356CC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EDB23-13B9-40BA-804E-7B0EF692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B1649-D5D6-49BE-8063-A46EB481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4C25D-5FB1-4FA7-8B01-C2567F63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CC203-18C8-467D-8DA0-94BAE26D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B141F-B0BE-49C6-9CA0-69FF7295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4119F-8712-4314-90F6-9F6270A8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1A34B-3874-4D0D-98F9-B381212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AA723-FB90-4112-8118-7523EAE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1436A-F723-4A71-BC1F-3A9D3CC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30FBD-341E-4530-BB69-79B410C0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09C6E-9674-452B-94EA-DD9612F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236D9-9344-481C-AC0A-B8A4D7BF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B5B9E-B552-405B-9F22-252E274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55CDF-3FCD-44D4-82D7-86B2CF7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9C2AC-F1E0-4567-A881-D12FC586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866B1-ECA8-4372-99FE-12114736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4AAA4-598D-43E2-86B9-F3A4E9EB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1962436587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8ACFBF-B4B6-49F6-8B3B-E0B369C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D23F3-3CA1-4A9B-AE42-9886864D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77A4C-3CFC-48AC-BD1C-0E04B5B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D09CE-FD53-412A-B2C7-FCF76488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65F91-B1BB-4739-ACF2-DEAC4DE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20378-A7FE-430B-BC97-BB6F4F4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AA39C-EFA1-401F-BEC7-CDE52B4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A38D-55AA-432D-9F3B-4A7CE60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58A59-A595-43DB-BF4A-9D99C4AE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5E5EC-A9EF-4145-A978-C85FFE8A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5D593-961F-42EA-A3F2-EFD9DE06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49AA7-B758-4CB3-9681-C721D012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73904-610D-4A3E-8929-D81D1A8B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91480-9BB9-41FE-881D-8AF224A8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7405E-4D11-4EFB-BF4E-2950B01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BD6E5-A412-4CF4-9893-FEB6C0E5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27BB0-0982-4A63-AB1E-E8F72DE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5CD23-0C7D-41CC-9DFE-AD785B39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3FF5F-2AC0-4051-9435-B0F0B59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91902-F0DD-4D12-BA94-AB6D670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78A1B-4123-4533-8C2A-63206AC3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7ADB1-4BC6-45C6-A772-6DEC1D9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54073-2478-4ACB-BEDA-015245A3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D822C-58D3-4D45-999B-9FCB273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64167439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6E848-AEBA-482A-914E-52566BA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58246-247A-45D6-8C1A-7AFF130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11431-3936-43FC-97A3-05EC5D48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847A2-30D6-4853-982D-418FDD6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4D002-A5C3-4B8D-92D2-8B18298A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81F33-DBD4-4F71-94D1-786D86F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CED6A-F495-42B4-8DDB-A72AC766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46371-FE6A-4E19-8E2D-B8A662F1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7553C-56E2-4643-9FE8-B09B32A5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199B2-6A0D-4654-9431-A845B3E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CB988-B94E-409B-96AA-9E91BCC7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890EA-1EA3-4AD2-B751-0086F41E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30CFD-2D78-475F-90F0-FCE762C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56015-F8D3-4776-8C84-29FA8B2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83F56-241B-4C53-9225-56FD6FD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24E2B-AD07-423F-BB8A-AA52194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69F6F-7307-4CD1-909B-133AE21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A040A-92D1-4AD3-A678-55796D78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F49B7-39E9-4EE1-93B1-F2EC108B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27B28-5226-42BF-BD29-9C1D25A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EEDE1-7F3C-4C91-8409-5563CFF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49AFB-571D-4447-BD73-8FC319A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217A4-90B4-4874-9A02-08ED0AF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E364C-539C-49F6-8E88-BBAEE41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447002842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8596D-2996-4CE4-8EE8-AE01D2F6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B6C2A-00FF-47F9-BF28-56C2E4E1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12EC9-B119-4094-8EDF-9A28EF0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67D2B-C851-49BE-B921-AC3A482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EB502-0681-424A-A82E-C610F9DA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158A9-7D5F-43CC-BCED-5A2B4836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3C4B3-A771-4215-A197-E17E6FD7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8A96-9510-41CE-A92C-C469F4B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012EB-AB07-41A1-BDDF-9DA54F3D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DF910-4C2B-4D7E-8052-44290AEC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88F39-750A-48CE-AA01-2F643D8E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B095-0B9D-4619-B48A-4898EA3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0E7F0-15F9-444A-9263-3BAD8B05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F9275-A800-4DDD-A8CD-7022ABB4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89318-A280-4893-B13B-A649368D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64CE8-5B18-44C1-A2EF-28B70C50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555CA-A44F-4B11-8044-D7FABA5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67871-BDAA-448F-9551-5C13E196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CA740-4F3B-47FB-92C4-0CC59BD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BB92D-3CEC-4327-9A75-3F31FBC9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69D60-1A10-4794-8794-550EAB7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7F7FD-8330-41D8-87AF-A248EEB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7C365-3AF0-40D6-BC6C-41621C0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0263C-CA17-404B-B41E-721D37AE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449857799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F5DDF-A653-4A6B-AEEA-FEB46BD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EB394-0209-4EE2-92BA-459572F1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F0532-5C89-4AF4-8499-C598E8FD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5E41F-5BFD-4127-A072-5ED4A43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2E840-0A3B-4480-A99E-ED0F31F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D41EA-CE81-47C3-9B0F-70F46DB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A4B71-F007-4138-9E34-DDFF52FB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5DA6A-6A7E-4ECD-9A2A-4E482081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4EB3A-DD40-4AC1-9B06-1442627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B079B-A8D6-4E18-8296-62305487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7D79A-77AB-4EDE-8958-FC052C99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E7934-7B77-447B-9B53-9004475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65FDB-63DA-4892-AD65-A80E6700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29FA5-3B63-4049-B0C2-24C4F0B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58E4B-E3A3-4D65-96BD-AF683096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F0C95-44B5-4217-95EC-BBD9F2F2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2412D-E335-403D-9070-4F300227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F21DB-BD00-44F3-88AB-5A80BBC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A5A70-27F8-44D7-85E9-BDD4ADC3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7037B-207C-457E-9D97-88F10BE8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BD0D0-F6B5-45C9-B2F3-0600C07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CAA4C-BCC5-4D3D-9F19-DDA36AF5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862CB-58D3-41DC-916E-ED37875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9B21E-587C-4FF9-A9EE-D1931324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F6D90-EFF9-4449-845A-5B3FC76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301996324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BA755-C872-43ED-B81B-8EBAFD02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FF6FD-CD47-4227-8C2F-8AAB2F1C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FE96-6E67-4287-B7F8-0EFA766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1618-A5A6-4EBB-837B-D2662B6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2674-2FA7-405D-8A2F-1A95D88F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03F54-DA92-4277-8962-E7D15FC2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65D19-D284-4020-AF98-920CF7B8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C4945-3B31-4B58-9576-2064DB5E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983B4-EC91-40EB-93A6-F76BAC85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10D83-177D-46FD-A425-7E691E9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4E74F-FF14-4866-AB2F-7BC82EFA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C4C11-ABAF-4CE8-BC89-9363A150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86B17-94B1-4031-B7BC-CA1CC7CA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E19CD-0E5C-4F87-A2DC-D25822F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D5FC6-9FD6-447C-BACC-D753287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DAD74-6C22-4F62-A6AB-EE0E9DFE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C5BFD-5A0E-48F5-8678-D1228FB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E4036-B11C-4591-8BEA-5E68BC9D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98BEC-63B3-4B57-9AA0-22ABDF26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D092D-4915-43EC-B5FB-9A95F33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0E218-CFE1-44FE-A88E-A136664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A37D3-2A8E-419C-B737-BA99EFD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29047-9DCA-4BF2-9EB2-DD82EAE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7BEA1-C297-4CE7-9B38-C338505A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C0E56-61F8-4528-9EA5-2CA395D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162385666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91ACC-2570-468E-AF2F-9CB3254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64162-C847-442A-9F3B-128F602A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3CAD4-CF14-41C3-890A-307CC6F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60B31-ECC5-46F1-89B5-B5366A4B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6B649-9FDC-45AF-AE9D-DEDF5885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CC77C-0755-4934-BDEE-C3FF642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9D68C-2813-4B18-9BD8-B33D11A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B14B3-83A7-4756-B847-CC6C4E73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11586-6A30-43A9-A099-05888792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93A98-AF30-44FD-B382-8726A65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324D9-A934-4317-B099-F229733A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5C8E8-A978-4C65-9355-CFF37B99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F2945-DD70-4C75-B44B-4F2A1BB1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D9F93-0871-4E26-A035-93D3118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73B96-A54D-46B2-93A5-9B578E7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44810-33B4-4BFC-93BC-DD63C6B2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BE10F-97F2-4314-B334-3EC6FEB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203D3-D69A-4640-BD46-CE455AE1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F67EE-4BA9-4300-9FE0-AE467262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E596D-26A9-4A9A-9DE2-26605DC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3A8A3-9642-4856-A99D-A55D3A27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90C7B-2F42-4475-BA1C-5EF135E2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38F9D-D3E0-437E-8392-58C75245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D1925-1D26-4559-AA28-C0B261A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77980B-8AE8-4019-9968-2CB6B8F3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75820350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53BF7-BC91-4CCF-A343-02C3FC0C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E19B7-9EFC-46BC-ADC5-E51B59C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E3D17-7489-4D44-B2B6-340A739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9BAD-39AB-4295-A4F8-7E9A6777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46914-BCAB-492B-96BA-700B7C0E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2D0C6-D5B7-4A25-873B-DE443246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F67D3-C85A-495E-A5C0-D60648AF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96417-02E8-4FAA-9845-9C58F8F8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3597D-002B-4B0E-AF2D-3A0589AD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98C3C-5F61-48C9-AA2A-3E8FD183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E468-9172-4D22-A720-FA908A3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F75C5-BFD2-43C6-8FE4-C5BF7DDD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A643-6FFB-4E90-8600-BCF6A7B4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97249-407A-4A46-907B-801AA6B8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C5DBF-F10B-49C0-9BA7-65D8D6E9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EFA3C-8312-4523-A4BD-AAAC92B7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CE9C6-DDD1-4A20-BF43-5E950B49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370FE-1001-4A7C-B96C-F78B6E23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414F6-8922-4E0E-9EAD-679FBDC3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3F95C-1BE4-4B0F-BE8A-4EB12919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78F2A-EE41-488B-8FC6-62142B8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C71F2-A412-4256-BC44-01C4AE88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04CE7-2154-46FA-9BD5-1FF961D3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65204-4417-4283-8859-F65DB28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7BB81-39EB-47DD-96B5-1FC3E60F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1772035784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B3849-93DC-4ADD-A705-75E3C4A9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FINAL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46EB5-5F46-4A9B-94C4-D760C467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45D69-22A7-4DE5-B06C-4B60E633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6BFEF-27EF-49FB-9446-FE8B3739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61FC3-5B8E-4DE1-B091-B169BEF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207C8-957A-4A50-9BC3-D932DB64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300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96711fe5a413b">
            <a:extLst>
              <a:ext uri="{96DAC541-7B7A-43D3-8B79-37D633B846F1}">
                <asvg:svgBlip xmlns:asvg="http://schemas.microsoft.com/office/drawing/2016/SVG/main" r:embed="R83dd8f82b9e047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5D788-8581-46A9-A43D-DACAA0B7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71F68-00D7-4E29-B12B-34B2994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A1686-0069-4FED-B657-1EEBB8B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49F8E-0348-4C89-8D4B-8D65DD02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63C42-F290-4668-8C58-A3BF37F1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B13-C57D-4DED-9795-E10DB8B5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C9A70-7D37-466E-AD75-08801582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A4273-4BCF-4D9F-9800-54EB30B5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3216B-6BC2-40C7-9A8C-2332C36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D87A4-A3D6-4D6D-9569-F97BB735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1894076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2026-08-22T09:24:53.7800000Z</dcterms:created>
  <dcterms:modified xsi:type="dcterms:W3CDTF">2026-08-22T09:24:53.7800000Z</dcterms:modified>
</coreProperties>
</file>