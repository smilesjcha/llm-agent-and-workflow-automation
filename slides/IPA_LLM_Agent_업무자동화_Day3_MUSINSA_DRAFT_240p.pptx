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f211f7ce364722" /><Relationship Type="http://schemas.openxmlformats.org/officeDocument/2006/relationships/extended-properties" Target="/docProps/app.xml" Id="R739a319ccc1d4fc7" /><Relationship Type="http://schemas.openxmlformats.org/officeDocument/2006/relationships/officeDocument" Target="/ppt/presentation.xml" Id="R2edd63080ec04a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adb0fdeedf4d4b"/>
  </p:sldMasterIdLst>
  <p:notesMasterIdLst>
    <p:notesMasterId xmlns:r="http://schemas.openxmlformats.org/officeDocument/2006/relationships" r:id="R24adf088e8fe40cd"/>
  </p:notesMasterIdLst>
  <p:sldIdLst>
    <p:sldId xmlns:r="http://schemas.openxmlformats.org/officeDocument/2006/relationships" id="256" r:id="R61b29b336fcb4a50"/>
    <p:sldId xmlns:r="http://schemas.openxmlformats.org/officeDocument/2006/relationships" id="257" r:id="R23ee871af1284416"/>
    <p:sldId xmlns:r="http://schemas.openxmlformats.org/officeDocument/2006/relationships" id="258" r:id="R00538a2d5b5c4572"/>
    <p:sldId xmlns:r="http://schemas.openxmlformats.org/officeDocument/2006/relationships" id="259" r:id="Rb5cf61e00b6b44dc"/>
    <p:sldId xmlns:r="http://schemas.openxmlformats.org/officeDocument/2006/relationships" id="260" r:id="Rf06b6e97962f47c7"/>
    <p:sldId xmlns:r="http://schemas.openxmlformats.org/officeDocument/2006/relationships" id="261" r:id="Rfaf4621af16a428f"/>
    <p:sldId xmlns:r="http://schemas.openxmlformats.org/officeDocument/2006/relationships" id="262" r:id="R0207155a47bd470f"/>
    <p:sldId xmlns:r="http://schemas.openxmlformats.org/officeDocument/2006/relationships" id="263" r:id="R9ae2119b04b346e2"/>
    <p:sldId xmlns:r="http://schemas.openxmlformats.org/officeDocument/2006/relationships" id="264" r:id="R0549dab7c6ee4da9"/>
    <p:sldId xmlns:r="http://schemas.openxmlformats.org/officeDocument/2006/relationships" id="265" r:id="R528abf38e513443b"/>
    <p:sldId xmlns:r="http://schemas.openxmlformats.org/officeDocument/2006/relationships" id="266" r:id="R5e09c202d5fa48ba"/>
    <p:sldId xmlns:r="http://schemas.openxmlformats.org/officeDocument/2006/relationships" id="267" r:id="R2ac64567f38c449e"/>
    <p:sldId xmlns:r="http://schemas.openxmlformats.org/officeDocument/2006/relationships" id="268" r:id="Rec7a52c07f434d27"/>
    <p:sldId xmlns:r="http://schemas.openxmlformats.org/officeDocument/2006/relationships" id="269" r:id="R517510c54d884c4a"/>
    <p:sldId xmlns:r="http://schemas.openxmlformats.org/officeDocument/2006/relationships" id="270" r:id="R4ed61ddf3f4d49f5"/>
    <p:sldId xmlns:r="http://schemas.openxmlformats.org/officeDocument/2006/relationships" id="271" r:id="Raba4b2ff23074ac8"/>
    <p:sldId xmlns:r="http://schemas.openxmlformats.org/officeDocument/2006/relationships" id="272" r:id="Rf3c2e0ab3e1346a5"/>
    <p:sldId xmlns:r="http://schemas.openxmlformats.org/officeDocument/2006/relationships" id="273" r:id="Rcc2db0999ee64c66"/>
    <p:sldId xmlns:r="http://schemas.openxmlformats.org/officeDocument/2006/relationships" id="274" r:id="R9abff2a3a11c40b3"/>
    <p:sldId xmlns:r="http://schemas.openxmlformats.org/officeDocument/2006/relationships" id="275" r:id="R2d39fccae2b6469c"/>
    <p:sldId xmlns:r="http://schemas.openxmlformats.org/officeDocument/2006/relationships" id="276" r:id="R0710d156d88648e9"/>
    <p:sldId xmlns:r="http://schemas.openxmlformats.org/officeDocument/2006/relationships" id="277" r:id="R8885a49a0b684f93"/>
    <p:sldId xmlns:r="http://schemas.openxmlformats.org/officeDocument/2006/relationships" id="278" r:id="Rd531aabe8eee420d"/>
    <p:sldId xmlns:r="http://schemas.openxmlformats.org/officeDocument/2006/relationships" id="279" r:id="Re0fe8bf27cc543c1"/>
    <p:sldId xmlns:r="http://schemas.openxmlformats.org/officeDocument/2006/relationships" id="280" r:id="R802bd50311a04a09"/>
    <p:sldId xmlns:r="http://schemas.openxmlformats.org/officeDocument/2006/relationships" id="281" r:id="R1b4c87da65ca417a"/>
    <p:sldId xmlns:r="http://schemas.openxmlformats.org/officeDocument/2006/relationships" id="282" r:id="R58c2c7778f164e05"/>
    <p:sldId xmlns:r="http://schemas.openxmlformats.org/officeDocument/2006/relationships" id="283" r:id="Radae1c088a3e436f"/>
    <p:sldId xmlns:r="http://schemas.openxmlformats.org/officeDocument/2006/relationships" id="284" r:id="R340a149835894fff"/>
    <p:sldId xmlns:r="http://schemas.openxmlformats.org/officeDocument/2006/relationships" id="285" r:id="Rb8c0be452aea49c2"/>
    <p:sldId xmlns:r="http://schemas.openxmlformats.org/officeDocument/2006/relationships" id="286" r:id="R9695e236765b49c5"/>
    <p:sldId xmlns:r="http://schemas.openxmlformats.org/officeDocument/2006/relationships" id="287" r:id="R2062c5dbb8ad4f69"/>
    <p:sldId xmlns:r="http://schemas.openxmlformats.org/officeDocument/2006/relationships" id="288" r:id="R8ace97b290d44ce8"/>
    <p:sldId xmlns:r="http://schemas.openxmlformats.org/officeDocument/2006/relationships" id="289" r:id="Ra4e0c5cfec0b482b"/>
    <p:sldId xmlns:r="http://schemas.openxmlformats.org/officeDocument/2006/relationships" id="290" r:id="R61733e113e3543a9"/>
    <p:sldId xmlns:r="http://schemas.openxmlformats.org/officeDocument/2006/relationships" id="291" r:id="R6f2140468ec34287"/>
    <p:sldId xmlns:r="http://schemas.openxmlformats.org/officeDocument/2006/relationships" id="292" r:id="R075fccf552f04e2c"/>
    <p:sldId xmlns:r="http://schemas.openxmlformats.org/officeDocument/2006/relationships" id="293" r:id="Rb7fbe3597c1442b6"/>
    <p:sldId xmlns:r="http://schemas.openxmlformats.org/officeDocument/2006/relationships" id="294" r:id="R91e28352e1f8421f"/>
    <p:sldId xmlns:r="http://schemas.openxmlformats.org/officeDocument/2006/relationships" id="295" r:id="R72d3374b552b49a1"/>
    <p:sldId xmlns:r="http://schemas.openxmlformats.org/officeDocument/2006/relationships" id="296" r:id="Ref8de17bc137400b"/>
    <p:sldId xmlns:r="http://schemas.openxmlformats.org/officeDocument/2006/relationships" id="297" r:id="Rf754b81f37284a40"/>
    <p:sldId xmlns:r="http://schemas.openxmlformats.org/officeDocument/2006/relationships" id="298" r:id="R474edec624a04631"/>
    <p:sldId xmlns:r="http://schemas.openxmlformats.org/officeDocument/2006/relationships" id="299" r:id="R0cf63c61d3524298"/>
    <p:sldId xmlns:r="http://schemas.openxmlformats.org/officeDocument/2006/relationships" id="300" r:id="R1ff2c9f89f6242a4"/>
    <p:sldId xmlns:r="http://schemas.openxmlformats.org/officeDocument/2006/relationships" id="301" r:id="Reee52dd85ca648ee"/>
    <p:sldId xmlns:r="http://schemas.openxmlformats.org/officeDocument/2006/relationships" id="302" r:id="R010a017c82b34b65"/>
    <p:sldId xmlns:r="http://schemas.openxmlformats.org/officeDocument/2006/relationships" id="303" r:id="R1b66d4ddac924062"/>
    <p:sldId xmlns:r="http://schemas.openxmlformats.org/officeDocument/2006/relationships" id="304" r:id="R24a01fb4183b4ef4"/>
    <p:sldId xmlns:r="http://schemas.openxmlformats.org/officeDocument/2006/relationships" id="305" r:id="Rfd92e60aa36e46c8"/>
    <p:sldId xmlns:r="http://schemas.openxmlformats.org/officeDocument/2006/relationships" id="306" r:id="R2fe6c2b25c184dc5"/>
    <p:sldId xmlns:r="http://schemas.openxmlformats.org/officeDocument/2006/relationships" id="307" r:id="R4a8aaa33dc5b4295"/>
    <p:sldId xmlns:r="http://schemas.openxmlformats.org/officeDocument/2006/relationships" id="308" r:id="Rbcae93ed68624ae8"/>
    <p:sldId xmlns:r="http://schemas.openxmlformats.org/officeDocument/2006/relationships" id="309" r:id="R9e14c8b20783444d"/>
    <p:sldId xmlns:r="http://schemas.openxmlformats.org/officeDocument/2006/relationships" id="310" r:id="Rf5d5363137e24d93"/>
    <p:sldId xmlns:r="http://schemas.openxmlformats.org/officeDocument/2006/relationships" id="311" r:id="R86b844d4e3cf4100"/>
    <p:sldId xmlns:r="http://schemas.openxmlformats.org/officeDocument/2006/relationships" id="312" r:id="Rd870109f400149fe"/>
    <p:sldId xmlns:r="http://schemas.openxmlformats.org/officeDocument/2006/relationships" id="313" r:id="Rc8f3e6206a5a4d6a"/>
    <p:sldId xmlns:r="http://schemas.openxmlformats.org/officeDocument/2006/relationships" id="314" r:id="R6064840594ac4fbd"/>
    <p:sldId xmlns:r="http://schemas.openxmlformats.org/officeDocument/2006/relationships" id="315" r:id="Recc9c5ca24354fdf"/>
    <p:sldId xmlns:r="http://schemas.openxmlformats.org/officeDocument/2006/relationships" id="316" r:id="Rfa5143058f224062"/>
    <p:sldId xmlns:r="http://schemas.openxmlformats.org/officeDocument/2006/relationships" id="317" r:id="R6a513448075d4709"/>
    <p:sldId xmlns:r="http://schemas.openxmlformats.org/officeDocument/2006/relationships" id="318" r:id="Rfd21323e1b3f46dc"/>
    <p:sldId xmlns:r="http://schemas.openxmlformats.org/officeDocument/2006/relationships" id="319" r:id="Rc47d132804b546d8"/>
    <p:sldId xmlns:r="http://schemas.openxmlformats.org/officeDocument/2006/relationships" id="320" r:id="R529ad55ddc564466"/>
    <p:sldId xmlns:r="http://schemas.openxmlformats.org/officeDocument/2006/relationships" id="321" r:id="Rb23d41e6271541a2"/>
    <p:sldId xmlns:r="http://schemas.openxmlformats.org/officeDocument/2006/relationships" id="322" r:id="Reabb77e2a3914815"/>
    <p:sldId xmlns:r="http://schemas.openxmlformats.org/officeDocument/2006/relationships" id="323" r:id="Rc03833890902414b"/>
    <p:sldId xmlns:r="http://schemas.openxmlformats.org/officeDocument/2006/relationships" id="324" r:id="Raf45f822ac7f4e3e"/>
    <p:sldId xmlns:r="http://schemas.openxmlformats.org/officeDocument/2006/relationships" id="325" r:id="R16c370db228f4eda"/>
    <p:sldId xmlns:r="http://schemas.openxmlformats.org/officeDocument/2006/relationships" id="326" r:id="R9f1816aba2e64804"/>
    <p:sldId xmlns:r="http://schemas.openxmlformats.org/officeDocument/2006/relationships" id="327" r:id="Rf6f843fc629541ee"/>
    <p:sldId xmlns:r="http://schemas.openxmlformats.org/officeDocument/2006/relationships" id="328" r:id="R8e7ecee511394e63"/>
    <p:sldId xmlns:r="http://schemas.openxmlformats.org/officeDocument/2006/relationships" id="329" r:id="R73cb744c0fab49f9"/>
    <p:sldId xmlns:r="http://schemas.openxmlformats.org/officeDocument/2006/relationships" id="330" r:id="R8797bdd08ba34f42"/>
    <p:sldId xmlns:r="http://schemas.openxmlformats.org/officeDocument/2006/relationships" id="331" r:id="Ra0f779eb54f34e13"/>
    <p:sldId xmlns:r="http://schemas.openxmlformats.org/officeDocument/2006/relationships" id="332" r:id="R7718d882d94e4a0b"/>
    <p:sldId xmlns:r="http://schemas.openxmlformats.org/officeDocument/2006/relationships" id="333" r:id="Rac1b3f8d0475491e"/>
    <p:sldId xmlns:r="http://schemas.openxmlformats.org/officeDocument/2006/relationships" id="334" r:id="R5da08446b9014639"/>
    <p:sldId xmlns:r="http://schemas.openxmlformats.org/officeDocument/2006/relationships" id="335" r:id="R36cccec7a9074628"/>
    <p:sldId xmlns:r="http://schemas.openxmlformats.org/officeDocument/2006/relationships" id="336" r:id="R219744e8bcb84b47"/>
    <p:sldId xmlns:r="http://schemas.openxmlformats.org/officeDocument/2006/relationships" id="337" r:id="R629c8358a1b64798"/>
    <p:sldId xmlns:r="http://schemas.openxmlformats.org/officeDocument/2006/relationships" id="338" r:id="Rac718e9f7af04e27"/>
    <p:sldId xmlns:r="http://schemas.openxmlformats.org/officeDocument/2006/relationships" id="339" r:id="Rc26f58889c1c4042"/>
    <p:sldId xmlns:r="http://schemas.openxmlformats.org/officeDocument/2006/relationships" id="340" r:id="R6d85881194a74e25"/>
    <p:sldId xmlns:r="http://schemas.openxmlformats.org/officeDocument/2006/relationships" id="341" r:id="Ra0cfba08def74d38"/>
    <p:sldId xmlns:r="http://schemas.openxmlformats.org/officeDocument/2006/relationships" id="342" r:id="R14b89a836cbc42dc"/>
    <p:sldId xmlns:r="http://schemas.openxmlformats.org/officeDocument/2006/relationships" id="343" r:id="Rd8a7f539d2e7406f"/>
    <p:sldId xmlns:r="http://schemas.openxmlformats.org/officeDocument/2006/relationships" id="344" r:id="R82856ee5b4024c96"/>
    <p:sldId xmlns:r="http://schemas.openxmlformats.org/officeDocument/2006/relationships" id="345" r:id="Rfab5aaebc9df4f4f"/>
    <p:sldId xmlns:r="http://schemas.openxmlformats.org/officeDocument/2006/relationships" id="346" r:id="R4b9e8cbda5734096"/>
    <p:sldId xmlns:r="http://schemas.openxmlformats.org/officeDocument/2006/relationships" id="347" r:id="R510d24430e7740eb"/>
    <p:sldId xmlns:r="http://schemas.openxmlformats.org/officeDocument/2006/relationships" id="348" r:id="R8ba2a35f2d024bed"/>
    <p:sldId xmlns:r="http://schemas.openxmlformats.org/officeDocument/2006/relationships" id="349" r:id="Re7944dfa5d8a4896"/>
    <p:sldId xmlns:r="http://schemas.openxmlformats.org/officeDocument/2006/relationships" id="350" r:id="Rb86bfaf49ae44192"/>
    <p:sldId xmlns:r="http://schemas.openxmlformats.org/officeDocument/2006/relationships" id="351" r:id="R507838490619422d"/>
    <p:sldId xmlns:r="http://schemas.openxmlformats.org/officeDocument/2006/relationships" id="352" r:id="R0197327614294983"/>
    <p:sldId xmlns:r="http://schemas.openxmlformats.org/officeDocument/2006/relationships" id="353" r:id="R44f1c319191f4acc"/>
    <p:sldId xmlns:r="http://schemas.openxmlformats.org/officeDocument/2006/relationships" id="354" r:id="R758b0c08fe4d45be"/>
    <p:sldId xmlns:r="http://schemas.openxmlformats.org/officeDocument/2006/relationships" id="355" r:id="R225327cbd0114870"/>
    <p:sldId xmlns:r="http://schemas.openxmlformats.org/officeDocument/2006/relationships" id="356" r:id="R5fc4a3fbc4f04bec"/>
    <p:sldId xmlns:r="http://schemas.openxmlformats.org/officeDocument/2006/relationships" id="357" r:id="Rc5d081b87ec249b2"/>
    <p:sldId xmlns:r="http://schemas.openxmlformats.org/officeDocument/2006/relationships" id="358" r:id="Ref00d5ea35614a18"/>
    <p:sldId xmlns:r="http://schemas.openxmlformats.org/officeDocument/2006/relationships" id="359" r:id="Rb2380cedff95427c"/>
    <p:sldId xmlns:r="http://schemas.openxmlformats.org/officeDocument/2006/relationships" id="360" r:id="R671db478cd4f4245"/>
    <p:sldId xmlns:r="http://schemas.openxmlformats.org/officeDocument/2006/relationships" id="361" r:id="R6bdb73f6ec5345e5"/>
    <p:sldId xmlns:r="http://schemas.openxmlformats.org/officeDocument/2006/relationships" id="362" r:id="R1ffdf74e9f8b46a5"/>
    <p:sldId xmlns:r="http://schemas.openxmlformats.org/officeDocument/2006/relationships" id="363" r:id="R536dbc188da84945"/>
    <p:sldId xmlns:r="http://schemas.openxmlformats.org/officeDocument/2006/relationships" id="364" r:id="R1da61c0e4be64ce0"/>
    <p:sldId xmlns:r="http://schemas.openxmlformats.org/officeDocument/2006/relationships" id="365" r:id="Rf20fc1aca6974be6"/>
    <p:sldId xmlns:r="http://schemas.openxmlformats.org/officeDocument/2006/relationships" id="366" r:id="R5164789ea0614b31"/>
    <p:sldId xmlns:r="http://schemas.openxmlformats.org/officeDocument/2006/relationships" id="367" r:id="Rb56ac4b28ad74a92"/>
    <p:sldId xmlns:r="http://schemas.openxmlformats.org/officeDocument/2006/relationships" id="368" r:id="Raf1010117f524898"/>
    <p:sldId xmlns:r="http://schemas.openxmlformats.org/officeDocument/2006/relationships" id="369" r:id="Ra5f27c94daa44cd3"/>
    <p:sldId xmlns:r="http://schemas.openxmlformats.org/officeDocument/2006/relationships" id="370" r:id="R691314151c544002"/>
    <p:sldId xmlns:r="http://schemas.openxmlformats.org/officeDocument/2006/relationships" id="371" r:id="R74f3c332194b4826"/>
    <p:sldId xmlns:r="http://schemas.openxmlformats.org/officeDocument/2006/relationships" id="372" r:id="Ra79dbd8200d24c25"/>
    <p:sldId xmlns:r="http://schemas.openxmlformats.org/officeDocument/2006/relationships" id="373" r:id="Raf38705971214342"/>
    <p:sldId xmlns:r="http://schemas.openxmlformats.org/officeDocument/2006/relationships" id="374" r:id="Rf5afeebfb96746cf"/>
    <p:sldId xmlns:r="http://schemas.openxmlformats.org/officeDocument/2006/relationships" id="375" r:id="Re212ff7036974655"/>
    <p:sldId xmlns:r="http://schemas.openxmlformats.org/officeDocument/2006/relationships" id="376" r:id="R47338a453a6d44d8"/>
    <p:sldId xmlns:r="http://schemas.openxmlformats.org/officeDocument/2006/relationships" id="377" r:id="R722d91f6e0584117"/>
    <p:sldId xmlns:r="http://schemas.openxmlformats.org/officeDocument/2006/relationships" id="378" r:id="Rb9e04e558d3648a4"/>
    <p:sldId xmlns:r="http://schemas.openxmlformats.org/officeDocument/2006/relationships" id="379" r:id="Rd5716e8c31df43fc"/>
    <p:sldId xmlns:r="http://schemas.openxmlformats.org/officeDocument/2006/relationships" id="380" r:id="R28fc62b11c5b426c"/>
    <p:sldId xmlns:r="http://schemas.openxmlformats.org/officeDocument/2006/relationships" id="381" r:id="Rc6ff1dce24034f07"/>
    <p:sldId xmlns:r="http://schemas.openxmlformats.org/officeDocument/2006/relationships" id="382" r:id="R2640849e40a1401c"/>
    <p:sldId xmlns:r="http://schemas.openxmlformats.org/officeDocument/2006/relationships" id="383" r:id="R10a9755dd6fa4553"/>
    <p:sldId xmlns:r="http://schemas.openxmlformats.org/officeDocument/2006/relationships" id="384" r:id="R96a72d23f79e41e4"/>
    <p:sldId xmlns:r="http://schemas.openxmlformats.org/officeDocument/2006/relationships" id="385" r:id="R3636505c903641c8"/>
    <p:sldId xmlns:r="http://schemas.openxmlformats.org/officeDocument/2006/relationships" id="386" r:id="R9dae9aa91f3644a7"/>
    <p:sldId xmlns:r="http://schemas.openxmlformats.org/officeDocument/2006/relationships" id="387" r:id="Rca299168c7e04ff1"/>
    <p:sldId xmlns:r="http://schemas.openxmlformats.org/officeDocument/2006/relationships" id="388" r:id="R1518c197c07d4be0"/>
    <p:sldId xmlns:r="http://schemas.openxmlformats.org/officeDocument/2006/relationships" id="389" r:id="Rd30f992d5566407a"/>
    <p:sldId xmlns:r="http://schemas.openxmlformats.org/officeDocument/2006/relationships" id="390" r:id="R05fd81d20be94d5c"/>
    <p:sldId xmlns:r="http://schemas.openxmlformats.org/officeDocument/2006/relationships" id="391" r:id="R9aa22621583b4ed7"/>
    <p:sldId xmlns:r="http://schemas.openxmlformats.org/officeDocument/2006/relationships" id="392" r:id="Rf895d210370c4e28"/>
    <p:sldId xmlns:r="http://schemas.openxmlformats.org/officeDocument/2006/relationships" id="393" r:id="R3a74b6bef86e48f6"/>
    <p:sldId xmlns:r="http://schemas.openxmlformats.org/officeDocument/2006/relationships" id="394" r:id="R04dda350a2544660"/>
    <p:sldId xmlns:r="http://schemas.openxmlformats.org/officeDocument/2006/relationships" id="395" r:id="R3bd2e4e4c2404d49"/>
    <p:sldId xmlns:r="http://schemas.openxmlformats.org/officeDocument/2006/relationships" id="396" r:id="R2525b04eebff4d2d"/>
    <p:sldId xmlns:r="http://schemas.openxmlformats.org/officeDocument/2006/relationships" id="397" r:id="Rff7a28422ecd4443"/>
    <p:sldId xmlns:r="http://schemas.openxmlformats.org/officeDocument/2006/relationships" id="398" r:id="Rdd9df96a661c4ba6"/>
    <p:sldId xmlns:r="http://schemas.openxmlformats.org/officeDocument/2006/relationships" id="399" r:id="Rf1a8d053ec174d17"/>
    <p:sldId xmlns:r="http://schemas.openxmlformats.org/officeDocument/2006/relationships" id="400" r:id="R028232c63f614e7d"/>
    <p:sldId xmlns:r="http://schemas.openxmlformats.org/officeDocument/2006/relationships" id="401" r:id="R25c9237752fe4a9a"/>
    <p:sldId xmlns:r="http://schemas.openxmlformats.org/officeDocument/2006/relationships" id="402" r:id="Rb60d3d6789774b5f"/>
    <p:sldId xmlns:r="http://schemas.openxmlformats.org/officeDocument/2006/relationships" id="403" r:id="R8d35c3f965314747"/>
    <p:sldId xmlns:r="http://schemas.openxmlformats.org/officeDocument/2006/relationships" id="404" r:id="Rb4522ae3b24f4552"/>
    <p:sldId xmlns:r="http://schemas.openxmlformats.org/officeDocument/2006/relationships" id="405" r:id="R3cd5d0f5c2ff4321"/>
    <p:sldId xmlns:r="http://schemas.openxmlformats.org/officeDocument/2006/relationships" id="406" r:id="R77dd6a3fe0d84f84"/>
    <p:sldId xmlns:r="http://schemas.openxmlformats.org/officeDocument/2006/relationships" id="407" r:id="R632c1e57aada40a0"/>
    <p:sldId xmlns:r="http://schemas.openxmlformats.org/officeDocument/2006/relationships" id="408" r:id="R7ab1398eb23e4917"/>
    <p:sldId xmlns:r="http://schemas.openxmlformats.org/officeDocument/2006/relationships" id="409" r:id="R447cef86e3a84a02"/>
    <p:sldId xmlns:r="http://schemas.openxmlformats.org/officeDocument/2006/relationships" id="410" r:id="R901d4e52c65b48d5"/>
    <p:sldId xmlns:r="http://schemas.openxmlformats.org/officeDocument/2006/relationships" id="411" r:id="Rfd5640232d2b4e1b"/>
    <p:sldId xmlns:r="http://schemas.openxmlformats.org/officeDocument/2006/relationships" id="412" r:id="R64a2ad2590ee47e1"/>
    <p:sldId xmlns:r="http://schemas.openxmlformats.org/officeDocument/2006/relationships" id="413" r:id="Rca72db1301b24563"/>
    <p:sldId xmlns:r="http://schemas.openxmlformats.org/officeDocument/2006/relationships" id="414" r:id="R359b50ec135847fa"/>
    <p:sldId xmlns:r="http://schemas.openxmlformats.org/officeDocument/2006/relationships" id="415" r:id="Rd63de148aaac4839"/>
    <p:sldId xmlns:r="http://schemas.openxmlformats.org/officeDocument/2006/relationships" id="416" r:id="Rfaea86704e264032"/>
    <p:sldId xmlns:r="http://schemas.openxmlformats.org/officeDocument/2006/relationships" id="417" r:id="Rb5383d2d36ff4b58"/>
    <p:sldId xmlns:r="http://schemas.openxmlformats.org/officeDocument/2006/relationships" id="418" r:id="R1963aeb674ba4338"/>
    <p:sldId xmlns:r="http://schemas.openxmlformats.org/officeDocument/2006/relationships" id="419" r:id="Rc8cf319cb073414e"/>
    <p:sldId xmlns:r="http://schemas.openxmlformats.org/officeDocument/2006/relationships" id="420" r:id="Rff11cc821d5e4db7"/>
    <p:sldId xmlns:r="http://schemas.openxmlformats.org/officeDocument/2006/relationships" id="421" r:id="R1fe6767aa60d4d73"/>
    <p:sldId xmlns:r="http://schemas.openxmlformats.org/officeDocument/2006/relationships" id="422" r:id="R9d6fc98c6d9645c7"/>
    <p:sldId xmlns:r="http://schemas.openxmlformats.org/officeDocument/2006/relationships" id="423" r:id="R6940a51e15e84a4b"/>
    <p:sldId xmlns:r="http://schemas.openxmlformats.org/officeDocument/2006/relationships" id="424" r:id="Rfa3bd756b26e4aaf"/>
    <p:sldId xmlns:r="http://schemas.openxmlformats.org/officeDocument/2006/relationships" id="425" r:id="R18b4023c0c83494a"/>
    <p:sldId xmlns:r="http://schemas.openxmlformats.org/officeDocument/2006/relationships" id="426" r:id="Rc1f2fe8270e44abc"/>
    <p:sldId xmlns:r="http://schemas.openxmlformats.org/officeDocument/2006/relationships" id="427" r:id="Rb3fedf97e19c49d9"/>
    <p:sldId xmlns:r="http://schemas.openxmlformats.org/officeDocument/2006/relationships" id="428" r:id="Rf72942fe72494d40"/>
    <p:sldId xmlns:r="http://schemas.openxmlformats.org/officeDocument/2006/relationships" id="429" r:id="R52fb42fab4454883"/>
    <p:sldId xmlns:r="http://schemas.openxmlformats.org/officeDocument/2006/relationships" id="430" r:id="Ra8828197c8584c21"/>
    <p:sldId xmlns:r="http://schemas.openxmlformats.org/officeDocument/2006/relationships" id="431" r:id="R9f73b737f9e24abd"/>
    <p:sldId xmlns:r="http://schemas.openxmlformats.org/officeDocument/2006/relationships" id="432" r:id="Rb9db8dd50cdb43f4"/>
    <p:sldId xmlns:r="http://schemas.openxmlformats.org/officeDocument/2006/relationships" id="433" r:id="R296552d543fc421d"/>
    <p:sldId xmlns:r="http://schemas.openxmlformats.org/officeDocument/2006/relationships" id="434" r:id="R9749d83e5ce14624"/>
    <p:sldId xmlns:r="http://schemas.openxmlformats.org/officeDocument/2006/relationships" id="435" r:id="R7ccba52da89146a8"/>
    <p:sldId xmlns:r="http://schemas.openxmlformats.org/officeDocument/2006/relationships" id="436" r:id="R22af655ac4014a23"/>
    <p:sldId xmlns:r="http://schemas.openxmlformats.org/officeDocument/2006/relationships" id="437" r:id="Rfa1fdddce51e4294"/>
    <p:sldId xmlns:r="http://schemas.openxmlformats.org/officeDocument/2006/relationships" id="438" r:id="R094d7d7c44e948fa"/>
    <p:sldId xmlns:r="http://schemas.openxmlformats.org/officeDocument/2006/relationships" id="439" r:id="Rc798de786df4429e"/>
    <p:sldId xmlns:r="http://schemas.openxmlformats.org/officeDocument/2006/relationships" id="440" r:id="R470d0090e5004781"/>
    <p:sldId xmlns:r="http://schemas.openxmlformats.org/officeDocument/2006/relationships" id="441" r:id="Ra4a3ae243f4345d1"/>
    <p:sldId xmlns:r="http://schemas.openxmlformats.org/officeDocument/2006/relationships" id="442" r:id="R47f5733685d2426d"/>
    <p:sldId xmlns:r="http://schemas.openxmlformats.org/officeDocument/2006/relationships" id="443" r:id="Raf7bf043d8784f06"/>
    <p:sldId xmlns:r="http://schemas.openxmlformats.org/officeDocument/2006/relationships" id="444" r:id="Rf6287a7eb5c54b47"/>
    <p:sldId xmlns:r="http://schemas.openxmlformats.org/officeDocument/2006/relationships" id="445" r:id="Rb272eb31fb964eb9"/>
    <p:sldId xmlns:r="http://schemas.openxmlformats.org/officeDocument/2006/relationships" id="446" r:id="R680801af56284e62"/>
    <p:sldId xmlns:r="http://schemas.openxmlformats.org/officeDocument/2006/relationships" id="447" r:id="R3fc815fc6c974a77"/>
    <p:sldId xmlns:r="http://schemas.openxmlformats.org/officeDocument/2006/relationships" id="448" r:id="R2d7870d3c7e54852"/>
    <p:sldId xmlns:r="http://schemas.openxmlformats.org/officeDocument/2006/relationships" id="449" r:id="Rce2089a71d174c2e"/>
    <p:sldId xmlns:r="http://schemas.openxmlformats.org/officeDocument/2006/relationships" id="450" r:id="Rf35dbabcc082418b"/>
    <p:sldId xmlns:r="http://schemas.openxmlformats.org/officeDocument/2006/relationships" id="451" r:id="R69c3ad20e4c14d11"/>
    <p:sldId xmlns:r="http://schemas.openxmlformats.org/officeDocument/2006/relationships" id="452" r:id="Rd9af4d3235e54e93"/>
    <p:sldId xmlns:r="http://schemas.openxmlformats.org/officeDocument/2006/relationships" id="453" r:id="R1a4f3269d1ec475b"/>
    <p:sldId xmlns:r="http://schemas.openxmlformats.org/officeDocument/2006/relationships" id="454" r:id="R0db825be0c1e4c0e"/>
    <p:sldId xmlns:r="http://schemas.openxmlformats.org/officeDocument/2006/relationships" id="455" r:id="R39d9288b240c4ebb"/>
    <p:sldId xmlns:r="http://schemas.openxmlformats.org/officeDocument/2006/relationships" id="456" r:id="R89f7ca1cb13c43f3"/>
    <p:sldId xmlns:r="http://schemas.openxmlformats.org/officeDocument/2006/relationships" id="457" r:id="R854156f8b641484c"/>
    <p:sldId xmlns:r="http://schemas.openxmlformats.org/officeDocument/2006/relationships" id="458" r:id="R0c0de50c916b4545"/>
    <p:sldId xmlns:r="http://schemas.openxmlformats.org/officeDocument/2006/relationships" id="459" r:id="Re737651d772e493b"/>
    <p:sldId xmlns:r="http://schemas.openxmlformats.org/officeDocument/2006/relationships" id="460" r:id="Rf9b9b2dbe4c5468a"/>
    <p:sldId xmlns:r="http://schemas.openxmlformats.org/officeDocument/2006/relationships" id="461" r:id="R32b62cc9fd5b436a"/>
    <p:sldId xmlns:r="http://schemas.openxmlformats.org/officeDocument/2006/relationships" id="462" r:id="R0e8086297664444a"/>
    <p:sldId xmlns:r="http://schemas.openxmlformats.org/officeDocument/2006/relationships" id="463" r:id="R767c9f723e5e4529"/>
    <p:sldId xmlns:r="http://schemas.openxmlformats.org/officeDocument/2006/relationships" id="464" r:id="R7b159eaac7ab4c1c"/>
    <p:sldId xmlns:r="http://schemas.openxmlformats.org/officeDocument/2006/relationships" id="465" r:id="Re5b78ac2a5f243d5"/>
    <p:sldId xmlns:r="http://schemas.openxmlformats.org/officeDocument/2006/relationships" id="466" r:id="R88dc3f0084b34ede"/>
    <p:sldId xmlns:r="http://schemas.openxmlformats.org/officeDocument/2006/relationships" id="467" r:id="R357ee226928948f6"/>
    <p:sldId xmlns:r="http://schemas.openxmlformats.org/officeDocument/2006/relationships" id="468" r:id="Re24c5b72861e4ea5"/>
    <p:sldId xmlns:r="http://schemas.openxmlformats.org/officeDocument/2006/relationships" id="469" r:id="Rbe7153c5827048b7"/>
    <p:sldId xmlns:r="http://schemas.openxmlformats.org/officeDocument/2006/relationships" id="470" r:id="Rfe169bdca57d4e2e"/>
    <p:sldId xmlns:r="http://schemas.openxmlformats.org/officeDocument/2006/relationships" id="471" r:id="R5b42195930944cc6"/>
    <p:sldId xmlns:r="http://schemas.openxmlformats.org/officeDocument/2006/relationships" id="472" r:id="Rf93c43a6eeab4a50"/>
    <p:sldId xmlns:r="http://schemas.openxmlformats.org/officeDocument/2006/relationships" id="473" r:id="Rd43b0e2001c14e6f"/>
    <p:sldId xmlns:r="http://schemas.openxmlformats.org/officeDocument/2006/relationships" id="474" r:id="R0e6f1fb14d614425"/>
    <p:sldId xmlns:r="http://schemas.openxmlformats.org/officeDocument/2006/relationships" id="475" r:id="Ra92da10f77664622"/>
    <p:sldId xmlns:r="http://schemas.openxmlformats.org/officeDocument/2006/relationships" id="476" r:id="Rd802c51ace554ffc"/>
    <p:sldId xmlns:r="http://schemas.openxmlformats.org/officeDocument/2006/relationships" id="477" r:id="Rc1109f947aca4ccd"/>
    <p:sldId xmlns:r="http://schemas.openxmlformats.org/officeDocument/2006/relationships" id="478" r:id="R80d9a615dca24260"/>
    <p:sldId xmlns:r="http://schemas.openxmlformats.org/officeDocument/2006/relationships" id="479" r:id="R8c7f5e227a3c451f"/>
    <p:sldId xmlns:r="http://schemas.openxmlformats.org/officeDocument/2006/relationships" id="480" r:id="R55f79976a8fa437d"/>
    <p:sldId xmlns:r="http://schemas.openxmlformats.org/officeDocument/2006/relationships" id="481" r:id="R6d3fa60831d34c8b"/>
    <p:sldId xmlns:r="http://schemas.openxmlformats.org/officeDocument/2006/relationships" id="482" r:id="Rc8d7baf06af74a30"/>
    <p:sldId xmlns:r="http://schemas.openxmlformats.org/officeDocument/2006/relationships" id="483" r:id="Rb05a425488b14791"/>
    <p:sldId xmlns:r="http://schemas.openxmlformats.org/officeDocument/2006/relationships" id="484" r:id="Rc4a51689bbaf437f"/>
    <p:sldId xmlns:r="http://schemas.openxmlformats.org/officeDocument/2006/relationships" id="485" r:id="R6f445d4d53c443cb"/>
    <p:sldId xmlns:r="http://schemas.openxmlformats.org/officeDocument/2006/relationships" id="486" r:id="Ra012b7f2458644cf"/>
    <p:sldId xmlns:r="http://schemas.openxmlformats.org/officeDocument/2006/relationships" id="487" r:id="R76e4283c1dd14177"/>
    <p:sldId xmlns:r="http://schemas.openxmlformats.org/officeDocument/2006/relationships" id="488" r:id="R6f1afbc04d524727"/>
    <p:sldId xmlns:r="http://schemas.openxmlformats.org/officeDocument/2006/relationships" id="489" r:id="R43ba13cbe7724ce0"/>
    <p:sldId xmlns:r="http://schemas.openxmlformats.org/officeDocument/2006/relationships" id="490" r:id="R20bdd1eb617f41ce"/>
    <p:sldId xmlns:r="http://schemas.openxmlformats.org/officeDocument/2006/relationships" id="491" r:id="R1225ea76f9df44d5"/>
    <p:sldId xmlns:r="http://schemas.openxmlformats.org/officeDocument/2006/relationships" id="492" r:id="R8aedee57c16e4cf2"/>
    <p:sldId xmlns:r="http://schemas.openxmlformats.org/officeDocument/2006/relationships" id="493" r:id="Rca66b11068ad486e"/>
    <p:sldId xmlns:r="http://schemas.openxmlformats.org/officeDocument/2006/relationships" id="494" r:id="R12bd8692792146b4"/>
    <p:sldId xmlns:r="http://schemas.openxmlformats.org/officeDocument/2006/relationships" id="495" r:id="Rec34397dd3584c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dca517dc864c3b" /><Relationship Type="http://schemas.openxmlformats.org/officeDocument/2006/relationships/slideMaster" Target="/ppt/slideMasters/slideMaster1.xml" Id="R6fadb0fdeedf4d4b" /><Relationship Type="http://schemas.openxmlformats.org/officeDocument/2006/relationships/notesMaster" Target="/ppt/notesMasters/notesMaster1.xml" Id="R24adf088e8fe40cd" /><Relationship Type="http://schemas.openxmlformats.org/officeDocument/2006/relationships/presProps" Target="/ppt/presProps.xml" Id="Ra4d6fd4f2eb7469c" /><Relationship Type="http://schemas.openxmlformats.org/officeDocument/2006/relationships/tableStyles" Target="/ppt/tableStyles.xml" Id="R2b7bec91f938487f" /><Relationship Type="http://schemas.openxmlformats.org/officeDocument/2006/relationships/slide" Target="/ppt/slides/slide1.xml" Id="R61b29b336fcb4a50" /><Relationship Type="http://schemas.openxmlformats.org/officeDocument/2006/relationships/slide" Target="/ppt/slides/slide2.xml" Id="R23ee871af1284416" /><Relationship Type="http://schemas.openxmlformats.org/officeDocument/2006/relationships/slide" Target="/ppt/slides/slide3.xml" Id="R00538a2d5b5c4572" /><Relationship Type="http://schemas.openxmlformats.org/officeDocument/2006/relationships/slide" Target="/ppt/slides/slide4.xml" Id="Rb5cf61e00b6b44dc" /><Relationship Type="http://schemas.openxmlformats.org/officeDocument/2006/relationships/slide" Target="/ppt/slides/slide5.xml" Id="Rf06b6e97962f47c7" /><Relationship Type="http://schemas.openxmlformats.org/officeDocument/2006/relationships/slide" Target="/ppt/slides/slide6.xml" Id="Rfaf4621af16a428f" /><Relationship Type="http://schemas.openxmlformats.org/officeDocument/2006/relationships/slide" Target="/ppt/slides/slide7.xml" Id="R0207155a47bd470f" /><Relationship Type="http://schemas.openxmlformats.org/officeDocument/2006/relationships/slide" Target="/ppt/slides/slide8.xml" Id="R9ae2119b04b346e2" /><Relationship Type="http://schemas.openxmlformats.org/officeDocument/2006/relationships/slide" Target="/ppt/slides/slide9.xml" Id="R0549dab7c6ee4da9" /><Relationship Type="http://schemas.openxmlformats.org/officeDocument/2006/relationships/slide" Target="/ppt/slides/slide10.xml" Id="R528abf38e513443b" /><Relationship Type="http://schemas.openxmlformats.org/officeDocument/2006/relationships/slide" Target="/ppt/slides/slide11.xml" Id="R5e09c202d5fa48ba" /><Relationship Type="http://schemas.openxmlformats.org/officeDocument/2006/relationships/slide" Target="/ppt/slides/slide12.xml" Id="R2ac64567f38c449e" /><Relationship Type="http://schemas.openxmlformats.org/officeDocument/2006/relationships/slide" Target="/ppt/slides/slide13.xml" Id="Rec7a52c07f434d27" /><Relationship Type="http://schemas.openxmlformats.org/officeDocument/2006/relationships/slide" Target="/ppt/slides/slide14.xml" Id="R517510c54d884c4a" /><Relationship Type="http://schemas.openxmlformats.org/officeDocument/2006/relationships/slide" Target="/ppt/slides/slide15.xml" Id="R4ed61ddf3f4d49f5" /><Relationship Type="http://schemas.openxmlformats.org/officeDocument/2006/relationships/slide" Target="/ppt/slides/slide16.xml" Id="Raba4b2ff23074ac8" /><Relationship Type="http://schemas.openxmlformats.org/officeDocument/2006/relationships/slide" Target="/ppt/slides/slide17.xml" Id="Rf3c2e0ab3e1346a5" /><Relationship Type="http://schemas.openxmlformats.org/officeDocument/2006/relationships/slide" Target="/ppt/slides/slide18.xml" Id="Rcc2db0999ee64c66" /><Relationship Type="http://schemas.openxmlformats.org/officeDocument/2006/relationships/slide" Target="/ppt/slides/slide19.xml" Id="R9abff2a3a11c40b3" /><Relationship Type="http://schemas.openxmlformats.org/officeDocument/2006/relationships/slide" Target="/ppt/slides/slide20.xml" Id="R2d39fccae2b6469c" /><Relationship Type="http://schemas.openxmlformats.org/officeDocument/2006/relationships/slide" Target="/ppt/slides/slide21.xml" Id="R0710d156d88648e9" /><Relationship Type="http://schemas.openxmlformats.org/officeDocument/2006/relationships/slide" Target="/ppt/slides/slide22.xml" Id="R8885a49a0b684f93" /><Relationship Type="http://schemas.openxmlformats.org/officeDocument/2006/relationships/slide" Target="/ppt/slides/slide23.xml" Id="Rd531aabe8eee420d" /><Relationship Type="http://schemas.openxmlformats.org/officeDocument/2006/relationships/slide" Target="/ppt/slides/slide24.xml" Id="Re0fe8bf27cc543c1" /><Relationship Type="http://schemas.openxmlformats.org/officeDocument/2006/relationships/slide" Target="/ppt/slides/slide25.xml" Id="R802bd50311a04a09" /><Relationship Type="http://schemas.openxmlformats.org/officeDocument/2006/relationships/slide" Target="/ppt/slides/slide26.xml" Id="R1b4c87da65ca417a" /><Relationship Type="http://schemas.openxmlformats.org/officeDocument/2006/relationships/slide" Target="/ppt/slides/slide27.xml" Id="R58c2c7778f164e05" /><Relationship Type="http://schemas.openxmlformats.org/officeDocument/2006/relationships/slide" Target="/ppt/slides/slide28.xml" Id="Radae1c088a3e436f" /><Relationship Type="http://schemas.openxmlformats.org/officeDocument/2006/relationships/slide" Target="/ppt/slides/slide29.xml" Id="R340a149835894fff" /><Relationship Type="http://schemas.openxmlformats.org/officeDocument/2006/relationships/slide" Target="/ppt/slides/slide30.xml" Id="Rb8c0be452aea49c2" /><Relationship Type="http://schemas.openxmlformats.org/officeDocument/2006/relationships/slide" Target="/ppt/slides/slide31.xml" Id="R9695e236765b49c5" /><Relationship Type="http://schemas.openxmlformats.org/officeDocument/2006/relationships/slide" Target="/ppt/slides/slide32.xml" Id="R2062c5dbb8ad4f69" /><Relationship Type="http://schemas.openxmlformats.org/officeDocument/2006/relationships/slide" Target="/ppt/slides/slide33.xml" Id="R8ace97b290d44ce8" /><Relationship Type="http://schemas.openxmlformats.org/officeDocument/2006/relationships/slide" Target="/ppt/slides/slide34.xml" Id="Ra4e0c5cfec0b482b" /><Relationship Type="http://schemas.openxmlformats.org/officeDocument/2006/relationships/slide" Target="/ppt/slides/slide35.xml" Id="R61733e113e3543a9" /><Relationship Type="http://schemas.openxmlformats.org/officeDocument/2006/relationships/slide" Target="/ppt/slides/slide36.xml" Id="R6f2140468ec34287" /><Relationship Type="http://schemas.openxmlformats.org/officeDocument/2006/relationships/slide" Target="/ppt/slides/slide37.xml" Id="R075fccf552f04e2c" /><Relationship Type="http://schemas.openxmlformats.org/officeDocument/2006/relationships/slide" Target="/ppt/slides/slide38.xml" Id="Rb7fbe3597c1442b6" /><Relationship Type="http://schemas.openxmlformats.org/officeDocument/2006/relationships/slide" Target="/ppt/slides/slide39.xml" Id="R91e28352e1f8421f" /><Relationship Type="http://schemas.openxmlformats.org/officeDocument/2006/relationships/slide" Target="/ppt/slides/slide40.xml" Id="R72d3374b552b49a1" /><Relationship Type="http://schemas.openxmlformats.org/officeDocument/2006/relationships/slide" Target="/ppt/slides/slide41.xml" Id="Ref8de17bc137400b" /><Relationship Type="http://schemas.openxmlformats.org/officeDocument/2006/relationships/slide" Target="/ppt/slides/slide42.xml" Id="Rf754b81f37284a40" /><Relationship Type="http://schemas.openxmlformats.org/officeDocument/2006/relationships/slide" Target="/ppt/slides/slide43.xml" Id="R474edec624a04631" /><Relationship Type="http://schemas.openxmlformats.org/officeDocument/2006/relationships/slide" Target="/ppt/slides/slide44.xml" Id="R0cf63c61d3524298" /><Relationship Type="http://schemas.openxmlformats.org/officeDocument/2006/relationships/slide" Target="/ppt/slides/slide45.xml" Id="R1ff2c9f89f6242a4" /><Relationship Type="http://schemas.openxmlformats.org/officeDocument/2006/relationships/slide" Target="/ppt/slides/slide46.xml" Id="Reee52dd85ca648ee" /><Relationship Type="http://schemas.openxmlformats.org/officeDocument/2006/relationships/slide" Target="/ppt/slides/slide47.xml" Id="R010a017c82b34b65" /><Relationship Type="http://schemas.openxmlformats.org/officeDocument/2006/relationships/slide" Target="/ppt/slides/slide48.xml" Id="R1b66d4ddac924062" /><Relationship Type="http://schemas.openxmlformats.org/officeDocument/2006/relationships/slide" Target="/ppt/slides/slide49.xml" Id="R24a01fb4183b4ef4" /><Relationship Type="http://schemas.openxmlformats.org/officeDocument/2006/relationships/slide" Target="/ppt/slides/slide50.xml" Id="Rfd92e60aa36e46c8" /><Relationship Type="http://schemas.openxmlformats.org/officeDocument/2006/relationships/slide" Target="/ppt/slides/slide51.xml" Id="R2fe6c2b25c184dc5" /><Relationship Type="http://schemas.openxmlformats.org/officeDocument/2006/relationships/slide" Target="/ppt/slides/slide52.xml" Id="R4a8aaa33dc5b4295" /><Relationship Type="http://schemas.openxmlformats.org/officeDocument/2006/relationships/slide" Target="/ppt/slides/slide53.xml" Id="Rbcae93ed68624ae8" /><Relationship Type="http://schemas.openxmlformats.org/officeDocument/2006/relationships/slide" Target="/ppt/slides/slide54.xml" Id="R9e14c8b20783444d" /><Relationship Type="http://schemas.openxmlformats.org/officeDocument/2006/relationships/slide" Target="/ppt/slides/slide55.xml" Id="Rf5d5363137e24d93" /><Relationship Type="http://schemas.openxmlformats.org/officeDocument/2006/relationships/slide" Target="/ppt/slides/slide56.xml" Id="R86b844d4e3cf4100" /><Relationship Type="http://schemas.openxmlformats.org/officeDocument/2006/relationships/slide" Target="/ppt/slides/slide57.xml" Id="Rd870109f400149fe" /><Relationship Type="http://schemas.openxmlformats.org/officeDocument/2006/relationships/slide" Target="/ppt/slides/slide58.xml" Id="Rc8f3e6206a5a4d6a" /><Relationship Type="http://schemas.openxmlformats.org/officeDocument/2006/relationships/slide" Target="/ppt/slides/slide59.xml" Id="R6064840594ac4fbd" /><Relationship Type="http://schemas.openxmlformats.org/officeDocument/2006/relationships/slide" Target="/ppt/slides/slide60.xml" Id="Recc9c5ca24354fdf" /><Relationship Type="http://schemas.openxmlformats.org/officeDocument/2006/relationships/slide" Target="/ppt/slides/slide61.xml" Id="Rfa5143058f224062" /><Relationship Type="http://schemas.openxmlformats.org/officeDocument/2006/relationships/slide" Target="/ppt/slides/slide62.xml" Id="R6a513448075d4709" /><Relationship Type="http://schemas.openxmlformats.org/officeDocument/2006/relationships/slide" Target="/ppt/slides/slide63.xml" Id="Rfd21323e1b3f46dc" /><Relationship Type="http://schemas.openxmlformats.org/officeDocument/2006/relationships/slide" Target="/ppt/slides/slide64.xml" Id="Rc47d132804b546d8" /><Relationship Type="http://schemas.openxmlformats.org/officeDocument/2006/relationships/slide" Target="/ppt/slides/slide65.xml" Id="R529ad55ddc564466" /><Relationship Type="http://schemas.openxmlformats.org/officeDocument/2006/relationships/slide" Target="/ppt/slides/slide66.xml" Id="Rb23d41e6271541a2" /><Relationship Type="http://schemas.openxmlformats.org/officeDocument/2006/relationships/slide" Target="/ppt/slides/slide67.xml" Id="Reabb77e2a3914815" /><Relationship Type="http://schemas.openxmlformats.org/officeDocument/2006/relationships/slide" Target="/ppt/slides/slide68.xml" Id="Rc03833890902414b" /><Relationship Type="http://schemas.openxmlformats.org/officeDocument/2006/relationships/slide" Target="/ppt/slides/slide69.xml" Id="Raf45f822ac7f4e3e" /><Relationship Type="http://schemas.openxmlformats.org/officeDocument/2006/relationships/slide" Target="/ppt/slides/slide70.xml" Id="R16c370db228f4eda" /><Relationship Type="http://schemas.openxmlformats.org/officeDocument/2006/relationships/slide" Target="/ppt/slides/slide71.xml" Id="R9f1816aba2e64804" /><Relationship Type="http://schemas.openxmlformats.org/officeDocument/2006/relationships/slide" Target="/ppt/slides/slide72.xml" Id="Rf6f843fc629541ee" /><Relationship Type="http://schemas.openxmlformats.org/officeDocument/2006/relationships/slide" Target="/ppt/slides/slide73.xml" Id="R8e7ecee511394e63" /><Relationship Type="http://schemas.openxmlformats.org/officeDocument/2006/relationships/slide" Target="/ppt/slides/slide74.xml" Id="R73cb744c0fab49f9" /><Relationship Type="http://schemas.openxmlformats.org/officeDocument/2006/relationships/slide" Target="/ppt/slides/slide75.xml" Id="R8797bdd08ba34f42" /><Relationship Type="http://schemas.openxmlformats.org/officeDocument/2006/relationships/slide" Target="/ppt/slides/slide76.xml" Id="Ra0f779eb54f34e13" /><Relationship Type="http://schemas.openxmlformats.org/officeDocument/2006/relationships/slide" Target="/ppt/slides/slide77.xml" Id="R7718d882d94e4a0b" /><Relationship Type="http://schemas.openxmlformats.org/officeDocument/2006/relationships/slide" Target="/ppt/slides/slide78.xml" Id="Rac1b3f8d0475491e" /><Relationship Type="http://schemas.openxmlformats.org/officeDocument/2006/relationships/slide" Target="/ppt/slides/slide79.xml" Id="R5da08446b9014639" /><Relationship Type="http://schemas.openxmlformats.org/officeDocument/2006/relationships/slide" Target="/ppt/slides/slide80.xml" Id="R36cccec7a9074628" /><Relationship Type="http://schemas.openxmlformats.org/officeDocument/2006/relationships/slide" Target="/ppt/slides/slide81.xml" Id="R219744e8bcb84b47" /><Relationship Type="http://schemas.openxmlformats.org/officeDocument/2006/relationships/slide" Target="/ppt/slides/slide82.xml" Id="R629c8358a1b64798" /><Relationship Type="http://schemas.openxmlformats.org/officeDocument/2006/relationships/slide" Target="/ppt/slides/slide83.xml" Id="Rac718e9f7af04e27" /><Relationship Type="http://schemas.openxmlformats.org/officeDocument/2006/relationships/slide" Target="/ppt/slides/slide84.xml" Id="Rc26f58889c1c4042" /><Relationship Type="http://schemas.openxmlformats.org/officeDocument/2006/relationships/slide" Target="/ppt/slides/slide85.xml" Id="R6d85881194a74e25" /><Relationship Type="http://schemas.openxmlformats.org/officeDocument/2006/relationships/slide" Target="/ppt/slides/slide86.xml" Id="Ra0cfba08def74d38" /><Relationship Type="http://schemas.openxmlformats.org/officeDocument/2006/relationships/slide" Target="/ppt/slides/slide87.xml" Id="R14b89a836cbc42dc" /><Relationship Type="http://schemas.openxmlformats.org/officeDocument/2006/relationships/slide" Target="/ppt/slides/slide88.xml" Id="Rd8a7f539d2e7406f" /><Relationship Type="http://schemas.openxmlformats.org/officeDocument/2006/relationships/slide" Target="/ppt/slides/slide89.xml" Id="R82856ee5b4024c96" /><Relationship Type="http://schemas.openxmlformats.org/officeDocument/2006/relationships/slide" Target="/ppt/slides/slide90.xml" Id="Rfab5aaebc9df4f4f" /><Relationship Type="http://schemas.openxmlformats.org/officeDocument/2006/relationships/slide" Target="/ppt/slides/slide91.xml" Id="R4b9e8cbda5734096" /><Relationship Type="http://schemas.openxmlformats.org/officeDocument/2006/relationships/slide" Target="/ppt/slides/slide92.xml" Id="R510d24430e7740eb" /><Relationship Type="http://schemas.openxmlformats.org/officeDocument/2006/relationships/slide" Target="/ppt/slides/slide93.xml" Id="R8ba2a35f2d024bed" /><Relationship Type="http://schemas.openxmlformats.org/officeDocument/2006/relationships/slide" Target="/ppt/slides/slide94.xml" Id="Re7944dfa5d8a4896" /><Relationship Type="http://schemas.openxmlformats.org/officeDocument/2006/relationships/slide" Target="/ppt/slides/slide95.xml" Id="Rb86bfaf49ae44192" /><Relationship Type="http://schemas.openxmlformats.org/officeDocument/2006/relationships/slide" Target="/ppt/slides/slide96.xml" Id="R507838490619422d" /><Relationship Type="http://schemas.openxmlformats.org/officeDocument/2006/relationships/slide" Target="/ppt/slides/slide97.xml" Id="R0197327614294983" /><Relationship Type="http://schemas.openxmlformats.org/officeDocument/2006/relationships/slide" Target="/ppt/slides/slide98.xml" Id="R44f1c319191f4acc" /><Relationship Type="http://schemas.openxmlformats.org/officeDocument/2006/relationships/slide" Target="/ppt/slides/slide99.xml" Id="R758b0c08fe4d45be" /><Relationship Type="http://schemas.openxmlformats.org/officeDocument/2006/relationships/slide" Target="/ppt/slides/slide100.xml" Id="R225327cbd0114870" /><Relationship Type="http://schemas.openxmlformats.org/officeDocument/2006/relationships/slide" Target="/ppt/slides/slide101.xml" Id="R5fc4a3fbc4f04bec" /><Relationship Type="http://schemas.openxmlformats.org/officeDocument/2006/relationships/slide" Target="/ppt/slides/slide102.xml" Id="Rc5d081b87ec249b2" /><Relationship Type="http://schemas.openxmlformats.org/officeDocument/2006/relationships/slide" Target="/ppt/slides/slide103.xml" Id="Ref00d5ea35614a18" /><Relationship Type="http://schemas.openxmlformats.org/officeDocument/2006/relationships/slide" Target="/ppt/slides/slide104.xml" Id="Rb2380cedff95427c" /><Relationship Type="http://schemas.openxmlformats.org/officeDocument/2006/relationships/slide" Target="/ppt/slides/slide105.xml" Id="R671db478cd4f4245" /><Relationship Type="http://schemas.openxmlformats.org/officeDocument/2006/relationships/slide" Target="/ppt/slides/slide106.xml" Id="R6bdb73f6ec5345e5" /><Relationship Type="http://schemas.openxmlformats.org/officeDocument/2006/relationships/slide" Target="/ppt/slides/slide107.xml" Id="R1ffdf74e9f8b46a5" /><Relationship Type="http://schemas.openxmlformats.org/officeDocument/2006/relationships/slide" Target="/ppt/slides/slide108.xml" Id="R536dbc188da84945" /><Relationship Type="http://schemas.openxmlformats.org/officeDocument/2006/relationships/slide" Target="/ppt/slides/slide109.xml" Id="R1da61c0e4be64ce0" /><Relationship Type="http://schemas.openxmlformats.org/officeDocument/2006/relationships/slide" Target="/ppt/slides/slide110.xml" Id="Rf20fc1aca6974be6" /><Relationship Type="http://schemas.openxmlformats.org/officeDocument/2006/relationships/slide" Target="/ppt/slides/slide111.xml" Id="R5164789ea0614b31" /><Relationship Type="http://schemas.openxmlformats.org/officeDocument/2006/relationships/slide" Target="/ppt/slides/slide112.xml" Id="Rb56ac4b28ad74a92" /><Relationship Type="http://schemas.openxmlformats.org/officeDocument/2006/relationships/slide" Target="/ppt/slides/slide113.xml" Id="Raf1010117f524898" /><Relationship Type="http://schemas.openxmlformats.org/officeDocument/2006/relationships/slide" Target="/ppt/slides/slide114.xml" Id="Ra5f27c94daa44cd3" /><Relationship Type="http://schemas.openxmlformats.org/officeDocument/2006/relationships/slide" Target="/ppt/slides/slide115.xml" Id="R691314151c544002" /><Relationship Type="http://schemas.openxmlformats.org/officeDocument/2006/relationships/slide" Target="/ppt/slides/slide116.xml" Id="R74f3c332194b4826" /><Relationship Type="http://schemas.openxmlformats.org/officeDocument/2006/relationships/slide" Target="/ppt/slides/slide117.xml" Id="Ra79dbd8200d24c25" /><Relationship Type="http://schemas.openxmlformats.org/officeDocument/2006/relationships/slide" Target="/ppt/slides/slide118.xml" Id="Raf38705971214342" /><Relationship Type="http://schemas.openxmlformats.org/officeDocument/2006/relationships/slide" Target="/ppt/slides/slide119.xml" Id="Rf5afeebfb96746cf" /><Relationship Type="http://schemas.openxmlformats.org/officeDocument/2006/relationships/slide" Target="/ppt/slides/slide120.xml" Id="Re212ff7036974655" /><Relationship Type="http://schemas.openxmlformats.org/officeDocument/2006/relationships/slide" Target="/ppt/slides/slide121.xml" Id="R47338a453a6d44d8" /><Relationship Type="http://schemas.openxmlformats.org/officeDocument/2006/relationships/slide" Target="/ppt/slides/slide122.xml" Id="R722d91f6e0584117" /><Relationship Type="http://schemas.openxmlformats.org/officeDocument/2006/relationships/slide" Target="/ppt/slides/slide123.xml" Id="Rb9e04e558d3648a4" /><Relationship Type="http://schemas.openxmlformats.org/officeDocument/2006/relationships/slide" Target="/ppt/slides/slide124.xml" Id="Rd5716e8c31df43fc" /><Relationship Type="http://schemas.openxmlformats.org/officeDocument/2006/relationships/slide" Target="/ppt/slides/slide125.xml" Id="R28fc62b11c5b426c" /><Relationship Type="http://schemas.openxmlformats.org/officeDocument/2006/relationships/slide" Target="/ppt/slides/slide126.xml" Id="Rc6ff1dce24034f07" /><Relationship Type="http://schemas.openxmlformats.org/officeDocument/2006/relationships/slide" Target="/ppt/slides/slide127.xml" Id="R2640849e40a1401c" /><Relationship Type="http://schemas.openxmlformats.org/officeDocument/2006/relationships/slide" Target="/ppt/slides/slide128.xml" Id="R10a9755dd6fa4553" /><Relationship Type="http://schemas.openxmlformats.org/officeDocument/2006/relationships/slide" Target="/ppt/slides/slide129.xml" Id="R96a72d23f79e41e4" /><Relationship Type="http://schemas.openxmlformats.org/officeDocument/2006/relationships/slide" Target="/ppt/slides/slide130.xml" Id="R3636505c903641c8" /><Relationship Type="http://schemas.openxmlformats.org/officeDocument/2006/relationships/slide" Target="/ppt/slides/slide131.xml" Id="R9dae9aa91f3644a7" /><Relationship Type="http://schemas.openxmlformats.org/officeDocument/2006/relationships/slide" Target="/ppt/slides/slide132.xml" Id="Rca299168c7e04ff1" /><Relationship Type="http://schemas.openxmlformats.org/officeDocument/2006/relationships/slide" Target="/ppt/slides/slide133.xml" Id="R1518c197c07d4be0" /><Relationship Type="http://schemas.openxmlformats.org/officeDocument/2006/relationships/slide" Target="/ppt/slides/slide134.xml" Id="Rd30f992d5566407a" /><Relationship Type="http://schemas.openxmlformats.org/officeDocument/2006/relationships/slide" Target="/ppt/slides/slide135.xml" Id="R05fd81d20be94d5c" /><Relationship Type="http://schemas.openxmlformats.org/officeDocument/2006/relationships/slide" Target="/ppt/slides/slide136.xml" Id="R9aa22621583b4ed7" /><Relationship Type="http://schemas.openxmlformats.org/officeDocument/2006/relationships/slide" Target="/ppt/slides/slide137.xml" Id="Rf895d210370c4e28" /><Relationship Type="http://schemas.openxmlformats.org/officeDocument/2006/relationships/slide" Target="/ppt/slides/slide138.xml" Id="R3a74b6bef86e48f6" /><Relationship Type="http://schemas.openxmlformats.org/officeDocument/2006/relationships/slide" Target="/ppt/slides/slide139.xml" Id="R04dda350a2544660" /><Relationship Type="http://schemas.openxmlformats.org/officeDocument/2006/relationships/slide" Target="/ppt/slides/slide140.xml" Id="R3bd2e4e4c2404d49" /><Relationship Type="http://schemas.openxmlformats.org/officeDocument/2006/relationships/slide" Target="/ppt/slides/slide141.xml" Id="R2525b04eebff4d2d" /><Relationship Type="http://schemas.openxmlformats.org/officeDocument/2006/relationships/slide" Target="/ppt/slides/slide142.xml" Id="Rff7a28422ecd4443" /><Relationship Type="http://schemas.openxmlformats.org/officeDocument/2006/relationships/slide" Target="/ppt/slides/slide143.xml" Id="Rdd9df96a661c4ba6" /><Relationship Type="http://schemas.openxmlformats.org/officeDocument/2006/relationships/slide" Target="/ppt/slides/slide144.xml" Id="Rf1a8d053ec174d17" /><Relationship Type="http://schemas.openxmlformats.org/officeDocument/2006/relationships/slide" Target="/ppt/slides/slide145.xml" Id="R028232c63f614e7d" /><Relationship Type="http://schemas.openxmlformats.org/officeDocument/2006/relationships/slide" Target="/ppt/slides/slide146.xml" Id="R25c9237752fe4a9a" /><Relationship Type="http://schemas.openxmlformats.org/officeDocument/2006/relationships/slide" Target="/ppt/slides/slide147.xml" Id="Rb60d3d6789774b5f" /><Relationship Type="http://schemas.openxmlformats.org/officeDocument/2006/relationships/slide" Target="/ppt/slides/slide148.xml" Id="R8d35c3f965314747" /><Relationship Type="http://schemas.openxmlformats.org/officeDocument/2006/relationships/slide" Target="/ppt/slides/slide149.xml" Id="Rb4522ae3b24f4552" /><Relationship Type="http://schemas.openxmlformats.org/officeDocument/2006/relationships/slide" Target="/ppt/slides/slide150.xml" Id="R3cd5d0f5c2ff4321" /><Relationship Type="http://schemas.openxmlformats.org/officeDocument/2006/relationships/slide" Target="/ppt/slides/slide151.xml" Id="R77dd6a3fe0d84f84" /><Relationship Type="http://schemas.openxmlformats.org/officeDocument/2006/relationships/slide" Target="/ppt/slides/slide152.xml" Id="R632c1e57aada40a0" /><Relationship Type="http://schemas.openxmlformats.org/officeDocument/2006/relationships/slide" Target="/ppt/slides/slide153.xml" Id="R7ab1398eb23e4917" /><Relationship Type="http://schemas.openxmlformats.org/officeDocument/2006/relationships/slide" Target="/ppt/slides/slide154.xml" Id="R447cef86e3a84a02" /><Relationship Type="http://schemas.openxmlformats.org/officeDocument/2006/relationships/slide" Target="/ppt/slides/slide155.xml" Id="R901d4e52c65b48d5" /><Relationship Type="http://schemas.openxmlformats.org/officeDocument/2006/relationships/slide" Target="/ppt/slides/slide156.xml" Id="Rfd5640232d2b4e1b" /><Relationship Type="http://schemas.openxmlformats.org/officeDocument/2006/relationships/slide" Target="/ppt/slides/slide157.xml" Id="R64a2ad2590ee47e1" /><Relationship Type="http://schemas.openxmlformats.org/officeDocument/2006/relationships/slide" Target="/ppt/slides/slide158.xml" Id="Rca72db1301b24563" /><Relationship Type="http://schemas.openxmlformats.org/officeDocument/2006/relationships/slide" Target="/ppt/slides/slide159.xml" Id="R359b50ec135847fa" /><Relationship Type="http://schemas.openxmlformats.org/officeDocument/2006/relationships/slide" Target="/ppt/slides/slide160.xml" Id="Rd63de148aaac4839" /><Relationship Type="http://schemas.openxmlformats.org/officeDocument/2006/relationships/slide" Target="/ppt/slides/slide161.xml" Id="Rfaea86704e264032" /><Relationship Type="http://schemas.openxmlformats.org/officeDocument/2006/relationships/slide" Target="/ppt/slides/slide162.xml" Id="Rb5383d2d36ff4b58" /><Relationship Type="http://schemas.openxmlformats.org/officeDocument/2006/relationships/slide" Target="/ppt/slides/slide163.xml" Id="R1963aeb674ba4338" /><Relationship Type="http://schemas.openxmlformats.org/officeDocument/2006/relationships/slide" Target="/ppt/slides/slide164.xml" Id="Rc8cf319cb073414e" /><Relationship Type="http://schemas.openxmlformats.org/officeDocument/2006/relationships/slide" Target="/ppt/slides/slide165.xml" Id="Rff11cc821d5e4db7" /><Relationship Type="http://schemas.openxmlformats.org/officeDocument/2006/relationships/slide" Target="/ppt/slides/slide166.xml" Id="R1fe6767aa60d4d73" /><Relationship Type="http://schemas.openxmlformats.org/officeDocument/2006/relationships/slide" Target="/ppt/slides/slide167.xml" Id="R9d6fc98c6d9645c7" /><Relationship Type="http://schemas.openxmlformats.org/officeDocument/2006/relationships/slide" Target="/ppt/slides/slide168.xml" Id="R6940a51e15e84a4b" /><Relationship Type="http://schemas.openxmlformats.org/officeDocument/2006/relationships/slide" Target="/ppt/slides/slide169.xml" Id="Rfa3bd756b26e4aaf" /><Relationship Type="http://schemas.openxmlformats.org/officeDocument/2006/relationships/slide" Target="/ppt/slides/slide170.xml" Id="R18b4023c0c83494a" /><Relationship Type="http://schemas.openxmlformats.org/officeDocument/2006/relationships/slide" Target="/ppt/slides/slide171.xml" Id="Rc1f2fe8270e44abc" /><Relationship Type="http://schemas.openxmlformats.org/officeDocument/2006/relationships/slide" Target="/ppt/slides/slide172.xml" Id="Rb3fedf97e19c49d9" /><Relationship Type="http://schemas.openxmlformats.org/officeDocument/2006/relationships/slide" Target="/ppt/slides/slide173.xml" Id="Rf72942fe72494d40" /><Relationship Type="http://schemas.openxmlformats.org/officeDocument/2006/relationships/slide" Target="/ppt/slides/slide174.xml" Id="R52fb42fab4454883" /><Relationship Type="http://schemas.openxmlformats.org/officeDocument/2006/relationships/slide" Target="/ppt/slides/slide175.xml" Id="Ra8828197c8584c21" /><Relationship Type="http://schemas.openxmlformats.org/officeDocument/2006/relationships/slide" Target="/ppt/slides/slide176.xml" Id="R9f73b737f9e24abd" /><Relationship Type="http://schemas.openxmlformats.org/officeDocument/2006/relationships/slide" Target="/ppt/slides/slide177.xml" Id="Rb9db8dd50cdb43f4" /><Relationship Type="http://schemas.openxmlformats.org/officeDocument/2006/relationships/slide" Target="/ppt/slides/slide178.xml" Id="R296552d543fc421d" /><Relationship Type="http://schemas.openxmlformats.org/officeDocument/2006/relationships/slide" Target="/ppt/slides/slide179.xml" Id="R9749d83e5ce14624" /><Relationship Type="http://schemas.openxmlformats.org/officeDocument/2006/relationships/slide" Target="/ppt/slides/slide180.xml" Id="R7ccba52da89146a8" /><Relationship Type="http://schemas.openxmlformats.org/officeDocument/2006/relationships/slide" Target="/ppt/slides/slide181.xml" Id="R22af655ac4014a23" /><Relationship Type="http://schemas.openxmlformats.org/officeDocument/2006/relationships/slide" Target="/ppt/slides/slide182.xml" Id="Rfa1fdddce51e4294" /><Relationship Type="http://schemas.openxmlformats.org/officeDocument/2006/relationships/slide" Target="/ppt/slides/slide183.xml" Id="R094d7d7c44e948fa" /><Relationship Type="http://schemas.openxmlformats.org/officeDocument/2006/relationships/slide" Target="/ppt/slides/slide184.xml" Id="Rc798de786df4429e" /><Relationship Type="http://schemas.openxmlformats.org/officeDocument/2006/relationships/slide" Target="/ppt/slides/slide185.xml" Id="R470d0090e5004781" /><Relationship Type="http://schemas.openxmlformats.org/officeDocument/2006/relationships/slide" Target="/ppt/slides/slide186.xml" Id="Ra4a3ae243f4345d1" /><Relationship Type="http://schemas.openxmlformats.org/officeDocument/2006/relationships/slide" Target="/ppt/slides/slide187.xml" Id="R47f5733685d2426d" /><Relationship Type="http://schemas.openxmlformats.org/officeDocument/2006/relationships/slide" Target="/ppt/slides/slide188.xml" Id="Raf7bf043d8784f06" /><Relationship Type="http://schemas.openxmlformats.org/officeDocument/2006/relationships/slide" Target="/ppt/slides/slide189.xml" Id="Rf6287a7eb5c54b47" /><Relationship Type="http://schemas.openxmlformats.org/officeDocument/2006/relationships/slide" Target="/ppt/slides/slide190.xml" Id="Rb272eb31fb964eb9" /><Relationship Type="http://schemas.openxmlformats.org/officeDocument/2006/relationships/slide" Target="/ppt/slides/slide191.xml" Id="R680801af56284e62" /><Relationship Type="http://schemas.openxmlformats.org/officeDocument/2006/relationships/slide" Target="/ppt/slides/slide192.xml" Id="R3fc815fc6c974a77" /><Relationship Type="http://schemas.openxmlformats.org/officeDocument/2006/relationships/slide" Target="/ppt/slides/slide193.xml" Id="R2d7870d3c7e54852" /><Relationship Type="http://schemas.openxmlformats.org/officeDocument/2006/relationships/slide" Target="/ppt/slides/slide194.xml" Id="Rce2089a71d174c2e" /><Relationship Type="http://schemas.openxmlformats.org/officeDocument/2006/relationships/slide" Target="/ppt/slides/slide195.xml" Id="Rf35dbabcc082418b" /><Relationship Type="http://schemas.openxmlformats.org/officeDocument/2006/relationships/slide" Target="/ppt/slides/slide196.xml" Id="R69c3ad20e4c14d11" /><Relationship Type="http://schemas.openxmlformats.org/officeDocument/2006/relationships/slide" Target="/ppt/slides/slide197.xml" Id="Rd9af4d3235e54e93" /><Relationship Type="http://schemas.openxmlformats.org/officeDocument/2006/relationships/slide" Target="/ppt/slides/slide198.xml" Id="R1a4f3269d1ec475b" /><Relationship Type="http://schemas.openxmlformats.org/officeDocument/2006/relationships/slide" Target="/ppt/slides/slide199.xml" Id="R0db825be0c1e4c0e" /><Relationship Type="http://schemas.openxmlformats.org/officeDocument/2006/relationships/slide" Target="/ppt/slides/slide200.xml" Id="R39d9288b240c4ebb" /><Relationship Type="http://schemas.openxmlformats.org/officeDocument/2006/relationships/slide" Target="/ppt/slides/slide201.xml" Id="R89f7ca1cb13c43f3" /><Relationship Type="http://schemas.openxmlformats.org/officeDocument/2006/relationships/slide" Target="/ppt/slides/slide202.xml" Id="R854156f8b641484c" /><Relationship Type="http://schemas.openxmlformats.org/officeDocument/2006/relationships/slide" Target="/ppt/slides/slide203.xml" Id="R0c0de50c916b4545" /><Relationship Type="http://schemas.openxmlformats.org/officeDocument/2006/relationships/slide" Target="/ppt/slides/slide204.xml" Id="Re737651d772e493b" /><Relationship Type="http://schemas.openxmlformats.org/officeDocument/2006/relationships/slide" Target="/ppt/slides/slide205.xml" Id="Rf9b9b2dbe4c5468a" /><Relationship Type="http://schemas.openxmlformats.org/officeDocument/2006/relationships/slide" Target="/ppt/slides/slide206.xml" Id="R32b62cc9fd5b436a" /><Relationship Type="http://schemas.openxmlformats.org/officeDocument/2006/relationships/slide" Target="/ppt/slides/slide207.xml" Id="R0e8086297664444a" /><Relationship Type="http://schemas.openxmlformats.org/officeDocument/2006/relationships/slide" Target="/ppt/slides/slide208.xml" Id="R767c9f723e5e4529" /><Relationship Type="http://schemas.openxmlformats.org/officeDocument/2006/relationships/slide" Target="/ppt/slides/slide209.xml" Id="R7b159eaac7ab4c1c" /><Relationship Type="http://schemas.openxmlformats.org/officeDocument/2006/relationships/slide" Target="/ppt/slides/slide210.xml" Id="Re5b78ac2a5f243d5" /><Relationship Type="http://schemas.openxmlformats.org/officeDocument/2006/relationships/slide" Target="/ppt/slides/slide211.xml" Id="R88dc3f0084b34ede" /><Relationship Type="http://schemas.openxmlformats.org/officeDocument/2006/relationships/slide" Target="/ppt/slides/slide212.xml" Id="R357ee226928948f6" /><Relationship Type="http://schemas.openxmlformats.org/officeDocument/2006/relationships/slide" Target="/ppt/slides/slide213.xml" Id="Re24c5b72861e4ea5" /><Relationship Type="http://schemas.openxmlformats.org/officeDocument/2006/relationships/slide" Target="/ppt/slides/slide214.xml" Id="Rbe7153c5827048b7" /><Relationship Type="http://schemas.openxmlformats.org/officeDocument/2006/relationships/slide" Target="/ppt/slides/slide215.xml" Id="Rfe169bdca57d4e2e" /><Relationship Type="http://schemas.openxmlformats.org/officeDocument/2006/relationships/slide" Target="/ppt/slides/slide216.xml" Id="R5b42195930944cc6" /><Relationship Type="http://schemas.openxmlformats.org/officeDocument/2006/relationships/slide" Target="/ppt/slides/slide217.xml" Id="Rf93c43a6eeab4a50" /><Relationship Type="http://schemas.openxmlformats.org/officeDocument/2006/relationships/slide" Target="/ppt/slides/slide218.xml" Id="Rd43b0e2001c14e6f" /><Relationship Type="http://schemas.openxmlformats.org/officeDocument/2006/relationships/slide" Target="/ppt/slides/slide219.xml" Id="R0e6f1fb14d614425" /><Relationship Type="http://schemas.openxmlformats.org/officeDocument/2006/relationships/slide" Target="/ppt/slides/slide220.xml" Id="Ra92da10f77664622" /><Relationship Type="http://schemas.openxmlformats.org/officeDocument/2006/relationships/slide" Target="/ppt/slides/slide221.xml" Id="Rd802c51ace554ffc" /><Relationship Type="http://schemas.openxmlformats.org/officeDocument/2006/relationships/slide" Target="/ppt/slides/slide222.xml" Id="Rc1109f947aca4ccd" /><Relationship Type="http://schemas.openxmlformats.org/officeDocument/2006/relationships/slide" Target="/ppt/slides/slide223.xml" Id="R80d9a615dca24260" /><Relationship Type="http://schemas.openxmlformats.org/officeDocument/2006/relationships/slide" Target="/ppt/slides/slide224.xml" Id="R8c7f5e227a3c451f" /><Relationship Type="http://schemas.openxmlformats.org/officeDocument/2006/relationships/slide" Target="/ppt/slides/slide225.xml" Id="R55f79976a8fa437d" /><Relationship Type="http://schemas.openxmlformats.org/officeDocument/2006/relationships/slide" Target="/ppt/slides/slide226.xml" Id="R6d3fa60831d34c8b" /><Relationship Type="http://schemas.openxmlformats.org/officeDocument/2006/relationships/slide" Target="/ppt/slides/slide227.xml" Id="Rc8d7baf06af74a30" /><Relationship Type="http://schemas.openxmlformats.org/officeDocument/2006/relationships/slide" Target="/ppt/slides/slide228.xml" Id="Rb05a425488b14791" /><Relationship Type="http://schemas.openxmlformats.org/officeDocument/2006/relationships/slide" Target="/ppt/slides/slide229.xml" Id="Rc4a51689bbaf437f" /><Relationship Type="http://schemas.openxmlformats.org/officeDocument/2006/relationships/slide" Target="/ppt/slides/slide230.xml" Id="R6f445d4d53c443cb" /><Relationship Type="http://schemas.openxmlformats.org/officeDocument/2006/relationships/slide" Target="/ppt/slides/slide231.xml" Id="Ra012b7f2458644cf" /><Relationship Type="http://schemas.openxmlformats.org/officeDocument/2006/relationships/slide" Target="/ppt/slides/slide232.xml" Id="R76e4283c1dd14177" /><Relationship Type="http://schemas.openxmlformats.org/officeDocument/2006/relationships/slide" Target="/ppt/slides/slide233.xml" Id="R6f1afbc04d524727" /><Relationship Type="http://schemas.openxmlformats.org/officeDocument/2006/relationships/slide" Target="/ppt/slides/slide234.xml" Id="R43ba13cbe7724ce0" /><Relationship Type="http://schemas.openxmlformats.org/officeDocument/2006/relationships/slide" Target="/ppt/slides/slide235.xml" Id="R20bdd1eb617f41ce" /><Relationship Type="http://schemas.openxmlformats.org/officeDocument/2006/relationships/slide" Target="/ppt/slides/slide236.xml" Id="R1225ea76f9df44d5" /><Relationship Type="http://schemas.openxmlformats.org/officeDocument/2006/relationships/slide" Target="/ppt/slides/slide237.xml" Id="R8aedee57c16e4cf2" /><Relationship Type="http://schemas.openxmlformats.org/officeDocument/2006/relationships/slide" Target="/ppt/slides/slide238.xml" Id="Rca66b11068ad486e" /><Relationship Type="http://schemas.openxmlformats.org/officeDocument/2006/relationships/slide" Target="/ppt/slides/slide239.xml" Id="R12bd8692792146b4" /><Relationship Type="http://schemas.openxmlformats.org/officeDocument/2006/relationships/slide" Target="/ppt/slides/slide240.xml" Id="Rec34397dd3584c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5e7503083c48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14542819254bc5" /><Relationship Type="http://schemas.openxmlformats.org/officeDocument/2006/relationships/notesMaster" Target="/ppt/notesMasters/notesMaster1.xml" Id="R35c444250cc3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5f9d0ed681476d" /><Relationship Type="http://schemas.openxmlformats.org/officeDocument/2006/relationships/notesMaster" Target="/ppt/notesMasters/notesMaster1.xml" Id="Rbbf0ac9e119e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6836fba2c4f49" /><Relationship Type="http://schemas.openxmlformats.org/officeDocument/2006/relationships/notesMaster" Target="/ppt/notesMasters/notesMaster1.xml" Id="R53203b6257964c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4e96d2434345ac" /><Relationship Type="http://schemas.openxmlformats.org/officeDocument/2006/relationships/notesMaster" Target="/ppt/notesMasters/notesMaster1.xml" Id="Rb3076149f14a42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55010525ca41cb" /><Relationship Type="http://schemas.openxmlformats.org/officeDocument/2006/relationships/notesMaster" Target="/ppt/notesMasters/notesMaster1.xml" Id="R70aaeab2c7b049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1453b1be594cee" /><Relationship Type="http://schemas.openxmlformats.org/officeDocument/2006/relationships/notesMaster" Target="/ppt/notesMasters/notesMaster1.xml" Id="R4f6f45b3407e4c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644764c6404ff4" /><Relationship Type="http://schemas.openxmlformats.org/officeDocument/2006/relationships/notesMaster" Target="/ppt/notesMasters/notesMaster1.xml" Id="Rfeb81110730c4b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dc7e900a34f89" /><Relationship Type="http://schemas.openxmlformats.org/officeDocument/2006/relationships/notesMaster" Target="/ppt/notesMasters/notesMaster1.xml" Id="R889fdd94509b46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09c71d32604286" /><Relationship Type="http://schemas.openxmlformats.org/officeDocument/2006/relationships/notesMaster" Target="/ppt/notesMasters/notesMaster1.xml" Id="Radc8cc4459a8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acc2d047b847dc" /><Relationship Type="http://schemas.openxmlformats.org/officeDocument/2006/relationships/notesMaster" Target="/ppt/notesMasters/notesMaster1.xml" Id="Ra44a4fe149a44f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f6acec31624d23" /><Relationship Type="http://schemas.openxmlformats.org/officeDocument/2006/relationships/notesMaster" Target="/ppt/notesMasters/notesMaster1.xml" Id="R01d1a9c350f84d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bed96808a84c28" /><Relationship Type="http://schemas.openxmlformats.org/officeDocument/2006/relationships/notesMaster" Target="/ppt/notesMasters/notesMaster1.xml" Id="R4fbfe127f1ac42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5d0d2454e241d6" /><Relationship Type="http://schemas.openxmlformats.org/officeDocument/2006/relationships/notesMaster" Target="/ppt/notesMasters/notesMaster1.xml" Id="R599ec376146442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ea380f9afe412c" /><Relationship Type="http://schemas.openxmlformats.org/officeDocument/2006/relationships/notesMaster" Target="/ppt/notesMasters/notesMaster1.xml" Id="Ra6527162538640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0280984ec94ac4" /><Relationship Type="http://schemas.openxmlformats.org/officeDocument/2006/relationships/notesMaster" Target="/ppt/notesMasters/notesMaster1.xml" Id="R21e5cd130f1b46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2809671a1544bd" /><Relationship Type="http://schemas.openxmlformats.org/officeDocument/2006/relationships/notesMaster" Target="/ppt/notesMasters/notesMaster1.xml" Id="Rd585efc16ba442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dadcbfdfb04f68" /><Relationship Type="http://schemas.openxmlformats.org/officeDocument/2006/relationships/notesMaster" Target="/ppt/notesMasters/notesMaster1.xml" Id="R94c76c317a4f4b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8ba54890724d61" /><Relationship Type="http://schemas.openxmlformats.org/officeDocument/2006/relationships/notesMaster" Target="/ppt/notesMasters/notesMaster1.xml" Id="Rae42f83709014a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067b0c12554793" /><Relationship Type="http://schemas.openxmlformats.org/officeDocument/2006/relationships/notesMaster" Target="/ppt/notesMasters/notesMaster1.xml" Id="R5499eec795b443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d0669249ca34377" /><Relationship Type="http://schemas.openxmlformats.org/officeDocument/2006/relationships/notesMaster" Target="/ppt/notesMasters/notesMaster1.xml" Id="R93f8f21394074c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a7d94f26d39415a" /><Relationship Type="http://schemas.openxmlformats.org/officeDocument/2006/relationships/notesMaster" Target="/ppt/notesMasters/notesMaster1.xml" Id="R71c2b619cd8d42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89894cd44da4a86" /><Relationship Type="http://schemas.openxmlformats.org/officeDocument/2006/relationships/notesMaster" Target="/ppt/notesMasters/notesMaster1.xml" Id="Rb8723ddf3bc9456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ca242627cd4ad9" /><Relationship Type="http://schemas.openxmlformats.org/officeDocument/2006/relationships/notesMaster" Target="/ppt/notesMasters/notesMaster1.xml" Id="Rfeb625f691e542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87bae8162448f0" /><Relationship Type="http://schemas.openxmlformats.org/officeDocument/2006/relationships/notesMaster" Target="/ppt/notesMasters/notesMaster1.xml" Id="R9e4c3b45818c40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d915562af104c49" /><Relationship Type="http://schemas.openxmlformats.org/officeDocument/2006/relationships/notesMaster" Target="/ppt/notesMasters/notesMaster1.xml" Id="R47d402725c3242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c767a87ef5b4194" /><Relationship Type="http://schemas.openxmlformats.org/officeDocument/2006/relationships/notesMaster" Target="/ppt/notesMasters/notesMaster1.xml" Id="R3af8c64d7d864c1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6992543004741ae" /><Relationship Type="http://schemas.openxmlformats.org/officeDocument/2006/relationships/notesMaster" Target="/ppt/notesMasters/notesMaster1.xml" Id="R601a1254e0d74b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983381b6de4baa" /><Relationship Type="http://schemas.openxmlformats.org/officeDocument/2006/relationships/notesMaster" Target="/ppt/notesMasters/notesMaster1.xml" Id="Rf7ebb8c8c6524c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aeb56b8cf140fd" /><Relationship Type="http://schemas.openxmlformats.org/officeDocument/2006/relationships/notesMaster" Target="/ppt/notesMasters/notesMaster1.xml" Id="Rc2b41c97f6e34b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93fea1020be4849" /><Relationship Type="http://schemas.openxmlformats.org/officeDocument/2006/relationships/notesMaster" Target="/ppt/notesMasters/notesMaster1.xml" Id="R471838162cad429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a24b26307704465" /><Relationship Type="http://schemas.openxmlformats.org/officeDocument/2006/relationships/notesMaster" Target="/ppt/notesMasters/notesMaster1.xml" Id="R560718f6f2df4a6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10ff4114bb64663" /><Relationship Type="http://schemas.openxmlformats.org/officeDocument/2006/relationships/notesMaster" Target="/ppt/notesMasters/notesMaster1.xml" Id="Rce9afdd0d06146e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bd23857f48420d" /><Relationship Type="http://schemas.openxmlformats.org/officeDocument/2006/relationships/notesMaster" Target="/ppt/notesMasters/notesMaster1.xml" Id="R0bbd32323db9451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9329c83fbe4eab" /><Relationship Type="http://schemas.openxmlformats.org/officeDocument/2006/relationships/notesMaster" Target="/ppt/notesMasters/notesMaster1.xml" Id="R2c971a55f2324c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c338b39e9194607" /><Relationship Type="http://schemas.openxmlformats.org/officeDocument/2006/relationships/notesMaster" Target="/ppt/notesMasters/notesMaster1.xml" Id="R9f5e7feb2d3c4bd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3a4170d2bcd410d" /><Relationship Type="http://schemas.openxmlformats.org/officeDocument/2006/relationships/notesMaster" Target="/ppt/notesMasters/notesMaster1.xml" Id="R72512a31334e494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69e96b9df2d495c" /><Relationship Type="http://schemas.openxmlformats.org/officeDocument/2006/relationships/notesMaster" Target="/ppt/notesMasters/notesMaster1.xml" Id="R7f08e8fa560d45a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73b2a0e081a49be" /><Relationship Type="http://schemas.openxmlformats.org/officeDocument/2006/relationships/notesMaster" Target="/ppt/notesMasters/notesMaster1.xml" Id="R4e0c8597ad8e452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6ba16c1c9a74fe1" /><Relationship Type="http://schemas.openxmlformats.org/officeDocument/2006/relationships/notesMaster" Target="/ppt/notesMasters/notesMaster1.xml" Id="Rda29d587bbef46d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80369fda24545b6" /><Relationship Type="http://schemas.openxmlformats.org/officeDocument/2006/relationships/notesMaster" Target="/ppt/notesMasters/notesMaster1.xml" Id="R7838dee3e136482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091f3ab2dd94b83" /><Relationship Type="http://schemas.openxmlformats.org/officeDocument/2006/relationships/notesMaster" Target="/ppt/notesMasters/notesMaster1.xml" Id="R578ee6a8b608401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79f835ac52c4899" /><Relationship Type="http://schemas.openxmlformats.org/officeDocument/2006/relationships/notesMaster" Target="/ppt/notesMasters/notesMaster1.xml" Id="Rdc81f85554e14da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e70d551e7c14829" /><Relationship Type="http://schemas.openxmlformats.org/officeDocument/2006/relationships/notesMaster" Target="/ppt/notesMasters/notesMaster1.xml" Id="R1dc9d86d0697493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ef6db2c2a8645b4" /><Relationship Type="http://schemas.openxmlformats.org/officeDocument/2006/relationships/notesMaster" Target="/ppt/notesMasters/notesMaster1.xml" Id="Rb112b12ab3ed4db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fa45aff23a546b3" /><Relationship Type="http://schemas.openxmlformats.org/officeDocument/2006/relationships/notesMaster" Target="/ppt/notesMasters/notesMaster1.xml" Id="R17a5e827e387407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10f33d296394d57" /><Relationship Type="http://schemas.openxmlformats.org/officeDocument/2006/relationships/notesMaster" Target="/ppt/notesMasters/notesMaster1.xml" Id="Rd7c68a70355544e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2098c086c2c4a26" /><Relationship Type="http://schemas.openxmlformats.org/officeDocument/2006/relationships/notesMaster" Target="/ppt/notesMasters/notesMaster1.xml" Id="Reb6bac280f084bf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4ccc024f50f478c" /><Relationship Type="http://schemas.openxmlformats.org/officeDocument/2006/relationships/notesMaster" Target="/ppt/notesMasters/notesMaster1.xml" Id="R97ed4bc378ce498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d3340cfe9a144fb" /><Relationship Type="http://schemas.openxmlformats.org/officeDocument/2006/relationships/notesMaster" Target="/ppt/notesMasters/notesMaster1.xml" Id="R8ecde70ccbe743a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290f75c25544200" /><Relationship Type="http://schemas.openxmlformats.org/officeDocument/2006/relationships/notesMaster" Target="/ppt/notesMasters/notesMaster1.xml" Id="Re8bc193d1ed645c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369f4585acb74847" /><Relationship Type="http://schemas.openxmlformats.org/officeDocument/2006/relationships/notesMaster" Target="/ppt/notesMasters/notesMaster1.xml" Id="R94423ff3986441b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8576e00580145f6" /><Relationship Type="http://schemas.openxmlformats.org/officeDocument/2006/relationships/notesMaster" Target="/ppt/notesMasters/notesMaster1.xml" Id="R3a27f636743f42f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d9667231caf49ea" /><Relationship Type="http://schemas.openxmlformats.org/officeDocument/2006/relationships/notesMaster" Target="/ppt/notesMasters/notesMaster1.xml" Id="R58df46efb0614b4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56f8b8a2ea34be0" /><Relationship Type="http://schemas.openxmlformats.org/officeDocument/2006/relationships/notesMaster" Target="/ppt/notesMasters/notesMaster1.xml" Id="R49c8f38704504a0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628861c57cf4f66" /><Relationship Type="http://schemas.openxmlformats.org/officeDocument/2006/relationships/notesMaster" Target="/ppt/notesMasters/notesMaster1.xml" Id="R536c613e28c94d1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975e90ef1374076" /><Relationship Type="http://schemas.openxmlformats.org/officeDocument/2006/relationships/notesMaster" Target="/ppt/notesMasters/notesMaster1.xml" Id="R9159fe443044409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78b454c13074962" /><Relationship Type="http://schemas.openxmlformats.org/officeDocument/2006/relationships/notesMaster" Target="/ppt/notesMasters/notesMaster1.xml" Id="R39d4ea358ff24db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8a1b1686eec466d" /><Relationship Type="http://schemas.openxmlformats.org/officeDocument/2006/relationships/notesMaster" Target="/ppt/notesMasters/notesMaster1.xml" Id="R09b1ccfa6943445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255b5401abd4b25" /><Relationship Type="http://schemas.openxmlformats.org/officeDocument/2006/relationships/notesMaster" Target="/ppt/notesMasters/notesMaster1.xml" Id="Rfaadc29cd7e54f7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ad63cd34a584aa0" /><Relationship Type="http://schemas.openxmlformats.org/officeDocument/2006/relationships/notesMaster" Target="/ppt/notesMasters/notesMaster1.xml" Id="R573d2f3e446e422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3d6f88aad5d49ba" /><Relationship Type="http://schemas.openxmlformats.org/officeDocument/2006/relationships/notesMaster" Target="/ppt/notesMasters/notesMaster1.xml" Id="R27f2a9c626284b6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2ee4bfd72834c39" /><Relationship Type="http://schemas.openxmlformats.org/officeDocument/2006/relationships/notesMaster" Target="/ppt/notesMasters/notesMaster1.xml" Id="R13a649401c94419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a9848bc4f0b4cde" /><Relationship Type="http://schemas.openxmlformats.org/officeDocument/2006/relationships/notesMaster" Target="/ppt/notesMasters/notesMaster1.xml" Id="Re99441bf20a54fb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813c6bd5f7744dd" /><Relationship Type="http://schemas.openxmlformats.org/officeDocument/2006/relationships/notesMaster" Target="/ppt/notesMasters/notesMaster1.xml" Id="R3895b830dfec4bf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c81e689ca4a84af1" /><Relationship Type="http://schemas.openxmlformats.org/officeDocument/2006/relationships/notesMaster" Target="/ppt/notesMasters/notesMaster1.xml" Id="Rf9883f8fdbe4496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57d8e2904cc45b4" /><Relationship Type="http://schemas.openxmlformats.org/officeDocument/2006/relationships/notesMaster" Target="/ppt/notesMasters/notesMaster1.xml" Id="R4659050bdc464a3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d9a6bc46f6514f78" /><Relationship Type="http://schemas.openxmlformats.org/officeDocument/2006/relationships/notesMaster" Target="/ppt/notesMasters/notesMaster1.xml" Id="Re52152c8f06643cb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16d0104f79049a8" /><Relationship Type="http://schemas.openxmlformats.org/officeDocument/2006/relationships/notesMaster" Target="/ppt/notesMasters/notesMaster1.xml" Id="R56ecca58b32d4d3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c20dafa1f374004" /><Relationship Type="http://schemas.openxmlformats.org/officeDocument/2006/relationships/notesMaster" Target="/ppt/notesMasters/notesMaster1.xml" Id="Ra74dff81dd02469a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cf5569ce21224eda" /><Relationship Type="http://schemas.openxmlformats.org/officeDocument/2006/relationships/notesMaster" Target="/ppt/notesMasters/notesMaster1.xml" Id="Rae713687df9d49f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f4e5500faf2f4d42" /><Relationship Type="http://schemas.openxmlformats.org/officeDocument/2006/relationships/notesMaster" Target="/ppt/notesMasters/notesMaster1.xml" Id="R327b62afd7674fe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83d34ccbe754f69" /><Relationship Type="http://schemas.openxmlformats.org/officeDocument/2006/relationships/notesMaster" Target="/ppt/notesMasters/notesMaster1.xml" Id="Rd367b7877045450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f7b496b382ab4c12" /><Relationship Type="http://schemas.openxmlformats.org/officeDocument/2006/relationships/notesMaster" Target="/ppt/notesMasters/notesMaster1.xml" Id="Rf14573e888744e51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fb98e2402d194920" /><Relationship Type="http://schemas.openxmlformats.org/officeDocument/2006/relationships/notesMaster" Target="/ppt/notesMasters/notesMaster1.xml" Id="Redb18ea49a28485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82fdc8a03424fc9" /><Relationship Type="http://schemas.openxmlformats.org/officeDocument/2006/relationships/notesMaster" Target="/ppt/notesMasters/notesMaster1.xml" Id="R43b76b3d0a2647ce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935b53153f114cfc" /><Relationship Type="http://schemas.openxmlformats.org/officeDocument/2006/relationships/notesMaster" Target="/ppt/notesMasters/notesMaster1.xml" Id="R0d086133c9aa4766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fff27d1fa71844ed" /><Relationship Type="http://schemas.openxmlformats.org/officeDocument/2006/relationships/notesMaster" Target="/ppt/notesMasters/notesMaster1.xml" Id="Rbd189038ae394220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2d954c9d3c24d1b" /><Relationship Type="http://schemas.openxmlformats.org/officeDocument/2006/relationships/notesMaster" Target="/ppt/notesMasters/notesMaster1.xml" Id="Rf9c7a7800a414da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cacf573775da4256" /><Relationship Type="http://schemas.openxmlformats.org/officeDocument/2006/relationships/notesMaster" Target="/ppt/notesMasters/notesMaster1.xml" Id="Re9308500c49b4bc5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47ba284318a46a0" /><Relationship Type="http://schemas.openxmlformats.org/officeDocument/2006/relationships/notesMaster" Target="/ppt/notesMasters/notesMaster1.xml" Id="R558ea83dbfe0428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e8900119c574a43" /><Relationship Type="http://schemas.openxmlformats.org/officeDocument/2006/relationships/notesMaster" Target="/ppt/notesMasters/notesMaster1.xml" Id="R150a3f5e4c2e40e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a890f4570fb64717" /><Relationship Type="http://schemas.openxmlformats.org/officeDocument/2006/relationships/notesMaster" Target="/ppt/notesMasters/notesMaster1.xml" Id="Rb861a162dd9c4753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2cafdd8d37f1427c" /><Relationship Type="http://schemas.openxmlformats.org/officeDocument/2006/relationships/notesMaster" Target="/ppt/notesMasters/notesMaster1.xml" Id="R680fe664fc44474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6d7b4dc321244f45" /><Relationship Type="http://schemas.openxmlformats.org/officeDocument/2006/relationships/notesMaster" Target="/ppt/notesMasters/notesMaster1.xml" Id="R305a8e57f2024c9b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e4f41de3345b43da" /><Relationship Type="http://schemas.openxmlformats.org/officeDocument/2006/relationships/notesMaster" Target="/ppt/notesMasters/notesMaster1.xml" Id="R0e229ef009854b56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2157c82ef9c64e50" /><Relationship Type="http://schemas.openxmlformats.org/officeDocument/2006/relationships/notesMaster" Target="/ppt/notesMasters/notesMaster1.xml" Id="Rfde013db1bbf4cb1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1b16d49de9bc4e04" /><Relationship Type="http://schemas.openxmlformats.org/officeDocument/2006/relationships/notesMaster" Target="/ppt/notesMasters/notesMaster1.xml" Id="R478fb1d190ae48f4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7ae5b6045d04a4a" /><Relationship Type="http://schemas.openxmlformats.org/officeDocument/2006/relationships/notesMaster" Target="/ppt/notesMasters/notesMaster1.xml" Id="R67b785688f9a48c7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b73c27ccc57d493d" /><Relationship Type="http://schemas.openxmlformats.org/officeDocument/2006/relationships/notesMaster" Target="/ppt/notesMasters/notesMaster1.xml" Id="R13b5f6aab5574bd5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66b9f16956c44a10" /><Relationship Type="http://schemas.openxmlformats.org/officeDocument/2006/relationships/notesMaster" Target="/ppt/notesMasters/notesMaster1.xml" Id="Rc2755e727f3e48a6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69afe21d348540b6" /><Relationship Type="http://schemas.openxmlformats.org/officeDocument/2006/relationships/notesMaster" Target="/ppt/notesMasters/notesMaster1.xml" Id="R9e0ef046fda748c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33e3bf58ef3341e5" /><Relationship Type="http://schemas.openxmlformats.org/officeDocument/2006/relationships/notesMaster" Target="/ppt/notesMasters/notesMaster1.xml" Id="R4a8698aa9af4484c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3ad326f53a64d4b" /><Relationship Type="http://schemas.openxmlformats.org/officeDocument/2006/relationships/notesMaster" Target="/ppt/notesMasters/notesMaster1.xml" Id="R1168999459d34bcb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3485d646cfed43cf" /><Relationship Type="http://schemas.openxmlformats.org/officeDocument/2006/relationships/notesMaster" Target="/ppt/notesMasters/notesMaster1.xml" Id="R43474f4e0b154e4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4a8c2b4faf6149b4" /><Relationship Type="http://schemas.openxmlformats.org/officeDocument/2006/relationships/notesMaster" Target="/ppt/notesMasters/notesMaster1.xml" Id="R740d65a2a11e4674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6a52ebbf03c44229" /><Relationship Type="http://schemas.openxmlformats.org/officeDocument/2006/relationships/notesMaster" Target="/ppt/notesMasters/notesMaster1.xml" Id="Re57833af5a084a0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a885d8c6588043b7" /><Relationship Type="http://schemas.openxmlformats.org/officeDocument/2006/relationships/notesMaster" Target="/ppt/notesMasters/notesMaster1.xml" Id="R032cf5827041415d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23b9ee2bace94485" /><Relationship Type="http://schemas.openxmlformats.org/officeDocument/2006/relationships/notesMaster" Target="/ppt/notesMasters/notesMaster1.xml" Id="R3b11fa935b984cd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cde463a967b14f80" /><Relationship Type="http://schemas.openxmlformats.org/officeDocument/2006/relationships/notesMaster" Target="/ppt/notesMasters/notesMaster1.xml" Id="Ra77f4dd23c1846c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cf5f3ebb6ff14406" /><Relationship Type="http://schemas.openxmlformats.org/officeDocument/2006/relationships/notesMaster" Target="/ppt/notesMasters/notesMaster1.xml" Id="R95eb639481774dd8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49766eff02724518" /><Relationship Type="http://schemas.openxmlformats.org/officeDocument/2006/relationships/notesMaster" Target="/ppt/notesMasters/notesMaster1.xml" Id="R7a50c2a2756d4048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4340b86ebc2d44ec" /><Relationship Type="http://schemas.openxmlformats.org/officeDocument/2006/relationships/notesMaster" Target="/ppt/notesMasters/notesMaster1.xml" Id="Re061b1972ae14b61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d2291564b084b3d" /><Relationship Type="http://schemas.openxmlformats.org/officeDocument/2006/relationships/notesMaster" Target="/ppt/notesMasters/notesMaster1.xml" Id="Rdbab5787d2ab4727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9d9abc2c91fa4884" /><Relationship Type="http://schemas.openxmlformats.org/officeDocument/2006/relationships/notesMaster" Target="/ppt/notesMasters/notesMaster1.xml" Id="R6830c95ef0b7485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91ffed38ac9a4cd5" /><Relationship Type="http://schemas.openxmlformats.org/officeDocument/2006/relationships/notesMaster" Target="/ppt/notesMasters/notesMaster1.xml" Id="R7b41cbe80d8d4dab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1539b7aab71414a" /><Relationship Type="http://schemas.openxmlformats.org/officeDocument/2006/relationships/notesMaster" Target="/ppt/notesMasters/notesMaster1.xml" Id="R822999304f2f400a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238f36d9978c47c1" /><Relationship Type="http://schemas.openxmlformats.org/officeDocument/2006/relationships/notesMaster" Target="/ppt/notesMasters/notesMaster1.xml" Id="R77834e05295245e6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c65e36b9052c41a2" /><Relationship Type="http://schemas.openxmlformats.org/officeDocument/2006/relationships/notesMaster" Target="/ppt/notesMasters/notesMaster1.xml" Id="R15a8d8f57543435d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97c0d01f5f9b48ea" /><Relationship Type="http://schemas.openxmlformats.org/officeDocument/2006/relationships/notesMaster" Target="/ppt/notesMasters/notesMaster1.xml" Id="R08663427ba924a83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7eb75110c6d94bcd" /><Relationship Type="http://schemas.openxmlformats.org/officeDocument/2006/relationships/notesMaster" Target="/ppt/notesMasters/notesMaster1.xml" Id="Rc1ce85298647490d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3253fa40692d4666" /><Relationship Type="http://schemas.openxmlformats.org/officeDocument/2006/relationships/notesMaster" Target="/ppt/notesMasters/notesMaster1.xml" Id="R8c7879bf31954850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4b09f314b8304458" /><Relationship Type="http://schemas.openxmlformats.org/officeDocument/2006/relationships/notesMaster" Target="/ppt/notesMasters/notesMaster1.xml" Id="R10d6a7d441e6437d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53adef1129d248bd" /><Relationship Type="http://schemas.openxmlformats.org/officeDocument/2006/relationships/notesMaster" Target="/ppt/notesMasters/notesMaster1.xml" Id="R2cc3164874d94226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a2e0cdbcd6ee4006" /><Relationship Type="http://schemas.openxmlformats.org/officeDocument/2006/relationships/notesMaster" Target="/ppt/notesMasters/notesMaster1.xml" Id="Rce0e87f5374b4083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5a7396a3816148b5" /><Relationship Type="http://schemas.openxmlformats.org/officeDocument/2006/relationships/notesMaster" Target="/ppt/notesMasters/notesMaster1.xml" Id="R01e8f3d1529e4eab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e6ae56425df246eb" /><Relationship Type="http://schemas.openxmlformats.org/officeDocument/2006/relationships/notesMaster" Target="/ppt/notesMasters/notesMaster1.xml" Id="R0240ff04a4c54749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41b7045d15ef4095" /><Relationship Type="http://schemas.openxmlformats.org/officeDocument/2006/relationships/notesMaster" Target="/ppt/notesMasters/notesMaster1.xml" Id="Rd84c65b353f04151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c05c829882604b16" /><Relationship Type="http://schemas.openxmlformats.org/officeDocument/2006/relationships/notesMaster" Target="/ppt/notesMasters/notesMaster1.xml" Id="R7647db8f1f984a3d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766cf97581684991" /><Relationship Type="http://schemas.openxmlformats.org/officeDocument/2006/relationships/notesMaster" Target="/ppt/notesMasters/notesMaster1.xml" Id="Rad59d77731a14d2b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1de3a996b81a4a58" /><Relationship Type="http://schemas.openxmlformats.org/officeDocument/2006/relationships/notesMaster" Target="/ppt/notesMasters/notesMaster1.xml" Id="R9e72442a7c6a43c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abd67286e1da47a6" /><Relationship Type="http://schemas.openxmlformats.org/officeDocument/2006/relationships/notesMaster" Target="/ppt/notesMasters/notesMaster1.xml" Id="R8c06bf14a1e64dc6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59ae3f1d6ae3487b" /><Relationship Type="http://schemas.openxmlformats.org/officeDocument/2006/relationships/notesMaster" Target="/ppt/notesMasters/notesMaster1.xml" Id="R50847c798c2b4e4d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8576efccb6424cb6" /><Relationship Type="http://schemas.openxmlformats.org/officeDocument/2006/relationships/notesMaster" Target="/ppt/notesMasters/notesMaster1.xml" Id="R4b83cdbdb4714240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1e0a487e276540fa" /><Relationship Type="http://schemas.openxmlformats.org/officeDocument/2006/relationships/notesMaster" Target="/ppt/notesMasters/notesMaster1.xml" Id="Rb6195325e9ea4eec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eae811010f3c4166" /><Relationship Type="http://schemas.openxmlformats.org/officeDocument/2006/relationships/notesMaster" Target="/ppt/notesMasters/notesMaster1.xml" Id="R58232c0c7e6c49d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272ba7876fd4ff3" /><Relationship Type="http://schemas.openxmlformats.org/officeDocument/2006/relationships/notesMaster" Target="/ppt/notesMasters/notesMaster1.xml" Id="Rba413a08e6084fcb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cd6f9bd9ded54a09" /><Relationship Type="http://schemas.openxmlformats.org/officeDocument/2006/relationships/notesMaster" Target="/ppt/notesMasters/notesMaster1.xml" Id="Re11bc3b4d2d34bf7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a91f158bedf041ab" /><Relationship Type="http://schemas.openxmlformats.org/officeDocument/2006/relationships/notesMaster" Target="/ppt/notesMasters/notesMaster1.xml" Id="R4a4e321f34af41ae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ee9bdd6cf22b4f2b" /><Relationship Type="http://schemas.openxmlformats.org/officeDocument/2006/relationships/notesMaster" Target="/ppt/notesMasters/notesMaster1.xml" Id="R68125eab8a204bc7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1cf0bb990cb34104" /><Relationship Type="http://schemas.openxmlformats.org/officeDocument/2006/relationships/notesMaster" Target="/ppt/notesMasters/notesMaster1.xml" Id="Rbbc3209bf08241e2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cd4f9948c68a4109" /><Relationship Type="http://schemas.openxmlformats.org/officeDocument/2006/relationships/notesMaster" Target="/ppt/notesMasters/notesMaster1.xml" Id="R44f7ad1d50404a74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50bc386743ca47ae" /><Relationship Type="http://schemas.openxmlformats.org/officeDocument/2006/relationships/notesMaster" Target="/ppt/notesMasters/notesMaster1.xml" Id="R9001579326f0436d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3c7ab3b5383c4c35" /><Relationship Type="http://schemas.openxmlformats.org/officeDocument/2006/relationships/notesMaster" Target="/ppt/notesMasters/notesMaster1.xml" Id="R1659c5e66fde489e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720c917598584d09" /><Relationship Type="http://schemas.openxmlformats.org/officeDocument/2006/relationships/notesMaster" Target="/ppt/notesMasters/notesMaster1.xml" Id="Rc2f4b03391944fe6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371e0249b194850" /><Relationship Type="http://schemas.openxmlformats.org/officeDocument/2006/relationships/notesMaster" Target="/ppt/notesMasters/notesMaster1.xml" Id="R645b4711f5ab4db6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d4d356c9a5a04e26" /><Relationship Type="http://schemas.openxmlformats.org/officeDocument/2006/relationships/notesMaster" Target="/ppt/notesMasters/notesMaster1.xml" Id="R904d79c0205d45e4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eabd973767aa427d" /><Relationship Type="http://schemas.openxmlformats.org/officeDocument/2006/relationships/notesMaster" Target="/ppt/notesMasters/notesMaster1.xml" Id="Rd77112590b944323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e36d135c116b4a5b" /><Relationship Type="http://schemas.openxmlformats.org/officeDocument/2006/relationships/notesMaster" Target="/ppt/notesMasters/notesMaster1.xml" Id="R67ee152e2dae4bc9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767a3245bc8d4414" /><Relationship Type="http://schemas.openxmlformats.org/officeDocument/2006/relationships/notesMaster" Target="/ppt/notesMasters/notesMaster1.xml" Id="R66681cfc20c1402d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0c3f96eb466e4d4c" /><Relationship Type="http://schemas.openxmlformats.org/officeDocument/2006/relationships/notesMaster" Target="/ppt/notesMasters/notesMaster1.xml" Id="R9d406ec7498c4ec2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6d2625ef706842d3" /><Relationship Type="http://schemas.openxmlformats.org/officeDocument/2006/relationships/notesMaster" Target="/ppt/notesMasters/notesMaster1.xml" Id="Rc936e417689c4970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5e0f9eeaf37c4d19" /><Relationship Type="http://schemas.openxmlformats.org/officeDocument/2006/relationships/notesMaster" Target="/ppt/notesMasters/notesMaster1.xml" Id="Rfd512b64c3164b20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bccae93e86ea4aa5" /><Relationship Type="http://schemas.openxmlformats.org/officeDocument/2006/relationships/notesMaster" Target="/ppt/notesMasters/notesMaster1.xml" Id="R99f314a57b8a4619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0eaf2d1db810459b" /><Relationship Type="http://schemas.openxmlformats.org/officeDocument/2006/relationships/notesMaster" Target="/ppt/notesMasters/notesMaster1.xml" Id="R32f9afa478144a54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ec2e57c36e684fb8" /><Relationship Type="http://schemas.openxmlformats.org/officeDocument/2006/relationships/notesMaster" Target="/ppt/notesMasters/notesMaster1.xml" Id="Re7dfeea6c2774c11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79c178a3875f4f1a" /><Relationship Type="http://schemas.openxmlformats.org/officeDocument/2006/relationships/notesMaster" Target="/ppt/notesMasters/notesMaster1.xml" Id="R87f8b4bf9b6546ff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518d33f1bc3042ad" /><Relationship Type="http://schemas.openxmlformats.org/officeDocument/2006/relationships/notesMaster" Target="/ppt/notesMasters/notesMaster1.xml" Id="Reb071c75bf78481c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cb45b306b4fb445a" /><Relationship Type="http://schemas.openxmlformats.org/officeDocument/2006/relationships/notesMaster" Target="/ppt/notesMasters/notesMaster1.xml" Id="Ra6e6154651904205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e926dccd25744790" /><Relationship Type="http://schemas.openxmlformats.org/officeDocument/2006/relationships/notesMaster" Target="/ppt/notesMasters/notesMaster1.xml" Id="R41ebd9640de54c48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89bcb210ba754156" /><Relationship Type="http://schemas.openxmlformats.org/officeDocument/2006/relationships/notesMaster" Target="/ppt/notesMasters/notesMaster1.xml" Id="R17b34fb6493e4b9f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f6397aa6373c48fb" /><Relationship Type="http://schemas.openxmlformats.org/officeDocument/2006/relationships/notesMaster" Target="/ppt/notesMasters/notesMaster1.xml" Id="R7e3ac055cd7442ba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86757481ae8045a0" /><Relationship Type="http://schemas.openxmlformats.org/officeDocument/2006/relationships/notesMaster" Target="/ppt/notesMasters/notesMaster1.xml" Id="R90c4e4414ae04a97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26438bca1e7d4f35" /><Relationship Type="http://schemas.openxmlformats.org/officeDocument/2006/relationships/notesMaster" Target="/ppt/notesMasters/notesMaster1.xml" Id="Ra9fb48ee0bf14f7c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0ba2b2a4722046b4" /><Relationship Type="http://schemas.openxmlformats.org/officeDocument/2006/relationships/notesMaster" Target="/ppt/notesMasters/notesMaster1.xml" Id="R73990d59f9924aa9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b570117d54554b02" /><Relationship Type="http://schemas.openxmlformats.org/officeDocument/2006/relationships/notesMaster" Target="/ppt/notesMasters/notesMaster1.xml" Id="R1d797bd2d34247f4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0e3ea7b4b1364d73" /><Relationship Type="http://schemas.openxmlformats.org/officeDocument/2006/relationships/notesMaster" Target="/ppt/notesMasters/notesMaster1.xml" Id="Ra0b7e12b9c1b4a14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1e41eb6b369547fa" /><Relationship Type="http://schemas.openxmlformats.org/officeDocument/2006/relationships/notesMaster" Target="/ppt/notesMasters/notesMaster1.xml" Id="R0bc82fb87d424a10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c5cb2cdf28044825" /><Relationship Type="http://schemas.openxmlformats.org/officeDocument/2006/relationships/notesMaster" Target="/ppt/notesMasters/notesMaster1.xml" Id="Rc792c87402da4083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3b8940bc848e41b9" /><Relationship Type="http://schemas.openxmlformats.org/officeDocument/2006/relationships/notesMaster" Target="/ppt/notesMasters/notesMaster1.xml" Id="Rf96e38fae349451a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7953e810970643e3" /><Relationship Type="http://schemas.openxmlformats.org/officeDocument/2006/relationships/notesMaster" Target="/ppt/notesMasters/notesMaster1.xml" Id="Rcf84c6c3d5c746a4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b314706c6ebb4619" /><Relationship Type="http://schemas.openxmlformats.org/officeDocument/2006/relationships/notesMaster" Target="/ppt/notesMasters/notesMaster1.xml" Id="Rd08ce0f267844db8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02d461f4559c4341" /><Relationship Type="http://schemas.openxmlformats.org/officeDocument/2006/relationships/notesMaster" Target="/ppt/notesMasters/notesMaster1.xml" Id="Rf109cd1dedc74ffc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657742a9f8fa4460" /><Relationship Type="http://schemas.openxmlformats.org/officeDocument/2006/relationships/notesMaster" Target="/ppt/notesMasters/notesMaster1.xml" Id="Rd0bcca03fc3a461c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07db44f71cb14815" /><Relationship Type="http://schemas.openxmlformats.org/officeDocument/2006/relationships/notesMaster" Target="/ppt/notesMasters/notesMaster1.xml" Id="Ra3ba24e5cdad4d02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8c65e74b44e3409d" /><Relationship Type="http://schemas.openxmlformats.org/officeDocument/2006/relationships/notesMaster" Target="/ppt/notesMasters/notesMaster1.xml" Id="Rb19ec4c9e88b4cc6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e548fde987aa41ff" /><Relationship Type="http://schemas.openxmlformats.org/officeDocument/2006/relationships/notesMaster" Target="/ppt/notesMasters/notesMaster1.xml" Id="R9b7413811b8b4c7b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e0336682dc234f85" /><Relationship Type="http://schemas.openxmlformats.org/officeDocument/2006/relationships/notesMaster" Target="/ppt/notesMasters/notesMaster1.xml" Id="R7210669433214cb9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ddb8680089ca4902" /><Relationship Type="http://schemas.openxmlformats.org/officeDocument/2006/relationships/notesMaster" Target="/ppt/notesMasters/notesMaster1.xml" Id="Rdd4971efdc6f493f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79a7e9d2105b4f29" /><Relationship Type="http://schemas.openxmlformats.org/officeDocument/2006/relationships/notesMaster" Target="/ppt/notesMasters/notesMaster1.xml" Id="Re73065adb6a846a7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d5b4cc9a469545dd" /><Relationship Type="http://schemas.openxmlformats.org/officeDocument/2006/relationships/notesMaster" Target="/ppt/notesMasters/notesMaster1.xml" Id="R04805e8ed51a4195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8865ecf796e54857" /><Relationship Type="http://schemas.openxmlformats.org/officeDocument/2006/relationships/notesMaster" Target="/ppt/notesMasters/notesMaster1.xml" Id="R359813235ec34dc8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91f4b05500244a23" /><Relationship Type="http://schemas.openxmlformats.org/officeDocument/2006/relationships/notesMaster" Target="/ppt/notesMasters/notesMaster1.xml" Id="Rbbfd30f8464b4190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2c03c11cb99a4f66" /><Relationship Type="http://schemas.openxmlformats.org/officeDocument/2006/relationships/notesMaster" Target="/ppt/notesMasters/notesMaster1.xml" Id="R9bc32da0255a4a42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cdd8753c20b941e2" /><Relationship Type="http://schemas.openxmlformats.org/officeDocument/2006/relationships/notesMaster" Target="/ppt/notesMasters/notesMaster1.xml" Id="R82ad49eb37d64124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30151990bf9f4051" /><Relationship Type="http://schemas.openxmlformats.org/officeDocument/2006/relationships/notesMaster" Target="/ppt/notesMasters/notesMaster1.xml" Id="Rd41e6fdf92cb486b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6a738e2511fa4dcc" /><Relationship Type="http://schemas.openxmlformats.org/officeDocument/2006/relationships/notesMaster" Target="/ppt/notesMasters/notesMaster1.xml" Id="R90b6991bec064b50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6a0cd11a87da45b1" /><Relationship Type="http://schemas.openxmlformats.org/officeDocument/2006/relationships/notesMaster" Target="/ppt/notesMasters/notesMaster1.xml" Id="R8c1924f0444f4704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e928303c9d29405e" /><Relationship Type="http://schemas.openxmlformats.org/officeDocument/2006/relationships/notesMaster" Target="/ppt/notesMasters/notesMaster1.xml" Id="R9c9c4b5926e94279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3c2d5b68bab54ba8" /><Relationship Type="http://schemas.openxmlformats.org/officeDocument/2006/relationships/notesMaster" Target="/ppt/notesMasters/notesMaster1.xml" Id="R7125a33d919a4cac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d5e3737abf1e4b2c" /><Relationship Type="http://schemas.openxmlformats.org/officeDocument/2006/relationships/notesMaster" Target="/ppt/notesMasters/notesMaster1.xml" Id="R91332d3b83104cbe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dba9937cc8444cc2" /><Relationship Type="http://schemas.openxmlformats.org/officeDocument/2006/relationships/notesMaster" Target="/ppt/notesMasters/notesMaster1.xml" Id="R774b55948ebf40a1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318057c42dbb44c8" /><Relationship Type="http://schemas.openxmlformats.org/officeDocument/2006/relationships/notesMaster" Target="/ppt/notesMasters/notesMaster1.xml" Id="R48eb339e22634542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ee9cb2b39a034b74" /><Relationship Type="http://schemas.openxmlformats.org/officeDocument/2006/relationships/notesMaster" Target="/ppt/notesMasters/notesMaster1.xml" Id="R65bed54ffa244d99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05c8245153604f62" /><Relationship Type="http://schemas.openxmlformats.org/officeDocument/2006/relationships/notesMaster" Target="/ppt/notesMasters/notesMaster1.xml" Id="Rfdf6ea07ca224a3d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b1dbc5172d9d4bc0" /><Relationship Type="http://schemas.openxmlformats.org/officeDocument/2006/relationships/notesMaster" Target="/ppt/notesMasters/notesMaster1.xml" Id="Rddfe0085d4f7472c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e6d70e5367f24a61" /><Relationship Type="http://schemas.openxmlformats.org/officeDocument/2006/relationships/notesMaster" Target="/ppt/notesMasters/notesMaster1.xml" Id="R879d410c8a68452a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084c8423beef491f" /><Relationship Type="http://schemas.openxmlformats.org/officeDocument/2006/relationships/notesMaster" Target="/ppt/notesMasters/notesMaster1.xml" Id="Rb31e594dbe7149d6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dbd9063cb8a14fd3" /><Relationship Type="http://schemas.openxmlformats.org/officeDocument/2006/relationships/notesMaster" Target="/ppt/notesMasters/notesMaster1.xml" Id="R8be05af4d6af4834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639c132bb00f4e93" /><Relationship Type="http://schemas.openxmlformats.org/officeDocument/2006/relationships/notesMaster" Target="/ppt/notesMasters/notesMaster1.xml" Id="R8e02238c097e4b7d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6fea3d4d5aec44e9" /><Relationship Type="http://schemas.openxmlformats.org/officeDocument/2006/relationships/notesMaster" Target="/ppt/notesMasters/notesMaster1.xml" Id="Rafe8f0766a6a4f5f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4663b6c84b8e4827" /><Relationship Type="http://schemas.openxmlformats.org/officeDocument/2006/relationships/notesMaster" Target="/ppt/notesMasters/notesMaster1.xml" Id="R731f2b616ba3438c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2f1c86c24ffd4d06" /><Relationship Type="http://schemas.openxmlformats.org/officeDocument/2006/relationships/notesMaster" Target="/ppt/notesMasters/notesMaster1.xml" Id="Rdc2e70244cc94007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c0cc18681a204a6d" /><Relationship Type="http://schemas.openxmlformats.org/officeDocument/2006/relationships/notesMaster" Target="/ppt/notesMasters/notesMaster1.xml" Id="Ref1a3b430ec2486a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934591cfb9904766" /><Relationship Type="http://schemas.openxmlformats.org/officeDocument/2006/relationships/notesMaster" Target="/ppt/notesMasters/notesMaster1.xml" Id="R2719550d8b9142e8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f1f99ec7c6ac4251" /><Relationship Type="http://schemas.openxmlformats.org/officeDocument/2006/relationships/notesMaster" Target="/ppt/notesMasters/notesMaster1.xml" Id="Re6e85af904e94d8e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8ded6252a2b24bcf" /><Relationship Type="http://schemas.openxmlformats.org/officeDocument/2006/relationships/notesMaster" Target="/ppt/notesMasters/notesMaster1.xml" Id="R947caa352bdc40f3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c1912e930bba466b" /><Relationship Type="http://schemas.openxmlformats.org/officeDocument/2006/relationships/notesMaster" Target="/ppt/notesMasters/notesMaster1.xml" Id="Rcb2aad9fac0f48fe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c7017d1969a842f9" /><Relationship Type="http://schemas.openxmlformats.org/officeDocument/2006/relationships/notesMaster" Target="/ppt/notesMasters/notesMaster1.xml" Id="R4b80d033d87f4e00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012ea0769281496b" /><Relationship Type="http://schemas.openxmlformats.org/officeDocument/2006/relationships/notesMaster" Target="/ppt/notesMasters/notesMaster1.xml" Id="R4b99a6297f2344dd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b060a1d07b34425a" /><Relationship Type="http://schemas.openxmlformats.org/officeDocument/2006/relationships/notesMaster" Target="/ppt/notesMasters/notesMaster1.xml" Id="R130b5c169db2479e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df783cfce08d44c0" /><Relationship Type="http://schemas.openxmlformats.org/officeDocument/2006/relationships/notesMaster" Target="/ppt/notesMasters/notesMaster1.xml" Id="R1f1312680a334ef2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58cef7939f4d40f4" /><Relationship Type="http://schemas.openxmlformats.org/officeDocument/2006/relationships/notesMaster" Target="/ppt/notesMasters/notesMaster1.xml" Id="Rd9c24e640dc04f60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cafa506cd29d4c9c" /><Relationship Type="http://schemas.openxmlformats.org/officeDocument/2006/relationships/notesMaster" Target="/ppt/notesMasters/notesMaster1.xml" Id="R4fa2fe5f68b54c34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ed620f7683174757" /><Relationship Type="http://schemas.openxmlformats.org/officeDocument/2006/relationships/notesMaster" Target="/ppt/notesMasters/notesMaster1.xml" Id="R75e67ded94564fff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df1975ca3bdf44cd" /><Relationship Type="http://schemas.openxmlformats.org/officeDocument/2006/relationships/notesMaster" Target="/ppt/notesMasters/notesMaster1.xml" Id="Rafca777be8474570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6aca2889b4b54334" /><Relationship Type="http://schemas.openxmlformats.org/officeDocument/2006/relationships/notesMaster" Target="/ppt/notesMasters/notesMaster1.xml" Id="R82aa8c362a134227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a350e047322b4546" /><Relationship Type="http://schemas.openxmlformats.org/officeDocument/2006/relationships/notesMaster" Target="/ppt/notesMasters/notesMaster1.xml" Id="R5f60abc208944fac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0bb8ea804b53499a" /><Relationship Type="http://schemas.openxmlformats.org/officeDocument/2006/relationships/notesMaster" Target="/ppt/notesMasters/notesMaster1.xml" Id="Rd7409c59fcb941ea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32048a52ec52499f" /><Relationship Type="http://schemas.openxmlformats.org/officeDocument/2006/relationships/notesMaster" Target="/ppt/notesMasters/notesMaster1.xml" Id="Ra093a3667c78403d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8815bafd7a984419" /><Relationship Type="http://schemas.openxmlformats.org/officeDocument/2006/relationships/notesMaster" Target="/ppt/notesMasters/notesMaster1.xml" Id="R7b8cc00e003f419b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a978cc8ec2174253" /><Relationship Type="http://schemas.openxmlformats.org/officeDocument/2006/relationships/notesMaster" Target="/ppt/notesMasters/notesMaster1.xml" Id="R3026ee1873de4cd4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d02508b8f3414999" /><Relationship Type="http://schemas.openxmlformats.org/officeDocument/2006/relationships/notesMaster" Target="/ppt/notesMasters/notesMaster1.xml" Id="Rc3186d07487d43ae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035273a06f644f4c" /><Relationship Type="http://schemas.openxmlformats.org/officeDocument/2006/relationships/notesMaster" Target="/ppt/notesMasters/notesMaster1.xml" Id="Rbcca9d53038e45ec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eff69a8f74d04fbe" /><Relationship Type="http://schemas.openxmlformats.org/officeDocument/2006/relationships/notesMaster" Target="/ppt/notesMasters/notesMaster1.xml" Id="R74e981b4b48147d0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20f1c0d423f7455f" /><Relationship Type="http://schemas.openxmlformats.org/officeDocument/2006/relationships/notesMaster" Target="/ppt/notesMasters/notesMaster1.xml" Id="R51278d3764df4af2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22deef7231444034" /><Relationship Type="http://schemas.openxmlformats.org/officeDocument/2006/relationships/notesMaster" Target="/ppt/notesMasters/notesMaster1.xml" Id="R50525b1927a04d7a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b7ef423221ff4025" /><Relationship Type="http://schemas.openxmlformats.org/officeDocument/2006/relationships/notesMaster" Target="/ppt/notesMasters/notesMaster1.xml" Id="Rab1fec5c98314fd9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f9d5bd38e53c4d37" /><Relationship Type="http://schemas.openxmlformats.org/officeDocument/2006/relationships/notesMaster" Target="/ppt/notesMasters/notesMaster1.xml" Id="Rf9386ee6a0774032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61df09a5e416486e" /><Relationship Type="http://schemas.openxmlformats.org/officeDocument/2006/relationships/notesMaster" Target="/ppt/notesMasters/notesMaster1.xml" Id="R6fb35670fc1246db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aa69ba3656744c6e" /><Relationship Type="http://schemas.openxmlformats.org/officeDocument/2006/relationships/notesMaster" Target="/ppt/notesMasters/notesMaster1.xml" Id="Rfc93940752e64e45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4c3b341f837e458f" /><Relationship Type="http://schemas.openxmlformats.org/officeDocument/2006/relationships/notesMaster" Target="/ppt/notesMasters/notesMaster1.xml" Id="Re91c9d56ee4540c9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99fad762392c45bb" /><Relationship Type="http://schemas.openxmlformats.org/officeDocument/2006/relationships/notesMaster" Target="/ppt/notesMasters/notesMaster1.xml" Id="R300a44e2f4984287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5d451d9018a647d2" /><Relationship Type="http://schemas.openxmlformats.org/officeDocument/2006/relationships/notesMaster" Target="/ppt/notesMasters/notesMaster1.xml" Id="R4e1b8167b88047a7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0f7f52f237744cd2" /><Relationship Type="http://schemas.openxmlformats.org/officeDocument/2006/relationships/notesMaster" Target="/ppt/notesMasters/notesMaster1.xml" Id="Rfa089d2820ed46ca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ca1568f30b6e4645" /><Relationship Type="http://schemas.openxmlformats.org/officeDocument/2006/relationships/notesMaster" Target="/ppt/notesMasters/notesMaster1.xml" Id="Rda9a2390244d4d38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891d29536f7e4d1b" /><Relationship Type="http://schemas.openxmlformats.org/officeDocument/2006/relationships/notesMaster" Target="/ppt/notesMasters/notesMaster1.xml" Id="R7eb1ef50ff5a4430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a64a2be732c0488d" /><Relationship Type="http://schemas.openxmlformats.org/officeDocument/2006/relationships/notesMaster" Target="/ppt/notesMasters/notesMaster1.xml" Id="Rcc9a05df0dbe4513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5ce73b1bee724055" /><Relationship Type="http://schemas.openxmlformats.org/officeDocument/2006/relationships/notesMaster" Target="/ppt/notesMasters/notesMaster1.xml" Id="R6d3548fd385f4c0c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7a2d9a36001443f8" /><Relationship Type="http://schemas.openxmlformats.org/officeDocument/2006/relationships/notesMaster" Target="/ppt/notesMasters/notesMaster1.xml" Id="Rfb2b42a0eee94089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188286e0b7134c77" /><Relationship Type="http://schemas.openxmlformats.org/officeDocument/2006/relationships/notesMaster" Target="/ppt/notesMasters/notesMaster1.xml" Id="R8d597c47a809475a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0905ee5bd2e145a6" /><Relationship Type="http://schemas.openxmlformats.org/officeDocument/2006/relationships/notesMaster" Target="/ppt/notesMasters/notesMaster1.xml" Id="R9469504734094584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625de148fe9049af" /><Relationship Type="http://schemas.openxmlformats.org/officeDocument/2006/relationships/notesMaster" Target="/ppt/notesMasters/notesMaster1.xml" Id="R30948ac5403f4e5d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da6a39a0d5fd40d4" /><Relationship Type="http://schemas.openxmlformats.org/officeDocument/2006/relationships/notesMaster" Target="/ppt/notesMasters/notesMaster1.xml" Id="R7ec2b0fc03c244c3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88f4d15caeed47a6" /><Relationship Type="http://schemas.openxmlformats.org/officeDocument/2006/relationships/notesMaster" Target="/ppt/notesMasters/notesMaster1.xml" Id="R2d6e6af2ff2a494f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756374698d9246e0" /><Relationship Type="http://schemas.openxmlformats.org/officeDocument/2006/relationships/notesMaster" Target="/ppt/notesMasters/notesMaster1.xml" Id="Rac158254fb854022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4cda66c44ff948f1" /><Relationship Type="http://schemas.openxmlformats.org/officeDocument/2006/relationships/notesMaster" Target="/ppt/notesMasters/notesMaster1.xml" Id="R962b90aa224e4c80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e63559b607fc49ff" /><Relationship Type="http://schemas.openxmlformats.org/officeDocument/2006/relationships/notesMaster" Target="/ppt/notesMasters/notesMaster1.xml" Id="R938308b0b46d4c89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5d84874b3f964b17" /><Relationship Type="http://schemas.openxmlformats.org/officeDocument/2006/relationships/notesMaster" Target="/ppt/notesMasters/notesMaster1.xml" Id="R248e4e1b5c5542c6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5db4c115961d4095" /><Relationship Type="http://schemas.openxmlformats.org/officeDocument/2006/relationships/notesMaster" Target="/ppt/notesMasters/notesMaster1.xml" Id="R90ff2932bd3149eb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1c73b09598084be3" /><Relationship Type="http://schemas.openxmlformats.org/officeDocument/2006/relationships/notesMaster" Target="/ppt/notesMasters/notesMaster1.xml" Id="R60e21edfce9049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https://docs.github.com/repositories/creating-and-managing-repositories/quickstart-for-repositories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https://code.visualstudio.com/docs/editor/workspaces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https://docs.pytest.org/en/stable/getting-started.html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https://code.visualstudio.com/docs/python/testing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- local:output/day3-review/baseline.json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https://code.visualstudio.com/docs/python/testing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local:src/course_services/review_service.py</a:t>
            </a:r>
          </a:p>
          <a:p xmlns:a="http://schemas.openxmlformats.org/drawingml/2006/main">
            <a:r>
              <a:t>- local:.github/workflows/test.yml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local:src/course_services/eval_service.py</a:t>
            </a:r>
          </a:p>
          <a:p xmlns:a="http://schemas.openxmlformats.org/drawingml/2006/main">
            <a:r>
              <a:t>- local:data/day5_eval/golden_review_findings.json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https://developers.openai.com/codex/cli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local:src/course_services/codex_harness.py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local:materials/day3/day3_service_lab.ipynb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234776ff14d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aaeb4ce364fa4" /><Relationship Type="http://schemas.openxmlformats.org/officeDocument/2006/relationships/slideLayout" Target="/ppt/slideLayouts/slideLayout1.xml" Id="Rb0e1f86e3f4e40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e1f86e3f4e40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0507364ca4ca0" /><Relationship Type="http://schemas.openxmlformats.org/officeDocument/2006/relationships/notesSlide" Target="/ppt/notesSlides/notesSlide1.xml" Id="Rf67c7322734948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44912aeb94073" /><Relationship Type="http://schemas.openxmlformats.org/officeDocument/2006/relationships/notesSlide" Target="/ppt/notesSlides/notesSlide2.xml" Id="R207ebefa7e5f42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9908181104a1b" /><Relationship Type="http://schemas.openxmlformats.org/officeDocument/2006/relationships/notesSlide" Target="/ppt/notesSlides/notesSlide3.xml" Id="R4bd1a9db1b0841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810e75b794dfa" /><Relationship Type="http://schemas.openxmlformats.org/officeDocument/2006/relationships/notesSlide" Target="/ppt/notesSlides/notesSlide4.xml" Id="R4c8cd37538cc41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4f87bed1d46ed" /><Relationship Type="http://schemas.openxmlformats.org/officeDocument/2006/relationships/notesSlide" Target="/ppt/notesSlides/notesSlide5.xml" Id="R1aa01509808c42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d4aa230bb4b42" /><Relationship Type="http://schemas.openxmlformats.org/officeDocument/2006/relationships/notesSlide" Target="/ppt/notesSlides/notesSlide6.xml" Id="R989328e6946e43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3c41af0564a73" /><Relationship Type="http://schemas.openxmlformats.org/officeDocument/2006/relationships/notesSlide" Target="/ppt/notesSlides/notesSlide7.xml" Id="R38a61cc492b04c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203867fbb42da" /><Relationship Type="http://schemas.openxmlformats.org/officeDocument/2006/relationships/notesSlide" Target="/ppt/notesSlides/notesSlide8.xml" Id="R6516b8a4ed2c45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d535726df4087" /><Relationship Type="http://schemas.openxmlformats.org/officeDocument/2006/relationships/notesSlide" Target="/ppt/notesSlides/notesSlide9.xml" Id="Rfd0b09d568b243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530ee5c7743d8" /><Relationship Type="http://schemas.openxmlformats.org/officeDocument/2006/relationships/notesSlide" Target="/ppt/notesSlides/notesSlide10.xml" Id="Ra8235ff6fbbe4d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751cd8f5443d6" /><Relationship Type="http://schemas.openxmlformats.org/officeDocument/2006/relationships/notesSlide" Target="/ppt/notesSlides/notesSlide11.xml" Id="R3cc69df3e8ef4b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2d598c16c4952" /><Relationship Type="http://schemas.openxmlformats.org/officeDocument/2006/relationships/notesSlide" Target="/ppt/notesSlides/notesSlide12.xml" Id="R64715ba36fe140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113369416475a" /><Relationship Type="http://schemas.openxmlformats.org/officeDocument/2006/relationships/notesSlide" Target="/ppt/notesSlides/notesSlide13.xml" Id="R1ed9a6324efa49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9b55675d644b3" /><Relationship Type="http://schemas.openxmlformats.org/officeDocument/2006/relationships/image" Target="/ppt/media/image.jpeg" Id="Raae8ca7ac0424337" /><Relationship Type="http://schemas.openxmlformats.org/officeDocument/2006/relationships/notesSlide" Target="/ppt/notesSlides/notesSlide14.xml" Id="R62e77d3daede40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89f80daeb432f" /><Relationship Type="http://schemas.openxmlformats.org/officeDocument/2006/relationships/notesSlide" Target="/ppt/notesSlides/notesSlide15.xml" Id="Refce888640c240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4a80651164c04" /><Relationship Type="http://schemas.openxmlformats.org/officeDocument/2006/relationships/notesSlide" Target="/ppt/notesSlides/notesSlide16.xml" Id="R6dde7e13040248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bab2186bf4746" /><Relationship Type="http://schemas.openxmlformats.org/officeDocument/2006/relationships/notesSlide" Target="/ppt/notesSlides/notesSlide17.xml" Id="R4b4da1d21c3749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6f32f33904b49" /><Relationship Type="http://schemas.openxmlformats.org/officeDocument/2006/relationships/notesSlide" Target="/ppt/notesSlides/notesSlide18.xml" Id="Rc04bd187523e4c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9044eea244110" /><Relationship Type="http://schemas.openxmlformats.org/officeDocument/2006/relationships/notesSlide" Target="/ppt/notesSlides/notesSlide19.xml" Id="Re8da4a2e3b3f47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1fd02c1e64a03" /><Relationship Type="http://schemas.openxmlformats.org/officeDocument/2006/relationships/notesSlide" Target="/ppt/notesSlides/notesSlide20.xml" Id="R71923e4267d341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8dabe6a114628" /><Relationship Type="http://schemas.openxmlformats.org/officeDocument/2006/relationships/notesSlide" Target="/ppt/notesSlides/notesSlide21.xml" Id="R218d0cc25fbe4e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74056febe45ac" /><Relationship Type="http://schemas.openxmlformats.org/officeDocument/2006/relationships/notesSlide" Target="/ppt/notesSlides/notesSlide22.xml" Id="R25fdaa94c6fb44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c634279d94c31" /><Relationship Type="http://schemas.openxmlformats.org/officeDocument/2006/relationships/notesSlide" Target="/ppt/notesSlides/notesSlide23.xml" Id="R687b6105e7774f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dc22c85544deb" /><Relationship Type="http://schemas.openxmlformats.org/officeDocument/2006/relationships/notesSlide" Target="/ppt/notesSlides/notesSlide24.xml" Id="R91f41edb423a40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8421048140cf" /><Relationship Type="http://schemas.openxmlformats.org/officeDocument/2006/relationships/notesSlide" Target="/ppt/notesSlides/notesSlide25.xml" Id="R6dbfc7780e6e49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112e052a54d36" /><Relationship Type="http://schemas.openxmlformats.org/officeDocument/2006/relationships/notesSlide" Target="/ppt/notesSlides/notesSlide26.xml" Id="R8225b9623fcb422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415eabc81448f" /><Relationship Type="http://schemas.openxmlformats.org/officeDocument/2006/relationships/notesSlide" Target="/ppt/notesSlides/notesSlide27.xml" Id="Ra915aec2422242a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171e63d854926" /><Relationship Type="http://schemas.openxmlformats.org/officeDocument/2006/relationships/notesSlide" Target="/ppt/notesSlides/notesSlide28.xml" Id="Rab825925680145c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b405784eb4971" /><Relationship Type="http://schemas.openxmlformats.org/officeDocument/2006/relationships/notesSlide" Target="/ppt/notesSlides/notesSlide29.xml" Id="R8e596a49c6254a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8893e3fe4d8d" /><Relationship Type="http://schemas.openxmlformats.org/officeDocument/2006/relationships/notesSlide" Target="/ppt/notesSlides/notesSlide30.xml" Id="R887c5de514f6464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08884415a406d" /><Relationship Type="http://schemas.openxmlformats.org/officeDocument/2006/relationships/notesSlide" Target="/ppt/notesSlides/notesSlide31.xml" Id="Redd76e1e5cb6479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c1c8d7ddb4517" /><Relationship Type="http://schemas.openxmlformats.org/officeDocument/2006/relationships/notesSlide" Target="/ppt/notesSlides/notesSlide32.xml" Id="Rb93754b8077f450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c1b80268b4137" /><Relationship Type="http://schemas.openxmlformats.org/officeDocument/2006/relationships/notesSlide" Target="/ppt/notesSlides/notesSlide33.xml" Id="R3bc312937e63413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5ce1fa4724c3d" /><Relationship Type="http://schemas.openxmlformats.org/officeDocument/2006/relationships/notesSlide" Target="/ppt/notesSlides/notesSlide34.xml" Id="R67402b6d7b71455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6c4322c14487e" /><Relationship Type="http://schemas.openxmlformats.org/officeDocument/2006/relationships/notesSlide" Target="/ppt/notesSlides/notesSlide35.xml" Id="R5da9420f2e5d4fa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cb7bcb9ff4df2" /><Relationship Type="http://schemas.openxmlformats.org/officeDocument/2006/relationships/notesSlide" Target="/ppt/notesSlides/notesSlide36.xml" Id="Rca50ab6865d6460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9601c820f4a7a" /><Relationship Type="http://schemas.openxmlformats.org/officeDocument/2006/relationships/notesSlide" Target="/ppt/notesSlides/notesSlide37.xml" Id="R3e97fffc75fd4ec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614d0e0f64619" /><Relationship Type="http://schemas.openxmlformats.org/officeDocument/2006/relationships/notesSlide" Target="/ppt/notesSlides/notesSlide38.xml" Id="R1c8f20a5a470438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6daf1f75c4cfa" /><Relationship Type="http://schemas.openxmlformats.org/officeDocument/2006/relationships/notesSlide" Target="/ppt/notesSlides/notesSlide39.xml" Id="R5c0b708e4eee4aa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32add738947eb" /><Relationship Type="http://schemas.openxmlformats.org/officeDocument/2006/relationships/notesSlide" Target="/ppt/notesSlides/notesSlide40.xml" Id="R6c686f4aeaed443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fb86dcec54f82" /><Relationship Type="http://schemas.openxmlformats.org/officeDocument/2006/relationships/notesSlide" Target="/ppt/notesSlides/notesSlide41.xml" Id="Rdc79ed41717f489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9cf4814d14496" /><Relationship Type="http://schemas.openxmlformats.org/officeDocument/2006/relationships/notesSlide" Target="/ppt/notesSlides/notesSlide42.xml" Id="Rbb714d595fb044b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439b2c63a49ca" /><Relationship Type="http://schemas.openxmlformats.org/officeDocument/2006/relationships/notesSlide" Target="/ppt/notesSlides/notesSlide43.xml" Id="Rfd0e467bae594c6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4420d9b93414e" /><Relationship Type="http://schemas.openxmlformats.org/officeDocument/2006/relationships/image" Target="/ppt/media/image2.jpeg" Id="R6cb64920198341c8" /><Relationship Type="http://schemas.openxmlformats.org/officeDocument/2006/relationships/notesSlide" Target="/ppt/notesSlides/notesSlide44.xml" Id="Ra4a2a2d28d0d470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6a2113a4148cd" /><Relationship Type="http://schemas.openxmlformats.org/officeDocument/2006/relationships/notesSlide" Target="/ppt/notesSlides/notesSlide45.xml" Id="Rd57332a820d5489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5bc9372e04c9f" /><Relationship Type="http://schemas.openxmlformats.org/officeDocument/2006/relationships/notesSlide" Target="/ppt/notesSlides/notesSlide46.xml" Id="R498ff531a14f4a9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83c0f2e2d4886" /><Relationship Type="http://schemas.openxmlformats.org/officeDocument/2006/relationships/notesSlide" Target="/ppt/notesSlides/notesSlide47.xml" Id="R714ae5519fab4e9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9ce9b774e4c8b" /><Relationship Type="http://schemas.openxmlformats.org/officeDocument/2006/relationships/notesSlide" Target="/ppt/notesSlides/notesSlide48.xml" Id="R5e266f29fc61410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f6f9609d44874" /><Relationship Type="http://schemas.openxmlformats.org/officeDocument/2006/relationships/notesSlide" Target="/ppt/notesSlides/notesSlide49.xml" Id="R4766569570ee439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dcbfb102e440d" /><Relationship Type="http://schemas.openxmlformats.org/officeDocument/2006/relationships/notesSlide" Target="/ppt/notesSlides/notesSlide50.xml" Id="R36bd96d8ea244f1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d73c8a5ce4540" /><Relationship Type="http://schemas.openxmlformats.org/officeDocument/2006/relationships/notesSlide" Target="/ppt/notesSlides/notesSlide51.xml" Id="R57b40894b2d6474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ecaf0fe4c45ec" /><Relationship Type="http://schemas.openxmlformats.org/officeDocument/2006/relationships/notesSlide" Target="/ppt/notesSlides/notesSlide52.xml" Id="Rdd2dff6eab164fa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c1f1cc4cb48aa" /><Relationship Type="http://schemas.openxmlformats.org/officeDocument/2006/relationships/notesSlide" Target="/ppt/notesSlides/notesSlide53.xml" Id="Rb2833ad84183408f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f0c8b0b794226" /><Relationship Type="http://schemas.openxmlformats.org/officeDocument/2006/relationships/notesSlide" Target="/ppt/notesSlides/notesSlide54.xml" Id="R251f3d8c27af4c3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60a518a634145" /><Relationship Type="http://schemas.openxmlformats.org/officeDocument/2006/relationships/notesSlide" Target="/ppt/notesSlides/notesSlide55.xml" Id="R191eda9a466e49d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e01b43ce04904" /><Relationship Type="http://schemas.openxmlformats.org/officeDocument/2006/relationships/notesSlide" Target="/ppt/notesSlides/notesSlide56.xml" Id="Rf1823688ef53485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96e2cd801457f" /><Relationship Type="http://schemas.openxmlformats.org/officeDocument/2006/relationships/notesSlide" Target="/ppt/notesSlides/notesSlide57.xml" Id="R799068bfde4e426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476bee535425a" /><Relationship Type="http://schemas.openxmlformats.org/officeDocument/2006/relationships/notesSlide" Target="/ppt/notesSlides/notesSlide58.xml" Id="R2e5343cec426461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544d1bc1b43ed" /><Relationship Type="http://schemas.openxmlformats.org/officeDocument/2006/relationships/notesSlide" Target="/ppt/notesSlides/notesSlide59.xml" Id="R1f1e9ba569e64c8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4e1d1178c4f13" /><Relationship Type="http://schemas.openxmlformats.org/officeDocument/2006/relationships/notesSlide" Target="/ppt/notesSlides/notesSlide60.xml" Id="R50ed7a0eb3b04ec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1675c5e0a4bec" /><Relationship Type="http://schemas.openxmlformats.org/officeDocument/2006/relationships/notesSlide" Target="/ppt/notesSlides/notesSlide61.xml" Id="R63786e291df54cb2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612f6818f4353" /><Relationship Type="http://schemas.openxmlformats.org/officeDocument/2006/relationships/notesSlide" Target="/ppt/notesSlides/notesSlide62.xml" Id="R453521258bd24c3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a1b9dc43e40da" /><Relationship Type="http://schemas.openxmlformats.org/officeDocument/2006/relationships/notesSlide" Target="/ppt/notesSlides/notesSlide63.xml" Id="R793b3541984f416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7d64f8284f4a" /><Relationship Type="http://schemas.openxmlformats.org/officeDocument/2006/relationships/notesSlide" Target="/ppt/notesSlides/notesSlide64.xml" Id="R76dc3dcbb52d4f5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829e9e08d43f4" /><Relationship Type="http://schemas.openxmlformats.org/officeDocument/2006/relationships/notesSlide" Target="/ppt/notesSlides/notesSlide65.xml" Id="R01a57ba58dae43a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a0b2f3cf4556" /><Relationship Type="http://schemas.openxmlformats.org/officeDocument/2006/relationships/notesSlide" Target="/ppt/notesSlides/notesSlide66.xml" Id="R6a1086605ac6471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ff0adea3a4db6" /><Relationship Type="http://schemas.openxmlformats.org/officeDocument/2006/relationships/notesSlide" Target="/ppt/notesSlides/notesSlide67.xml" Id="Re2f2dbf33163495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ee015fe0a44cf" /><Relationship Type="http://schemas.openxmlformats.org/officeDocument/2006/relationships/notesSlide" Target="/ppt/notesSlides/notesSlide68.xml" Id="Rd5aa359caa9744d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c687773464787" /><Relationship Type="http://schemas.openxmlformats.org/officeDocument/2006/relationships/notesSlide" Target="/ppt/notesSlides/notesSlide69.xml" Id="Rc1653464dcf6419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eaacd86a04d40" /><Relationship Type="http://schemas.openxmlformats.org/officeDocument/2006/relationships/notesSlide" Target="/ppt/notesSlides/notesSlide70.xml" Id="R8ae05b4e969647f6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4c4b0ff62468b" /><Relationship Type="http://schemas.openxmlformats.org/officeDocument/2006/relationships/notesSlide" Target="/ppt/notesSlides/notesSlide71.xml" Id="Rcb1b07db9b37443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05202b7004ed5" /><Relationship Type="http://schemas.openxmlformats.org/officeDocument/2006/relationships/notesSlide" Target="/ppt/notesSlides/notesSlide72.xml" Id="Ra565a50e4a4d498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595323e7c4d45" /><Relationship Type="http://schemas.openxmlformats.org/officeDocument/2006/relationships/notesSlide" Target="/ppt/notesSlides/notesSlide73.xml" Id="Re0f157445cad4ff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22c89aa60445c" /><Relationship Type="http://schemas.openxmlformats.org/officeDocument/2006/relationships/image" Target="/ppt/media/image3.jpeg" Id="R08b891507eff4818" /><Relationship Type="http://schemas.openxmlformats.org/officeDocument/2006/relationships/notesSlide" Target="/ppt/notesSlides/notesSlide74.xml" Id="R6461bdfe53f7415f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ff633c1d24295" /><Relationship Type="http://schemas.openxmlformats.org/officeDocument/2006/relationships/notesSlide" Target="/ppt/notesSlides/notesSlide75.xml" Id="R29cc1ce29bce4212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cdb326ae049d2" /><Relationship Type="http://schemas.openxmlformats.org/officeDocument/2006/relationships/notesSlide" Target="/ppt/notesSlides/notesSlide76.xml" Id="Rcc38f7a8c281451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158c2c31b4b26" /><Relationship Type="http://schemas.openxmlformats.org/officeDocument/2006/relationships/notesSlide" Target="/ppt/notesSlides/notesSlide77.xml" Id="R958a0c1d84db48f7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8147774144b6e" /><Relationship Type="http://schemas.openxmlformats.org/officeDocument/2006/relationships/notesSlide" Target="/ppt/notesSlides/notesSlide78.xml" Id="R8944e36b6e74425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49e223cab4991" /><Relationship Type="http://schemas.openxmlformats.org/officeDocument/2006/relationships/notesSlide" Target="/ppt/notesSlides/notesSlide79.xml" Id="R466bbf4900d94d0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2137eac88455b" /><Relationship Type="http://schemas.openxmlformats.org/officeDocument/2006/relationships/notesSlide" Target="/ppt/notesSlides/notesSlide80.xml" Id="R8b109b2f40914ed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d9f273e964ed1" /><Relationship Type="http://schemas.openxmlformats.org/officeDocument/2006/relationships/notesSlide" Target="/ppt/notesSlides/notesSlide81.xml" Id="Rade6137d0ba74925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1eef7a51c46ec" /><Relationship Type="http://schemas.openxmlformats.org/officeDocument/2006/relationships/notesSlide" Target="/ppt/notesSlides/notesSlide82.xml" Id="R43ba182c6971474a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56ddffb5a49fc" /><Relationship Type="http://schemas.openxmlformats.org/officeDocument/2006/relationships/notesSlide" Target="/ppt/notesSlides/notesSlide83.xml" Id="Rb2aaff672c5c490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6f54466fe407d" /><Relationship Type="http://schemas.openxmlformats.org/officeDocument/2006/relationships/notesSlide" Target="/ppt/notesSlides/notesSlide84.xml" Id="Rbbc45b7ee2a84518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98611ee344d6b" /><Relationship Type="http://schemas.openxmlformats.org/officeDocument/2006/relationships/notesSlide" Target="/ppt/notesSlides/notesSlide85.xml" Id="R3f403641061e416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36c184ed0456e" /><Relationship Type="http://schemas.openxmlformats.org/officeDocument/2006/relationships/notesSlide" Target="/ppt/notesSlides/notesSlide86.xml" Id="R75e4077d4a3f4eea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d445561194159" /><Relationship Type="http://schemas.openxmlformats.org/officeDocument/2006/relationships/notesSlide" Target="/ppt/notesSlides/notesSlide87.xml" Id="Rd15de3aa2b4c42e2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4a3c6112a4c89" /><Relationship Type="http://schemas.openxmlformats.org/officeDocument/2006/relationships/notesSlide" Target="/ppt/notesSlides/notesSlide88.xml" Id="Ra588b773e6e949b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1b888b7ce45c3" /><Relationship Type="http://schemas.openxmlformats.org/officeDocument/2006/relationships/notesSlide" Target="/ppt/notesSlides/notesSlide89.xml" Id="R08cb6eafbbf942aa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470bb3cf74ad1" /><Relationship Type="http://schemas.openxmlformats.org/officeDocument/2006/relationships/notesSlide" Target="/ppt/notesSlides/notesSlide90.xml" Id="Rf60010562cbc4e2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9cab5edb448d7" /><Relationship Type="http://schemas.openxmlformats.org/officeDocument/2006/relationships/notesSlide" Target="/ppt/notesSlides/notesSlide91.xml" Id="R08826cde7d3e4b14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b2efaffb4bd5" /><Relationship Type="http://schemas.openxmlformats.org/officeDocument/2006/relationships/notesSlide" Target="/ppt/notesSlides/notesSlide92.xml" Id="R0ba9bb07041b4b2f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f4eabdf62465c" /><Relationship Type="http://schemas.openxmlformats.org/officeDocument/2006/relationships/notesSlide" Target="/ppt/notesSlides/notesSlide93.xml" Id="Re945caaea7bf495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9b62ced244c02" /><Relationship Type="http://schemas.openxmlformats.org/officeDocument/2006/relationships/notesSlide" Target="/ppt/notesSlides/notesSlide94.xml" Id="Rd34277f7fe3341dc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3ec31a4d84ae6" /><Relationship Type="http://schemas.openxmlformats.org/officeDocument/2006/relationships/notesSlide" Target="/ppt/notesSlides/notesSlide95.xml" Id="Re774e071d3004510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49c94bf9a4b79" /><Relationship Type="http://schemas.openxmlformats.org/officeDocument/2006/relationships/notesSlide" Target="/ppt/notesSlides/notesSlide96.xml" Id="R1c569d790de14a13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0278a5b5845f0" /><Relationship Type="http://schemas.openxmlformats.org/officeDocument/2006/relationships/notesSlide" Target="/ppt/notesSlides/notesSlide97.xml" Id="R78813fd8c4ba453f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f26fe493542b8" /><Relationship Type="http://schemas.openxmlformats.org/officeDocument/2006/relationships/notesSlide" Target="/ppt/notesSlides/notesSlide98.xml" Id="R0dbf16e372f0452d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e3bc937fb48c5" /><Relationship Type="http://schemas.openxmlformats.org/officeDocument/2006/relationships/notesSlide" Target="/ppt/notesSlides/notesSlide99.xml" Id="Rc4aa0b798e9643a8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a4e76802a44dd" /><Relationship Type="http://schemas.openxmlformats.org/officeDocument/2006/relationships/notesSlide" Target="/ppt/notesSlides/notesSlide100.xml" Id="Rab266b2540524e52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de71bf3924556" /><Relationship Type="http://schemas.openxmlformats.org/officeDocument/2006/relationships/notesSlide" Target="/ppt/notesSlides/notesSlide101.xml" Id="Ra1084660307c46f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a8f879f544173" /><Relationship Type="http://schemas.openxmlformats.org/officeDocument/2006/relationships/notesSlide" Target="/ppt/notesSlides/notesSlide102.xml" Id="Rd6bd84841ac54d8e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b7979e0094fe0" /><Relationship Type="http://schemas.openxmlformats.org/officeDocument/2006/relationships/notesSlide" Target="/ppt/notesSlides/notesSlide103.xml" Id="R0cde62634f2d4b6a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2bda075ca4f9a" /><Relationship Type="http://schemas.openxmlformats.org/officeDocument/2006/relationships/image" Target="/ppt/media/image4.jpeg" Id="R5af7f24e75934961" /><Relationship Type="http://schemas.openxmlformats.org/officeDocument/2006/relationships/notesSlide" Target="/ppt/notesSlides/notesSlide104.xml" Id="R4e491b3569304505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9c9a63904ad5" /><Relationship Type="http://schemas.openxmlformats.org/officeDocument/2006/relationships/notesSlide" Target="/ppt/notesSlides/notesSlide105.xml" Id="R432db1b8bc004fb2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c1a718eb64fda" /><Relationship Type="http://schemas.openxmlformats.org/officeDocument/2006/relationships/notesSlide" Target="/ppt/notesSlides/notesSlide106.xml" Id="R2bb701099c44404e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e986a605b4c9f" /><Relationship Type="http://schemas.openxmlformats.org/officeDocument/2006/relationships/notesSlide" Target="/ppt/notesSlides/notesSlide107.xml" Id="R65c53c2b8c524412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aae68df8d44a7" /><Relationship Type="http://schemas.openxmlformats.org/officeDocument/2006/relationships/notesSlide" Target="/ppt/notesSlides/notesSlide108.xml" Id="Rd0adcbde7e1e4a25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6fec8b7ec4297" /><Relationship Type="http://schemas.openxmlformats.org/officeDocument/2006/relationships/notesSlide" Target="/ppt/notesSlides/notesSlide109.xml" Id="R813b47df2a5f4a72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69f0e38dd40ef" /><Relationship Type="http://schemas.openxmlformats.org/officeDocument/2006/relationships/notesSlide" Target="/ppt/notesSlides/notesSlide110.xml" Id="R40f67b8bed9d4c46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bc6bca79b4660" /><Relationship Type="http://schemas.openxmlformats.org/officeDocument/2006/relationships/notesSlide" Target="/ppt/notesSlides/notesSlide111.xml" Id="R5a45f742ab5e4d63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ce1cb8d0b4411" /><Relationship Type="http://schemas.openxmlformats.org/officeDocument/2006/relationships/notesSlide" Target="/ppt/notesSlides/notesSlide112.xml" Id="R64eea5b587484932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c89b05b12406a" /><Relationship Type="http://schemas.openxmlformats.org/officeDocument/2006/relationships/notesSlide" Target="/ppt/notesSlides/notesSlide113.xml" Id="Rf0514479021248e7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366d0522d4be9" /><Relationship Type="http://schemas.openxmlformats.org/officeDocument/2006/relationships/notesSlide" Target="/ppt/notesSlides/notesSlide114.xml" Id="R8924ebde35bd4c4b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65e069ead4ee4" /><Relationship Type="http://schemas.openxmlformats.org/officeDocument/2006/relationships/notesSlide" Target="/ppt/notesSlides/notesSlide115.xml" Id="R0958b0f48f184b72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9a7c63cff4843" /><Relationship Type="http://schemas.openxmlformats.org/officeDocument/2006/relationships/notesSlide" Target="/ppt/notesSlides/notesSlide116.xml" Id="Re217e44689a64c09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3bcc6284c4c4c" /><Relationship Type="http://schemas.openxmlformats.org/officeDocument/2006/relationships/notesSlide" Target="/ppt/notesSlides/notesSlide117.xml" Id="R4e971e8b9da64f44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4ccf3633641aa" /><Relationship Type="http://schemas.openxmlformats.org/officeDocument/2006/relationships/notesSlide" Target="/ppt/notesSlides/notesSlide118.xml" Id="Ra30eeb9715e64de7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9bb4420d45b8" /><Relationship Type="http://schemas.openxmlformats.org/officeDocument/2006/relationships/notesSlide" Target="/ppt/notesSlides/notesSlide119.xml" Id="Rc0edda5d27804c0f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528637cae4294" /><Relationship Type="http://schemas.openxmlformats.org/officeDocument/2006/relationships/notesSlide" Target="/ppt/notesSlides/notesSlide120.xml" Id="R2b2e32886d994628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dc34f81314265" /><Relationship Type="http://schemas.openxmlformats.org/officeDocument/2006/relationships/notesSlide" Target="/ppt/notesSlides/notesSlide121.xml" Id="Rbd0e31c15ef14f79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effd2e01e41be" /><Relationship Type="http://schemas.openxmlformats.org/officeDocument/2006/relationships/notesSlide" Target="/ppt/notesSlides/notesSlide122.xml" Id="Raaa9e69f7f9f4f50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0c57d81d542ce" /><Relationship Type="http://schemas.openxmlformats.org/officeDocument/2006/relationships/notesSlide" Target="/ppt/notesSlides/notesSlide123.xml" Id="Rf135f97de09d49e5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41d14c6da4168" /><Relationship Type="http://schemas.openxmlformats.org/officeDocument/2006/relationships/notesSlide" Target="/ppt/notesSlides/notesSlide124.xml" Id="Ra945c6d789224f14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c02af3529438e" /><Relationship Type="http://schemas.openxmlformats.org/officeDocument/2006/relationships/notesSlide" Target="/ppt/notesSlides/notesSlide125.xml" Id="Re35669f5b1d740f9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991a2373e4092" /><Relationship Type="http://schemas.openxmlformats.org/officeDocument/2006/relationships/notesSlide" Target="/ppt/notesSlides/notesSlide126.xml" Id="R6923334d355f4f8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9a30e13ff497d" /><Relationship Type="http://schemas.openxmlformats.org/officeDocument/2006/relationships/notesSlide" Target="/ppt/notesSlides/notesSlide127.xml" Id="R726632cbee41494e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77fe9845f46de" /><Relationship Type="http://schemas.openxmlformats.org/officeDocument/2006/relationships/notesSlide" Target="/ppt/notesSlides/notesSlide128.xml" Id="R9a1627782ec9421a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0e0072b8f47a3" /><Relationship Type="http://schemas.openxmlformats.org/officeDocument/2006/relationships/notesSlide" Target="/ppt/notesSlides/notesSlide129.xml" Id="Rb98053bf1a144fc4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0616923484021" /><Relationship Type="http://schemas.openxmlformats.org/officeDocument/2006/relationships/notesSlide" Target="/ppt/notesSlides/notesSlide130.xml" Id="R64f0409643204482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165356e404ab7" /><Relationship Type="http://schemas.openxmlformats.org/officeDocument/2006/relationships/notesSlide" Target="/ppt/notesSlides/notesSlide131.xml" Id="R5c530b870e96429f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5ae77de341ad" /><Relationship Type="http://schemas.openxmlformats.org/officeDocument/2006/relationships/notesSlide" Target="/ppt/notesSlides/notesSlide132.xml" Id="Re5773463b8c84c7c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a3f649c04ad4" /><Relationship Type="http://schemas.openxmlformats.org/officeDocument/2006/relationships/notesSlide" Target="/ppt/notesSlides/notesSlide133.xml" Id="Re3882bef4c63442b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437d88f954237" /><Relationship Type="http://schemas.openxmlformats.org/officeDocument/2006/relationships/image" Target="/ppt/media/image5.jpeg" Id="R18e9eed23ebf4b5c" /><Relationship Type="http://schemas.openxmlformats.org/officeDocument/2006/relationships/notesSlide" Target="/ppt/notesSlides/notesSlide134.xml" Id="Rf5354c4b44db487a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6faa814bd458e" /><Relationship Type="http://schemas.openxmlformats.org/officeDocument/2006/relationships/notesSlide" Target="/ppt/notesSlides/notesSlide135.xml" Id="R7b60ac8cd781406c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f98174a0c401f" /><Relationship Type="http://schemas.openxmlformats.org/officeDocument/2006/relationships/notesSlide" Target="/ppt/notesSlides/notesSlide136.xml" Id="R87027d9d800840eb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55f0888c44b79" /><Relationship Type="http://schemas.openxmlformats.org/officeDocument/2006/relationships/notesSlide" Target="/ppt/notesSlides/notesSlide137.xml" Id="R8aa0ce055a10416f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4860dc8564031" /><Relationship Type="http://schemas.openxmlformats.org/officeDocument/2006/relationships/notesSlide" Target="/ppt/notesSlides/notesSlide138.xml" Id="Re7e45d430346416a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ef6fc5f1e42dd" /><Relationship Type="http://schemas.openxmlformats.org/officeDocument/2006/relationships/notesSlide" Target="/ppt/notesSlides/notesSlide139.xml" Id="R4bf93cdc007c4345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7895d235f4d03" /><Relationship Type="http://schemas.openxmlformats.org/officeDocument/2006/relationships/notesSlide" Target="/ppt/notesSlides/notesSlide140.xml" Id="R1c47a4df961144fb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86e82e0c499e" /><Relationship Type="http://schemas.openxmlformats.org/officeDocument/2006/relationships/notesSlide" Target="/ppt/notesSlides/notesSlide141.xml" Id="R222d948a9d1543c0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02b46976d4973" /><Relationship Type="http://schemas.openxmlformats.org/officeDocument/2006/relationships/notesSlide" Target="/ppt/notesSlides/notesSlide142.xml" Id="R9ee25a948687483e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aeaf76cde440d" /><Relationship Type="http://schemas.openxmlformats.org/officeDocument/2006/relationships/notesSlide" Target="/ppt/notesSlides/notesSlide143.xml" Id="R8d6f02e37a924769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b19c1355542dd" /><Relationship Type="http://schemas.openxmlformats.org/officeDocument/2006/relationships/notesSlide" Target="/ppt/notesSlides/notesSlide144.xml" Id="R452d76826489470c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d0d6c857d487e" /><Relationship Type="http://schemas.openxmlformats.org/officeDocument/2006/relationships/notesSlide" Target="/ppt/notesSlides/notesSlide145.xml" Id="Ra15bfebd05d348a7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e36ef08b04d4b" /><Relationship Type="http://schemas.openxmlformats.org/officeDocument/2006/relationships/notesSlide" Target="/ppt/notesSlides/notesSlide146.xml" Id="R7e15bb5c7466498d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7cc7697174db1" /><Relationship Type="http://schemas.openxmlformats.org/officeDocument/2006/relationships/notesSlide" Target="/ppt/notesSlides/notesSlide147.xml" Id="R991b9efd4949412d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19562b2bb4df1" /><Relationship Type="http://schemas.openxmlformats.org/officeDocument/2006/relationships/notesSlide" Target="/ppt/notesSlides/notesSlide148.xml" Id="Rdc7523a62ad940e7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c1ccdaf28473d" /><Relationship Type="http://schemas.openxmlformats.org/officeDocument/2006/relationships/notesSlide" Target="/ppt/notesSlides/notesSlide149.xml" Id="R0f5b6ec33f7049f3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75aa3684445b8" /><Relationship Type="http://schemas.openxmlformats.org/officeDocument/2006/relationships/notesSlide" Target="/ppt/notesSlides/notesSlide150.xml" Id="R44ee4aca3cfb42ad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ee19b357d42d5" /><Relationship Type="http://schemas.openxmlformats.org/officeDocument/2006/relationships/notesSlide" Target="/ppt/notesSlides/notesSlide151.xml" Id="R45fbd953e63d4901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433993be2405c" /><Relationship Type="http://schemas.openxmlformats.org/officeDocument/2006/relationships/notesSlide" Target="/ppt/notesSlides/notesSlide152.xml" Id="Rb1f2c89334a64506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82b60485e47ce" /><Relationship Type="http://schemas.openxmlformats.org/officeDocument/2006/relationships/notesSlide" Target="/ppt/notesSlides/notesSlide153.xml" Id="R87622bc465c34b4e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f1de95def44c2" /><Relationship Type="http://schemas.openxmlformats.org/officeDocument/2006/relationships/notesSlide" Target="/ppt/notesSlides/notesSlide154.xml" Id="R1aad6e6ac92d4e6e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5f17ce1004753" /><Relationship Type="http://schemas.openxmlformats.org/officeDocument/2006/relationships/notesSlide" Target="/ppt/notesSlides/notesSlide155.xml" Id="Re840f645718e4251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a87ae42c84d59" /><Relationship Type="http://schemas.openxmlformats.org/officeDocument/2006/relationships/notesSlide" Target="/ppt/notesSlides/notesSlide156.xml" Id="Rbdb63d2137134ac9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b81cb8aab4d53" /><Relationship Type="http://schemas.openxmlformats.org/officeDocument/2006/relationships/notesSlide" Target="/ppt/notesSlides/notesSlide157.xml" Id="R085399a1226a4a67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bf7340b1d43f3" /><Relationship Type="http://schemas.openxmlformats.org/officeDocument/2006/relationships/notesSlide" Target="/ppt/notesSlides/notesSlide158.xml" Id="Rabc9497aae5446f9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378ea66e74eab" /><Relationship Type="http://schemas.openxmlformats.org/officeDocument/2006/relationships/notesSlide" Target="/ppt/notesSlides/notesSlide159.xml" Id="R986a8f2282c24afc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105e4410243c9" /><Relationship Type="http://schemas.openxmlformats.org/officeDocument/2006/relationships/notesSlide" Target="/ppt/notesSlides/notesSlide160.xml" Id="R02ac607aa87a4995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2446c74144e97" /><Relationship Type="http://schemas.openxmlformats.org/officeDocument/2006/relationships/notesSlide" Target="/ppt/notesSlides/notesSlide161.xml" Id="R8eeb0235f4ee4d62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efe7c7d2d46a0" /><Relationship Type="http://schemas.openxmlformats.org/officeDocument/2006/relationships/notesSlide" Target="/ppt/notesSlides/notesSlide162.xml" Id="R18968c7f710f4f81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583b064f447a4" /><Relationship Type="http://schemas.openxmlformats.org/officeDocument/2006/relationships/notesSlide" Target="/ppt/notesSlides/notesSlide163.xml" Id="Rd4a28032235d44e1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eb1eea5ab4d57" /><Relationship Type="http://schemas.openxmlformats.org/officeDocument/2006/relationships/notesSlide" Target="/ppt/notesSlides/notesSlide164.xml" Id="Rd80570015dd04a4b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6d407c6e741ad" /><Relationship Type="http://schemas.openxmlformats.org/officeDocument/2006/relationships/notesSlide" Target="/ppt/notesSlides/notesSlide165.xml" Id="Rd4edacd9bc0d4216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a1710750b402d" /><Relationship Type="http://schemas.openxmlformats.org/officeDocument/2006/relationships/notesSlide" Target="/ppt/notesSlides/notesSlide166.xml" Id="Rdb43be852c4e4c4c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baac146384871" /><Relationship Type="http://schemas.openxmlformats.org/officeDocument/2006/relationships/notesSlide" Target="/ppt/notesSlides/notesSlide167.xml" Id="Ref392479f8d84647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ad698856b4ae8" /><Relationship Type="http://schemas.openxmlformats.org/officeDocument/2006/relationships/notesSlide" Target="/ppt/notesSlides/notesSlide168.xml" Id="R242a6a5d770e4abe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b7aaeb7a44569" /><Relationship Type="http://schemas.openxmlformats.org/officeDocument/2006/relationships/notesSlide" Target="/ppt/notesSlides/notesSlide169.xml" Id="R2759492005e74e46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9852fd73846bf" /><Relationship Type="http://schemas.openxmlformats.org/officeDocument/2006/relationships/notesSlide" Target="/ppt/notesSlides/notesSlide170.xml" Id="Rf16e7dd6162f4b3f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4ecf284f040ba" /><Relationship Type="http://schemas.openxmlformats.org/officeDocument/2006/relationships/notesSlide" Target="/ppt/notesSlides/notesSlide171.xml" Id="R609654a5805c4cea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4a227f81d4c05" /><Relationship Type="http://schemas.openxmlformats.org/officeDocument/2006/relationships/notesSlide" Target="/ppt/notesSlides/notesSlide172.xml" Id="R1608f8f048764164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2965d973b4b09" /><Relationship Type="http://schemas.openxmlformats.org/officeDocument/2006/relationships/notesSlide" Target="/ppt/notesSlides/notesSlide173.xml" Id="R4d13f33b1dc74d87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8b10e3594436c" /><Relationship Type="http://schemas.openxmlformats.org/officeDocument/2006/relationships/notesSlide" Target="/ppt/notesSlides/notesSlide174.xml" Id="R753219cc2fb14a1e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ce652082f4413" /><Relationship Type="http://schemas.openxmlformats.org/officeDocument/2006/relationships/notesSlide" Target="/ppt/notesSlides/notesSlide175.xml" Id="Rd4cd50fe58b34d7f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00d785c994c5f" /><Relationship Type="http://schemas.openxmlformats.org/officeDocument/2006/relationships/notesSlide" Target="/ppt/notesSlides/notesSlide176.xml" Id="R6037f9dc59eb4eb9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9dfd5de944377" /><Relationship Type="http://schemas.openxmlformats.org/officeDocument/2006/relationships/notesSlide" Target="/ppt/notesSlides/notesSlide177.xml" Id="R94bb63f9486244cd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9ae78ca4e442c" /><Relationship Type="http://schemas.openxmlformats.org/officeDocument/2006/relationships/notesSlide" Target="/ppt/notesSlides/notesSlide178.xml" Id="R3c5d2a530ed341e3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fb32518314bf3" /><Relationship Type="http://schemas.openxmlformats.org/officeDocument/2006/relationships/notesSlide" Target="/ppt/notesSlides/notesSlide179.xml" Id="R1c6e052280db4a9b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e9bb0e2254ad8" /><Relationship Type="http://schemas.openxmlformats.org/officeDocument/2006/relationships/notesSlide" Target="/ppt/notesSlides/notesSlide180.xml" Id="Ra82279166cc14480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b3ccba7a34845" /><Relationship Type="http://schemas.openxmlformats.org/officeDocument/2006/relationships/notesSlide" Target="/ppt/notesSlides/notesSlide181.xml" Id="Rd8e3a0c9ad8343c4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0855b7cf8495c" /><Relationship Type="http://schemas.openxmlformats.org/officeDocument/2006/relationships/notesSlide" Target="/ppt/notesSlides/notesSlide182.xml" Id="Rb2c35acb0d3c4617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f1ac30e254196" /><Relationship Type="http://schemas.openxmlformats.org/officeDocument/2006/relationships/notesSlide" Target="/ppt/notesSlides/notesSlide183.xml" Id="R13a6ea18e6a04704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2d68b784449f5" /><Relationship Type="http://schemas.openxmlformats.org/officeDocument/2006/relationships/notesSlide" Target="/ppt/notesSlides/notesSlide184.xml" Id="Rcd45bd704f574e6c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79ec0c82543f5" /><Relationship Type="http://schemas.openxmlformats.org/officeDocument/2006/relationships/notesSlide" Target="/ppt/notesSlides/notesSlide185.xml" Id="Re88631330be94ce0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1a80ee2e242e2" /><Relationship Type="http://schemas.openxmlformats.org/officeDocument/2006/relationships/notesSlide" Target="/ppt/notesSlides/notesSlide186.xml" Id="R66cf275c7b064c19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07f4d47c441ca" /><Relationship Type="http://schemas.openxmlformats.org/officeDocument/2006/relationships/notesSlide" Target="/ppt/notesSlides/notesSlide187.xml" Id="Rf9d40d915f6d424f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02b9f712b45b4" /><Relationship Type="http://schemas.openxmlformats.org/officeDocument/2006/relationships/notesSlide" Target="/ppt/notesSlides/notesSlide188.xml" Id="R403a9b6191ea4d84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54dc3dfe84a7c" /><Relationship Type="http://schemas.openxmlformats.org/officeDocument/2006/relationships/notesSlide" Target="/ppt/notesSlides/notesSlide189.xml" Id="R070b9e5504704027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52c9605db4dd0" /><Relationship Type="http://schemas.openxmlformats.org/officeDocument/2006/relationships/notesSlide" Target="/ppt/notesSlides/notesSlide190.xml" Id="Re154c646c6374d23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89e889303487d" /><Relationship Type="http://schemas.openxmlformats.org/officeDocument/2006/relationships/notesSlide" Target="/ppt/notesSlides/notesSlide191.xml" Id="R52098537281f4c5a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fede55ab24a67" /><Relationship Type="http://schemas.openxmlformats.org/officeDocument/2006/relationships/notesSlide" Target="/ppt/notesSlides/notesSlide192.xml" Id="R05d0cb724ee94f30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33fb585242cd" /><Relationship Type="http://schemas.openxmlformats.org/officeDocument/2006/relationships/notesSlide" Target="/ppt/notesSlides/notesSlide193.xml" Id="R768d62ae89cb402b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155c8103f48d3" /><Relationship Type="http://schemas.openxmlformats.org/officeDocument/2006/relationships/image" Target="/ppt/media/image6.jpeg" Id="R1a2844b9ebce4de3" /><Relationship Type="http://schemas.openxmlformats.org/officeDocument/2006/relationships/notesSlide" Target="/ppt/notesSlides/notesSlide194.xml" Id="Rdf86e70934ba46d1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9361a48484c7a" /><Relationship Type="http://schemas.openxmlformats.org/officeDocument/2006/relationships/notesSlide" Target="/ppt/notesSlides/notesSlide195.xml" Id="R8d2312b6e97f47a8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87b65f9774d7e" /><Relationship Type="http://schemas.openxmlformats.org/officeDocument/2006/relationships/notesSlide" Target="/ppt/notesSlides/notesSlide196.xml" Id="R4abdc2e3029b4cff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7510756254d63" /><Relationship Type="http://schemas.openxmlformats.org/officeDocument/2006/relationships/notesSlide" Target="/ppt/notesSlides/notesSlide197.xml" Id="R268b0661e56245de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6a03029614d94" /><Relationship Type="http://schemas.openxmlformats.org/officeDocument/2006/relationships/notesSlide" Target="/ppt/notesSlides/notesSlide198.xml" Id="Rfc2fc8cd5d62483e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5bd1ae9814fb0" /><Relationship Type="http://schemas.openxmlformats.org/officeDocument/2006/relationships/notesSlide" Target="/ppt/notesSlides/notesSlide199.xml" Id="R38af71209b834589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dd10056c046f5" /><Relationship Type="http://schemas.openxmlformats.org/officeDocument/2006/relationships/notesSlide" Target="/ppt/notesSlides/notesSlide200.xml" Id="Rdd85570a569a4463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51c55d13e4725" /><Relationship Type="http://schemas.openxmlformats.org/officeDocument/2006/relationships/notesSlide" Target="/ppt/notesSlides/notesSlide201.xml" Id="R58ffd92a5b1a445c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fc76bd76b4066" /><Relationship Type="http://schemas.openxmlformats.org/officeDocument/2006/relationships/notesSlide" Target="/ppt/notesSlides/notesSlide202.xml" Id="R1458c36d2b124662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e30c3cc85449d" /><Relationship Type="http://schemas.openxmlformats.org/officeDocument/2006/relationships/notesSlide" Target="/ppt/notesSlides/notesSlide203.xml" Id="R3649f57fa4c446ba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43ec9313a40e4" /><Relationship Type="http://schemas.openxmlformats.org/officeDocument/2006/relationships/notesSlide" Target="/ppt/notesSlides/notesSlide204.xml" Id="R1f2060e5976e4161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acc3671c5427f" /><Relationship Type="http://schemas.openxmlformats.org/officeDocument/2006/relationships/notesSlide" Target="/ppt/notesSlides/notesSlide205.xml" Id="R5c2247fa6c594d8d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e50b5589c4afd" /><Relationship Type="http://schemas.openxmlformats.org/officeDocument/2006/relationships/notesSlide" Target="/ppt/notesSlides/notesSlide206.xml" Id="R9c1e25b4d56841b8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caea015e4463a" /><Relationship Type="http://schemas.openxmlformats.org/officeDocument/2006/relationships/notesSlide" Target="/ppt/notesSlides/notesSlide207.xml" Id="R6ffa6cdaccc94fa8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55d1d473d40ca" /><Relationship Type="http://schemas.openxmlformats.org/officeDocument/2006/relationships/notesSlide" Target="/ppt/notesSlides/notesSlide208.xml" Id="R1223c4a336cf4ea1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3a4fbc24e4531" /><Relationship Type="http://schemas.openxmlformats.org/officeDocument/2006/relationships/notesSlide" Target="/ppt/notesSlides/notesSlide209.xml" Id="Ra6ec90c54da94431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434e38c0d428f" /><Relationship Type="http://schemas.openxmlformats.org/officeDocument/2006/relationships/notesSlide" Target="/ppt/notesSlides/notesSlide210.xml" Id="R47ba75c0de484354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95b93301b4c81" /><Relationship Type="http://schemas.openxmlformats.org/officeDocument/2006/relationships/notesSlide" Target="/ppt/notesSlides/notesSlide211.xml" Id="Rb34a4621e20148ca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64498f5634844" /><Relationship Type="http://schemas.openxmlformats.org/officeDocument/2006/relationships/notesSlide" Target="/ppt/notesSlides/notesSlide212.xml" Id="Ra19cd97d9b2d4210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b0a47cba1469f" /><Relationship Type="http://schemas.openxmlformats.org/officeDocument/2006/relationships/notesSlide" Target="/ppt/notesSlides/notesSlide213.xml" Id="R525b1698ad97476b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ddd7d73f54a20" /><Relationship Type="http://schemas.openxmlformats.org/officeDocument/2006/relationships/notesSlide" Target="/ppt/notesSlides/notesSlide214.xml" Id="R0a933f94465a4a97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53293b6d842a3" /><Relationship Type="http://schemas.openxmlformats.org/officeDocument/2006/relationships/notesSlide" Target="/ppt/notesSlides/notesSlide215.xml" Id="R04126bfc6cb54b05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0336a3ea94d41" /><Relationship Type="http://schemas.openxmlformats.org/officeDocument/2006/relationships/notesSlide" Target="/ppt/notesSlides/notesSlide216.xml" Id="R32b84e028f8748cc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3f2773ed443bb" /><Relationship Type="http://schemas.openxmlformats.org/officeDocument/2006/relationships/notesSlide" Target="/ppt/notesSlides/notesSlide217.xml" Id="R8c9561f557d24596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77de33d7b4f6c" /><Relationship Type="http://schemas.openxmlformats.org/officeDocument/2006/relationships/notesSlide" Target="/ppt/notesSlides/notesSlide218.xml" Id="Rafc1fe4847f74854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6e9f3ddd6404b" /><Relationship Type="http://schemas.openxmlformats.org/officeDocument/2006/relationships/notesSlide" Target="/ppt/notesSlides/notesSlide219.xml" Id="R8fe7c64579504846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cd13cb54a4db3" /><Relationship Type="http://schemas.openxmlformats.org/officeDocument/2006/relationships/notesSlide" Target="/ppt/notesSlides/notesSlide220.xml" Id="Rc0476d30bc704a82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f3aefc3784bf2" /><Relationship Type="http://schemas.openxmlformats.org/officeDocument/2006/relationships/notesSlide" Target="/ppt/notesSlides/notesSlide221.xml" Id="R9c625874d1194a56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4022bad554c61" /><Relationship Type="http://schemas.openxmlformats.org/officeDocument/2006/relationships/notesSlide" Target="/ppt/notesSlides/notesSlide222.xml" Id="Rfe5f620080ec4802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b39dfafca44ef" /><Relationship Type="http://schemas.openxmlformats.org/officeDocument/2006/relationships/notesSlide" Target="/ppt/notesSlides/notesSlide223.xml" Id="Rb03564b06bfd4f5d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08baffdc4204" /><Relationship Type="http://schemas.openxmlformats.org/officeDocument/2006/relationships/image" Target="/ppt/media/image7.jpeg" Id="Rbb2617eaac7341c7" /><Relationship Type="http://schemas.openxmlformats.org/officeDocument/2006/relationships/notesSlide" Target="/ppt/notesSlides/notesSlide224.xml" Id="Rd3bc6e27f08046ee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b3a55f4714eb6" /><Relationship Type="http://schemas.openxmlformats.org/officeDocument/2006/relationships/notesSlide" Target="/ppt/notesSlides/notesSlide225.xml" Id="R9e8291f788c74030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ecdb96ec444ef" /><Relationship Type="http://schemas.openxmlformats.org/officeDocument/2006/relationships/notesSlide" Target="/ppt/notesSlides/notesSlide226.xml" Id="R340bb904158c4624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fbd7901a646c0" /><Relationship Type="http://schemas.openxmlformats.org/officeDocument/2006/relationships/notesSlide" Target="/ppt/notesSlides/notesSlide227.xml" Id="R8f78cf0f53334c53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262c51e444d2c" /><Relationship Type="http://schemas.openxmlformats.org/officeDocument/2006/relationships/notesSlide" Target="/ppt/notesSlides/notesSlide228.xml" Id="R6b4a867e5baa4700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9beae8a3f46bb" /><Relationship Type="http://schemas.openxmlformats.org/officeDocument/2006/relationships/notesSlide" Target="/ppt/notesSlides/notesSlide229.xml" Id="Rb0460b9878a54ea9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2be623f274484" /><Relationship Type="http://schemas.openxmlformats.org/officeDocument/2006/relationships/notesSlide" Target="/ppt/notesSlides/notesSlide230.xml" Id="Rfa6a430d633b43a0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b1fcd03f45cb" /><Relationship Type="http://schemas.openxmlformats.org/officeDocument/2006/relationships/notesSlide" Target="/ppt/notesSlides/notesSlide231.xml" Id="Re198403764ce43df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dd76407294185" /><Relationship Type="http://schemas.openxmlformats.org/officeDocument/2006/relationships/notesSlide" Target="/ppt/notesSlides/notesSlide232.xml" Id="R020ae09967f04d73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3a934dba94c8e" /><Relationship Type="http://schemas.openxmlformats.org/officeDocument/2006/relationships/notesSlide" Target="/ppt/notesSlides/notesSlide233.xml" Id="Rd3104232a3864aa2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98031df1248c0" /><Relationship Type="http://schemas.openxmlformats.org/officeDocument/2006/relationships/notesSlide" Target="/ppt/notesSlides/notesSlide234.xml" Id="R971109ec9a424d2d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32e3ba9ad4cd4" /><Relationship Type="http://schemas.openxmlformats.org/officeDocument/2006/relationships/notesSlide" Target="/ppt/notesSlides/notesSlide235.xml" Id="R69083579d805421c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e2bbfd17f4a01" /><Relationship Type="http://schemas.openxmlformats.org/officeDocument/2006/relationships/notesSlide" Target="/ppt/notesSlides/notesSlide236.xml" Id="Ra1f2d2ea73044852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b4b6b67b1433b" /><Relationship Type="http://schemas.openxmlformats.org/officeDocument/2006/relationships/notesSlide" Target="/ppt/notesSlides/notesSlide237.xml" Id="R4bcbd045134b49ac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d591818fc4983" /><Relationship Type="http://schemas.openxmlformats.org/officeDocument/2006/relationships/notesSlide" Target="/ppt/notesSlides/notesSlide238.xml" Id="R4da4cb43520746eb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a4ae6aa684fbb" /><Relationship Type="http://schemas.openxmlformats.org/officeDocument/2006/relationships/notesSlide" Target="/ppt/notesSlides/notesSlide239.xml" Id="R5a7a9cd5b3634ebf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09b33cf604ce4" /><Relationship Type="http://schemas.openxmlformats.org/officeDocument/2006/relationships/notesSlide" Target="/ppt/notesSlides/notesSlide240.xml" Id="R954ef1625f3542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163E5-8F81-4337-B368-935431FE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6DACA-5F0A-4CBF-B720-9CA62AE7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IPA · LLM AGENT &amp; 업무자동화 40H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F2369-540C-4153-ABFD-D531BA69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09:00-09:50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F4CA9-7128-4BCD-BA27-A5D24AF7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좋은 리뷰는 취향보다 사용자 위험을 먼저 말합니다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634B3-2270-49A6-8C09-9CAEEDF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P0~P3 severity와 actionable finding 기준을 합의한다.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C53C0-E931-4BFB-ADBB-BAAAFFAD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AED9D-594F-49AC-A74A-9D1AB30E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BB232-A80D-46FB-868A-4EE0F46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38249-F9F6-47DB-AC89-B33E46F1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4761A-9E77-47CF-9CC2-13A641D5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0FE1C-4713-477E-9489-754BDB0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A9948-D679-42B7-9EEF-27C08347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review_rubric.md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FF9EA-DED9-4F9C-B84B-95200C2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1차시</a:t>
            </a:r>
          </a:p>
        </p:txBody>
      </p:sp>
    </p:spTree>
    <p:extLst>
      <p:ext uri="{BB962C8B-B14F-4D97-AF65-F5344CB8AC3E}">
        <p14:creationId xmlns:p14="http://schemas.microsoft.com/office/powerpoint/2010/main" val="1788460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333DD0-F856-4079-92FE-00431C9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하루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59AB8-D8EB-4F62-B8FC-CA3C4DF9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3일차는 여덟 개 차시로 하나의 서비스를 완성합니다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E9933-A37A-4869-B076-FF98EF89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0D6A1-740F-4FC3-81A2-A562DB90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94554-D2A0-4F31-983E-03E0ED7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A121A-3BEF-43CD-B617-BC20217E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F77F7-809F-482C-B96A-E765D0EF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오전 3개 차시 뒤 30분 휴식, 12:00-13:00 점심, 오후 5개 차시 뒤 휴식과 Q&amp;A로 마무리합니다.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3871C-7E53-41C3-924A-06FA306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69798-BF50-4392-B3C4-09A741F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925EA-9C0F-4B13-BED1-C005A41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39887-E6E7-42CD-AE7A-F8B0CCCF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B3FF6-45A4-4E84-8EE2-F0D790F4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3DF4E-DA22-4645-A138-78834D36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9871A-F678-42EA-87C4-66395887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D7F67-9A47-4E13-9994-332A0458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E425E-C321-4C11-82EC-481C1617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ACA7-DACD-4A77-B659-ED6C79DA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3EF54-33AE-4B49-AECC-F9CBEB76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3A1E2-BB2F-4FD0-8558-9547FCF0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FA4DD-B9FD-4673-A2E8-24A7FAD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77822-B031-4768-80AD-6052A329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B6541-93B5-46B5-B661-A6782C4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6F2F5-AB93-47F6-817B-C5395FAE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좋은 리뷰는 취향보다 사용자 위험을 먼저 말합니다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CF481-A3E6-4D24-8925-FDF099EB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065FD-500C-4ECB-8FCA-57EE97E7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83812-A59B-45C9-B5E0-345831A6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CDC59E-F1B6-47AE-8B2A-775B9CBD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37169A-960C-4741-9B00-CBC50D1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64246-854A-4E06-A8E6-BAC4747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45E838-E71C-45E3-B793-4F5A9FF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128F8-209A-4B98-AE14-93C0096E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10F0B-73FD-47B8-8085-B3DEEAA2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BD16D-9E06-4C4D-AC3C-CB7E7319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 diff를 읽어야 리뷰가 정확한 줄에 붙습니다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F103E-57D2-4271-BE3C-1B85D043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9663FE-7ECA-4EEA-BA1D-BC13171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B461A4-8556-4ED3-96C5-4AAF56A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DCD5A6-534F-4EAB-83F7-C377AD9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A406A0-0D9F-45F7-B4D0-274DEECD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00FF5D-34DB-4CA0-B301-595A65E1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3E4373-825C-44FE-BA96-47DBB628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670E16-DD91-4765-84A9-767B75E1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893040-1ED7-4253-9CBD-B9850F45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16AE11-712A-4A6A-864C-43F9400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큰 저장소도 리뷰 문맥은 작고 명확해야 합니다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4A2E6C-C482-4F87-B4F5-09653413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E3D97A-15C1-468F-8ED1-239B9E49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DFA222-C572-4CF3-99FF-09031EA4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A7B3F6-81A2-44DB-8E21-0E6E9982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7D83BC-F27A-4C1A-AD67-A073612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6C2E06-7A61-477A-AAC9-1AE0778A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5967E0-3C1A-45AF-9ED5-E3BF2FA8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45E759-2A0D-4772-8781-C9F89E7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C41CF5-6090-4B19-9372-FB302800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8D3919-E81B-4A21-9A5B-66C96737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결과도 API처럼 고정된 계약이 필요합니다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C2CB37-FE37-4DCE-A65D-E2853711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61388F-0EAC-41BB-B4E5-5BC23C6F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4014CC-FEB5-41D8-A4FF-3D9DF5FC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825E7E-6C85-4E1A-B23A-1C605DB9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755E42-E80F-494D-AC66-5307C2EC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666D6D-15C9-4F40-9AC6-ABF190C9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AF033E-E2E0-4A52-80EF-1A3404B8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3CCB5A-5F53-4C05-8876-8464D4F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0ECFD0-6AA1-4EF7-A4D7-04B26B70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494E6E-9D4F-496C-B0C2-DCAA9D2D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 baseline은 작은 고정 입력에서 출발합니다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CA1C19-77F7-4922-829D-73797AA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705CE1-1694-45FD-9B4B-3DE84FD4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7F081E-CC0D-440F-8CD2-831FFFC2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7B26FF-DB0F-4343-9A37-4E85A944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9AECFA-F591-442E-9CA9-D9A48B0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8B1318-C481-44AC-8603-2EAC9905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41BF678-C1EA-4DF3-89A1-17E04451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3761C7-D82C-48BA-BA3A-00FFF50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5DA090-D66A-4242-8A65-57E1BC44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3DC0D4A-8DAC-49BD-9397-AA2FED7F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정적 분석과 LLM은 서로 다른 일을 맡아야 합니다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2C61213-5A2F-4B3B-93EC-EF025E8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A50C7E3-81F3-4F5B-8446-C303655C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70F457-DEFD-408B-868C-3792BFD2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1BC15DB-E545-4718-B97F-9D6B24FD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356895-7936-4981-B6D1-8A9AB44D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D4911C-A636-46A3-A32F-0D06DDB2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B3A14C-7E4D-473E-ADEE-49868F9E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F56F55-9E83-4373-9CE4-38C00186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04825-0FD3-4EE1-BF47-09DED47E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26DE41-636C-41E2-9F94-4837F552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Agent는 finding 수가 아니라 precision과 recall로 봅니다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D48576-3FFA-4677-A94B-F12279DF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E18114-DA3B-40CF-ADC2-56840184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8385D2-B2B9-4619-A4F1-93C2413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12575AA-86FE-4E6C-AAEC-2B908047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7ECCCD2-04B1-41F5-840D-F25079F9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A930200-785E-44A4-A921-8123A7C0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991FB56-B02E-41B2-B07D-3A3F9DEF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491A0D5-EF52-4422-9904-3268E892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8B10D9-A567-415B-AD3D-4907BBA0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7E397D-673F-47DC-86DB-F9335F1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개선은 prompt 감각이 아니라 오류 분석으로 끝냅니다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278FC7D-0F51-4AA9-A3AF-209E2550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5BA129-8DF3-4903-83E9-B43BF1E6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7C61B85-265C-4808-8291-E5717DCF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9E2DE11-5395-4A21-9F92-85C35518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A689B1-5A09-45BC-BBCA-BB25628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11:30-12:00 쉬는 시간 · 12:00-13:00 점심시간 · 17:10-17:40 쉬는 시간 · 17:40-18:00 Q&amp;A·실행 복구</a:t>
            </a:r>
          </a:p>
        </p:txBody>
      </p:sp>
    </p:spTree>
    <p:extLst>
      <p:ext uri="{BB962C8B-B14F-4D97-AF65-F5344CB8AC3E}">
        <p14:creationId xmlns:p14="http://schemas.microsoft.com/office/powerpoint/2010/main" val="1801526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CA2FB-5380-4DA1-BFB9-65EBAD0D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스타일 지적이 많아질수록 중요한 correctness 오류가 묻힌다.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0DBB5-4152-46B9-8543-75DC287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5BAFB-DBEC-4D40-92F4-A497F3F9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F2881-9B5B-4AB3-AE62-B24AC532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37D35-D2E9-4254-98A5-2CC7812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A6A9A-56E8-4775-B8D9-D1959B41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P0~P3 severity와 actionable finding 기준을 합의한다.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F80E4-E7FC-4192-A249-DD1DC37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FD48C-BFF7-4129-96A4-FC5F17B7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review_rubric.md</a:t>
            </a:r>
          </a:p>
        </p:txBody>
      </p:sp>
    </p:spTree>
    <p:extLst>
      <p:ext uri="{BB962C8B-B14F-4D97-AF65-F5344CB8AC3E}">
        <p14:creationId xmlns:p14="http://schemas.microsoft.com/office/powerpoint/2010/main" val="1473238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2A109-82DD-42DF-A6D6-4C5E88DD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DF0EC-B693-44CC-A8B3-E03263F2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F3EB1-CB7E-45BB-8385-3AA2F3C3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8BBA-7900-47EF-B051-9CE170E3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213DB-27CB-465F-B887-DA027ED0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E1792-A4DE-446A-9E16-54F34AAE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876A7-5DA8-44EC-A49F-1BD7CC97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38C08-E6FA-49BA-A840-3792E33F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P0~P3 severity와 actionable finding 기준을 합의한다.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F20F0-BDC5-4755-91EE-7F8EAB5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5A992-5FB4-4EA3-8A67-47F1FC46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354E2-8ED6-4B25-B2A4-3DA4DCD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의견을 P1으로 부풀려 개발자가 경고를 무시한다.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A42DA-0B91-4E8B-BEEC-07D89429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9AB81-EE07-45E5-A798-D1ED2DA3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B1417-8D65-4D37-9D84-804A0C83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45721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4F8489-FA8D-424A-AA9F-3A24B93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1EEBC-0A8D-441D-9944-C7D407F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DFA9F-F1B1-40B6-ACAB-1F198EA1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5372A-1EA6-4B1C-8DD3-FA620338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8200E-6D9D-45C1-9600-EC57F54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17574-FC2A-414A-954A-83860FD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4A5C1-91B1-40F3-8414-B10A58C7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A5B64-2E84-4C0D-B3C1-72C8EE92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0B2AD-6F43-42E9-AB5D-287F0F5F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460BF-F31A-4CE2-A44E-2A05095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04C6C-B37B-4BCC-94A7-0DFED8A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17A6C-7644-4CFB-A8FF-87BD944D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8C961-CEC1-400D-AB15-709CD19D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9F750-1682-4670-AB67-E5DFF57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가지 문제와 교정 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6B02D-7635-47F7-8390-476B8F75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08C37-AECA-4E82-B3F1-6284898B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Severity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6551E-75FC-4E09-928E-03357BB5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BDEA15-D4D0-478E-A926-BAEDC1CC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영향과 긴급도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8A591-A06E-4C14-AC3B-BDEC273D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4B14C-2FAF-4516-AA4B-456E4DF8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 positive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13681-896F-4E32-8516-61087E8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806E5-3A1E-4882-93BF-FF633E85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문제가 아닌데 문제라고 한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B1D4B-3286-41B3-AC3A-EFC4EAA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0D9CB-FE22-4439-B362-9C52BCD4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CBEBE4-E2C6-4E13-8D7E-850A815C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72BFF-FE0D-418D-BB7A-5F47B9BB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근거에 대한 확신 정도</a:t>
            </a:r>
          </a:p>
        </p:txBody>
      </p:sp>
    </p:spTree>
    <p:extLst>
      <p:ext uri="{BB962C8B-B14F-4D97-AF65-F5344CB8AC3E}">
        <p14:creationId xmlns:p14="http://schemas.microsoft.com/office/powerpoint/2010/main" val="2083441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D51C3-5413-4568-BC10-4066537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CC85D-1F14-4FDC-A59E-3BB10A5B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5A8F7-1840-4D1F-A592-730874B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BF62E-8B0F-4B18-9947-9027CA90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8C429-1045-401C-88C8-4159A4DA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95314-6FEC-43A5-8915-D23F41D8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F8097-7197-41EA-BA9F-307010C9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CBEA6-3D46-45DE-AF55-4F9642D5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37001-8A7B-4B24-A29B-92EA28DF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B13EA-3E73-4802-9D7D-AFD23E15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A8EF1-F662-49FA-B13E-F594E491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확인 → 사용자 영향 → 재현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FF014-90A4-4FC4-8239-A8D854E8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566E2-23F7-473E-930A-E2795B6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287A9-B528-46AC-A351-A7FBCF82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8D2CE-9864-42B6-B6AF-BA6D378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BEC27-605B-4A7B-B001-CE48811E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38A88-277D-4C6E-832F-9603321D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finding에는 path·line·severity·근거·제안이 모두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변경과 무관한 파일 의견은 게시 후보에서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361691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86400-2299-490A-BDED-0CC0ECCA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9C9B4-C043-4F5B-8483-BD00F65F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1A73E-5CFB-4A0F-883D-B06BDD1E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B57D0-594D-4703-BD19-8692E96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3C735-A850-4EC6-B3ED-D87EB2C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91FB9-B581-4341-B264-91A609AE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19880-9A59-4D02-8AA0-132037B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7FA17-2E74-4074-A858-0C4E7806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ABB21-55A1-443A-8531-17FF2DD8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A891C-5D19-47FD-9B21-2A6A2C31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C3323-0B33-4117-A787-2B60B1DB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156D7-C260-42A1-8447-C786BD6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8A119-7C2E-4242-8660-5143860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FAAEF-CF58-4A7F-A49B-425FA632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301CC-571E-4149-9A30-6E6386DC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재현 조건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426BD-67CD-4279-B06B-825F4E3F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F3F67-BD35-44F1-9657-81E9F38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E87C8-9AF8-4B25-843D-6E6B341F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 라인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B2178-2AC1-47AE-9EA8-77EAD888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6D9F1-DCD4-4835-B0F5-C37F69FE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2493F-F923-4CCD-84D2-5471F194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작은 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E5B0D-029C-4E1F-BC4D-F860D92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review_rubric.md에서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06811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44B4B-47A0-4B1E-B16B-AA95A858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5392A-A444-4633-BE21-C406BC7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ACD8F-3254-4695-889D-58A85D82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6ADFB-623F-41ED-8B36-81E31D87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36626-3BAC-4B5B-86F1-59D964AE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20585-2971-419C-8F25-000C3D72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A1301-62B9-469D-B013-6CF499E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51D09-91A1-49C5-B229-AA067589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finding에는 path·line·severity·근거·제안이 모두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31BD4-7F68-4771-9DF4-3BD997BB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8FFDD-56D7-4BE0-9CB5-1F30291A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5AFDA-A918-4552-8029-D2DF5F4F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변경과 무관한 파일 의견은 게시 후보에서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CA37C-2187-49B5-8DF2-32412C86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0F7B5-3CED-4C77-B052-F1B87FFC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0F8EF-6F7E-4D8F-ABA3-2532E3F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58410-E6C0-416B-8DFD-DB588B33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76622-CC5D-47CC-AAB1-D2881203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804B8-EBB2-4098-914F-D5F8A80E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식별자·review_rubric.md</a:t>
            </a:r>
          </a:p>
        </p:txBody>
      </p:sp>
    </p:spTree>
    <p:extLst>
      <p:ext uri="{BB962C8B-B14F-4D97-AF65-F5344CB8AC3E}">
        <p14:creationId xmlns:p14="http://schemas.microsoft.com/office/powerpoint/2010/main" val="880852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B49D9-65BE-4B83-8817-922A8088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31FDF-56AF-4E60-868E-5575D4DF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8E596-032C-4397-8EC4-B9B12F5B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536A2-56A4-424F-86E5-791DF637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3654B-B213-4F38-B6A5-3D4A4424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5FA8E-BE9C-4430-B22C-1D55A73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07971-6D86-4CE6-967E-FCC8342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CCB3C-F321-4297-ACC9-E58CDB5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D7BAF-784D-47CD-9BDE-D72546F1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8B13A-A1EC-4B94-B80E-341A97F1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C20B4-F334-47C7-85FE-36735D58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63C55-7317-4E7F-A7C3-41F8CC3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71CE3-AB7C-447B-B12E-F22047A4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08D7A-5EB6-4977-9D5B-31C4B522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915D2-CFEA-4A05-9605-6D032475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4CB11-27BA-45F5-BFF2-C30F1848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7F9D9-8DFB-4997-81EF-7AD7AC23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9637E-DE98-4FC2-B2A0-94E9B8CC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81656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1266B-79DB-460F-989A-56C23618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3F19E-B696-48C3-9132-F8681FA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좋은 리뷰는 취향보다 사용자 위험을 먼저 말합니다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960A7-9FFA-4CFE-BA5F-B2BBA8C1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5D633-8898-4570-B42F-135F9FC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519B6-7456-4C58-A785-DF611BF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913A4-F669-408C-80AA-146434F1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F99B1-3C06-456C-90D6-9F387707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스타일 지적이 많아질수록 중요한 correctness 오류가 묻힌다.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6F3C2-7405-4B75-B411-55CC697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B1C26-CB94-4A80-9ACC-2E83FA31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C193A-205F-4D8C-BF35-47C1E8FE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모든 의견을 P1으로 부풀려 개발자가 경고를 무시한다.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AF8D8-2C0E-4113-A545-3F989B0C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correctness·security·data loss·contract break에 집중하고 style은 linter에 맡긴다.</a:t>
            </a:r>
          </a:p>
        </p:txBody>
      </p:sp>
    </p:spTree>
    <p:extLst>
      <p:ext uri="{BB962C8B-B14F-4D97-AF65-F5344CB8AC3E}">
        <p14:creationId xmlns:p14="http://schemas.microsoft.com/office/powerpoint/2010/main" val="16104132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0BB009-96F8-4D36-97CB-6B179C7D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D0E9B-95C0-48EC-A2DC-FE20017F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48033-8ED8-4FF6-8C09-C25FE64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0DCD8-7476-4211-A384-5DB80C05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A2D31-3D4A-49DE-9DE1-A8300A9E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00CB-EEFA-4078-8DB2-55A8671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A6B90-7613-4404-BA31-9ABD5CA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72786-BB2A-48C3-9D21-413B6507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16BA8-C746-4DF8-81D9-0FC5EDA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FC2E6-0647-475D-AA79-06982DC3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F2E46-643E-46AF-940D-68C1D410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48270-5155-420B-832A-A649C44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8D54F-F0C3-4505-8E67-D315CB2E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89F0F-22DE-4A86-B14B-A2D8296A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6BBC7-3A7D-4A22-A0EF-29DE9F6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BF43A-A065-4AFA-BFD7-433C356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가지 문제와 교정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D5B24-4493-48D7-B6BC-233E4F38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BB2E9-9040-4B8C-A733-7933A75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59474-BBBF-487B-974A-D93B76E0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B4585-6DEA-44AC-8EB9-7A02D75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Severity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FAB5A-747F-4DB3-9A0E-E066F525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54F9A-8D34-4E61-9AC3-E404ADC0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사용자 영향과 긴급도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80628-6447-4FC7-A859-851F0A6E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43E28C-2CB5-4B0D-8BC4-E1EFFA2F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9838E8-32FB-409C-AD86-880167AD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7E2DB-8DD1-4388-852D-E59284A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 positive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C31DF-E6DF-4361-8C83-1B7C82E3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13E52-5ED0-4784-9516-84DEA376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문제가 아닌데 문제라고 한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485A46-C54E-4CB1-98B1-0FD7E52C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7B6081-8A59-42B0-BE83-944F67FF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37042-D187-4E7E-A314-F452AE1A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C3DF7-B8AB-42DB-9CD4-F24A6B02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D96F23-50F1-45AF-8A29-EFB2588F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DBBC4-E76F-4A17-8817-D1C2919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근거에 대한 확신 정도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D0CF6B-C7E4-4912-A317-580C95E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09B20-EAC8-49CD-A62A-F2CB2734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292358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1E5BB-E31E-41B4-901D-6107D86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52518-2D08-4FAB-A5D6-FC32E355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78E21-9DB5-4F04-A7EF-D2274659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D3799-7D5B-4F78-B5E1-A5C44DDC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C3392-DE85-4252-AA57-1F850596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8EDFE-581B-44A7-8F18-EDDB352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3EA4C-0E6C-4045-808C-846B1F53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08B17-5E06-48C0-9D4D-A4AF7C6C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2018A-46EA-4CF5-A770-220D7FE2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모든 의견을 P1으로 부풀려 개발자가 경고를 무시한다.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7E25F-7A19-4A70-A569-14B3374F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BA42A-BC94-43E6-939A-04244A0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스타일 지적이 많아질수록 중요한 correctness 오류가 묻힌다.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7EA10-972F-4302-9617-0E210BD7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58768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0907E-D3BF-43F4-A8E2-5C8932F3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F46ED-6D0E-4D72-BB2E-2EE0CA4D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E0FC6-835D-4A4D-9F12-1DB6677C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03870-20CC-4ACC-9F7A-11E7AE6E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2E29A-251E-4BFC-BF81-5EDB8911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62A2B-C35C-44BE-8D4C-1253B804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18F2C-0705-4A02-8E5A-C050EB40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78AD2-86A4-425D-BCF9-814CEE38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5967C-8780-4373-8589-8E53F8B2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변경과 무관한 파일 의견은 게시 후보에서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EE95C-DD71-45CF-A8EA-B11858C3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227D08-AD40-43CB-8D32-4D91681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F5639-2D7F-4E2D-ADD9-602C0832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모든 의견을 P1으로 부풀려 개발자가 경고를 무시한다.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A56E9-AD79-4E18-990C-F98CA53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E20CA-BD8C-49CC-A10C-05A9227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56BA2-E7C3-486F-A3E9-B24D1A1E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correctness·security·data loss·contract break에 집중하고 style은 linter에 맡긴다.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BCE3A-4F95-4B42-8461-1161C386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B9AC6-B09B-4AF1-B045-A23911D0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C4E53-BE28-47DA-85ED-5D92A9FB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review_rubric.md과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987170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7DBBB-67D1-42CD-B8F8-99A17AC0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DAD36-83F0-4799-8253-C796A1D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EF2BD-F266-4210-8EEF-90FD795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7378E-EBC9-4528-929E-8D7313D6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D08D0-5B19-429D-9B00-1D93970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4DB02-BD3C-4AD9-9EA9-A3F40DAA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8ca7ac0424337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C908E-70F0-4774-882F-39A2BB91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 리뷰 기준을 읽고 바뀐 라인에만 finding을 작성하게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8E635-C386-4223-ABED-12B308B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1226931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36A2C-1906-4681-B733-E399300E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BA5EF-9613-41C3-AC7F-A5AFDFE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7F908-4A34-435B-BA2B-2314E540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377F8-2E6F-4295-94C8-297F01E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8CD84-ED6D-47EF-9FFD-64B96A6E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F0338-870A-48C3-94F3-6381A0AC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2A583-932A-42A7-9846-F674CADC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3ECE-6AB0-47B9-A58B-0337DC5F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008F3-5AF0-49D6-8D68-2485C5E4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 리뷰 기준을 읽고 바뀐 라인에만 finding을 작성하게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C0946-9AD0-4F0A-BEE6-18263AE7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0203A-3291-42F8-A823-EBFE735E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A7668-BAA0-4643-A6DE-8BDAC1C7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2DA20-42A5-4C4A-AD7D-82448616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9AE50-7BC4-4697-B287-D5FF253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18F91-6B7D-4977-A73C-38881701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finding에는 path·line·severity·근거·제안이 모두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변경과 무관한 파일 의견은 게시 후보에서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EECAA-AFB2-4E51-A57B-267B570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42A9E-F026-4AE7-A79B-ACCB32BB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0AA55-CABF-4026-92A7-17CD88D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8064840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2872D-8916-4865-B9FA-D82BBE90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0E478-1767-4CEE-A8B8-030F89B3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C1101-6581-44B4-9A9D-87CF3AFE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057A-79BA-4523-A195-0044BC07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79C23-A07B-466A-B015-994E18BD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9F84E-2C14-4655-8D81-B051463F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99882-5D91-4414-A023-1FD72933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36F22-A0C1-42CD-ABA8-0D53416A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8E905-ED2A-4F72-974E-601989F1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007E3-31D6-4B48-82C6-8FAC38E3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3DE6F-984D-43F9-AE7B-8576771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26ECB-F8CD-47E8-B123-D36A7187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56153-4A2A-4209-97CA-CC8E90E9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70C9F-4A87-48D8-9895-AB16754D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finding에는 path·line·severity·근거·제안이 모두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D1772-8C01-4015-BDD2-61012E9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B59FB-9C1E-4D53-A11B-D7AE4C1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10DC3-1654-4240-9832-39F953AB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08B4C-1678-40AC-94B5-4D38D1D5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변경과 무관한 파일 의견은 게시 후보에서 제외한다.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BBA7A-1EB1-4C9D-A3A3-6414EC63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50FA1-757B-483E-AA59-D14E822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D716E3-25F2-4E35-A1E4-3C2AECAA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2C6EE-32A7-484F-BAAC-932D2C7D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3683089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DAF1B-65B9-443B-8172-8CA4B06F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D9A16-D5D5-403F-96F8-E062E120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38041-443A-4A08-AA2D-DD9C1F34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C38B5-C251-4FEF-AC5C-C59E568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9CBBF-90D3-492D-A191-28014B34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84330-536D-478B-B308-627747F1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7214F-B235-4C96-8A24-6DD685E0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D9841-9D6E-4CD4-BACF-F41404F8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F0C9D-C2E4-4EE3-807C-27345FA0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6971F-3312-4C3F-B973-90AC9990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79439-2574-46AC-B0A6-2AE51EC2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CB5B7-3B8A-4996-91AD-7C42DF23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3A7C7-FE54-4006-9220-9A31076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DA15B-DD61-4B41-BCDF-43F5B3D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836A6-1D0D-4802-9663-831009A2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maps_findings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7D714-88D4-4D57-B532-F49899AE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F0850-37D4-4CAE-9EF7-87F7D6CE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EE476-78CC-4B2F-83E7-1F67B001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한 finding에는 path·line·severity·근거·제안이 모두 있다.</a:t>
            </a:r>
          </a:p>
        </p:txBody>
      </p:sp>
    </p:spTree>
    <p:extLst>
      <p:ext uri="{BB962C8B-B14F-4D97-AF65-F5344CB8AC3E}">
        <p14:creationId xmlns:p14="http://schemas.microsoft.com/office/powerpoint/2010/main" val="18446777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04848-E652-4D62-A185-630BBDE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66B79-99B4-4672-8C35-86AF032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8E150-3021-4562-A461-0F0D0DD6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9E5B1-9F41-4230-8FFB-DBB29B1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BEC86-2D68-42FF-A52C-E0CE5F7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A733B-78BB-4333-8322-6438F573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2E3AD-093F-4FDA-B3B2-7892F764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DFA93-7A19-4412-9896-89EFE1D3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6EE47-AD33-449C-971E-AF6A2131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maps_findings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EBC35-C17F-4471-8E28-00B2C215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13A5D-7FAB-41C5-88D9-3C0318A7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9310479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5F134-55B4-4248-89A9-6120E6A8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EF679-6EB8-49E1-8B25-1FE23C0C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A00F0-7A88-4FB0-B2CF-6E4D0F2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1AA57-8307-4DE2-94DD-C2AD9E82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A8C1D-ED50-4224-ACCB-673AFE32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F6E11-77AE-4720-9B43-7D15DCE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72038-FADD-4DCD-87FE-5564E9A7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78D04-D3B2-4C0D-82C2-3F53B115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3EF51-B695-481B-BEF0-9F6758ED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D9FC9-EA56-4832-8DCD-5D2747F0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73EEB-EF32-4E33-BBDD-F445D728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E6B6F-0628-4F86-844A-0C27E662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D5EC5-117D-4473-846D-B909ACA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한 finding에는 path·line·severity·근거·제안이 모두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변경과 무관한 파일 의견은 게시 후보에서 제외한다.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6001902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09462-6942-42D5-A49C-C9E62AFB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7C020-DAC3-4D19-9F23-B68F39CB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57F74-228F-45FF-B92B-21CA869F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92A7D-3341-4F95-B822-936ABADF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C062B-A31D-4E43-AF6C-5E499DDB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A224B-38DB-4CD2-9B23-EE423360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6E977-E0B8-48DD-8022-8ABE20C2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689CF-7FEB-4177-ACEB-CCE38ED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의견을 P1으로 부풀려 개발자가 경고를 무시한다.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C0F3D-2A2D-4B78-91B8-7659BA76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F09ED-0FDC-4F54-98B9-670D0469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B7FF7-020F-44B5-B3BD-8E7380E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correctness·security·data loss·contract break에 집중하고 style은 linter에 맡긴다.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49475-11DE-425A-900F-0B74F6FE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변경과 무관한 파일 의견은 게시 후보에서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4062506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42C83-8F0B-4364-9B19-DE11910F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3A608-D27C-46C8-99AC-6452557B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224C-CC83-4592-BCE8-7CB8A492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B6A87-21D3-4973-AF46-8DD8E3AA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04E02-FCFA-4FC3-AEB6-3543B369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ECE74-67A0-476D-ADBD-2647D0F5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3BADA-7ECB-4AA7-952C-13CEF7A1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838E1-FC03-48D0-A849-4F5E33FF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35525-271C-4F8B-A991-B80FF46C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CFEA2-4D85-42D1-BAC6-0BF5ECD0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78C49-683B-483F-81D2-CDB0AF7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18DC3-A73F-4091-954F-662DDAE2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finding에는 path·line·severity·근거·제안이 모두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 저장</a:t>
            </a:r>
          </a:p>
        </p:txBody>
      </p:sp>
    </p:spTree>
    <p:extLst>
      <p:ext uri="{BB962C8B-B14F-4D97-AF65-F5344CB8AC3E}">
        <p14:creationId xmlns:p14="http://schemas.microsoft.com/office/powerpoint/2010/main" val="14620911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422BF-EF4E-4DE2-B7F3-D72DD721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B27CC-98DB-47F4-BE15-F8F0FC9C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C1AA8-DB9B-4C70-9C54-9B746731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BE8B9-FBC4-4E61-B57A-B446A437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E3072-3FCD-4E52-87ED-54DA067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A034D-6984-4D03-B22E-E660F3F7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40304-7449-49CF-A686-FD98102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AGENTS.md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E2DAD-1FD2-4300-A1E2-8684E3BD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8419B-EE17-49F2-9D95-DBC1A95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review_rubric.md</a:t>
            </a:r>
          </a:p>
        </p:txBody>
      </p:sp>
    </p:spTree>
    <p:extLst>
      <p:ext uri="{BB962C8B-B14F-4D97-AF65-F5344CB8AC3E}">
        <p14:creationId xmlns:p14="http://schemas.microsoft.com/office/powerpoint/2010/main" val="4707963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EE866-3E01-4CF1-B9D4-B47F6712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F7046-9621-47D0-8616-7EB29F3F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11D09-0D8F-4B4C-84FE-5E8F1E8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C802-A938-406F-B941-A14E3FFE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45F0F-E4B6-4A83-BB6A-91A0B61C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67023-2F14-41F4-AEE4-AFB85CB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1AB49-89E0-4870-959D-9CB5E1D4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maps_findings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한 finding에는 path·line·severity·근거·제안이 모두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A9B68-21B2-4CFB-8E28-4240B543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E815A-1906-4786-9A73-746A4440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review_rubric.md</a:t>
            </a:r>
          </a:p>
        </p:txBody>
      </p:sp>
    </p:spTree>
    <p:extLst>
      <p:ext uri="{BB962C8B-B14F-4D97-AF65-F5344CB8AC3E}">
        <p14:creationId xmlns:p14="http://schemas.microsoft.com/office/powerpoint/2010/main" val="13446162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1F3C8-14AF-464A-B386-8F63B46C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65E6F-D359-4CFF-A4B8-1C46FBE9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FA259-B1B6-43B9-A342-D7C4B9FC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90DB8-2A73-41DC-9DDB-64C5C7D3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1718E-ABF6-4580-8341-FBF64310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D648A-264E-429D-9EFF-773FF22D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2F67E-DE9A-4707-833A-368C1081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변경과 무관한 파일 의견은 게시 후보에서 제외한다.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correctness·security·data loss·contract break에 집중하고 style은 linter에 맡긴다.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08F94-E211-455A-811A-5AC645CE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24C62-A222-45A7-86F4-CF47C756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8670743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8B7DA-FA22-4476-859D-35AE550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8AB75-3A2A-4345-8F57-070AA137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FE026-1B5B-460B-AE97-E5B9399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6593C-DA21-444E-8893-64E8FF0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77F1C-36F1-4484-A455-7990EC12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4C099-D6FA-409E-BCAF-90E4B784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EEB4C-7D69-48AB-929D-E9ED9CD0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2AC0F-4E83-4D7A-8418-406B8094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CFD02-4C0C-460B-8843-B14748D1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한 finding에는 path·line·severity·근거·제안이 모두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75DE4-FB4B-4270-ADA2-36E21DCC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5653D-EC47-48C9-8695-BF9EFCBB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142C8-64B7-465C-9F3C-96E5FF3C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F5DCB-D259-4962-9528-FF9A4451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4EA03-0C76-4DE2-9C2F-C236FF26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875A9-7D73-445C-8FEE-36C710D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77584-DB48-49AD-B36A-6681E427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6953C-E6E8-41B5-8739-5AF0C031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E8012-AE86-41B1-9D27-DF8C1F5F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0121441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AA9ED-D6E8-435D-A14B-62F81E40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0F2F7-9438-4B20-8C2E-A12F741E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A2C39-2C22-4B18-8F0E-1D2ED6E8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10B6E-2BF1-4245-B4F8-7F3E55A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51415-F49D-4440-804D-90A6A134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AE680-0AC2-4D10-9553-00944BF1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55228-712B-4F48-9EFF-B757933C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8639C-E19D-40FE-A84F-561A8878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F1617-168E-4BFA-943E-DA1D03AC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변경과 무관한 파일 의견은 게시 후보에서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BC352-86D9-4C53-A7B5-4CDFB6D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FE187-30AE-4078-9425-70A8F4E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8EE6F-D12B-4DD2-8966-4A63A6F1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23EE4-581C-4347-950A-DCE22B95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3B121-EF76-49D8-95BD-94CCD3E1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F529F-B4F6-4356-9A6F-B952A705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3F72A-3F55-43ED-AFC4-3DB39987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AA1C1-0E00-4200-880A-AD386B19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624CF-0117-4F37-9713-D2C33EF5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2298310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4BB30-2B0E-4C23-9086-212B6527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94C65-86F7-4901-A35C-7AAB4254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3221F-3B49-40D9-9DF8-E737984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DE57F-C606-4F42-8C6B-71E7E77F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E9C10-22CD-4411-AFBC-4D654B3E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BCAB0-9387-44BE-A48E-3B89A958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700C0-2CA8-443B-9F92-F51F458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작은 팀의 PR 대기 시간을 줄이는 첫 번째 자동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D3DA-B35C-40C4-AD25-09030AF8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96FF8-B4C1-4922-AEB9-FB07877C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5A843-4653-4D3B-86CE-2F6BC0E9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67166-4050-45DD-A388-158F68E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FC2AE-9F6D-4884-ACBE-0590087D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0A742-C2D7-4A06-83DB-4ABFB7A1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87251-D8CC-4B39-A295-710C4A2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991353-4F3A-41B3-A261-35C8709A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8D788-502C-4017-B657-E08BC831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443F3-41E7-43CE-B167-E3AC6920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F3900-BF73-440A-94B6-2D79E4F5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77C42-DEDE-4C4A-91C1-BD5EB91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5603794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8F398-7EA8-471F-B976-08DBF0E9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33678-15DC-47A3-817A-30DC1917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7E6CA-567A-4D16-A3A0-F952E25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45D75-8CA3-4A31-AF9C-1378D1EB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05777-AB14-48EF-89F8-CBC855E3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23880-A8F3-479F-BC6E-AF1FBA3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FC467-E35D-4D93-9824-2B7B120B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작은 팀의 PR 대기 시간을 줄이는 첫 번째 자동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0E710-B51B-4807-9A25-B56E20ED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0D35F-6EF5-4A3F-9CAB-39477EB1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8C617-4018-4C16-AD4A-2DCAA932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E14DA-EFF7-4AFD-A076-2316DE5C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DD980-F526-479E-8E74-011155B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74100-4EAD-49C8-BEE1-C4DCECE8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04179-BB95-4338-8FA2-52E11D6A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7E5D5-AEDD-4E3D-BA8F-3E4C8A4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06F01-DF28-46EB-A339-0E7D3D81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6E341-72F4-4854-90E3-1E6BA037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CEC02-7D1D-43E6-9987-6C2A0E12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510A3-4569-40DE-9646-AE577E0E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1639438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C63AB-67A8-4B79-A3EE-FFE5325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C6497-F0A7-431C-9008-8C057DA9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B1F3E-2656-4A45-8937-23DB63B5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2D89-898F-4D1E-9A2A-918AC76D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21C42-4D54-4C7E-AF6E-7E000777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A194C-9EE4-406C-9A27-185F926C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43B8C-4492-4AB3-BC6F-AE2486F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8D113-AA17-4548-9775-4BEC24F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4FF19-179A-48EC-9F56-A7A2CEAF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한 finding에는 path·line·severity·근거·제안이 모두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3507B-1310-4802-8209-7D54EACF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0DEBF-8385-494E-B1B5-8A85A4A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8ECE3-F194-480B-B4E4-C64A6276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BEA46-293B-41D9-804D-B43AA771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6B1DF-CE2E-4D48-ACAA-3C3A5F3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CFC69-EEAB-4952-B00F-BE2DF53C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correctness·security·data loss·contract break에 집중하고 style은 linter에 맡긴다.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1C930-F896-4015-AF41-8216F87B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D41AD-CD2F-41B5-9DE8-9C105852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21950-BB51-4CF8-A6E5-56123910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5021496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41BBE-67B2-4A28-AD44-47603843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BF17E-50E5-486F-9BBF-C7B304E1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B4345-EAAA-4D6E-BCA4-F94D5B0A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E8685-FB3E-45EE-BA20-B29B92F5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806C4-C8E5-4B40-B344-303D2D0C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CF3B4-775C-43F0-8D0C-1523E5E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D6FA3-1A69-4CA1-942E-F275E6E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A8F57-BC04-4452-9745-3F72F21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178C6-FDBB-4CCD-B26D-906B8AA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좋은 리뷰는 취향보다 사용자 위험을 먼저 말합니다이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D6A62-629D-4F66-9FE8-2321C68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12CB9-BF76-4D7C-BE30-0596342F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26181-C24E-46F6-AFE4-5204297B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maps_findings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6DBDF-F90D-4140-9AA5-55BE3848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35264-DB0B-431F-81EF-477E0641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B632B-200B-4FB4-AFD4-547D12C2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review_rubric.md과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1256B-2DC7-4005-8433-EF1A2802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unified diff를 읽어야 리뷰가 정확한 줄에 붙습니다</a:t>
            </a:r>
          </a:p>
        </p:txBody>
      </p:sp>
    </p:spTree>
    <p:extLst>
      <p:ext uri="{BB962C8B-B14F-4D97-AF65-F5344CB8AC3E}">
        <p14:creationId xmlns:p14="http://schemas.microsoft.com/office/powerpoint/2010/main" val="30951643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69D9C-328F-4655-8F18-385C755C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E63E7-5965-49B9-88EA-4D767D5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2차시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6B47B-B673-460A-AEF5-20DEB106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09:50-10:40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15B11-09DE-4CAF-B36B-DC33EB04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unified diff를 읽어야 리뷰가 정확한 줄에 붙습니다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A0B34-5BC8-442C-97E1-C7F7836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hunk header로 새 파일 line number를 복원한다.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B65B1-FF69-4303-AFEE-E8CD68F3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27601-1AB0-4063-9AA1-F14EF6F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486DB-0847-4DAA-A9E5-5595A7E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AC47B-5A8E-4817-B9D0-957E0E7A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01256-3A72-4F67-AD13-67789863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A2EE0-3FD4-42C2-9B6D-42E7D45A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262D3-32EF-4F4D-80BF-AD24899B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parsed_hunks.json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4F7B5-A322-4923-9753-658EAB0E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2차시</a:t>
            </a:r>
          </a:p>
        </p:txBody>
      </p:sp>
    </p:spTree>
    <p:extLst>
      <p:ext uri="{BB962C8B-B14F-4D97-AF65-F5344CB8AC3E}">
        <p14:creationId xmlns:p14="http://schemas.microsoft.com/office/powerpoint/2010/main" val="307891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CE80B-B78F-44BE-AF4B-A3009FC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D0C5B-A18F-4670-8C98-3140123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85DB3-E7BE-4245-9D6C-DA333FD2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DAF19-1DA2-4A15-8D46-F5EBD125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85E45-605B-4A78-8F18-993D2E4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B56A3-124C-40E2-A51E-17F53945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2E1E0-2D8F-4829-8ECE-9370F31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95AA6-2A3D-4F66-A7F2-25CCB71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1CF57-17CB-49D3-A800-988B4966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review_rubric.md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7A392-6E43-472E-8A34-F9569AF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8B37C-7363-49F0-8B40-2321F371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82CEF-99B1-468E-9C5A-FBFFDC19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 diff를 읽어야 리뷰가 정확한 줄에 붙습니다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6DD07-59ED-4A73-8751-082AA3D2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2F2A5-7B5A-47FC-A3F0-96A6812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A7670-F87C-4116-B66D-4890C72F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0B28C-C4A5-41B6-B0CC-EE122674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EC915-89B8-43C2-BB3A-301C8B2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F6C6D-0DAE-4AE9-BA96-505631B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큰 저장소도 리뷰 문맥은 작고 명확해야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8004675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57BF0-496B-4038-A575-AB813CA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내용이 맞아도 line mapping이 틀리면 GitHub comment는 422 또는 엉뚱한 위치에 붙는다.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9B8D4-559B-4BB7-B1D7-3E2DA721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D1814-2E05-4F57-AEE4-B467595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5FA04-3886-4559-9681-B728BABD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8891C-0444-462B-9B60-8E689DFF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F0750-E2A6-4898-9D7A-8694885C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 header로 새 파일 line number를 복원한다.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45C90-5AF2-4698-9984-2EEDDCB6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52560-423C-436C-8DA3-629D4E2A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parsed_hunks.json</a:t>
            </a:r>
          </a:p>
        </p:txBody>
      </p:sp>
    </p:spTree>
    <p:extLst>
      <p:ext uri="{BB962C8B-B14F-4D97-AF65-F5344CB8AC3E}">
        <p14:creationId xmlns:p14="http://schemas.microsoft.com/office/powerpoint/2010/main" val="9942682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3EABE-9BD3-48CD-AF33-DA0456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647AB-66FC-4AA8-A12B-FC84FEE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A37CC-8161-4050-A059-053F1A70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858D3-86A2-47E9-A3DD-A1A29896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229B0-0C48-4034-A894-AF309877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22CA7-0811-44ED-A0E4-C3402D8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D3501-0C86-4020-A59D-192DC0C9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4527A-7CA9-4870-A0D9-9A76EE92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 header로 새 파일 line number를 복원한다.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78ECD-A336-4A15-9C40-B5EA5A1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C0BAF-8754-4010-BDE9-50DC3EC5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31CC7-F036-41E1-ACD3-5F192767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 header와 코드의 + 기호를 같은 것으로 처리한다.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CD1B2-B41A-475B-80CC-80EE05D1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A8EB3-DF80-4333-8EE7-23B770C2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31A43-BD3D-462F-9A04-7836E21C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928886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E62C1-29BD-4716-9ED1-801FD5B6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D7B1D-AC52-4494-96ED-91869E6E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652A4-33AF-41AD-A9DA-9AAA79D8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37335-B2C0-4EB4-B34D-75455FC2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CFF8D-5118-42CD-A32C-A19C854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D981C-144C-4701-9A19-9C2EE503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F0091-8394-4748-95E9-37C92C2E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EC70E-A11C-4DC4-B61D-6AF22CD1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45A61-136B-4974-A8B1-307510F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1D625-4227-47F8-BADF-623D0A5C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F0CF5-3DEB-4803-BFFF-1327BA7E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A60EB-FBC3-418B-A4FE-9D03C7B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BD1A1-75EE-4B0B-BDE1-DFA3961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7E9DA-332D-4694-9F66-AB933101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전후 차이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5212B-6131-4E8B-89F5-253C7EC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5C7E5-169D-450F-96F0-86E2F216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37936-7C6E-4EEA-B01C-2C328BD3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A314A-7089-44D2-AA03-A7F4B3C2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연속된 변경 구간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7EB4B-FDBF-4069-B665-E7E2F364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B660D-6A81-4E44-B661-F34490A2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Old 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1E5CC-6CC1-4792-B357-2457DD65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7099F-8812-468E-8A1E-7AEF3330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전 파일의 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0FBABD-F54B-4243-B925-24C1DD89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6E22A-7EE7-4DB3-AC55-EE4765E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New 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39B70-08C6-4943-9E42-EE44427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E301D-06D9-45AC-BE27-FAA180AA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후 파일의 줄</a:t>
            </a:r>
          </a:p>
        </p:txBody>
      </p:sp>
    </p:spTree>
    <p:extLst>
      <p:ext uri="{BB962C8B-B14F-4D97-AF65-F5344CB8AC3E}">
        <p14:creationId xmlns:p14="http://schemas.microsoft.com/office/powerpoint/2010/main" val="9528628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CB184-EEA9-4E43-BB04-DBDCFDEC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09450-AB68-4DFF-955A-ECB9BAD0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E6254-AC8F-4297-AE18-6D5ABD54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5C96B-33C9-496D-AD3B-D8B012A1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CFE89-0BD0-4FA3-BFDE-A5350EA7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09A13-998D-4D2E-BDB1-3A7C31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B628D-3A4D-453B-95D9-D0A489A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D05D4-EC08-43A0-8616-A98E825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1BD5C-D1D4-4CB7-B012-00F41727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E002A-965C-45C9-9C31-BFBBBED9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B85A9-0409-4DB4-8C89-032BB147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+++ target 확인 → @@ header parse → context는 양쪽 증가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E01A6-6971-49A1-BB94-AD036866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EF84B-F24D-4BF0-B681-0E7C1D2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351F0-A9AD-43BA-885C-BFB7D33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AAA0B-4644-493A-8C22-34AADA2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524AC-ACD8-4466-830F-59CC290D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D4451-BC8F-4E3F-B012-2CAD823C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추가된 9·11·12번 줄에 finding이 매핑된다.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absolute path와 hunk 없는 입력은 구조화 실패다.</a:t>
            </a:r>
          </a:p>
        </p:txBody>
      </p:sp>
    </p:spTree>
    <p:extLst>
      <p:ext uri="{BB962C8B-B14F-4D97-AF65-F5344CB8AC3E}">
        <p14:creationId xmlns:p14="http://schemas.microsoft.com/office/powerpoint/2010/main" val="117644816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43064-9F83-44E1-B593-51BE2E97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22B80-0B63-4793-BBB9-EEC4CC80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A2D68-1F10-4D53-8BAB-B615F64C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E7130-E093-4B33-B309-9FE01D7D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0151A-6AF8-4BFA-8F3C-3C662D3B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B3263-D212-45FA-99DE-50346090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254B0-F535-4A34-B45C-1DA0CE1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4F27E-4443-4409-ACDC-B8E7641E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11C40-0EBE-454A-A450-CFF7654D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+++ target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FB592-17F9-4413-8F1C-4FA4E355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E4E80-A467-46D2-BB00-36DDFB5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71C7E-262A-4CE2-BBA2-E565CB66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@@ header parse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46974-C3EA-4308-837F-5F0C954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FEB29-F878-452D-B90C-228F268B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A2423-D2BD-4DD5-AE32-6C99B7C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context는 양쪽 증가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F553B-FAC4-4AE6-8061-88B2E4A8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A904B-BDB5-4AB4-B978-FEF9DF0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5CA56-02E0-43EF-9C57-DFDDF10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삭제는 old만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88519E-71D0-453F-B2DA-3928E273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F97FE-84A4-4D1A-9AE4-C038D89B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896F8-05FE-4873-8130-764BB008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추가는 new에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7D9B0-B3B9-4701-80E1-97D8B875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parsed_hunks.json에서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1213201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0AF3B-838B-4DBD-94E1-ADB572CC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1D12D-2146-475A-BA46-959A1C9B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4A85-EDCD-43EA-A5E1-770F20CE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8988B-7ED2-44E9-AFB5-1AFEF360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673D7-B17D-48FF-83ED-8CE5F61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0EBF5-066E-4A09-A1CA-231AF17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5C867-BF8F-48BB-8F05-0EE9E315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0E3C9-9C60-4365-915C-9EB7C702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추가된 9·11·12번 줄에 finding이 매핑된다.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E31E3-9F46-4FB9-8365-A20612A4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737F8-EA35-4469-8E14-A5044C28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4C266-489E-4357-8ED3-F2FD43B6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absolute path와 hunk 없는 입력은 구조화 실패다.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2ADD1-2311-4A65-A1BA-71520C8A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91228-B216-40B7-B24C-32BE8035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4C30D-F614-40BE-B8FB-E7BD1FE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2CA86-D6E9-4230-81B8-F9620E53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D65CA-AAA5-418E-9E65-979189E8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D424D-BA74-442E-890C-2012AB7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식별자·parsed_hunks.json</a:t>
            </a:r>
          </a:p>
        </p:txBody>
      </p:sp>
    </p:spTree>
    <p:extLst>
      <p:ext uri="{BB962C8B-B14F-4D97-AF65-F5344CB8AC3E}">
        <p14:creationId xmlns:p14="http://schemas.microsoft.com/office/powerpoint/2010/main" val="7837929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5E78B-5235-4F64-BFA0-CAFFC939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9AA66-1D1B-46FB-B422-4CD8FB82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B9D7E-429A-4E0F-B54E-331359F1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7B738-01EE-45BD-AE18-2F3E815C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84B6F-9083-446D-9588-8E881516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1C076-5244-43D1-AA2C-3F4CA2A1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D0617-D719-483C-A9D4-2895B03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7983E-BFCC-4365-BF54-B11F2204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CC5A5-63F8-49B2-A19B-82280D4D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13E13-266C-40E6-934F-B40E9BD9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EF2A9-7299-475A-8C5A-ABF4FE0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BF0C1-66B2-4754-9C3B-07D44B9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D289B-14D0-417F-AE62-ACDF3A96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56D52-943C-4815-AA12-B7646E5B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B788D-7E7A-4A08-8A56-5E8DA20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B1D4E-A97B-4D3F-A653-04B8E7CD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0A79B-4865-4497-8743-4E56F146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42688-9A06-4C59-B5CF-6E0B2CC8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2810163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8E1B4-5FDC-4477-9465-075155CD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863B1-3B49-4FC8-BA5A-183490A2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unified diff를 읽어야 리뷰가 정확한 줄에 붙습니다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04A32-857D-4317-8603-5305547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0ABF-64F1-4946-B5A3-C4B8340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639F4-3C6C-4E4B-8B97-A5EA59EF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7D5AD-8CB3-47AF-8F77-99EA03D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A4599-7CF5-41EE-B1CA-6A2EA27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내용이 맞아도 line mapping이 틀리면 GitHub comment는 422 또는 엉뚱한 위치에 붙는다.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C4468-C586-4F9B-AFFD-A096BCAA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3E3FE-AEE2-472D-B9B7-4EF8AFEE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AED4C-8109-4636-A8A7-472EC0ED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파일 header와 코드의 + 기호를 같은 것으로 처리한다.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4A662-0BF3-4BC7-990C-CB0281B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+++ header를 먼저 분리하고 hunk 안의 추가 라인만 수집한다.</a:t>
            </a:r>
          </a:p>
        </p:txBody>
      </p:sp>
    </p:spTree>
    <p:extLst>
      <p:ext uri="{BB962C8B-B14F-4D97-AF65-F5344CB8AC3E}">
        <p14:creationId xmlns:p14="http://schemas.microsoft.com/office/powerpoint/2010/main" val="87231452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F52853-9219-4BF1-8F64-591F71A2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47C39-77D1-4488-903C-BF8DC4D3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A133D-AF82-4DE7-80C0-E0DE6CB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4D27A-8FBC-4C68-9B71-07467ED1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797FB-122B-4219-B68E-C2259B7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9EFF6-26F2-4A78-8864-77B8C7D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8E9F2-F3CC-4B63-963F-2D6C6894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BD796-13F3-4D2E-970D-415E1B86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5510A-286F-478F-B4F7-397F26C5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E25F8-C0D9-4F18-902E-A6BC2B6E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D8FAD-944B-41DE-B6B2-C0B79260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C0F9B-F956-4C83-A289-B67908A3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8946E-8380-418E-8CCE-2AB7ED60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47DB5-B3C9-4FCB-899F-48BFF657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C8B10-DD43-4A2F-8AF1-C5B593EA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3AC85-2714-410B-A5C7-388DAD7A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전후 차이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B6120-6B33-4BDE-BB1F-8FC01B8E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7E757-B29B-4852-8CFA-40853896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FF645-482D-4943-8AA1-8F4424D3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4C1815-C5E6-4384-985A-B8977C32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DA130-233E-4F53-AA60-BB008ECA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2AE1E-6729-4815-AD0E-0EA8BC2E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연속된 변경 구간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4B430-8D71-4542-A2A3-DB05E78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395A6-0502-4BD5-BB7E-CB9DDFEA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4E8E3-C3E4-4885-8352-4B8CD8A4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71B03-B8DF-453F-9AF2-70224CB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Old 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E6770-1F19-496A-B1E9-E4425113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6201F-33F9-4652-817C-F943D69A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전 파일의 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1E287-11E6-4CFC-942A-302D95D3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602FF-7870-4186-897B-02247F1F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A45B20-68AE-4BFB-B6B8-966A27B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F42034-CF2B-421F-81B1-86798166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New 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1DBFC0-BB1E-460E-9D9C-D0D7A97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A99C5A-41DF-4117-92A6-A90367FE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후 파일의 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71592E-DD65-4553-81ED-1553E2C2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7D97CE-BBBF-4D0A-B2FB-9450062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42326895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4396D-FAC7-409E-B03A-9A6BD9E0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E2836-CA4E-4166-93C6-D844FC72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A7D74-F510-4E94-BBF6-2D488864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5FBF4-2A6D-434D-A794-7E6D3C8E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E4BB3-7A0B-4F94-9F15-FBA3DC9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76FA6-CC7B-48F0-9FD0-03F64430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4CA42-C692-43D2-A505-564EFB16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ACF89-E6DB-444E-88D4-C574944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B730F-45CC-42B9-B002-B442F4DF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파일 header와 코드의 + 기호를 같은 것으로 처리한다.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7BA32-42D4-4C99-9B52-DB18D6C9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4A67D-EB12-44E6-831C-944FAC07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내용이 맞아도 line mapping이 틀리면 GitHub comment는 422 또는 엉뚱한 위치에 붙는다.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FFFAE-FF9C-489A-B72E-521C04E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1019548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17543-A0F2-4C49-A21D-7716B5B0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82F11-7597-460E-A34E-339BDED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2E4C8-6CCF-4692-880E-16FF603D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C25F6-B25C-4BE0-8AC4-DA88B61B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71F1-4758-4EA4-A972-CBACE129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AF6ED-7504-43FA-8AF2-AE21BF7C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84D0D-2179-488F-AFA7-24C07B30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EA0DB-2218-4958-846A-9F9DF43C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2B35D-B14D-4B25-8867-BF4FFC1B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absolute path와 hunk 없는 입력은 구조화 실패다.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8EC01-3679-4D37-BDEC-E822F2CF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A2821-7A2B-4AE5-8134-35D4170D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43196-B6A1-40FA-89D6-6F8707B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파일 header와 코드의 + 기호를 같은 것으로 처리한다.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5E7AF-7571-4426-BA61-5EF5F357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286E8-051A-43A7-99DC-BE0084D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27BC7-D0B4-4CEE-BF1F-688152EE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+++ header를 먼저 분리하고 hunk 안의 추가 라인만 수집한다.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66B25-23BA-4D5D-B776-196F40B8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3A2D5-CCD0-4835-8F07-4F3BD537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5E938-9587-4BA8-A9B6-4928BA8A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parsed_hunks.json과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21574383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B6660-9EEB-4A25-A9A1-9AE43949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0E4CA-979A-4D6A-B06D-B69034C9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7BCC2-7522-4C36-B737-C9EADC01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47352-4159-4406-9150-879D420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09ADB-8297-4ADE-A5BD-59717954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06EE7-35F2-4D62-9F97-40BFF2F6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64920198341c8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AA56F-8EAB-4E47-9B7A-774BAE97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rename·new file·삭제 only diff를 포함한 parser boundary test를 제안받는다.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C757C-AC7D-4C8F-A358-4ACC0D52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57651576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D6B18-B8AD-41A3-8471-08139E1E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78DD8-4B26-49CC-B3F4-7005C112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D040B-3C39-4546-A669-E5315A8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40DC6-08D2-4B1B-8A7C-0257CEB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9953F-E0CB-4050-8812-A02C7D70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A0F7A-A157-4256-AC6F-AFA6FB7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9065C-BBE1-4A63-AA99-F4F6A78A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A0EDF-0EAD-4DBB-BA46-AE38BE4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29D89-DCC3-4902-B20C-D87E5BE0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rename·new file·삭제 only diff를 포함한 parser boundary test를 제안받는다.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F47BD-DF1A-4B6B-A270-CF8024DA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67DDA-1CFF-4812-9077-0C34CC55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152FB-24CA-49AC-980E-E3E79760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53F9C-A1AA-4C4D-A5E1-4C5D585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211ED-05DB-4B46-9C54-938E0BA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53D45-A8C4-494B-8DF9-62A9787F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추가된 9·11·12번 줄에 finding이 매핑된다.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absolute path와 hunk 없는 입력은 구조화 실패다.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C09AE-DC64-4D54-8A79-41B9CD00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09C197-9BFF-4F1E-89D7-F8A35BA2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16947-9F2D-440C-B183-14384DF3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67957914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3D2ED-E10F-4BFC-8548-9403EAE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1C560-9F05-45E9-96F7-D5BEDC2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95689-F577-4AD8-A9E5-E2B83C8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DD480-A19D-43B4-9848-85A9BDC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F0FB1-F653-436B-967C-F6B0AE6F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94EC6-5D57-40D0-80FD-A196A265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0923B-DC40-4FA1-8511-6360C2F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D2B8D-E027-4D15-8D05-E78119A7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1F813-3BCE-468C-910A-3A2E9952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79B6A-CED2-445E-8661-741046E8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71723-DEC8-40D6-B9A3-8DEFF15F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4E72D-0A31-4F6B-A24C-53DDA37C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63EF-8EE8-448E-93E4-2AD06657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CCABD-66C4-45DE-AE6B-5F52D15E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추가된 9·11·12번 줄에 finding이 매핑된다.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89ED5-716F-4BBF-972B-BD6AE185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B8EF9-D090-4AAA-B040-E20511C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2B09C-25FA-4E13-9344-2EDE3738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A213C-D1E0-474F-9445-C206033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absolute path와 hunk 없는 입력은 구조화 실패다.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601EC-03C8-47D1-815C-C2A61168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07DCA-B6D1-49DD-BEB8-DFAE7338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86AFD-006E-497E-880B-440D775D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FC7EC-8C82-4131-91FA-3AB4793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8242955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148CD-6B59-4436-A20E-C8AE4A31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BAE92-D9B1-437B-8617-DCA27163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1948E-24D7-4F88-88A9-9CE0F0A8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3E536-82D6-4343-8F4D-56D85669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73814-1DD1-43B3-AD4E-4105C225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AFC13-825B-43C8-883C-B5C7BD5E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E6EA1-F2AC-4A9F-9362-D8916BC6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1DE3E-965A-4D3C-9ACA-205A34CA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F3F44-61CF-4A8A-864A-921456AC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src/course_services/review_service.py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7A9C3-FDC3-4E4B-BEF7-1E00B3B5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AA8C7-D373-4E10-A60C-F32F1AC8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BED0B-6A09-44F5-892D-FED164A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895B1-FEE2-41D3-BC6A-1A9D2EC7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C3E31-3557-4B3B-819D-08E76F20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6AC60-9FF7-4203-AC23-A73F496C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unified_diff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FF3F7-93E3-4E1F-9DF5-8E46C2C9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872C9-84B2-4293-81F7-B8557E6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B5C53-D51B-4CE6-88E5-C403DCB0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추가된 9·11·12번 줄에 finding이 매핑된다.</a:t>
            </a:r>
          </a:p>
        </p:txBody>
      </p:sp>
    </p:spTree>
    <p:extLst>
      <p:ext uri="{BB962C8B-B14F-4D97-AF65-F5344CB8AC3E}">
        <p14:creationId xmlns:p14="http://schemas.microsoft.com/office/powerpoint/2010/main" val="10295778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76267-ED2C-46C8-84BB-43DC455C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AE402-2A0C-42E9-8531-5CE2EEF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B1E49-D045-4136-A0A6-63DAC4B9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8ADE-1460-44EF-BF2A-897ECC1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5CC83-60DC-4E3C-9649-E866A418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C723D-749E-4771-8217-0241D2EF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A01DF-B297-484B-B39E-37A80AD9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9CF8B-3C0B-4DB2-BD12-9A360E4F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8C56F-EF68-4122-87B5-C6C7E664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unified_diff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7A2E6-22FB-417E-B9B6-F85AA1CB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EC0A2-D490-4A94-AC6D-AF052C1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96500977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A48B2-F426-46F7-83C8-385F6D58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A8954-C1D9-4CE7-ADBA-0F4F069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58D50-9EB0-43D8-BA38-CFED506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2D7B8-60EF-4B3D-8512-8F95B49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5667F-E9B7-4007-89C7-32327E8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8965E-2C56-48A8-BD6B-B64EC8CD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9241E-F42C-43EC-9DB8-730D8A3E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5C34B-B728-456D-9C26-E5FC735B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EC250-8777-4F80-831E-B697FE4E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4A2BD-EDCD-44A2-B72E-FD813DC4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AD12A-4A5B-4AD0-8FE2-E4C388C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D3312-D808-42E2-ACB0-628FCE5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D3B6C-55C6-4152-9F16-7BAA89E7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추가된 9·11·12번 줄에 finding이 매핑된다.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absolute path와 hunk 없는 입력은 구조화 실패다.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44190428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A5207-E00C-42C9-B7AE-6CC0388C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49FC8-A0C1-4650-9B43-917F796C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E666A-AC7B-44AE-82F6-607E52DE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1B815-7597-45E7-A501-50FDCE02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CE023-1630-4AC3-B5CA-F68FE762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7336F-B1FB-4839-9F3D-41CC8556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9E637-437C-4AC4-861A-B5184170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971A-81C6-4A63-A41B-736C39E2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 header와 코드의 + 기호를 같은 것으로 처리한다.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CBE8B-FEEA-4A41-9915-AD467B9E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36121-96D0-4E94-AA2D-41843BB3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53B25-CDB7-4267-A0F3-3F608DD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+++ header를 먼저 분리하고 hunk 안의 추가 라인만 수집한다.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DAA53-63FA-454A-85A0-65B9CD30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absolute path와 hunk 없는 입력은 구조화 실패다.</a:t>
            </a:r>
          </a:p>
        </p:txBody>
      </p:sp>
    </p:spTree>
    <p:extLst>
      <p:ext uri="{BB962C8B-B14F-4D97-AF65-F5344CB8AC3E}">
        <p14:creationId xmlns:p14="http://schemas.microsoft.com/office/powerpoint/2010/main" val="207911223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B6A71-C8AE-4FD0-8692-C1DE8633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D0249-5157-4CFF-A51F-AD6C0650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7DDB3-76A6-47D9-87F6-364EB085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B1AA-BCB9-4C85-84CB-01006660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EC9B3-7A9F-4E72-A9A0-1E5542F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5CC05-89C7-4354-8889-4BE5EBA9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E3DC4-B69B-4001-B63F-8A2F14EA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4858D-726A-47CF-8EDE-E06A531A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8369C-DEF4-483F-A539-4A20A44D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4073-BF86-4506-8F4B-1DAD9D00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B2AAD-E3EF-4574-8B9B-3998EAD5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95F92-6B08-4F61-B898-4EB54052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추가된 9·11·12번 줄에 finding이 매핑된다.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 저장</a:t>
            </a:r>
          </a:p>
        </p:txBody>
      </p:sp>
    </p:spTree>
    <p:extLst>
      <p:ext uri="{BB962C8B-B14F-4D97-AF65-F5344CB8AC3E}">
        <p14:creationId xmlns:p14="http://schemas.microsoft.com/office/powerpoint/2010/main" val="3597909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9EA64-FB42-430B-AE3D-0AEED0C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1950C-DC2F-4890-A7DB-E4A7A018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82049-6EBF-4F3B-A25F-5DA94D49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6A6F-5F45-4F95-AE0F-A2023D5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D4B5-2D03-4E81-896F-C69EE085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0B7CE-8B1C-4334-8A23-5AC221EE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DED03-886F-45E8-A9C8-E458F161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src/course_services/review_service.py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2D959-77DF-4F5F-96ED-89AE0ED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54F7C-D711-4D5E-A9AE-6EA36BF8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parsed_hunks.json</a:t>
            </a:r>
          </a:p>
        </p:txBody>
      </p:sp>
    </p:spTree>
    <p:extLst>
      <p:ext uri="{BB962C8B-B14F-4D97-AF65-F5344CB8AC3E}">
        <p14:creationId xmlns:p14="http://schemas.microsoft.com/office/powerpoint/2010/main" val="54294543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FF0C-E886-485E-9434-D9E3DBAD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F9FA3-1316-4F78-B99B-8CE8352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15947-21F0-4122-A70B-C911066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52F6D-3002-4EDA-A368-C066F05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743DA-3E14-427F-B033-DFC22F28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D1AAA-2E96-44DD-887B-7BFF7360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72E2F-4933-47C0-BE50-65DA80EA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unified_diff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추가된 9·11·12번 줄에 finding이 매핑된다.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D4E94-C66B-4BAD-9DFB-7F0AF1C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5DFC7-A981-4555-9351-05CFB63B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parsed_hunks.json</a:t>
            </a:r>
          </a:p>
        </p:txBody>
      </p:sp>
    </p:spTree>
    <p:extLst>
      <p:ext uri="{BB962C8B-B14F-4D97-AF65-F5344CB8AC3E}">
        <p14:creationId xmlns:p14="http://schemas.microsoft.com/office/powerpoint/2010/main" val="1467101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7BE92-22BA-4748-B51E-AC026529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F739C-6016-4821-B931-9E21B357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FF3BC-5554-429C-878F-773833E8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064CC-D2C3-4C19-9313-3C2E6B43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1351C-BF4E-4614-B011-8D692A7C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F0758-A2E0-4124-8F71-54BE587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22903-381A-42FB-86AE-8E354B43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absolute path와 hunk 없는 입력은 구조화 실패다.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+++ header를 먼저 분리하고 hunk 안의 추가 라인만 수집한다.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95436-85B0-4C9B-82CE-64206E0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49F38-BD7D-4485-868E-2FF5C5D0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201133356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E2182-024A-4300-8D7C-4E338BE0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6D07D-B3F3-41F5-A0DC-B4FD5B9D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C8F6A-639F-4831-8CE0-5653D305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4E557-E76A-4CBC-BA3C-3C0F3274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B6649-D255-49F7-B1E0-C7C0985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B5A53-7A2E-410E-B3D7-D5A90F4C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57908-2567-49B6-BD72-9092A385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FFE92-A527-4800-A307-3A0A867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A1F96-92DB-405A-BD53-B03B32C6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추가된 9·11·12번 줄에 finding이 매핑된다.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B5B0A-8045-48C5-B777-CF1367BA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851F0-5D7E-4C7A-85B1-2D13ED0F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305FD-EC08-4095-AFB7-CED2FC4F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B6EB6-6CE4-4F84-B677-F4325E0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F7A4D-5BD2-4B87-AEA1-E47A6B2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713A1-1C9B-4E49-93DD-90A2F378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B0482-6CA2-4554-AE11-A3E69821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E5D1F-C9E9-4315-BDE5-8BE52143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14CB5-25FB-454A-9E45-B67DEAC1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88287528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CE8A5-6F08-4DA9-BC3E-809DA57A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2EC33-B53B-4F7B-8F63-090D47C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8C158-E26A-40DD-8EC9-A86D6085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53D3E-9FBD-4963-B3C1-1AEED3ED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23686-6DEF-49B6-A726-64C1B701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FCE46-C508-48CA-8B83-0D46B80A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3C372-477C-4360-813A-1F76207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CEC83-2DBF-4A32-8D6D-4E7B574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13EBD-DA89-408A-88CD-CF832877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absolute path와 hunk 없는 입력은 구조화 실패다.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7562C-1969-457F-9003-7E2D8160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7904C-4F69-49D2-ADD0-9DF9ED6D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CA2F6-6744-47F0-AE5E-6E7AF12F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AE0F9-F69B-46ED-B515-9674E372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ED7FA-D9BB-40A4-A436-545004A4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CBD11-9AA3-4E79-A39C-F6BEE4AF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3DAFB-015D-4222-8DD2-AD100A66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3ACE1-A7DF-4DB4-8B32-4BE88CA3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95621-FAAF-49A9-92D7-02A6679D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36603818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1E16E-9F5E-4992-A6AC-70C53531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5ED47-31C6-4B48-9ABE-EA45D53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06DEE-0AEB-4FFB-A33B-E5F75B47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E3712-94B0-4B8C-9B2B-A106B95F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BC6DC-319E-4977-9521-D43D10FD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3D715-1EF8-43AC-AFE7-6DEE793B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B178E-7CC9-444B-9ED0-F46B4A73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GitHub·GitLab에서 공통으로 쓰는 diff 분석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52922-85A6-4ED4-A3F4-E4AC663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20242-7C4F-4EF4-BDDF-BAA6379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784E6-4044-4FB6-B1ED-40006127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1D8BC-CBEB-4B81-8828-A78AB5E7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F2F84-A3B8-4D04-8BF9-686743C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A5068-A04E-4131-AD67-5C6735D4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F2F20-F8D1-401E-B15E-30A7E9D8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FDE2E-B60D-4E97-B119-3461B0A8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8834F-7BB9-4909-BE4A-C960782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D62E7-4999-49A9-BB34-2D441429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DA21D-778A-435F-BA17-9980596C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8B7D1-9AA6-4A5E-9C58-05686C64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44135908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24CC2-E165-47D9-91E3-EE70EB2E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C957E-330B-4C0A-A65B-E0B48FAB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432B3-7F8E-48E5-A6EA-6D003DDD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321BC-28E3-412A-8E78-724FCF37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84B29-DB1A-45CB-8333-3FFB9991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D8765-FEBB-4E96-B710-BC7813F9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DBCDA-C304-4CB2-B636-22453EF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GitHub·GitLab에서 공통으로 쓰는 diff 분석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E711-1172-4AE6-BEC4-244DE5D2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B062C-EB9B-46B3-B1B2-5A508F88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AA281-BC0E-40DD-B62F-6A3F9ED7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04075-3AB8-49C7-BBD3-BD1D9C2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CB766-2F70-4974-BF86-ECE72DC7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66A8A-940E-48AB-9509-A30C73B3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C5FE1-1B46-4400-8EED-DCBB87C5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214F5-6EF9-4BDC-BDD9-CE1B5B49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A0C2D-70B8-4818-9AFF-9B08356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2F16E-71FF-4D7E-8047-3EDE8A6D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61E75-53E2-4ACD-A219-49E556D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5AA6F-88E4-4E04-A652-E6AC0FF9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64298234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9FFDA-5090-45FD-8EBC-C155E37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9D123-4CE6-461D-AB7B-7F3EB620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86893-C9DD-4262-98AE-B9B32E72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027C3-333C-4BDB-96ED-923A80B4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D5379-E7E8-4D28-8E87-70CF02C0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5D8A8-7CB5-48B5-947D-3CB20664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0AB86-2222-41A4-8D1C-837B04BD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84EA2-6CFC-4D6D-B978-A3E893C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6D935-18EB-4C1F-8222-68BBBB54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추가된 9·11·12번 줄에 finding이 매핑된다.로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95A26-2D92-47A2-B8CA-04ADFAF2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70489-6063-4971-AAED-33A5AB8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82EAB-4D63-4822-8202-016ABCD9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0AD2C-0195-4C48-9A79-F03D4BE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068FC-A884-4004-803E-4004DF5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B34E5-9F66-4058-8B03-034C494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+++ header를 먼저 분리하고 hunk 안의 추가 라인만 수집한다.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2D122-3F18-4F17-B79C-94C65D8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86569-0A0E-4F78-A62B-093EBB75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E4F2E-9510-4041-9F99-2E898A7E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23352229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3EFBD-B097-4182-9C05-E92070CD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7A3C5-2D3B-452B-915C-ADEBF3F9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D24D2-6D30-497B-9BD0-00A79874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21E3B-0CF9-48B2-9D51-5D111206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4CE4C-626C-4B6E-9A0E-54B2868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2E92C-4839-4794-AA2D-286E0F8C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1591E-DE14-4BC6-AB61-F43A9DB6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DB4C9-FC16-4315-90F1-DE5D9A1F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A4D8C-B8E6-413B-A1DB-918187B3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unified diff를 읽어야 리뷰가 정확한 줄에 붙습니다이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13B28-63C0-44E9-8BFD-30DA58F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686DA-3AF3-4EB8-BC62-D3E22A4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84DD4-950C-4479-8B4F-7EB87182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unified_diff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1DD8D-6BBF-4912-8266-4BB1BC42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22D79-A964-4A1A-BE49-56E6A507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38BA1-8026-432A-B1C1-AA110F5A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parsed_hunks.json과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DD30D-FA12-477B-BCED-4EB32414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큰 저장소도 리뷰 문맥은 작고 명확해야 합니다</a:t>
            </a:r>
          </a:p>
        </p:txBody>
      </p:sp>
    </p:spTree>
    <p:extLst>
      <p:ext uri="{BB962C8B-B14F-4D97-AF65-F5344CB8AC3E}">
        <p14:creationId xmlns:p14="http://schemas.microsoft.com/office/powerpoint/2010/main" val="58168591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E460E-CACC-44BE-9B05-6E61E6C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57E9C-3EB4-4519-AE58-BB12CB5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3차시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BBDEA-35ED-429B-AC79-3195C4C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10:40-11:30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284A3-BB7D-4FB4-8C5E-93AC180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큰 저장소도 리뷰 문맥은 작고 명확해야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13AA7-51B5-44A5-87C6-EAF68F3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변경 파일·직접 호출부·관련 test만 context pack으로 고른다.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5A912-380A-403A-852F-1F65B610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EE58C-5C62-4377-8141-9733C681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648E7-4748-48A4-95C1-24CA5918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C5A1C-24BE-400C-A3FF-0E64910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2F901-F2EF-4DCC-8D8E-44E808AF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A8136-DD5B-437E-8F3D-0F72DEAB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5921E-4B12-4E24-84E7-C2A939B9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context_pack.json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C68F7-53BE-4126-9E9E-DA2B4805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3차시</a:t>
            </a:r>
          </a:p>
        </p:txBody>
      </p:sp>
    </p:spTree>
    <p:extLst>
      <p:ext uri="{BB962C8B-B14F-4D97-AF65-F5344CB8AC3E}">
        <p14:creationId xmlns:p14="http://schemas.microsoft.com/office/powerpoint/2010/main" val="131614906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972E8-1744-4741-9C5E-760BD4AD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A2BD5-59FB-4BD2-B7C0-4FA2AB71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E8DA6-00BD-4E77-8D73-C6D1C178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6EBFD-EE49-48A2-BF75-E5AB7D39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BF127-4900-474A-9AEB-0E725578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14D68-6FDD-4B6A-B589-00EFDA1A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6CCC0-7534-4F0B-ABBD-BC1D33AB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AFA87-F64F-41DC-A879-0EC49EF6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4E874-511A-40FE-9DF8-BB8F3F8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parsed_hunks.json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1997D-184E-4C74-AE53-451D13C5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8A0EC-BE19-47F5-85D2-BA3A46C9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9FCFB-1642-479C-8F07-09041056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큰 저장소도 리뷰 문맥은 작고 명확해야 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10446-C24B-461E-AFF6-9F46A729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D2376-C6BC-4483-BA84-13FBC441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7CFDE-E0B8-4A16-BF49-D5BF88F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E623A-60B5-4060-A921-7CAE037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41655-CA63-42DE-BBA9-25166A4F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5B79C-3EA8-4017-B494-78DCEB19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결과도 API처럼 고정된 계약이 필요합니다</a:t>
            </a:r>
          </a:p>
        </p:txBody>
      </p:sp>
    </p:spTree>
    <p:extLst>
      <p:ext uri="{BB962C8B-B14F-4D97-AF65-F5344CB8AC3E}">
        <p14:creationId xmlns:p14="http://schemas.microsoft.com/office/powerpoint/2010/main" val="146676696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D6CB6-4B7D-4C35-9B39-B7CFD66F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파일을 많이 넣으면 정확도가 자동으로 오르는 대신 비용과 상충 정보가 늘어난다.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C358C-7BF5-4D82-9F02-AE519B9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E1ED2-3B76-4BBB-8BC9-421A7F8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8AA06-AFBD-44D8-8D93-DBB371D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44ADD-0C52-4B8D-B141-D0359EE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705F9-185C-4794-B842-C39675AE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파일·직접 호출부·관련 test만 context pack으로 고른다.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F33A6-8B03-49F8-8D15-4ED8E795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BF2C8-2D1E-48D9-A4A7-253AD494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56711512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8D34B-63FD-4479-95FB-7111327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0883C-8E32-4A6B-8C9B-A476817F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0D458-0441-48E5-9199-4384E86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88E83-1C7E-4DD4-88B6-2D9FA882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9C9CC-2E42-4B10-9DC8-039A5976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C883A-6D44-4761-B951-E3C341D3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E05E8-B219-4D7F-AAAA-ADF95C47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7F2CD-31B6-4F97-B3F8-5A99F7FC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파일·직접 호출부·관련 test만 context pack으로 고른다.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65945-22B8-4DD8-90FF-7C5C861B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2C604-89CC-45A3-9B8F-490087C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7705B-3167-4F6E-99EF-6D88E675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비밀키·대용량 로그·무관한 output까지 context에 넣는다.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920D4-0DEA-4971-8D43-5C2FC2BE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83B24-862C-4649-9077-96C9C705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8367E-639A-4060-B3B7-F614B32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2741410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FE999-18C6-4FB0-B010-53AC6D7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88F7E-3DD8-4C9F-829F-940E5BF0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62ADD-05D5-4AD1-84E2-F2F9E87D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42219-5A7A-457E-B263-FDBFBB9F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64CB2-B970-4E6D-AE70-DC98EE5E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19A34-A18E-428D-BEF2-7378CF47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6E5E4-561A-4649-AA49-F9A12B64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36954-D2CB-494E-91A0-577CF9A6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19326-5B7B-4CE6-8776-FE47CD43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A3BB6-F8D6-439F-8042-15D4BF0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CD2EB-87AE-4A0D-95E3-81E19DEF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CA9AD-B9BF-4E9D-8DE6-4E92BDEB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7F9D3-DDBD-4D5D-98BB-0EE9874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B9CBA-15BA-46FA-932B-90462FA7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변경을 이해하는 데 필요한 저장소 정보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5BAC0-8F0C-48D4-8C30-477F38E1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C48D9-FDB4-4170-B340-8368F928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6DEBE-EAB5-4A21-93DE-8F75269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D9567-1AFA-4748-A7D3-F8EE9FAC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코드가 의존하는 대상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4BEE0-9AB4-4187-A2DB-D263B5CD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16142-06B8-4113-B464-D96DCE5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Call site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D32B7-BF10-4984-89E7-8C2FB964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97D07-C28C-4FD3-A308-A36B6B5D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함수를 실제 호출하는 위치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5F669-691C-435A-BEE9-556A2F5A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6F38E-9B28-4FD6-B605-D6B89320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budget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78CBB-4C1E-4F27-B161-7B297554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AFB85-A2FE-4BFE-8AE0-79F0BEA9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번에 전달할 문맥 한도</a:t>
            </a:r>
          </a:p>
        </p:txBody>
      </p:sp>
    </p:spTree>
    <p:extLst>
      <p:ext uri="{BB962C8B-B14F-4D97-AF65-F5344CB8AC3E}">
        <p14:creationId xmlns:p14="http://schemas.microsoft.com/office/powerpoint/2010/main" val="48260525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7867F-95D2-4513-9997-AF5F3F26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F6A16-E7F9-4179-B500-D2DC224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8CC68-40BA-45FF-9309-61F9734C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69113-A2D1-41BB-A01C-5E0FED1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CD70-EC74-49F3-9C2A-EF06E4B3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D0F11-F30F-4693-8E19-F2C08385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E67E7-7465-42C1-A07F-1581C20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5794E-5E2C-4526-AB39-41E9F0AF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96B13-C369-4591-B1F3-4953FBD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C7223-A8E6-4919-A36C-5D77F84F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D1D89-9CB4-49F9-8BCC-573A8F3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changed path → 관련 symbol → 가까운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4DE6E-1442-4E11-A745-A45E6984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0D4AE-4C6E-4AD3-885E-ABC9B774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A2B48-BF89-495C-B6E1-FE2A87F2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DE326-6AFA-48B1-8BA0-7903ED8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FAD61-0EE5-490A-9194-A9194DAB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053C2-02D6-4834-93C3-5508007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pack에 changed_paths와 test_candidates가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밖·.env·실행 cache는 context에서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76597166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E8841-D68E-4A62-855D-02A9F7CF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3BA8D-1BDF-404A-8476-D990A87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0934C-0F36-40B7-9979-41786745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3AE3E-12E8-4C3E-9F29-9331F4B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B2349-CA4B-47E3-BFCA-9081EE73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D75E2-6E36-46D3-80AD-94FE3D31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0F15E-3F7F-4EE6-9782-25464A86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62CC4-D810-4EB7-BC07-AA61174F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51882-18EC-4987-9DC5-271EF473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changed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3923-0C18-4140-99A2-940E77A6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8E376-1712-4636-B1DE-EB3E5152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C4BB0-7448-4006-8CD2-C10D6D71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관련 symbol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7342C-DA71-46D4-A5B9-437077A7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90DFF-158F-48C6-89D1-28888CDB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13490-A1D1-4F84-B28E-7277E1B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가까운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D2A59-77DA-4667-AC68-AAD62B35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D9EEB-BAEE-4F3F-BFC3-3916CDD8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529F2-83BB-4401-8C9D-E61AF3B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정책 문서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25E5E0-5442-46DD-8A3C-D1EBB6FE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A26C0-942D-484F-9ED1-87872C5F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2A05F-0A11-4665-A203-A64B459A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불필요 문맥 제외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B631D-ADCC-4CC3-A6BF-A5AE215E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context_pack.json에서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19901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5433C-92B7-474A-93D3-8E12C67A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A5989-311F-4CED-AA6F-D7EE5199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7CB93-59A6-42D6-A8CB-3FDB42DD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B9BDD-89D7-469C-8C6A-15201382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DA0C-A76F-44DE-97F2-1481EEF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991AB-5071-47B8-9E85-02AF93A8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95BF1-B668-44AE-8C33-535CD945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6326E-4708-4436-9E86-FA3B82A5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pack에 changed_paths와 test_candidates가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490FD-BF57-4522-8683-23DC04C3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6AA6F-1926-48D5-B5F8-5A08FE3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505FB-F28A-4387-B68C-7E39E94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밖·.env·실행 cache는 context에서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C7A07-FEC0-42C5-A924-B4B105C0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0EE1B-4893-4426-94A4-50C08423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6D5B6-3E38-4518-A859-9BB91CA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84864-CCA4-4E94-BCA5-57A4B752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B9E3B-7AE2-43EC-8E8F-E9A48B62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A7D1F-289D-487B-A308-B837EC66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88309329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41BB8-914B-4587-8F20-7B1E5EBC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A7613-B2C8-431C-A5F1-8BAF542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5BEB8-4BE0-4BCF-9301-DBEF83C0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3B2DA-F70D-494C-91DE-AB611FD1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188A3-7D33-4B59-8108-8C44347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C45C9-57F3-46FB-8CAC-5282B1AD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1540B-3976-42DD-B3BC-46489B5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A8DEE-6558-4B5A-B225-F520172D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E181B-2582-4F14-98E7-8B9BBEEB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D5316-7434-4865-8C02-CF0C94B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C4BD0-FADF-42B0-BDAE-225C65C4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0AB67-EF09-4E1C-8645-EA3DF80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60D73-7A06-4F2B-9A86-0DD86DCB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DA959-DF8C-47AA-A52A-2FBAAD1F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EF9B8-D354-4D6D-BD83-6E0AA6AE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F41C1-9543-45B2-9AC9-8DF267D0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BB4ED-2FC9-447B-B9B7-F5DA432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6407E-E110-494D-9D5E-2B9F399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</p:txBody>
      </p:sp>
    </p:spTree>
    <p:extLst>
      <p:ext uri="{BB962C8B-B14F-4D97-AF65-F5344CB8AC3E}">
        <p14:creationId xmlns:p14="http://schemas.microsoft.com/office/powerpoint/2010/main" val="41321480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F7BBB-1967-424B-8165-69DD58B3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21186-9826-4931-8BC7-1EB213D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큰 저장소도 리뷰 문맥은 작고 명확해야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85F66-566B-403C-B2F6-D947FC86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75125-4E71-43C1-9DEB-5083645C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0DBC6-E27F-40CE-B6E1-836A991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B7FCA-BC8D-41D0-B0F4-FBFF780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48DEB-48D5-43FE-B071-66A9A57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파일을 많이 넣으면 정확도가 자동으로 오르는 대신 비용과 상충 정보가 늘어난다.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D8E4B-DA7A-4EDE-8FA4-40ED82A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730D3-EE70-4A3E-AB1E-C598C4FE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A402E-932B-4920-9B53-894C636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비밀키·대용량 로그·무관한 output까지 context에 넣는다.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F9CA4-E90A-4871-86BC-A006CFBE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rg로 후보를 좁히고 secret·generated output을 명시적으로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65762280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FD2A43-CEF5-48D9-B467-FB19777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BC997-EB87-4519-A200-7B1CDBC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4EAA2-0A52-4FA2-BF04-424674AF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3AEB4-EB8E-45D0-9EF0-AA988C6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42C5D-77BC-45CF-AFD6-C4D252F0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B6D0C-66B2-459E-833F-0CF0256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DE6B0-4135-47B4-BDDE-3495703D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352FA-D47D-47EA-814A-1FCEF02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D1797-D6A9-4FA5-9EC5-F77C8CA5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2E542-4F4F-4392-A307-99AEC1CD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FFBB4-3DEE-45FC-B510-068F6BB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26A1A-BC4E-4357-AE57-433A8D1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8C93D-29BB-4545-9C76-693FE54A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6052A-6DD5-4632-88F5-1418BFD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23E45-5428-42DD-AF0E-1B15FABB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7DAA2-AA83-47F8-91A0-E031FB26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변경을 이해하는 데 필요한 저장소 정보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D9EE3-CB15-4547-A09E-EB977F4C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8AB48-13A3-40C9-90CA-0E7AFA7E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B2F12-16FA-4976-81C5-AA81924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F84A97-0B3E-4493-875C-E81CEBF7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Dependency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1851A-DFC4-4C47-97CD-23C0F9BB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B8C3F-3563-420D-8875-185DAA4C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코드가 의존하는 대상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D66D1-0980-4E77-9002-29395F9D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B5D44-3EBF-451D-AB43-8AA53678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37AAA-B262-434D-A88F-231EAEE7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89CE1-3BFD-4423-B01E-05C8270B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Call site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B7E855-B9F6-4D8D-95F5-6CC0D3A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22568-10E4-487E-BB6D-2B870BF5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함수를 실제 호출하는 위치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797FF-C3C9-4256-A05E-C03CC0E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66F43-1638-4320-B647-DB8EFE81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3CCB89-C016-49B3-8820-BDA3A5D4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CF22E3-D8DB-46CC-B236-367316FB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budget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01845B-5681-4D1F-8EF9-09020A1E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9569E-1F48-4779-A83C-C38C4678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번에 전달할 문맥 한도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C84F7-20F8-495F-9E71-40E6D564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CBBD81-02AA-49F4-8132-BE2DA921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34948323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2E0F8-74B7-433D-A445-BA97619C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DDE75-BFF2-434D-B9A9-2F017F9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77F18-F98E-4D34-851D-AC916DE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A23AA-FD9E-4E64-82CA-A31C2CAD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3CC43-5CD4-4E59-A16D-A573ACB2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9156C-B87B-44A4-B8FB-8EE1B12C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C3DB4-16AA-4DA9-82DC-402D4B9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B0D1C-7540-4779-827C-30EAFD5E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37875-CBC9-4724-864A-35ABD415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비밀키·대용량 로그·무관한 output까지 context에 넣는다.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8490F-FD60-435D-A95D-38982EF6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A3FD7-91A6-4E48-840D-E5C42369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파일을 많이 넣으면 정확도가 자동으로 오르는 대신 비용과 상충 정보가 늘어난다.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73D27-7D6D-457F-8901-FC48A520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4011772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0AF0B-72AE-4EDF-A7FC-BCCAC3E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85E71-DDA8-4790-8255-DE0AD861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792D2-5BB5-44F5-A59F-2064531C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26F66-57AB-43FA-BF73-667DBD0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8031F-BFB4-4AA7-BC9A-2ADC26C7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E255C-04EB-47B2-A0FE-EF8AA03D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BEF66-3BE6-4257-A7D0-AB626B4E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4446D-43D4-4B93-9A54-63D53A46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C365F-EB17-4D1B-B525-A08DD0A8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workspace 밖·.env·실행 cache는 context에서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66B69-7518-460B-9EDA-EFB6078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2BF54-965B-41EF-B9CD-3002978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4DDDC-BED2-4B97-B4A7-D0D3211D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비밀키·대용량 로그·무관한 output까지 context에 넣는다.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1B35C-0515-4A6C-9E0E-CB3593BB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8C451-451F-4743-9DC1-D5EA765C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756E3-7316-49CC-A712-B152872D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rg로 후보를 좁히고 secret·generated output을 명시적으로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B7BCC-E947-41A1-BED2-1C234DA3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DC84A-E4A9-4306-BF35-28B264D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BEF85-678D-4822-A7C7-2BF5DE06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context_pack.json과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2356316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D5B51-28F5-488B-BC75-8C3045F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72B07-3F01-4BD6-8735-8A25AAD8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9E850-87A4-4C6F-9111-5F16AD45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6A49F-FE35-4582-BF58-4C5B9D77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44BE1-5626-49A2-84EA-DBC6FC95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F1B94-BAF8-4A42-B079-778F0F16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b891507eff4818"/>
          <a:stretch xmlns:a="http://schemas.openxmlformats.org/drawingml/2006/main"/>
        </p:blipFill>
        <p:spPr>
          <a:xfrm xmlns:a="http://schemas.openxmlformats.org/drawingml/2006/main">
            <a:off x="5010150" y="1629581"/>
            <a:ext cx="6191250" cy="38845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B39D6-6B80-4654-A16C-5823C735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저장소를 이해하되 수정 전 관련 파일과 test를 먼저 나열하게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76EF9-B0CE-4EE2-BCA3-CC68EBB2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83540527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80ED3-4EC2-433B-B685-FF344AA3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9F7AD-7699-431B-80C2-6AFD48E3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305EF-743C-4632-893C-0F83B87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0EDFF-8C28-4971-BBA2-83F7E311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31B89-A96C-40CD-A8B4-DB6FE2A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D7E10-FEDF-4524-B1D1-A970162E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5F9AF-51CE-46B1-9602-EA81CA35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675E1-3E3C-4496-B831-94843ED8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C8D01-F413-4282-84B0-7C16C73F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저장소를 이해하되 수정 전 관련 파일과 test를 먼저 나열하게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8166B-9E27-4C36-9B34-55E037D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AA86D-B894-483C-92F8-68F46341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5F52C-EDA0-4579-8270-24EB78F0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83C5E-C114-48A0-A609-57B861B4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15AA8-B36B-41BF-99EF-67A23DC9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A8228-D0E7-4238-8654-88ADE65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pack에 changed_paths와 test_candidates가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밖·.env·실행 cache는 context에서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BF911-69C8-4B71-BE58-62062C73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9B159-757F-43CE-B336-EB8AC599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5C433-473A-4638-81BB-DD32084F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72103836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2F4D1-4908-4977-AD66-276EFAAF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C2255-3886-4DB0-88F6-09F62F85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3F766-228E-4682-8115-B0C43F1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9E7D8-D884-4943-A8F1-7412845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6F5D0-50D7-4EB5-94B1-FA040898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7B372-37BC-49A4-B8C7-1CA74D75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6D8B5-5A83-4C3E-804F-3F80C33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4DD8D-0062-4AC8-B232-9400FA80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B2C36-00B8-48DF-ABCF-BBF9B7D5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96E7B-61F7-4EB1-9357-243C14E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91751-54E9-4469-9010-69670FC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40A5F-4EC9-43DE-B455-6CB17970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ACF0A-3377-48BF-BA19-3DE27ADB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B4A3B-F8D0-4AFC-97EF-AC6A626E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pack에 changed_paths와 test_candidates가 남는다.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04DD5-76C0-487D-A4C4-50CA684C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4106C-0C10-4107-83DE-D70FE74A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05A32-3936-4B1A-B266-4565AB13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F07C7F-E7E9-4AF4-A4F6-9C52215B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밖·.env·실행 cache는 context에서 제외한다.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D8E0D-8DA1-45EF-82E1-1065C3FB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20D0D-0E49-4C92-A45E-49F30724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3775E-1802-4797-BF9B-7CA29D6A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69385-B3AC-4A0B-A690-D5BEABE9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84464199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9FD37-FC50-4724-B737-39FF40AA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ABDE3-36E8-4A2B-B048-7BC2C741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20472-D597-4017-89CB-60D0E1D8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AA097-ACD9-4042-A082-AEFB3776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C7B28-19A8-4403-9946-3C60C189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C39C8-CFDD-4BD0-9C37-1E1BE24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4D649-996D-44EB-83B2-459A34B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42C14-5601-4D93-A6B2-BFA845B7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97D51-A810-4449-B651-48A2ECA5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E245F-31B8-487F-94F3-DDAB2478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4DA74-0A1E-4105-AF3A-9FC20F26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B3955-19C5-4C01-A6DE-B4E0C22A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2D981-B3C3-4F03-B80B-BD2DCDD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05CA-E26C-4B5E-B89B-EBDAD79D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A2B23-F90A-4566-9754-3C9E423F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rg -n "run_review_service|ReviewFinding" src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54703-963B-42FB-9F81-A89B9000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DCCFB-AE0C-49A0-BCEF-EB3D6E42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B52E5-33D0-4629-9D67-C0349DD6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context pack에 changed_paths와 test_candidates가 남는다.</a:t>
            </a:r>
          </a:p>
        </p:txBody>
      </p:sp>
    </p:spTree>
    <p:extLst>
      <p:ext uri="{BB962C8B-B14F-4D97-AF65-F5344CB8AC3E}">
        <p14:creationId xmlns:p14="http://schemas.microsoft.com/office/powerpoint/2010/main" val="1517252769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C84E5-D7CD-48F3-8788-636D82C9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3FDC1-2C25-483D-8F6D-7534C3EB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38969-4BCC-483F-8C85-3D188A37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406AD-06CC-443C-A713-0EFCCA69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A9B2E-E5F4-47F4-A428-23C33462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CFC2E-101F-4E7E-83FF-CD923E8F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D5B16-55F5-490D-9FBA-0CA32D56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64A4D-C580-4CB4-B58F-CD13CACF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C83DE-48D7-45F6-B0FA-AE51623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rg -n "run_review_service|ReviewFinding" src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1DEA5-BF10-4477-AD88-EA284471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16F5F-C3A9-4257-B11C-041110F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87840128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F5396-DEB1-473D-9174-9CCA58F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CAD1A-3C38-49DC-9347-854F2C3A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DE056-436E-4013-AA9E-3344B5DF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F103A-F405-43EE-B4B5-682422A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6E718-3BFD-4F7E-A590-A003918C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0D492-11D3-4A5F-8D4A-8C959F00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1E759-9866-45B4-88E4-13074863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C8497-F966-4A90-BD12-84344900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F456C-2219-41B2-8C0A-5991D2A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BC771-DA56-4C11-84E2-4C7C8D71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B2C32-5D3C-4CEF-AE55-B0B57DB2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4D13A-0B73-4E1F-84F4-68C5FB7A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6A9C7-E794-43B1-BC5F-31FBCA56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context pack에 changed_paths와 test_candidates가 남는다.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workspace 밖·.env·실행 cache는 context에서 제외한다.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54207529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5F1F1-FA05-4E85-A1C6-9A4E751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E5129-F319-42E6-8CCF-2E1AF7D6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0CD07-7AB1-472F-8FC7-EC15C193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572BB-CE2E-49C0-A688-B03BFDDD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8A4F2-68A5-44BA-8902-1BFCC4B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7F0E8-54C9-4413-80CF-6586B0A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083CB-E1BE-460F-8B44-9370BF30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21EC4-A7EB-4E67-ACFD-CB3A55E6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비밀키·대용량 로그·무관한 output까지 context에 넣는다.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1548C-9EC3-421F-8BA8-4DC0786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2D7BB-E21A-40E8-87E0-D8D3CD2F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072A5-17A6-4BFC-A69D-B4705CA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rg로 후보를 좁히고 secret·generated output을 명시적으로 제외한다.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ED482-A4FE-4C33-AB52-4FA59A10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workspace 밖·.env·실행 cache는 context에서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206613311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6DBDE-0261-4FC7-81E8-3EE29F97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85A4F-19E8-4227-8D38-EA3DF254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08BAE-CF8A-4020-9B78-D6F011C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2FA27-1135-4649-925E-5E87795C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D2FA3-FC92-4205-A4AB-7A334DD3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4EAD5-474A-4AFF-A8D0-C961A163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2ECAC-9C93-4552-ACA6-D989917A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C0515-9612-4E95-97F9-982CDD1D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B45F2-9C94-4116-AFFD-6871B36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5A634-D8B9-4F24-BAF3-1AF67F01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4D9C3-43B2-4E6D-957D-D99E1D3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F2285-DCDB-413B-8CAF-E109DF81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 pack에 changed_paths와 test_candidates가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 저장</a:t>
            </a:r>
          </a:p>
        </p:txBody>
      </p:sp>
    </p:spTree>
    <p:extLst>
      <p:ext uri="{BB962C8B-B14F-4D97-AF65-F5344CB8AC3E}">
        <p14:creationId xmlns:p14="http://schemas.microsoft.com/office/powerpoint/2010/main" val="159097640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2F796-AB02-493A-B21E-0508362E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C249F-980D-412C-B1F7-35689D86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1453D-7999-430A-B183-BC9BCC9C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C9C2E-DC04-4E6F-8B71-E150648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2D03-3BDE-4854-861D-D2D56652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F4EF1-E54A-4495-9302-6486595F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0649F-98ED-48B4-ABD7-B08688C7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AGENTS.md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E1752-D263-48ED-889D-A4092B7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4DD5-A265-4820-870F-744E3A2A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1573610121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EE297-3BEB-4E5E-83E2-00C57631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FB8C4-792C-4AE1-898C-FD8164F4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EFA67-0A85-46AE-B532-F5FFCA8D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77B90-36D0-4A29-9141-DC4CB8B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26382-A52A-42A7-9A46-FBFB6AC0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09F41-921F-4374-AF5D-80134570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BF517-FB92-4F7E-94A5-1D0B750B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rg -n "run_review_service|ReviewFinding" src tests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context pack에 changed_paths와 test_candidates가 남는다.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F5E40-CD22-45CC-A5B3-48CC8D8E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94EB2-1054-437A-BDC7-26C976DA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context_pack.json</a:t>
            </a:r>
          </a:p>
        </p:txBody>
      </p:sp>
    </p:spTree>
    <p:extLst>
      <p:ext uri="{BB962C8B-B14F-4D97-AF65-F5344CB8AC3E}">
        <p14:creationId xmlns:p14="http://schemas.microsoft.com/office/powerpoint/2010/main" val="186394031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23A19-77B9-4516-BFA1-1731A227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DC570-AC4A-4266-8F55-3C8F6717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3F2EE-D932-4D28-91B6-B2E128A0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28B17-E2CC-4CBC-867B-B5D8BF12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BC3D9-A733-4991-AB98-43F6BA1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CF739-5A58-4A8A-B0C3-742DFB7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CCF4E-6557-43D0-88BA-B102B8CD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밖·.env·실행 cache는 context에서 제외한다.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rg로 후보를 좁히고 secret·generated output을 명시적으로 제외한다.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4AF48-C5B6-496B-88DC-F5E2CBF2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EC942-9D97-407F-99A5-44EFB076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823092231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AA682-0ECB-4E76-BA3F-34A50EB0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1735A-C419-4F90-AAE5-7DAC1E71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F8269-2410-4B8D-8992-A43D99F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94ADA-5846-4A84-84B7-18646A1D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40C9C-5299-4F87-AF75-CDCCBB1E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47AAF-D8A9-4978-87A6-1FFF5724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08660-9F90-4A29-8EEF-87984787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AB799-CD86-4BC4-A098-FAC979F2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A679C-1B10-485D-8492-54FCD31A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context pack에 changed_paths와 test_candidates가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87208-E5F6-49D1-A8BA-42458901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9C7AA-F2C0-42ED-868C-607823D1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A32FE-6D86-4285-ABE0-658AE7E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BBB1D-C11A-4F3F-A2EA-1D98796E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51070-71CA-4A09-AD3C-8A59458C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B93C2-5358-45AC-9E33-B7523D96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6CD77-E0A6-41C3-9DFD-D600F4E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909FC-6EA8-4F6F-872E-670760D2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5A874-653A-41F9-AADA-DE8ABD21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34871708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6D78A-D413-47E3-BDF6-ACB5B1C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02E92-F1DD-4431-8227-08313683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B89B4-0CF5-4BF5-A92D-E1DD7F36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FA10B-8A9B-4D9D-8EEA-00E10DE5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25A31-366D-4003-8261-83B83C6D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7C8E7-79E7-4184-B7BC-217C29B1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8C994-F881-45AB-8A6E-232B2F11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D51CD-4970-4C21-80A5-ADBA8B8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4A731-4650-4557-B713-3D575F0E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workspace 밖·.env·실행 cache는 context에서 제외한다.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A071D-D423-47E7-B733-B8D30E9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609E6-7121-48DF-80FF-D43600DD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A75BA-6746-4356-AECB-12833F41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3A14F-4784-4B40-AE1C-DB2B24BD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740E0-F8A7-46F6-9B29-AE31914F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F5217-A941-439C-BBF3-D778B634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CBE83-F37B-4573-B385-E4BE44F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D6978-D7A9-4382-B1F8-6D1120F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A3300-288F-4B44-B787-2C394D2F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28741154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0D6E3-FCB5-44B7-824D-100B8F5D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7C338-4D9F-4DE5-87BE-6C677705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098DF-E510-49E8-9780-2486504C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0E577-EAF4-4FA2-A99C-E7A64058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B901B-E9E9-4481-9310-3521672A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BD873-A061-4178-B53F-B3DAE64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472A0-79CE-4660-9F73-AFF8B29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수천 파일 monorepo에서 리뷰 latency와 비용을 줄이는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ECEE3-F281-4A0C-8671-69943D17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78A9D-1E7C-4853-9D13-BCDE493D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C387A-7B2C-4547-A027-518D6A39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4A209-62C2-43CF-B857-13B7F52B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5F239-8D2C-4533-B141-93C93F25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A4F29-5DB4-45A1-A9F2-71BC13E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AC4AE-6892-4822-B5C2-FCADCC3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97605-53E5-4F75-9DCF-8A6C2FB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29843-4440-4B84-91DF-D9F2B68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BE229-066E-4B20-8F55-34709967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2EE5D-4191-478C-B4B9-559F7EB0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9109B-F636-492A-9801-9E324DF1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310290205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FD2EF-29CB-4BFC-B61C-98F766AD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D13AE-8380-44BE-BAF9-0CED0AB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49A88-84CD-4626-9FFF-2F158C77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E4703-BED0-4402-829E-439D37E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0C30C-B853-40F4-92FC-8DBFA8F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C6488-778D-4106-A0E9-123039C2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E5BB4-70BC-47AD-B2C0-7B553D2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수천 파일 monorepo에서 리뷰 latency와 비용을 줄이는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BF289-D8CB-423E-ACC8-46A4050B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480DA-16D1-40A3-98D0-A4C755D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D91D0-9569-42D3-AAE5-9A09ABD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587674-D691-4507-9E15-0743F5F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95DDE-9FC0-4CF6-A93C-23EFFAD9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2E5D5-F832-40FD-9CDC-58C6D9B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68B4E-ACF0-4523-935F-2B6FECC2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D4C7B-F367-4787-834B-FE81FC21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0E168-3273-4CB6-9D32-9D59975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BAEA4-8A66-47A5-9D08-CC99C29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B7D8B-C4B2-4A61-996F-9FD0C64F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D3DBF-D989-4CE9-82E4-53CCA28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05301574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4B091-6970-49F5-B132-8FCDF33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FDA86-3211-4C98-94CD-C8D56CB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D9676-7D33-4702-99F6-23438D6B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2C9E1-BA2D-415B-95F4-6D07B47B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BA91A-09B6-495F-9822-73725D56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450CE-712F-448D-BE3D-58ECDCD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8DAB1-EAD8-4885-980B-484C3B84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4A65E-D0E5-4570-9AFB-5782F01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FB29B-7DCE-4D9A-B55E-3499E8AA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context pack에 changed_paths와 test_candidates가 남는다.로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F194B-91A2-451E-96E7-221770F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C366B-7751-4B58-ABC7-014ECC33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89DA0-40F0-4403-9166-39E9951F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0E622-F92F-4B2F-889C-B4447A0D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7281B-0923-4171-85EB-E96DF90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35246-6F49-469B-8514-DEC4B8FD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rg로 후보를 좁히고 secret·generated output을 명시적으로 제외한다.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05502-D20A-4237-8B1F-960CEFD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540D9-669B-4D66-AF44-61B7A7F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0A9EC-445C-4E72-920E-D8723DEF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78739162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BA232-6A48-49D5-BDA0-A217DB8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62969-E2DF-4FEF-B1C4-3DD904FB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4882A-30B3-4C9F-BF21-6A4075CD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DA914-6C64-4F5B-A2D5-F470D294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8B034-5D6F-4A99-9A88-F4EF8C1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DD4BA-054C-496D-A112-3CAB27B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BC052-CFF5-41DA-B252-A61748BB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B2C5A-8B3D-4F19-AA32-B510446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B037D-C655-4441-B61F-CD510D7D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큰 저장소도 리뷰 문맥은 작고 명확해야 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13A6F-BFFB-4CB0-8827-9509FEF4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7AA93-AAB5-4367-BD7D-EBAF78CB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538CE-F0A1-472E-92CF-7BA13E46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rg -n "run_review_service|ReviewFinding" src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7EB88-5101-48D7-9D61-29368A7C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BAED4-93AE-4571-9C9B-50AAA17E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D36AE-B212-4676-BA57-1ED7081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context_pack.json과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A771E-81F4-4E16-B825-7893D586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리뷰 결과도 API처럼 고정된 계약이 필요합니다</a:t>
            </a:r>
          </a:p>
        </p:txBody>
      </p:sp>
    </p:spTree>
    <p:extLst>
      <p:ext uri="{BB962C8B-B14F-4D97-AF65-F5344CB8AC3E}">
        <p14:creationId xmlns:p14="http://schemas.microsoft.com/office/powerpoint/2010/main" val="4178218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A0E6E-AEC3-4FAF-B07A-B06E858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763CF-4E8E-4CB9-9239-5BC0596C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4차시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FEF9F-4B26-4D80-90DA-BF24A0A5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13:00-13:50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3D9C6-3539-4C69-A427-27E5FF51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리뷰 결과도 API처럼 고정된 계약이 필요합니다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B9F8B-4273-4643-B41C-E966EA9E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ReviewFinding과 ReviewReport를 Pydantic으로 검증한다.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B662E-A530-4BC4-984B-DD87216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BFAD0-D2D9-4143-81FE-8E994F6C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ACA5C-AC84-430E-9CFF-8DE8AA75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CE715-7627-4CBD-9016-D9EAE3AF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CA090-40F9-4B8D-BC30-62F1D4FE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49A19-E15F-48A7-8D7B-90CCCF0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C66B4-FF51-4268-A368-F9ECFAA8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review_report.json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4D3AD-7C86-4E6F-BDE7-2FC6ADDF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4차시</a:t>
            </a:r>
          </a:p>
        </p:txBody>
      </p:sp>
    </p:spTree>
    <p:extLst>
      <p:ext uri="{BB962C8B-B14F-4D97-AF65-F5344CB8AC3E}">
        <p14:creationId xmlns:p14="http://schemas.microsoft.com/office/powerpoint/2010/main" val="131841390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C1A67-0BE5-4C6F-91C2-5BC8C4F6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6D9E8-29ED-49D6-AD5F-8487FEBE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0BBE9-C095-4442-B8CF-E5C54FD0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C0BE2-3F2D-4EF8-BC0A-ADA628B6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14D76-9ACF-40AF-9326-1EC24D1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20E8A-8723-416E-8B23-F2013554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C3089-3C63-4B22-85B9-80C11ED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3112E-DC4B-4C3A-8A02-9E13128D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2348D-E158-44CE-A21D-4E3A3D7D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context_pack.json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DFE4F-B0E7-4BCC-B040-70ACE4E5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25EF8-9D94-420C-8759-C549FE17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A4B55-D5C3-4BEB-96C6-C3779535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결과도 API처럼 고정된 계약이 필요합니다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BDE0A-438D-4B24-8E2A-24A20B2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125A5-5D41-43F7-9B2F-EA6505A4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86768-39A6-4095-8F8A-F910F99D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3860C-991F-4C75-8442-282F623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CBCF2-86CA-4674-A094-193C5522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59459-C1D8-4035-B64B-2C8FF63F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 baseline은 작은 고정 입력에서 출발합니다</a:t>
            </a:r>
          </a:p>
        </p:txBody>
      </p:sp>
    </p:spTree>
    <p:extLst>
      <p:ext uri="{BB962C8B-B14F-4D97-AF65-F5344CB8AC3E}">
        <p14:creationId xmlns:p14="http://schemas.microsoft.com/office/powerpoint/2010/main" val="165701231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30306-47F5-4A83-90E2-BCE60B6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 문장은 deduplication·line comment·평가에 다시 쓰기 어렵다.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4DF73-A596-44E0-885C-69CCAA49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86FBF-FE4C-49E6-86E4-91531AD2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09B90-09C6-448F-8436-D09D6E8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DCE49-CD98-4000-8127-1BF7A05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0ABAC-EE32-45AA-97A4-39F4F340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ReviewFinding과 ReviewReport를 Pydantic으로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22C61-EC7F-4FDB-BECB-04C2968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92993-9842-4F75-844D-C1C3AFDE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review_report.json</a:t>
            </a:r>
          </a:p>
        </p:txBody>
      </p:sp>
    </p:spTree>
    <p:extLst>
      <p:ext uri="{BB962C8B-B14F-4D97-AF65-F5344CB8AC3E}">
        <p14:creationId xmlns:p14="http://schemas.microsoft.com/office/powerpoint/2010/main" val="1294148802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A692D-1E87-4549-B7A8-181B457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31AF8-51AA-4849-B5BE-9E656BC1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5C752-B8E0-4E92-87CB-633ACD9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64E6B-FA24-4837-8209-15C658A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F10D5-A132-4120-A572-4A98C21A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7DF42-5C0C-47F4-B7A5-9C596D68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57529-6F31-42C6-81E1-E13E82C0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94B94-E11B-42DA-8697-3FA60495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ReviewFinding과 ReviewReport를 Pydantic으로 검증한다.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4CE31-9BE1-42C7-B8EC-41FAA87F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791AE-BD57-45B6-97A7-9F1B6B48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84757-8392-46D5-B562-216F2D37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오류가 raw traceback으로 notebook을 끝낸다.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CC30C-BFB6-4F9A-8BAD-BE54928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4FA09-E119-4509-9101-9DB98C11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3B4F8-75B6-4E0C-9E9E-5FDD65D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3224096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18C679-5854-4233-A403-1E8FE31B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18A00-3F5E-45FF-BFE2-1514DD4D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91621-3F7F-4876-AFE8-A6B74BC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52217-E490-44C3-8F63-F11DCA11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B6C6F-F35E-4C28-BF6A-508BFBEC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268B1-0201-4F1C-BA62-0D6E3B20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D3A98-3C37-46A4-A7B6-79487127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5D81A-A705-485C-9DB4-608A09DF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DBBB0-EB01-4C7F-8550-005CDFA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03015-2F61-4F69-BECF-884230B8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851F8-C8EA-422A-9785-9B2A367D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29473-9B9E-4A73-A518-F0C35CB1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28286-F544-4B9E-8222-95CF748E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DADE4-2C6F-4A18-9CDB-DAFAAF7B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호출자와 구현 사이의 약속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BC8DF-794A-4FD3-9025-2198151D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5FC90-41A2-4C5F-8FBB-6E6CA5C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extra=forbid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406B8-BB7A-4E9F-B04B-BD910A36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98C44-DA62-4A79-8C11-11451836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모르는 필드를 거부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DF3B4-E250-413D-8BE7-BC59DDED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8AAA3-D6D3-41A6-88B7-3FA327C3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Error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508BD-3CF1-4C2E-BF27-46A357A6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7D924-5CDC-4BC6-9F97-9AE07F3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판단에 쓰는 이름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DA9AE-6A0E-4C83-9551-E831ED95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F299B-BC71-4787-B09E-A015564E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 publish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AF774-0A40-4CB4-9674-ACF51B3F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51D4C-85D4-48E2-8742-14E748C9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없이 게시되는 동작</a:t>
            </a:r>
          </a:p>
        </p:txBody>
      </p:sp>
    </p:spTree>
    <p:extLst>
      <p:ext uri="{BB962C8B-B14F-4D97-AF65-F5344CB8AC3E}">
        <p14:creationId xmlns:p14="http://schemas.microsoft.com/office/powerpoint/2010/main" val="1382877732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3EF3B-7FD0-4122-A7AE-DF9A1A68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6AA84-23E8-4749-A5CB-11604AEB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E17E6-6A81-4E0F-BC71-79974516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35F5B-2A05-4BDA-A174-1E566E8D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E54AB-2523-418E-A360-51C6EA3E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1767C-5ED1-4C23-BD3C-DAF72289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C64CC-4009-49C3-BAE8-9D818746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BD7F6-8B29-4863-9FB1-5BFC167F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5C356-B511-4369-B0DC-C1AD70C2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09BCE-5EF9-439A-B706-5A3C9B7E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E2B64-65FC-4C37-AA0E-60C49143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 validate → line mapping → report aggregate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38B2B-67E9-4089-9B70-0149806E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51DC6-9EBB-4A7A-8ADD-B163F7F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BC8B4-8F40-43D2-93AC-18CAABD8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9F2AA-B2DE-47C5-8FDB-F14D89E5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AA1DA-6D9A-4AEC-B2BC-02810CE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210CC-BC0E-4A21-984F-7D72F84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confidence 0~1과 line&gt;=1이 검증된다.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automatic_publish=true는 model validation에서 차단된다.</a:t>
            </a:r>
          </a:p>
        </p:txBody>
      </p:sp>
    </p:spTree>
    <p:extLst>
      <p:ext uri="{BB962C8B-B14F-4D97-AF65-F5344CB8AC3E}">
        <p14:creationId xmlns:p14="http://schemas.microsoft.com/office/powerpoint/2010/main" val="124045828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4F33C-CFC3-4E62-96FE-009CADAD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B82E1-CB03-4883-8DFC-3C78C01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F29A2-2BF8-47D9-BD39-4B7BDF9F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E424A-8B26-4CD5-A20F-B4C3F4E4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74624-A847-4C89-A3BC-73F42D8C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216E8-15F4-4D81-BC6B-B3FE5B3A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FE93C-0966-4020-A325-BE0EC506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0B0CD-3F94-4D6D-A670-B2642263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78BD4-0CEF-4732-BC83-810A04DC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B77BF-2376-4982-9399-B86FBE1D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F7247-AADC-46AA-B60A-EF1EFBDD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3C67B-C915-4FBD-8CBB-A99896A9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line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171FF-016D-4234-B6EF-A80F140E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CB6D5-F8DC-4369-94FB-FB86E8CC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864FD-AE49-441C-A1A3-5025EAA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report aggregate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9D3CC-50A1-4E52-BB78-0779BFCA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CFAC3-30BD-494B-AADB-53B8D34E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048AB-EC3E-4830-BC7F-0DE13E82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 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6F2A9-E03B-4F0B-93A3-738A159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F6040-94F0-4B4E-8139-849812E5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87ACE-4DB6-477C-9147-7C186D13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 failure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D8950-3DD2-4929-9E09-F2798A03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review_report.json에서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2741725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1AEF2-CE97-402F-AB2C-DA7479F8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95A12-6185-4F32-A562-923D967A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44910-726D-4A4A-898B-C5CC19D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62ACD-956F-4E58-8FCB-AFB69D63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8CC59-1188-4F37-8C75-B68077B4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D9A82-185F-48A7-A393-5260D97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0BAB2-14D3-4B98-9D6C-B73A747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6C79D-2B9D-4D3F-BB13-E82BFC7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confidence 0~1과 line&gt;=1이 검증된다.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B068B-C153-420A-8256-31239474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09D0-4C8A-42C4-BADB-69169B82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00338-180D-47B4-94D0-E9DD322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automatic_publish=true는 model validation에서 차단된다.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8BC59-6D3F-46BB-BC2F-C9DA392A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75858-F524-4A9B-A90A-4B7F3E48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CFB0B-6761-49CD-9732-FB55FF6B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46885-6AB7-4F41-B2E7-7A39D47E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38C51-78A8-44E3-928C-7C449D86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EF4A1-F8CD-4DA5-A9AE-237AB7D0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식별자·review_report.json</a:t>
            </a:r>
          </a:p>
        </p:txBody>
      </p:sp>
    </p:spTree>
    <p:extLst>
      <p:ext uri="{BB962C8B-B14F-4D97-AF65-F5344CB8AC3E}">
        <p14:creationId xmlns:p14="http://schemas.microsoft.com/office/powerpoint/2010/main" val="184197628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B3AF5-472C-4807-9F99-E788AD6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E9237-BB30-4D38-A40C-CFBC9FAD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9A011-7302-404F-BC2E-1BEF575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5B956-994C-4431-A374-2A551E0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4F9A7-38A1-44E9-95C0-CEE05C4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CB346-490C-482D-9FB3-F95D271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09673-8467-44AB-9005-80B6F47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B141C-8BCB-4138-B0C2-4CFC6F24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3D9BE-4108-4C48-8473-4F6365F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09E77-D4E3-44EB-AC30-93820302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45998-5C89-4007-B395-7F2387D0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CD2EB-C3B4-4033-8BB6-5F80EB6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69B9E-3B7B-4514-B929-1880E086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E2A97-9FFC-4ACA-9301-3840BDD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66625-0ADF-47C0-96AF-161B34E0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84302-75C1-4C40-9904-A10143D7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4603D-58FC-4A17-BCB9-C6DD2CE0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8B90E-D054-4C1A-955A-F57949B4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</p:txBody>
      </p:sp>
    </p:spTree>
    <p:extLst>
      <p:ext uri="{BB962C8B-B14F-4D97-AF65-F5344CB8AC3E}">
        <p14:creationId xmlns:p14="http://schemas.microsoft.com/office/powerpoint/2010/main" val="284580968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9A2FB-8FCF-4B48-A13C-29EFA81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C926D-D1ED-4B1B-8EC2-E57F896B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결과도 API처럼 고정된 계약이 필요합니다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8363E-6A2D-4A86-B0F3-55D645E8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110F5-EDE5-4D3B-BEC8-324F84D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0FEA4-127A-4ED1-BF29-4332697F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679EC-5A40-4967-953B-F7DE79CE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7E913-497C-46BC-893B-242CA14C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 문장은 deduplication·line comment·평가에 다시 쓰기 어렵다.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110AE-308E-47B3-AAE9-CAF69FC6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E3F0B-D471-46E6-9B6A-BB5E2600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31E49-5C61-4E79-B13F-656E59B2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schema 오류가 raw traceback으로 notebook을 끝낸다.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4CAD1-D4EB-4FC8-A5ED-0161F84B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EXPECTED_FAILURE와 error_code로 바꾸고 원인은 trace에 남긴다.</a:t>
            </a:r>
          </a:p>
        </p:txBody>
      </p:sp>
    </p:spTree>
    <p:extLst>
      <p:ext uri="{BB962C8B-B14F-4D97-AF65-F5344CB8AC3E}">
        <p14:creationId xmlns:p14="http://schemas.microsoft.com/office/powerpoint/2010/main" val="46914303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BE126C-8CA0-4E02-B492-2B62DA6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E7423-B55A-4231-A6CF-93CB6631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AD217-8F22-426C-A6BB-77F789E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BF1CB-2BBF-4EA8-A33C-B25DD55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9F53-4429-4588-A8F0-E0911B4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6F749-9707-414E-B304-3291279D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0BDE9-A780-4EE3-81D5-5CEF707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D5DF3-5037-45FA-8F3D-B3573D70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C38E0-01B7-464E-B368-4659EA66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9ECC-495D-4550-8ACE-F20ADBF5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93CA4-0248-4B3C-A191-7D7E6FA0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A264B-AE6D-4B50-AD64-443CEF59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9E893-334D-436E-9957-556E526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1D43A-26EF-47B7-B76C-6F0FB96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9A436-2AB3-4D9A-9046-EE4B47C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4DC11-BC35-4E0D-843F-B581083E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호출자와 구현 사이의 약속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2C472-70C8-4CD0-B753-31F6D69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6C3E6-108A-454B-8E7B-85E03C1D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4C252-D415-46D0-97A9-4CFA82C0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F37FC-3C14-4AFD-ACCE-7D044A54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extra=forbid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327B2-9D33-4400-827C-91E1197D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7AD93-D7D1-4041-ACCB-92B6B822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모르는 필드를 거부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7CF69-6D4A-403B-B408-BB7D7BC5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6E3DB-D9F1-4FDE-979E-E78AB36B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644CC-0A12-4DFE-A755-B8B94A17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DD4FF-F262-4F2D-8926-F02C1F3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Error 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81B0EB-1730-4727-9E59-8D1A5C1C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3483E-3C7E-4713-8A77-82F08472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판단에 쓰는 이름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13624-2803-4BE4-B49C-97925F0C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021C7C-C2B2-49BB-B53E-93B0937C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E0A74-07F4-4A1E-BAD3-B7F61F3C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4CC488-92A7-4F21-80D4-9B928706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 publish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627CE-D91E-4891-A67D-134A29F8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2DD9B6-DC26-45CF-A935-0A7AA5A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없이 게시되는 동작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FDD85-18A9-496E-B2CD-6AEE3539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91BC04-EAA2-4534-BD53-C2C9E71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438789648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6AEC67-F05B-4DAC-9429-6D0E30E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3DAEB-BD2F-4363-8630-5B52B67B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DF53D-9CD6-4719-B177-654F109C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C9699-8AB5-48EC-9B66-FE81F3E8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AE39B-EEC3-4881-A635-C7C836B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004B0-4923-4720-8DC7-E649B46E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51696-8FFA-402A-80B9-826C296C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3FD08-2839-430F-819C-77B0E6F5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F7754-C10F-4C38-83F5-E18501FC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schema 오류가 raw traceback으로 notebook을 끝낸다.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AB226-5D53-4DA5-ADDF-63812281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F6FE0-CD46-45AB-A3CA-7C7DFBE1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 문장은 deduplication·line comment·평가에 다시 쓰기 어렵다.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F87E2-B378-4BEA-832A-CB0F4C9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81659856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C68E2-4895-4D7F-8A9A-05E1AE3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DAC07-CFDD-4B3D-8D32-E91BE8CE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6CD8C-4993-4714-8605-D93CAFDF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EB3E5-637D-404B-89D4-94FF0552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9958C-A816-4E05-855E-BC21C3C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1BD32-CF49-4034-B521-4F5B54E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6174B-3C0B-4A98-969A-5CC5DC25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CF012-BC23-4802-B727-23A1837E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3FF55-9321-46F4-8298-E9F27FE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automatic_publish=true는 model validation에서 차단된다.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4C169-C3C6-4D48-931B-CFE0CCC4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283E6-DDBF-4A24-9BEE-1F6891F9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90FFD-A6AB-44DD-B5A7-1C65ECDB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schema 오류가 raw traceback으로 notebook을 끝낸다.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CB4AB-7CF4-4F12-B1C7-73773B29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68244-C903-4B7A-A4D3-9F717453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54C58-3DA8-42C9-AC6B-79DB3E9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EXPECTED_FAILURE와 error_code로 바꾸고 원인은 trace에 남긴다.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A9836-2F36-4F61-A298-408B6B63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7A049-7937-428C-8703-BA9D7011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86457-5A68-4A65-A539-C0291D0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review_report.json과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334888010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ABBCB-EEAD-4947-A043-C75D3B4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CECFB-9599-4441-A013-ABF2E9FC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B1D19-CF19-4AE2-A511-FC3B38F1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8C381-441F-4FDE-B0E8-32B6911A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E5D52-0F37-4D8D-A5DF-A7E7B56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C1C2D-56B8-468E-99E2-338D28AA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7f24e75934961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C3FD5-DFD1-4A7C-ABF5-72195E1E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 변경 시 정상·누락 field·extra field test를 함께 갱신한다.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34E25-40C4-4EC6-BF5E-5921379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141860854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BD4D0-82DD-46F8-9349-41D4DE3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38FFB-0378-47BF-A39E-A779A61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81002-A4F4-41CE-A648-E11C98CA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E5D8E-EFD5-4CA8-ACAD-46DC7407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33113-34A9-4D3B-A021-E79F92FF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0DC31-3EA3-43BD-AE08-5C5BE50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D72ED-19BF-4C37-AAD8-86F7B594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0B323-F114-4CE1-B042-4E9A0AD7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9CB50-0F2F-47AF-B506-41412FD9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contract 변경 시 정상·누락 field·extra field test를 함께 갱신한다.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F21B7-2CEE-4B6F-B94E-8A02E19C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BC4AA-126A-4D92-A71A-85A91305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2F736-E1AD-46B2-9FBB-32E30EC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3A8EC-4D12-47DB-9493-F5954C80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20422-00F3-4552-AAE2-7B1C3C9E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E4342-3C9C-4119-A11A-D5C80BE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confidence 0~1과 line&gt;=1이 검증된다.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automatic_publish=true는 model validation에서 차단된다.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C0027-76D8-4326-A5E1-5C4CB6BF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B6354-D996-4588-B087-49A8CC9C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05245-1283-401B-9404-9F3638A9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82511892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5328A-EBED-4887-86C8-96B77557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C9802-8857-4E62-A824-814A0B21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5BC8C-C638-48CE-A59E-397DEAB8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FB854-3C1B-4CD4-83CA-3A4508A6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1720F-C552-48AA-8A6A-4F25E212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B19C4-F2CE-4F4A-9081-20F49E3F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4AB43-6C9E-4758-B609-C217D865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BC1A6-6A93-48EB-856F-27CB416D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617D2-383D-4FC9-9C9F-4499AC31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40B31-46F7-49CB-BE69-80478C9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E2835-E8E9-4CDD-8107-A62FC261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1EFB4-28FD-4F77-9A27-7CEC38E1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672BC-93E1-4F29-BA6A-DB874663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F43A1-35DC-4003-B675-B6ED6DE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confidence 0~1과 line&gt;=1이 검증된다.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24132-11B2-4B55-B866-1C4985E5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0669E-B7C0-4ACD-B436-A0F84DB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2AB11-1F9E-4A46-A91A-C41A2214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771C-17D6-4C3C-BB3F-A1989DC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automatic_publish=true는 model validation에서 차단된다.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0FEC5-344D-4BBD-AB75-4A117EED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D14D5-AD91-468A-9266-9D571338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DF127-4B66-48D7-8F46-D5E23640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480F2-16F7-4F5A-B277-484CB99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46220426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97160-BA6A-4E55-8C40-4CC08949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6E2F6-1028-4F9C-AE0C-FDC2967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ED2B9-2BC9-46F0-AB2E-728C4E59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A6345-D3F3-439C-907C-86AFD9A1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F6825-DBCC-4990-B313-4F138717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C0656-F3DD-4D05-9327-AD9D4474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508FF-34E5-4561-9240-8BE57A9D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DE39F-A7F5-452D-942C-B96018A6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668AF-BB07-4BD3-80C5-FD53FDF2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src/course_services/contracts.py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3E59C-F751-4FB8-8778-C0F4D791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AB56E-685F-4C45-9B3D-378DC394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415D9-85C7-486A-914A-DC32C749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055ED-BA63-455D-9B97-38DB3967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3EA15-CD17-4E1A-9A57-88DBA0C9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6A924-9223-4821-B7F3-B5D876EA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E3FDF-F5FF-44DB-9A7B-CAC92E75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12CD5-8C64-49DC-A55F-5FF87BC4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FC05E-72AF-4B64-A229-2B411E93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confidence 0~1과 line&gt;=1이 검증된다.</a:t>
            </a:r>
          </a:p>
        </p:txBody>
      </p:sp>
    </p:spTree>
    <p:extLst>
      <p:ext uri="{BB962C8B-B14F-4D97-AF65-F5344CB8AC3E}">
        <p14:creationId xmlns:p14="http://schemas.microsoft.com/office/powerpoint/2010/main" val="1630019628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6C9AE-C63D-470B-B826-BA80A054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CD554-1DA2-4D4C-AD41-6B89265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7C783-5CEC-4EE4-B561-CA91A696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77149-FF51-451C-965E-63052B3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5C1A1-D622-4CF0-82A3-3F2EF74F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4229E-D465-409F-9DCD-1FF9186F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B1C9F-8B01-41A3-BC05-CB5A6CB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B160E-A6B7-43DB-9D07-038169B8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A40C1-5A95-44EF-8384-012445A9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56F41-BAE9-47B1-A335-AB5BEC86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5C4FD-6A63-4A69-81A2-5089317A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880642068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EF523-F186-4BFD-BB2E-22D8DBEB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17D7F-9CC0-47B3-8E60-EA492802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5BA56-04D1-44D8-B109-2D48852E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DBC01-47A9-49BA-BE17-F2770E6B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A3BEC-BCD8-481C-BD28-05DB348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9558C-B722-480A-B7BC-8F780B7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F83CC-A6C8-4B63-8C2B-569B2B00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C57BF-9D24-4075-A59C-75FCE9C5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17BFE-A60E-4747-A1F0-5DA1CD3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BCDCE-ADBC-49F3-AC1D-C2B9F10E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790CA-FCB5-45A4-A8C7-CA9E9BAF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03C61-CBCC-4B3F-B057-4A78B586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BE573-A5C4-45A3-B00F-933150F7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confidence 0~1과 line&gt;=1이 검증된다.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automatic_publish=true는 model validation에서 차단된다.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19747831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17DF2-7751-4414-AE82-6FE4FAD2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1EC77-F64A-410A-9330-B353FD0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6F4B3-8936-4E1A-A587-160E4FEA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232BA-A0B1-4498-BF22-A7980CB3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452AC-41C4-4D60-97E3-678289E5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FFBC1-C5C6-4509-8747-399F9059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5D551-A39E-4D60-A664-03161E57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38A27-8787-471E-8805-B495D795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오류가 raw traceback으로 notebook을 끝낸다.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84A3E-70FA-47D1-A403-586FE4A0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91EDA-FA75-49FB-89C7-2BF77A3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61639-E936-498E-95D0-BD756E9A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EXPECTED_FAILURE와 error_code로 바꾸고 원인은 trace에 남긴다.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77470-85EF-42E4-9208-146E4DA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automatic_publish=true는 model validation에서 차단된다.</a:t>
            </a:r>
          </a:p>
        </p:txBody>
      </p:sp>
    </p:spTree>
    <p:extLst>
      <p:ext uri="{BB962C8B-B14F-4D97-AF65-F5344CB8AC3E}">
        <p14:creationId xmlns:p14="http://schemas.microsoft.com/office/powerpoint/2010/main" val="53748279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DED27-2CC4-495D-85AB-ED6B7EA7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043F1-773E-47A0-81EA-855CEEF6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21EB8-35AF-4DB3-9225-1B048748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65AA3-E59C-4677-8CE6-57BE78FC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0042E-9E9F-4B9D-82EF-7D90B1D8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1835E-5227-4A29-8785-D3743318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2EC7F-9667-46B0-B434-E227E7BC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B5613-56FA-4551-B340-4A5E238E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3E229-8659-4380-86E6-3B4A9F8D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0FE19-451F-4589-9629-FF042BDF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0B0E9-7EF8-4622-BCF3-812BDD1A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85145-CA93-472C-BA6B-5641370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confidence 0~1과 line&gt;=1이 검증된다.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 저장</a:t>
            </a:r>
          </a:p>
        </p:txBody>
      </p:sp>
    </p:spTree>
    <p:extLst>
      <p:ext uri="{BB962C8B-B14F-4D97-AF65-F5344CB8AC3E}">
        <p14:creationId xmlns:p14="http://schemas.microsoft.com/office/powerpoint/2010/main" val="134749092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C2039-9B3C-4490-BD72-A25F9767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F13DE-BEBB-403E-9A51-071FB528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15823-06A0-4E60-B4C5-C20C8D0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7075D-24D4-4EF9-9A33-159DB63B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D929B-5192-43BF-B47A-51229645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7B38B-6265-43FF-B6AC-1F96C27B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FA01C-C3B3-4CCE-AD73-9D2BC518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src/course_services/contracts.py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072B8-D4D7-457C-8F37-52A72B5D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18459-EE40-4572-8082-8E1B2D5A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review_report.json</a:t>
            </a:r>
          </a:p>
        </p:txBody>
      </p:sp>
    </p:spTree>
    <p:extLst>
      <p:ext uri="{BB962C8B-B14F-4D97-AF65-F5344CB8AC3E}">
        <p14:creationId xmlns:p14="http://schemas.microsoft.com/office/powerpoint/2010/main" val="68292830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08A59-918F-45C1-BF17-5455F294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1CB74-010C-41AD-A3CE-7A4BE384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97ED7-7E97-4E04-A599-31A68FA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3900-0926-4258-89F8-E55ABE12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DDED8-28BE-4C52-9E80-270F495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2CEA0-AD66-4543-9137-5E47FCA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9B45B-0B44-4217-9D56-F3D8E95F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confidence 0~1과 line&gt;=1이 검증된다.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F58C8-0B29-4716-AE46-CB5F0A29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C8388-09E8-40CB-895E-574F1F16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review_report.json</a:t>
            </a:r>
          </a:p>
        </p:txBody>
      </p:sp>
    </p:spTree>
    <p:extLst>
      <p:ext uri="{BB962C8B-B14F-4D97-AF65-F5344CB8AC3E}">
        <p14:creationId xmlns:p14="http://schemas.microsoft.com/office/powerpoint/2010/main" val="70102777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27070-7527-4B4D-BBF7-B6A86CC0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8C35B-0021-4BB8-9EAA-26C5CF5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0DDF6-6503-4B1A-9C19-2CEA4D7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4EFC0-C128-43D7-B766-2D77669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83769-58F3-4156-A9EC-E792FE9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16F7A-0D1E-4DBB-8327-AA32F4E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E1BFA-90EC-4784-BFAA-831EA2F0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automatic_publish=true는 model validation에서 차단된다.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EXPECTED_FAILURE와 error_code로 바꾸고 원인은 trace에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F2FA9-01F3-4852-993B-AE0113A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B0D04-562E-4019-AF30-8268960A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862746687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21092-A21B-4240-9253-C3528F57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857A5-D4D6-472D-BCD6-27C41787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5FF2D-0A26-44D2-B67B-94D263D5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FF326-0739-4604-BBB9-EF90290A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9B184-A64C-4904-8FD0-4C9F6D59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C638B-D9B2-4589-A857-B82A6A87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36D52-C3D7-4961-8D93-3B77C963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9ED2D-4B84-45B7-B0AA-DC6C5AFB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C6150-A9A5-45AF-83CE-8B329758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confidence 0~1과 line&gt;=1이 검증된다.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A59AE-4620-4B07-A9E4-F2B13D6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59A58-C214-4E3A-BB85-BA054922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4A480-A70F-459C-9EEC-299F108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A4F59-FB75-402E-8918-821BBB66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DA264-E4FA-4243-B9EE-77B70414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CB313-40A8-4164-A14A-4812DED7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97230-492A-4EEC-8B63-1B6B252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6E312-DB08-4E40-90B2-955C7BE2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E0094-892E-4F17-BEA8-97B47BBD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063736471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D7D2B-8D38-472D-A939-C09601EB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9CE93-9B9A-424E-B3BA-4175F8A3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C09F3-2561-4BF1-9043-2ED98CE7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224AB-B79F-40D1-8740-CA84933C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85490-47BA-4E11-AA3E-E4BB8131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C7128-D9B3-40F0-B934-7F31E75F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1CB30-8B78-475E-9CAF-205A2AA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D4A24-A18F-4DAF-87A3-DB1CDC5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89968-D6EF-4024-B962-114CBB29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automatic_publish=true는 model validation에서 차단된다.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1BD09-318E-420F-B2C9-ED96AA46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C081D-2238-40A3-BC5B-81C182B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E94B4-CACF-4580-811B-F293D71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5B8DC-BEDA-4F80-8CBB-5E1569CB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35CA4-0440-4738-8ADD-6B261DD3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D4213-8147-449B-8F30-976DE491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33789-AFB9-40E6-B5C9-1D138540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FFC8B-FD72-4749-9125-F43CD29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4012D-7649-40C9-83F3-7B8F8DD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397160245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6D1EA-3E02-41FE-B1F7-3258DEFF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E573A-A3C8-42D9-B992-37EAA822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37F39-C127-46ED-AD4F-CA23E29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404D1-226E-4B5D-9B06-9E2ECBF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D58A2-5147-4F17-80B4-1A394A2E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2D705-0D39-464F-918D-7DB51CF8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D1E08-B797-4FFA-AD7C-DA11564F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결과를 IDE·PR·대시보드에서 같은 형식으로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4E335-3736-45D3-9774-11C5903B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38C38-0C46-404B-92D6-7927F00F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E8B98-F45E-4145-9450-15C4E993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ACB24-FAC0-4833-BFAF-27BA93A0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EDFA5-BED1-4E91-B3D2-590593C1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06EB4-A195-4A3F-9CF1-A92971F3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FBD29-7D07-4EB5-92AE-C6DB40F1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2C798-7E49-4346-9317-E97AF6FE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B2CF9-43C2-4327-91E2-FB6B5CE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FAFAC-8062-42CF-9AB3-03E83272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BD096-20BE-4317-86DE-1DA06DC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58D6C-70A7-4CD7-B3F2-E1A1E661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573143274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6BF12-B3FE-448D-B1B4-75F37C74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C744E-3857-41FE-B814-FC6EB827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A1DA5-688F-4347-98FC-4CE1CA0E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4B3D6-3887-453F-89F9-E6760FEE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1F2C4-B7AC-41EF-935F-03642E66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1FD5C-F0D8-420D-9ACE-2A794ACA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255B2-331D-4E69-BC53-EA55364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결과를 IDE·PR·대시보드에서 같은 형식으로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E6B4B-379A-4E7F-B579-ECBA1014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851C5-03C2-4DB3-9F24-BBCAC99B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7AD31-93F6-481D-8265-D53CCBAF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001F2-0B96-4ACD-9170-CD063171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455EE-B8AE-4F70-9EBB-CBEE339D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89EE5-A1F3-448A-A864-E5654FDA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20FC7-4CD3-499E-8EBC-5AFD9DB6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D5694-D9AC-462E-AC93-8CCADC86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93F96-00C8-4070-B9AC-EAE127B5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2B7E3-D783-4702-9C91-EF6969D7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B704E-46F0-4199-A19D-11C0F9F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C21E4-5859-4C5D-8386-003CD19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874074817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36F67-3ED6-4E6D-AE68-0BB248A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4349F-BC75-4B9B-AC5B-5EFA5609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97D91-6E4D-4395-91ED-78F65945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74502-EF9D-427B-9AF8-385855D2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93771-B721-4FDD-B5BD-841D203B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3C9CB-F370-47D8-B306-43114B7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9DC62-FD82-4692-B4F4-098FF60B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351D1-F211-491A-9D4A-FD189E4C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ABF28-8545-4144-B7B0-EF715E87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confidence 0~1과 line&gt;=1이 검증된다.로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251FA-D8D5-438A-A321-18149B45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33C77-2BD9-431E-B887-58A07AD2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BCA23-EB7F-45CB-9007-231583AA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3400B-2A52-45FA-8FEF-ADB1C133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09CD7-BE92-458A-9378-64D49FE1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CE8F6-C9C1-491F-A0BC-34CE26A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EXPECTED_FAILURE와 error_code로 바꾸고 원인은 trace에 남긴다.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8CA46-FD1A-4E6D-97AA-0459EA32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10E51-577A-475F-A20E-906CD43F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A1912-3547-423D-BCD6-AAE07B2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845494015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E2243-3ECA-48EA-80C0-1EEB139B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F1701-49BA-45C0-AD55-F697655F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CEBF8-A563-490C-8BC4-BA3905AC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E4654-198B-40DE-A065-54320AB9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1D120-D36B-4646-BB42-15D7BD70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DFB66-BB19-48C6-B054-816B6149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38AA7-9A5B-413E-896A-F4E8BE56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01887-A119-4A1B-AD27-DEDC2C1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DDFCE-26E8-43CA-B8AC-BB9D580B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리뷰 결과도 API처럼 고정된 계약이 필요합니다이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27B39-B721-4D93-8C05-03EDB463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F5A3C-2803-4BE8-9DB8-3856904F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1908A-B205-4D45-B3D3-500FC446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3A6C4-0E1D-4628-AE1D-0E635B39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86A7B-3A55-4999-A059-C28CFE31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63033-9726-44F8-8437-5141339A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review_report.json과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E9928-6DE3-4F24-9F0C-46BBDAAE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Prompt baseline은 작은 고정 입력에서 출발합니다</a:t>
            </a:r>
          </a:p>
        </p:txBody>
      </p:sp>
    </p:spTree>
    <p:extLst>
      <p:ext uri="{BB962C8B-B14F-4D97-AF65-F5344CB8AC3E}">
        <p14:creationId xmlns:p14="http://schemas.microsoft.com/office/powerpoint/2010/main" val="1421834770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8C8FA-0173-4D56-A75B-03E078F8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D969C-0708-4247-9183-43669E5B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5차시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8E781-F125-453D-8F56-90272487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13:50-14:40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95F52-B752-4F23-989E-CA68105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Prompt baseline은 작은 고정 입력에서 출발합니다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46A23-99D3-4CF4-8813-06D336A9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의도적 bug diff에서 baseline finding을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2A239-EFCD-46F8-8CC7-87A76014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0BB18-14AB-4FB7-B3F6-874DFEC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C6D40-1A2D-43B1-8ED9-9B32CE3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1E864-6B16-49B1-ACE3-1B381C78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9675D-EDB3-4025-8888-3492BEF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E32DE-9397-4135-BB4A-009D9EE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E2E0D-93E6-4EA9-9DCB-A47B1383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baseline_review.json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9426E-A8A8-4945-9E1A-2430163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5차시</a:t>
            </a:r>
          </a:p>
        </p:txBody>
      </p:sp>
    </p:spTree>
    <p:extLst>
      <p:ext uri="{BB962C8B-B14F-4D97-AF65-F5344CB8AC3E}">
        <p14:creationId xmlns:p14="http://schemas.microsoft.com/office/powerpoint/2010/main" val="828245166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AB0E4-E6B0-4159-94C1-58B07AAF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96C8D-7862-4B62-AB23-880F8594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BFD30-49B0-42FA-92DD-795DEA72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B2FD6-05E4-4120-8FDA-165D4E06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2D1F2-AA9C-4192-AC01-6489E178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4F1CC-2522-4517-92F5-037EEEE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99813-DC15-4B39-9E62-ADB0C696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3A075-6EAD-4C7A-9665-EF77117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0DDC7-8C8E-4FE2-8917-61E7B5C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review_report.json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62BC4-884D-41F9-ABB2-7E4C67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72B82-D783-449B-B2F6-95D533D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468D2-0734-47C7-80C2-AC4A89E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 baseline은 작은 고정 입력에서 출발합니다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F5A2C-60C1-4CD9-864C-31A4C527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C2A7F-40FA-405C-B17B-932B5F3B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4F552-B83A-44CD-B405-425289B7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5F621-9703-44BA-8E2D-0097572F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4F840-E07A-4E22-A9F5-0434790D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663B3-5B61-40C9-8BCA-C83CC8C9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정적 분석과 LLM은 서로 다른 일을 맡아야 합니다</a:t>
            </a:r>
          </a:p>
        </p:txBody>
      </p:sp>
    </p:spTree>
    <p:extLst>
      <p:ext uri="{BB962C8B-B14F-4D97-AF65-F5344CB8AC3E}">
        <p14:creationId xmlns:p14="http://schemas.microsoft.com/office/powerpoint/2010/main" val="1400969580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31230-E74B-4B25-AE74-0856DF1D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PR만으로 튜닝하면 무엇이 개선됐는지 비교할 정답이 없다.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C9F25-8D7A-4878-9103-F993CC1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3802A-01A4-4B95-ACE2-3E65C9FC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51D99-A6DD-49CB-8802-617ACD49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789BA-5F80-4232-AFD8-39BF91C6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DD6E7-188D-465F-978C-F355A625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의도적 bug diff에서 baseline finding을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14081-F082-4EA5-BC61-CDFA445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A1E0C-1AA2-4C67-A46B-DA1D0B6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baseline_review.json</a:t>
            </a:r>
          </a:p>
        </p:txBody>
      </p:sp>
    </p:spTree>
    <p:extLst>
      <p:ext uri="{BB962C8B-B14F-4D97-AF65-F5344CB8AC3E}">
        <p14:creationId xmlns:p14="http://schemas.microsoft.com/office/powerpoint/2010/main" val="126675720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76E13-6404-4161-B4CB-252EB196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29E18-C186-482F-87B4-1B60B791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3749-0467-41E2-81DC-FE8E5212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939FE-B7DA-4ADF-84CA-A869034A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DA0D8-20F7-4B3F-8592-E4C517EE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CE1BF-D1CD-494C-9CA5-F46E1D7B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30686-5289-4ECC-83EE-A01EB9EB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FDECE-EB51-4942-983A-31EE5C6F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의도적 bug diff에서 baseline finding을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86F93-7D9F-42EF-A50F-9110B202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CA947-9312-445D-9E47-D1760B3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A7FB4-6E60-4A40-8CC8-C70C21A1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LLM이 존재하지 않는 runtime 결과를 근거로 finding을 만든다.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29C78-D02A-45C2-A639-5A72149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B7E88-7A03-45CF-B163-CEE354C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C36C1-0D5A-46A7-B995-BD7D74E1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1462220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4F9B4A-3790-4D2D-B6BD-7F5012F8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614CB-8CD3-4133-BA47-905A826E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0533A-C0B2-4178-AE7D-5C066DF9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9267D-9CDE-4954-A6D0-D23BD00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16C0C-5BEB-4B33-BC5E-DA785CA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B8468-D1CB-4D35-8A19-69AA5A63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A3D8B-6954-4D21-8AB5-95C40ABE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E1279-5E81-4F37-A57C-E32393CA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64707-EC47-4E76-AAC5-F253A79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5F63F-95C7-48D0-ACB0-638C97B1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E5718-A22B-446C-8745-A00B34D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7A266-7E29-4D2B-AC79-6EC6DD4C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8D434-7BD6-4480-86FA-72AE86BC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B813F-6EE8-43B4-861F-EC4E4DA0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개선 전 비교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28219-3FDE-4A68-8804-54339668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619F9-8E46-4382-A256-AC537B73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Few-shot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307DB-8256-4CD3-B621-A5BCE133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94033-6C63-452C-A6F3-DE2985BC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입출력 예시를 prompt에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C6053-B7B6-4CF8-8FFB-93AE111A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A96F9-7842-4070-8FC1-337ABA2B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2DC0F-1F1D-46EA-AA81-7796286B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1C06E-6145-44AF-AECF-939583BB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오류 유형을 묶는 식별자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21785-B9BC-40F0-BB5D-96D3EC91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CC764-CF15-43A5-87BD-6E4BEBC4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Deterministic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725C2-8C59-4808-ADBE-CF6C7287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3B3F6-BD47-4F63-B0C5-D4E52996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입력에 재현 가능한 결과</a:t>
            </a:r>
          </a:p>
        </p:txBody>
      </p:sp>
    </p:spTree>
    <p:extLst>
      <p:ext uri="{BB962C8B-B14F-4D97-AF65-F5344CB8AC3E}">
        <p14:creationId xmlns:p14="http://schemas.microsoft.com/office/powerpoint/2010/main" val="839801282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31547-6180-4034-8AD3-297E66AE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929B6-38BB-48F1-A7C1-C129C724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B6357-AAAF-4A36-8120-614B265D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BBA6C-60F7-4628-9AF6-BA171D03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1AFED-0A41-4162-B4F8-330B4B7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23BD-2064-4E8E-9807-9947B6E5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8F49D-9081-421F-B927-621D91D7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13C48-B1FA-4694-AD37-70252961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6E725-4A62-447F-AB91-5EFCAFA7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A2609-1BF6-4F8B-A2A6-1EAD81CE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ED8BB-5422-4B5A-BCB7-A80C4F2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 diff → rule baseline → LLM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A9F7A-7BF4-4CA7-A8A0-816E455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8B8AF-23B2-41BC-88B6-2C819D66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875D1-B827-4466-A378-F1D47041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A9C8C-726F-4D9A-9688-9796E8A0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C7C73-F50B-4730-80CC-8913099D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8E1F0-DE30-4231-B441-6401F73E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eval·외부 쓰기·broad except 세 finding이 나온다.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빈 diff는 그럴듯한 빈 성공이 아니라 EMPTY_DIFF다.</a:t>
            </a:r>
          </a:p>
        </p:txBody>
      </p:sp>
    </p:spTree>
    <p:extLst>
      <p:ext uri="{BB962C8B-B14F-4D97-AF65-F5344CB8AC3E}">
        <p14:creationId xmlns:p14="http://schemas.microsoft.com/office/powerpoint/2010/main" val="31775243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5BCA3-43A3-458E-9B02-B4D71E9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69232-85B9-447B-AF3D-F47005E3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F33BC-CF4F-42A7-8E1E-74C9BD36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1343-FF47-4BE2-AA2C-2F3E4583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E467F-9B9C-4512-B97B-9568D8C3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97360-0F2E-4CE7-AC76-ADDFE68F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43755-29E0-4CD6-938C-1838089B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E17AC-B376-4EA4-9101-37E123C5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8D63A-B1AF-49D0-A4B2-613E6A3D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 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5D12D-74C0-4D74-825B-F9DC68F5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E4DA2-F15B-49C5-9D4F-CD9A62CA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76AF1-3A4B-4162-85F1-F741F56B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98723-9736-49BF-8E23-7C7E8D04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F8BD5-9B41-48D1-A827-D7400DEE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85070-0B7A-4516-B70A-21EC5D7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82316-2053-4F89-B1AF-217DEBC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3D348-B760-4C82-91E5-73FBFDE6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7D3BD-30EB-4445-AF0C-7CE372CC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 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F134D-C6BD-48EB-BD0C-8C1A1009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31427-7F56-4775-B1EF-820B29EC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A9266-FA48-4599-9CE6-3E2959C8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B69F7-3DA3-468C-A09E-2E7FB44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baseline_review.json에서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05458917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8987D2-8E6D-4B9C-879D-1DF50CCB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7DF5F-5AD5-4BB1-8DFB-66C076B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A540B-2EBC-4667-9DCC-E8A53102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C55AD-D338-4F3A-92AC-44030E5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146EF-063D-492F-A9C3-952AF820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381B4-DC34-438B-8FD4-46F1DC65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37820-3322-434A-89F0-95B741C3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89F51-F490-424E-8D67-E5AF9BB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eval·외부 쓰기·broad except 세 finding이 나온다.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74680-AE86-492F-9E35-FBED432A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1C370-DD60-49C3-9FD3-90437553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A3D53-FB7E-4485-B6A4-8F89C036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빈 diff는 그럴듯한 빈 성공이 아니라 EMPTY_DIFF다.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D8101-CA93-49BD-B6CB-EB438C44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BAB76-72FA-407A-910D-FA01F3FA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E0026-B826-40FD-8E75-A63F94A7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39939-436E-4B81-B770-10A3E03D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57D17-73E8-4DE8-8654-11985CBA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B2E29-C89A-4F2B-B23D-2B6C1CFD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식별자·baseline_review.json</a:t>
            </a:r>
          </a:p>
        </p:txBody>
      </p:sp>
    </p:spTree>
    <p:extLst>
      <p:ext uri="{BB962C8B-B14F-4D97-AF65-F5344CB8AC3E}">
        <p14:creationId xmlns:p14="http://schemas.microsoft.com/office/powerpoint/2010/main" val="608089801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562A9-81BD-4DF2-BFD4-26098F2E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8B1C3-CB88-4FBB-BAAD-2473E25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90A0B-ABDD-4A0A-81C7-6AC33FA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6C239-85C3-4100-A7AB-74F59AAC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BB24B-430A-4D73-A917-E5C13540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98DD1-276D-4E7C-A99C-FCF61C40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A9F7E-3A42-40C5-8DBE-23EF1A00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F7D5C-A86E-44BD-AB0D-9AA61107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809DC-08D5-409E-8E52-2AE18C7F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AD9E0-50E8-4CB9-83C2-EB17041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D6564-8A9A-4BBF-8836-B90842A6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3084A-C672-402C-BE7F-EF94E472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27C23-D48A-41DE-97E1-2AC4B5D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4EE8F-F71D-4A74-AF5D-CD51F278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D8B09-FEC4-43F6-8C8D-F8AD6EFD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EFF34-FA60-44BA-BB92-0D2276D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EFD2C-C06C-403F-A557-3BA91503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B2E23-0669-436B-9C5F-6A8274C2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output/day3-review/baseline.json</a:t>
            </a:r>
          </a:p>
        </p:txBody>
      </p:sp>
    </p:spTree>
    <p:extLst>
      <p:ext uri="{BB962C8B-B14F-4D97-AF65-F5344CB8AC3E}">
        <p14:creationId xmlns:p14="http://schemas.microsoft.com/office/powerpoint/2010/main" val="35752646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3EA25-1DC2-489D-A706-C7C19588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D576B-040E-4855-B432-100FBFB6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 baseline은 작은 고정 입력에서 출발합니다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61FD5-3257-4FB1-9CD0-4555AED9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E8986-D8BB-4F82-8B29-5A3C95A0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FAC4B-5A81-44AB-8252-35ECE80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AF3AF-A642-4759-BB63-2EB33E8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89E64-D369-412B-AFF2-A9EC7E5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PR만으로 튜닝하면 무엇이 개선됐는지 비교할 정답이 없다.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55A95-5493-489C-A017-AB3F639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E1AC6-F21B-4163-80B3-A8DD395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F64E6-94EE-487D-839A-7B0DB79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LLM이 존재하지 않는 runtime 결과를 근거로 finding을 만든다.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9221B-8A9A-40BA-ADCE-54BA0C7D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diff·static check·실제 test output만 evidence로 허용한다.</a:t>
            </a:r>
          </a:p>
        </p:txBody>
      </p:sp>
    </p:spTree>
    <p:extLst>
      <p:ext uri="{BB962C8B-B14F-4D97-AF65-F5344CB8AC3E}">
        <p14:creationId xmlns:p14="http://schemas.microsoft.com/office/powerpoint/2010/main" val="1779724469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631AEE-E2AB-47F4-B608-D93BB6E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9C7A6-3789-473B-9AA4-2F86A2AD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6FDA1-18E2-403A-84F8-2BA1EFC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A9D09-C0F8-4C45-8986-3F6FE7A4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96898-48CB-4881-A9E2-D6FF0B22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C0EA7-B61C-4D6C-8938-FB9F86AD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9330F-2031-4E55-9787-BFE1B19F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B0F16-C5A9-4970-B513-BF99042E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34928-E0FD-4C4F-BCD5-448799B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40D16-9972-445C-B9AA-936DE929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1524D-FB47-462D-A1FA-61C27003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1C09F-7903-43FD-A3C5-F89D91A9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ADE59-A627-4D87-974B-963FF4ED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48CCE-004C-4A7A-BD4B-4BFF1BE7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8F818-0045-4890-B2E7-A915C990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66962-9C9B-4E29-846E-CA31816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개선 전 비교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CD2C5-B4A3-45DB-953B-43988BF7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8F5A9-1B7A-4533-9457-FAE996F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9E946-0604-44C2-8A72-94894C52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553BB-F324-4C83-8AF9-83E54059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Few-shot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84159-8F47-4AB1-8978-A00BBAF0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1B41D-5F8D-4EC2-8D4D-D2D2078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입출력 예시를 prompt에 제공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884BB-9620-457D-A8A1-F5281472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A95DA-5408-42FE-AB9E-30AF5629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685F2-E409-41D5-A37B-DA04D78C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F55B1-845F-4862-A027-9D720BDD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Rule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636EB-89A3-4E19-B6DD-BA928CD3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6A959-572C-4D65-9AC8-2298683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오류 유형을 묶는 식별자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F5F55-7C89-43B2-ACEC-6D9A76C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311ED-EE81-412A-A1DC-7C618E9F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8C7F8-AD4B-4913-854C-369F3B5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A629E-D544-4132-B5F8-79563B1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Deterministic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6DFBE-D625-45AF-94F1-68A2B59C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D1C95-8737-46F9-9A43-E30E2921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입력에 재현 가능한 결과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1EEB3-C84B-4663-A7B4-CED6887E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4A8E7B-BAA4-42F5-9A20-C7FBB8DE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04747238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D1A73-A038-4CE4-82A4-53878AE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1E914-D309-46F1-85B3-885D4167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81C9B-0F72-4C38-9D7F-BB382E13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51C10-0D5F-44E2-98A2-BB1096DC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861A6-9A00-4B92-82E0-23184AE7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729F4-B8C6-495F-9E00-67D71BA1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096EF-5D41-41A2-8BE4-60614FD2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318A3-6D35-48E4-A8BE-5285C73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E7ED9-8A99-44E6-B94F-B739EEEC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LLM이 존재하지 않는 runtime 결과를 근거로 finding을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E011B-45FD-4B78-A159-EEE6F07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1FF6A-08E7-47C1-9E97-72403534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PR만으로 튜닝하면 무엇이 개선됐는지 비교할 정답이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006C3-86C5-4395-A34E-89A87F7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84802961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B9F6E-FECD-48D8-8BF3-B42DF19B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0DA64-9831-4C86-9355-8317FEB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1C07D-53D5-4706-9F31-FD7EA46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AB437-83D4-484C-9B28-5EAA604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55933-0470-4A5B-B2A8-6852371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4DCD0-59FA-491D-AB04-2F2C577D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23127-4CD9-4276-AB9F-D87407DE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B8747-5092-4760-A700-40988FC0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72DC0-F675-4094-89FE-E7873AC1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빈 diff는 그럴듯한 빈 성공이 아니라 EMPTY_DIFF다.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1E7CE-AE63-48BF-95CB-A26084DC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AE70F-1DDF-48BC-8582-AECD69B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569BA-EE8F-44BE-B5CF-5911C10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LLM이 존재하지 않는 runtime 결과를 근거로 finding을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141DF-EE78-44FF-9432-54724F61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45118-9ECC-44B7-B16C-740BE3A6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636D8-E70B-439E-911E-39A7A2DD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diff·static check·실제 test output만 evidence로 허용한다.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C7AF1-7C41-4DBB-9709-72C127DE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002DA-460A-44E0-99F2-8BA22D89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9B93A-69AD-4450-B957-FA615904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baseline_review.json과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894779950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47577-BEB3-4DF6-93F1-3B824F4F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E3AC7-135A-43F4-9998-8C05DD73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712D3-3BE4-4E13-A76F-CD07411A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5DF79-7814-489A-9DEC-7F12B1A0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8DC0A-8F3A-4805-8FCD-ADB7433D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CF160-E35B-4136-96D1-B9117AFA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9eed23ebf4b5c"/>
          <a:stretch xmlns:a="http://schemas.openxmlformats.org/drawingml/2006/main"/>
        </p:blipFill>
        <p:spPr>
          <a:xfrm xmlns:a="http://schemas.openxmlformats.org/drawingml/2006/main">
            <a:off x="5010150" y="1628581"/>
            <a:ext cx="6191250" cy="38865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F54D1-DA10-4258-BD5A-4998E7C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 rule 하나를 구현하고 test가 먼저 실패하는지 확인한 뒤 수정한다.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FC846-B10D-42DE-9F44-26E314DA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604917118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CBB54-DEB7-4F2C-B9CC-6E3D87AA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269D5-BE2F-4C94-8317-4DB00661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DF8FD-C6BD-4583-AD7E-A488CF22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DA879-690F-45B9-ABDC-2528ACF7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B70CA-C47F-43C9-9AE0-85ADE869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D7F7-6DA4-4BF9-8CA8-1F0C76AB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81F5-DB68-4BED-AB27-8B26E344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419DB-7F8E-4BE8-B2AA-0316A6BA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E4213-012C-491A-A7F9-71711EA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 rule 하나를 구현하고 test가 먼저 실패하는지 확인한 뒤 수정한다.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B0A53-CA3B-4D8C-A885-DD4F29BC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54B56-4BAE-4F29-ABC8-AC107EF1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9C9FB-436E-4233-A9D0-6D232ABB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AD2B9-A274-48E2-B499-EB4670A9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BA83D-69CC-46E8-A085-EB6310AE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D6D2A-E845-4748-8230-C4BFBF7A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eval·외부 쓰기·broad except 세 finding이 나온다.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빈 diff는 그럴듯한 빈 성공이 아니라 EMPTY_DIFF다.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A6708-73C6-4F22-920F-44E03A7D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BE560-CCFC-4060-833C-0CFAA14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6A727-8E20-45AD-A84F-A0FDA8D7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899502921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0D4B3-F903-454E-A005-BC91B48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2BFC2-6CEE-42D1-B2EA-1D69C392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786F1-1461-4663-9739-701E6DDF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E9D79-7D6A-4CAF-9EB6-4CAD9D9D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ACFDD-6279-4758-8E82-2706D430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CEE6E-F4BD-4CDB-9E2B-0DE5168C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CF5A7-E7E9-4F9F-9797-91E2B384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14A26-D686-4FE9-966D-892F317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631D1-2934-42DA-8632-B641ECA3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F5E82-43DE-40DA-A75C-60BFD31C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31F76-23C8-45C1-9B50-8F939C0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D1407-460D-4D44-B663-087F210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DA205-2901-4C67-AA86-723893E2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D8A5B-975F-419A-AB5C-C9AFD092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eval·외부 쓰기·broad except 세 finding이 나온다.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8406C-1D80-4998-AEA3-E37957B4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9F19D-86CC-40CA-9D1C-7F3C097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5E7D5-3583-489B-82B0-952E5BCA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77253-6940-43F6-920C-4E056991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빈 diff는 그럴듯한 빈 성공이 아니라 EMPTY_DIFF다.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8C2A7-C3CA-426E-9AE4-6B55E8EC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367A8-908B-4544-AFD1-0F789724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55CF48-7A9B-412F-8D6C-56BBB400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63314-4621-4ACA-8E3B-6A0C619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265627829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DF91F-6302-42B9-A879-F4A4C6ED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8AD06-AF78-4182-95F7-F5D54B3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BF187-0802-4C8C-97FD-1E564D9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270F9-7862-47CC-8E6A-E3301E32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9B1C4-9EC6-47DB-B525-DC3973F5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516E9-CD91-4A6A-834D-252B0709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6C765-554F-4AFE-BE27-DEF632D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A4946-C442-4C78-A423-054B1550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55BD5-6AAC-4898-BC5D-F140DEB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data/day3_review_cases/unsafe_pr.diff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218A7-0144-4E20-9941-0950E10F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C6EF8-B0D9-4B99-9B08-084E43CA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73A0E-F40A-44D5-B2F0-48C20210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B6B23-B771-4280-BE07-869FB488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79DCD-CD96-495C-A36E-A0771C97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DC795-4B8F-49E4-AC0D-08D0F9E7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maps_findings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5227C-CD0D-42C8-B696-89E447EB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8E594-5D43-4870-93BF-B3FAECCC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B98F4-E9C7-40DE-B211-ED5E5C6C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eval·외부 쓰기·broad except 세 finding이 나온다.</a:t>
            </a:r>
          </a:p>
        </p:txBody>
      </p:sp>
    </p:spTree>
    <p:extLst>
      <p:ext uri="{BB962C8B-B14F-4D97-AF65-F5344CB8AC3E}">
        <p14:creationId xmlns:p14="http://schemas.microsoft.com/office/powerpoint/2010/main" val="520861123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71658-ADA6-4E22-899E-201A71FD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925A1-7CE4-4C10-9FE5-ECE542B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500B3-F2F8-4157-A599-0AEEAB88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88D5C-71D4-4136-B6C1-69E6D9E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82751-547E-4C6E-AC37-07119637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06A62-A2A4-4468-AEE9-FB1E81E3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FBE47-B794-4BE6-AB97-6301A42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045B1-7FEC-4A99-9C87-1851AA87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21710-E249-4177-98DA-A63EB291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maps_findings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9B1D7-F06B-4E1E-9FE5-4607147C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D7253-7F61-455B-83A6-2AEC2AF9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602724887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893BA-0ACC-4DFE-8D67-D4870382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052FC-B001-4120-AF61-6485D2EA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54D9D-7378-4473-B2D1-94752942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22E8E-FEAC-4736-BCB9-41B74272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0CF5B-A190-44E0-BAA1-4C991A86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09240-4517-4C4F-A858-202183E0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F2CA6-7426-4E35-8D45-778D4024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2BEAE-C76D-44C4-9785-92C50081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35FA3-C409-4327-BD40-44D8015D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C9839-FBC9-4B5D-8AE8-84D24BBB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284B4-758F-4CAA-BBE7-2C6BB176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78850-8A4C-402A-98A6-D22F99E3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B176A-C4D5-4428-A28F-33A9CDC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eval·외부 쓰기·broad except 세 finding이 나온다.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빈 diff는 그럴듯한 빈 성공이 아니라 EMPTY_DIFF다.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2057184883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59849-C285-4BF6-8A83-C1FD0C5C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59187-DB59-4122-8EAD-106FB846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2FF68-7F7A-42D5-935F-6AA13895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BD077-DCFF-49FE-A798-22E44DEC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5943F-E0A0-4615-8341-79DD924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00EA6-D790-4A58-B786-5CCD6FE3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52409-A487-42E0-88F9-11DC19F3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CCF37-7BF9-42F7-9DCC-5309DF39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LLM이 존재하지 않는 runtime 결과를 근거로 finding을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2B224-9B96-4AE6-A71F-C7716DAF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8AC57-15E7-4A1E-9CCC-791C31F2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340BC-855C-44C6-B853-DC3105C6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diff·static check·실제 test output만 evidence로 허용한다.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4C571-681C-4AB3-B4CF-EDD13344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빈 diff는 그럴듯한 빈 성공이 아니라 EMPTY_DIFF다.</a:t>
            </a:r>
          </a:p>
        </p:txBody>
      </p:sp>
    </p:spTree>
    <p:extLst>
      <p:ext uri="{BB962C8B-B14F-4D97-AF65-F5344CB8AC3E}">
        <p14:creationId xmlns:p14="http://schemas.microsoft.com/office/powerpoint/2010/main" val="150970136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3E64F-CF09-4560-A542-3F51A1F5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62E5C-3F00-4D86-B9DF-B71452FA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2850E-23AA-4349-AEBD-37606C0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6FF0D-3238-47AF-B42E-FBE3AC0A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3B109-41AE-4CF8-BEFD-2128F5FA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597AA-7857-4A2E-94F1-D4252EB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F7C8C-03C3-4F8E-B763-E67B3D8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AC5F8-FDDC-4CD2-9F5E-202D540F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output/day3-review/baseline.json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BABD0-5E67-4466-9739-C8E1C866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79D4B-095A-4D3C-AFA9-C1554E27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3FCC3-6107-462D-926C-6B077AEA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AE331-8C8E-40F4-8140-554BEE3C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eval·외부 쓰기·broad except 세 finding이 나온다.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 저장</a:t>
            </a:r>
          </a:p>
        </p:txBody>
      </p:sp>
    </p:spTree>
    <p:extLst>
      <p:ext uri="{BB962C8B-B14F-4D97-AF65-F5344CB8AC3E}">
        <p14:creationId xmlns:p14="http://schemas.microsoft.com/office/powerpoint/2010/main" val="2004769959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B0B32-1A00-4C45-AF18-EE9A04F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0656E-E4EA-4904-843C-6FB93C6F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8860F-2F5A-4038-9FC5-EA6D2A8D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F760B-E669-4C4F-86E8-D76391F5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8E5C5-E9D1-4D01-A2FB-0D2F4E03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DAB32-618A-4820-BD36-0EDD050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05DB5-4904-465D-9966-F434377C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data/day3_review_cases/unsafe_pr.diff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D7D41-9C4D-447C-8587-D4A74034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74722-FBCF-4F0D-9343-10A61AFA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baseline_review.json</a:t>
            </a:r>
          </a:p>
        </p:txBody>
      </p:sp>
    </p:spTree>
    <p:extLst>
      <p:ext uri="{BB962C8B-B14F-4D97-AF65-F5344CB8AC3E}">
        <p14:creationId xmlns:p14="http://schemas.microsoft.com/office/powerpoint/2010/main" val="94629462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6ADF6-BC70-418E-BF1D-6253C7ED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B90C1-3FAA-4C11-A664-1246AA5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1D181-EB1B-4B5D-8C76-882DB7A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01F0-605E-4B11-8A55-AE8BDA09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35A1A-7B33-4F38-9849-54B0333E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8FF6-25D2-49DA-A6D3-B9DF25F1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97E2B-09F5-4AD5-A728-EF6B0A4E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maps_findings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eval·외부 쓰기·broad except 세 finding이 나온다.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3DDFC-1702-41B7-88C5-C16658A3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D5BCC-DD3B-483F-B329-5EE879BE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baseline_review.json</a:t>
            </a:r>
          </a:p>
        </p:txBody>
      </p:sp>
    </p:spTree>
    <p:extLst>
      <p:ext uri="{BB962C8B-B14F-4D97-AF65-F5344CB8AC3E}">
        <p14:creationId xmlns:p14="http://schemas.microsoft.com/office/powerpoint/2010/main" val="159120631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D45E0-B211-4AF4-8405-C73BEADB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ED142-29CE-4C33-A712-BC77722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D8861-AE1D-43D9-ACB8-C0BA63D6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11B82-942A-4D4C-AA87-DB99F616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F0522-C738-45B2-B816-2D8C8B32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614C0-A586-4606-9DC2-0DE87C09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05CE2-FC8C-4AD9-B46B-D8E18ACC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빈 diff는 그럴듯한 빈 성공이 아니라 EMPTY_DIFF다.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diff·static check·실제 test output만 evidence로 허용한다.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D661D-1C78-4A98-9E28-DC03362C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485D9-77C4-445F-AAB4-C98CF7E6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924821893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4C2F3-62AB-4018-9C71-9A78D9D6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6E20C-5525-4EA1-8EC8-AD970E5F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86F4F-8C81-4B6D-BD57-2737EDE1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B1579-9A24-438E-A4BF-5A43FDBC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C0B27-2D4B-4E7E-8079-7AD8F1C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E2BEF-4E7F-418D-9A9D-CF559C82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ACE5E-1414-4824-890B-D9B6A7A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1E779-57F9-4F5B-BE38-37FEB01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D78B6-EE11-4827-B5BD-9B35BF09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eval·외부 쓰기·broad except 세 finding이 나온다.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69A76-0CF6-40F9-96BF-037B490F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AFCCC-413E-4B50-95C5-8512CABC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53E18-B8FB-4BA0-B327-C49AF8FD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4FD93-C4EE-4620-9AFE-7F143A7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E1F8D-55BE-4A78-84BA-88E7BB11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63261-99C0-493C-89EC-DE1CD293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17178-BA52-46CB-8C59-510F5F31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C5536-8DD1-45AA-B193-B6F7F50C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3544D-1B48-4F2E-BCED-18963AA5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457487829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A6D68-4510-4D1A-8268-DB1849F8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0B1A1-410A-4861-8EE0-EB5AC85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0C670-28A3-4524-9BA2-AF875139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75CD7-05EC-42DC-8415-7193C5E8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214ED-6206-49BD-8D7D-D3BC553C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B0F7-0D1E-4FF5-9BCC-84A6C320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66CF3-A99B-44B9-B7A9-F39BA48D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1FFBD-F800-411D-B4F6-EBE7B732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2549D-079A-4AA7-B379-EFABC04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빈 diff는 그럴듯한 빈 성공이 아니라 EMPTY_DIFF다.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3776C-5437-4918-BD41-A94B452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1C0FD-C54D-4554-92A0-EC81602E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B2ED7A-FBBD-4576-98C0-C9C9DD3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7DCC4-4FA5-44C2-A918-11B292C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1BA40-4381-4553-9B85-8CAEFE8D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75EE9-70ED-47BE-B4ED-53467E0E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7AA4A-9F48-434E-BC63-28026338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028A6-3014-4434-B2D3-B7C4900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B1573-AB00-4F24-956C-57B05F82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731149087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2983E-E842-4E2C-942C-CB1E5A0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483B8-E277-4071-A609-BB0C0447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53834-52E7-4A76-BF2F-E4E5583F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B1FDC-58DE-4A68-AB58-7845AE6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AF320-9D90-46A1-B14D-041083FC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1F3CF-972E-4EBB-98CF-B8B8D37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0158F-06A0-481C-8E3A-4C6315C0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교육용 bug repo에서 reviewer의 품질 변화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E0045-414C-4100-AD31-EC22380E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CC317-521B-4B18-8D44-2FA78219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8F5EA-12F1-4BA2-A69E-12FDD72D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BA3AE-C65E-4BBE-8A37-56AB817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95180-1FAF-49EF-A589-101158F8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3A97A-1F40-4E3B-A523-A73FC5AE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6D1F6-D877-4A2C-85CD-0F7244C9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0549E-3050-4B8E-B857-3C29E97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E8C59-C222-4DF4-8C79-FAD719C2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47A16-1CB8-4E48-B1FC-E1E82381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42D65-A3DA-47F8-B7C9-E2324EC2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CB764-6BE6-4E1A-813C-E491AAD7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123446022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ECA05-62B5-4B2B-8B3C-1F32B957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154C4-52C5-4988-9894-9BCEF418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C247F-FDE0-4B8A-957F-41A6715E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59BC6-1122-4C2B-ACF7-56F4F93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BE6DF-BF13-4BA2-9D55-746BE177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2FE8C-6E63-4D98-9097-125481D1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1CF59-4565-42B0-8E32-6C77550E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교육용 bug repo에서 reviewer의 품질 변화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43066-DBA1-4BA8-8957-9B42FE69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9717E-FC85-4349-AC39-B5A9E11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68C8B-0CCE-49AB-A63F-136FD4F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92509-0FEB-44FF-B590-24E27F77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F601B-B81D-4A3A-9FC9-840331B8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F172F-DB36-4EDE-BEFA-9390A771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496DC-1962-4EBE-B6D5-59FC4860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2376F-1098-473A-8B1F-D30EE7A3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5D198-0CB8-471F-A470-8CDF0C93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8B4B5-5A81-4830-B230-22362AD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4D3F7-CC32-402F-9932-4271E6C0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4A591-1507-4BBD-AAC9-6026782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268138300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A8589-68F8-44A6-AA85-79BA2F44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1E14-49E9-49DD-8B8E-F9F64517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6A639-C300-4682-A95B-050E4CFD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C111D-FE1A-459C-AD95-C4B2CE68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A69E6-CB45-41FF-ADB7-05FEA296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7490B-18B0-4368-95A8-1324C797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24CE0-7E45-41C3-A187-472177B9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86B22-E052-4EA7-B61F-FFB827F5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4DC40-42C1-4035-8E50-8F7C9515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eval·외부 쓰기·broad except 세 finding이 나온다.로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7D5F6-BBAB-4B11-838D-C64E416E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C86AF-8BF6-4F85-B538-B08FB0C1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BC4EE-CB7E-4128-9E8C-D32B126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2B37C-486B-4468-92C6-3AD84AF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2C497-FFEC-4FE1-AAFF-EB5F3751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C4AE1-C1AF-4154-B42B-D18988B3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diff·static check·실제 test output만 evidence로 허용한다.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42327-FD55-4FB6-A1FC-17E89A6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2F187-FE0D-4562-889E-620FF3C6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E637B-BC62-463C-B4EA-992D9F27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736746148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D1A6D-5536-4BF6-8865-E1BB5010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C8B5E-F284-4662-B0A1-E76BB1A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932F1-AC96-4A7C-8451-FA739E07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4D7E2-2D9E-40F6-92BF-AD64FC6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53F1D-56C6-4F77-9C71-E3E79C5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2026A-5617-40D9-A71E-2E8F1FAB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2AF03-183B-4346-8353-5DEF577C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0C224-7A28-4FA8-ABCE-F35BA862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07D21-8FF7-4C24-9745-6F5B48C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Prompt baseline은 작은 고정 입력에서 출발합니다이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06271-D034-4808-8921-F6F575E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5CE87-DF5A-43AB-968A-5D9DEEFE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18FA8-4D36-43BE-AEC6-99A25D8C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maps_findings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C393E-0845-4E1D-A0A5-B461FC86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A8036-4EA5-4033-8FBE-267C3083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E0C38-711B-4FE6-8EF3-D9855606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baseline_review.json과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3AC3E-09F9-4C90-95F9-513B8A66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정적 분석과 LLM은 서로 다른 일을 맡아야 합니다</a:t>
            </a:r>
          </a:p>
        </p:txBody>
      </p:sp>
    </p:spTree>
    <p:extLst>
      <p:ext uri="{BB962C8B-B14F-4D97-AF65-F5344CB8AC3E}">
        <p14:creationId xmlns:p14="http://schemas.microsoft.com/office/powerpoint/2010/main" val="1852342916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F349A-157E-41B8-99BD-D3487632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F6A82-8DAA-43A8-AC73-0549265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6차시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DF7E6-BF34-494B-B997-C605F28C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14:40-15:30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8F512-2BB0-4DC2-9BCE-10355FAD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정적 분석과 LLM은 서로 다른 일을 맡아야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F1345-6456-4EED-9BAD-AE0B79CE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ruff·pytest 결과와 의미 리뷰를 한 context로 합친다.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CC9BF-93A6-49F0-9178-5C8F9DFF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63D09-548F-4DB0-82B5-18219AEC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FFF5B-0AD9-40F1-A841-6DA3991A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DD840-F8D6-4669-97BD-52EC035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DB4D2-B125-46AD-A993-A8D91A49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CFC36-71A0-4910-A2C6-D0FDEE1A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4F3DE-9C60-4C28-85CA-E11F4E8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hybrid_review.json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9F803-7927-4D43-9FDD-AD02125D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6차시</a:t>
            </a:r>
          </a:p>
        </p:txBody>
      </p:sp>
    </p:spTree>
    <p:extLst>
      <p:ext uri="{BB962C8B-B14F-4D97-AF65-F5344CB8AC3E}">
        <p14:creationId xmlns:p14="http://schemas.microsoft.com/office/powerpoint/2010/main" val="1239160959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CB827-E815-471E-9D2E-DEA409E3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8B03F-5CD8-48E6-808C-128BB65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74D66-D89A-4181-B3CC-69C81308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391BA-3A00-4DEB-99E9-D023A13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AF674-44BD-4F02-84C5-83342F6C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E2955-7CD9-4E7E-8B82-7FF1F6BC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DE955-4148-4E18-9567-1C066592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5DFF6-F343-4E02-8017-C65AD7B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68B9F-3358-4F7A-AD3F-97CEC68B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74883-DC45-4F5C-88DE-35C78EFF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3B183-2816-4A36-AE61-BFBDF65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9391F-1A03-414B-9102-9C1DD2E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정적 분석과 LLM은 서로 다른 일을 맡아야 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4AA41-06BA-4332-83A3-200EDF4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9DC5C-4899-459A-A6B2-EB640B44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BE0B1-C74D-47E2-A9C0-1E5AD995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E800A-5B09-4939-874A-C8470518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CE67C-FDE0-47FA-8B9F-D92B9EFD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5A132-8CE6-453E-B941-1CBABF89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Agent는 finding 수가 아니라 precision과 recall로 봅니다</a:t>
            </a:r>
          </a:p>
        </p:txBody>
      </p:sp>
    </p:spTree>
    <p:extLst>
      <p:ext uri="{BB962C8B-B14F-4D97-AF65-F5344CB8AC3E}">
        <p14:creationId xmlns:p14="http://schemas.microsoft.com/office/powerpoint/2010/main" val="2099589812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9DA71-5B4D-4BCF-88E9-C5D08CD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문법·unused import까지 LLM에 맡기면 느리고 일관성도 낮다.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1E382-1B65-46CE-BCF1-6927E36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0FC52-D15B-431E-83ED-C2AB89A7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2D039-87F7-404B-ABD6-86ED457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B1A96-EAC3-4132-BB5D-9CDAFC69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56A6-ABD5-4CF7-B498-6002045E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ruff·pytest 결과와 의미 리뷰를 한 context로 합친다.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1BA94-F8A7-450E-9E04-FF102417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3A679-C484-4063-99C6-9568FD1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2086707856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7E5B2-3B52-40B7-B1A6-9B23F918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94C0D-D449-414D-97A3-2EB1C4D5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38A32-44C9-4E68-9534-416010F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30C62-6F1A-4809-B94D-F37B829D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7D255-76CD-413A-B4C1-C31001F0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48FE2-13B3-4109-A8E6-BE595BEC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AE346-435A-4658-9779-DD58E02D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D5FBD-AE5E-44D9-BAF5-DB14682F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ruff·pytest 결과와 의미 리뷰를 한 context로 합친다.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5BA3F-4D13-4FFE-9B02-467D297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A47C8-C68C-4302-92A0-3E626E4B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DEE80-FF0C-41A5-ACF4-3BA8D2A0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실행하지 않은 test를 passed라고 prompt에 써 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3ECAE-3145-43EB-B743-98C021E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317A4-E702-4529-B801-42C4819D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F2937-AD1F-4181-B021-CDAB3754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61008645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C5002-556E-413F-B5E5-5E916630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5343A-AEF0-48C7-82CE-007CCEB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BC6D1-8825-47AD-8943-2B22CD39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F32EA-77A5-49C6-A8F8-90F0385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2A2D8-0082-4B00-AA73-3BA2633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C8148-5992-4BBA-883D-21A92AD7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2DE8A-DFD9-474B-8E47-64CE1C47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D7962-E7E8-49F4-AECD-0057E061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CD014-1299-46C1-AEA4-C14CD8E7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86EEA-BD23-48C7-A57C-CA4E75EC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459E9-710E-414D-8ACD-55FEC19C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D0938-A7BD-410E-A4DC-F65FD68D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Static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84FF5-B855-4A5B-8A46-84F70EE3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B5FA9-031C-4F5C-A398-3585240A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코드를 실행하지 않고 규칙으로 검사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D7668-AC8E-4BF0-9D47-3F192A1D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64779-E69E-4285-97BA-DABBCEE2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Unit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BE72A-D84A-409F-88FC-86DADC8C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D0478-5CBA-4A37-9197-A47D3DE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작은 기능의 동작을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8AF1A4-1CF4-4A68-9133-47F29876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01F42-3B91-417C-B308-DB9E071C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ABF7D-846F-4091-921A-4C2EC876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DA7EE-F8F7-4E05-B8EF-FDC899C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검사와 의미 검토 결합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C7B2B-82D5-4E3D-8758-E0E6182C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4C940-1129-45E4-82CD-DFE0901F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71CC9-8133-468B-9EB4-2C5C82E3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686AC-4428-4F24-8717-08C09B4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명령과 변경 라인</a:t>
            </a:r>
          </a:p>
        </p:txBody>
      </p:sp>
    </p:spTree>
    <p:extLst>
      <p:ext uri="{BB962C8B-B14F-4D97-AF65-F5344CB8AC3E}">
        <p14:creationId xmlns:p14="http://schemas.microsoft.com/office/powerpoint/2010/main" val="2098478852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2A1ED-0091-4484-AE30-850D13F2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9959E1-0F35-40CF-A36A-28F552CB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23ED1-051D-46A3-991D-E095464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45865-4AFF-41C5-8DE3-3F900746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FABB7-C3CC-463D-A365-0D57FF4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364D4-787F-453F-BC76-B38AE81D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A02EC-BF03-4A2A-9B3A-E91F003D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8A873-8603-4095-A8A9-C4AC9B0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7F7F2-36F8-41ED-8873-5F12E621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7908F-22C2-4510-81BE-13C9DC96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D6B6C-183F-49CA-9DA1-9F95D66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ruff → focused pytest → diff 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9A296-F095-4170-8745-687E4BB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77267-FB9B-47A5-8D5A-8C5BF7C7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6B831-5A94-41BA-BA1A-7DD9098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CA88A-BE8E-41F4-B8F4-6EE747F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96B3F-387A-46B5-B2E5-8FB1E00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83C9A-C301-4BA5-A73B-0E6F7A5C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finding과 test evidence가 같은 report에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미실행은 READY_FOR_HUMAN_MERGE가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356484444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21C7D-D3CA-468A-977D-4C0227A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D3375-9099-4A31-AC20-62B53151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7FC33-95B2-47A3-9AE2-A36AACE1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1022A-0B38-4206-9AFA-DFCFED20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A9BB6-5DF2-4FC1-9D45-3465EA71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94383-8D5E-48FD-B4F2-A93CE3B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364A7-D877-4E04-87F0-16B0E3B4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E3CE8-9229-4A83-A0A5-D13BDE1F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FF160-EF36-4FFE-9DE7-E752F935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DEB59-E9AE-45F8-98DD-F4FE62A4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55FE6-3879-4C04-A13D-6AAC0F01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B38FD-2629-4884-A889-37C15836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pytest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ECE7A-B8A4-426B-BAE7-623C31BC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85691-9BAC-46EE-9C7A-6EF1ACF7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7A4C0-FB27-4D08-BCB5-F7C87F0B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parse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59FC8-04E7-46AD-B0E7-2E9CB18A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95069-72D7-4FBE-89E2-F28EFB0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78F1E-9AA4-434B-914C-001BCB9D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LLM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B26DF-AF4B-46F8-A422-455DF3B4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6CD69-186C-49C3-A2B0-5C1D476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11788-1B6C-49A6-98B9-3622DBAF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deduplicate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0FB65-1976-4350-B913-0A448F90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hybrid_review.json에서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000472244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D680D-DB72-4CDC-ACF1-C97C8E33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0EE4A-168E-43A3-92C0-29FFA04A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DAE33-F5CD-4803-8A91-DA977CC7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0457D-063E-4BDF-A2AE-24F837C8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56BA7-BA40-43AF-9969-9E127B44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37190-17B8-4BBA-9830-618761D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D3982-9CCA-4FC6-BA19-FD450E99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92CFF-5102-4EFF-A23E-FC3C71D4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finding과 test evidence가 같은 report에 존재한다.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4C2C9-3543-44F8-8E01-16768801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C6EE5-5EC2-4841-9D79-75C592AE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CDB08-F118-426A-B70E-ACEC51A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미실행은 READY_FOR_HUMAN_MERGE가 아니다.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1C7BA-DEEE-4B16-870D-CE515B9E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57CEF-A11A-4D60-956E-09B8036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9622E-CA4E-41D4-84E6-8D83F62A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E4EF0-6B9A-4C09-8AD6-4D410272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80BFF-F4C7-4313-946D-A6D1C2DE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36C86-F1E5-499F-A71E-169F3C85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1540327159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C2844-F420-4B72-814B-E041BD26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81A99-D309-426F-BD07-AE86406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1DF6A-4AF3-4409-8C21-69AC5597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C53AA-8510-4E2D-8F63-CCDE2FF9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2181-A6D5-4394-8266-C0BC982B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4739B-0BDD-42F5-AD22-800206EA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0E371-D0DD-4DC0-AAC8-03C0AFB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E0B76-3996-4914-93F8-3D8114E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CAE4B-5BFD-4FE3-9B0E-B17A8A87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8934B-4530-4E63-BB2A-A351BF86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F615B-EF27-41F0-A2DF-745F091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F1CE6-96A5-469A-803E-BE690282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216BB-24F5-4B10-8424-F81DB18E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F53E4-1B1B-47ED-B74A-D53C7549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3A0E3-CDA4-456E-AAD3-C66FE796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D2E0F-C19C-4F09-9A53-C10BC5AD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34EB5-66DB-466E-900E-4AF9FF2D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84AD4-5E52-48E7-A92E-7EE03E72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.github/workflows/test.yml</a:t>
            </a:r>
          </a:p>
        </p:txBody>
      </p:sp>
    </p:spTree>
    <p:extLst>
      <p:ext uri="{BB962C8B-B14F-4D97-AF65-F5344CB8AC3E}">
        <p14:creationId xmlns:p14="http://schemas.microsoft.com/office/powerpoint/2010/main" val="2133605542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6132D-6DCF-41CD-83A9-96D4B46B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16FFE-1643-4831-96EA-855E4E6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정적 분석과 LLM은 서로 다른 일을 맡아야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21F0F-BE5B-4578-83C6-059353C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E95E5-FBA9-4654-BA41-01958A28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B2011-20F1-4824-B02E-6591B87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8C1CD-C991-4B60-9F2E-CECAFD1D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71191-4AE8-4238-879D-F9236DA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문법·unused import까지 LLM에 맡기면 느리고 일관성도 낮다.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AC2FA-6034-4917-BC05-B2B2046A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7098D-D0B0-40C5-9B8B-99F5B3FA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39DE6-D776-4B2A-AC20-0064276F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실행하지 않은 test를 passed라고 prompt에 써 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72278-A403-4DF5-A4A8-760B19C4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command·exit code·stdout 요약을 실행 후 evidence bundle에 넣는다.</a:t>
            </a:r>
          </a:p>
        </p:txBody>
      </p:sp>
    </p:spTree>
    <p:extLst>
      <p:ext uri="{BB962C8B-B14F-4D97-AF65-F5344CB8AC3E}">
        <p14:creationId xmlns:p14="http://schemas.microsoft.com/office/powerpoint/2010/main" val="1967158690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ADE955-B58E-4F94-92CF-0D35747A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C1D40-6BA0-476C-8F00-3264BF55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8B973-0A73-4A42-ABD1-9DBF16F3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65262-7AB2-46CF-8055-B0F4578E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E6D3B-E4B7-48F3-887A-AFB85ABC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464C2-74C6-4478-846A-38439798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BF5D8-FF86-411C-BDC4-79ECE655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E401A-5EE2-42F2-8C9B-DC575E15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4CC00-2FD1-412B-8066-9AAA2010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0B754-499B-4883-9617-89D7E450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79EA5-754B-448F-B9B7-1A3594C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4F845-DA68-4BE4-A4D9-1EAB53B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E42CF-61A2-43C4-8E1C-7AF56CB0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8DAC1-9F63-48F4-81F5-6A5D7F0C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Static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239B7-CF5F-4E0A-8D80-2CEE25A2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CD743-EE5A-473F-85FF-41ED1785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코드를 실행하지 않고 규칙으로 검사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512D7-DD81-4434-8745-AF71F422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FC92E-6143-450B-A654-67502F53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A354A-96D1-4EA7-9CD9-0111A7D4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01FC2-1804-468C-96A0-1CC6A122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Unit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D04699-1E53-49DA-B0A3-29DF15B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B6A08-9D91-4AD7-B747-9880AC7C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작은 기능의 동작을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85E2A-920D-46DD-A901-2396119E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7865B-C491-4C97-A8E1-BE52D596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093C2-D979-48AC-B76F-B320D8F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F03A6-26CE-4E90-BB8F-AB20A599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DAE4B2-914C-432D-BDC5-3EB7D7F6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0AFFF-CBB1-42ED-9D8C-B1DFA0C8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검사와 의미 검토 결합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677282-7B59-4B6F-A88D-E7F3D1B4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41682-3A69-470A-BCDA-7A08F0C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C97BB1-4A7E-49EE-8C23-45D3F8EF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A9F65-940D-4FD8-8082-23310EAF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CD4C8-A47F-4E94-9E0D-A984CA6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B28804-162D-42A7-B974-7FE16A53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명령과 변경 라인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9DBDE8-46DB-431D-A343-F8A873B1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4CA08-117C-4E85-9FAC-15FB10D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031901295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5D505-52E0-4D3E-B5B5-4BD13F7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D2BF3-66F9-4D6F-A41C-8A2EB5B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E6FA1-AE43-4D2E-9539-986844D3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765AB-06A0-46AC-A799-B1BA539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7D88F-D076-4F72-B77F-761B6BD8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1BB6F-F6AC-4136-A3E3-E969E5AA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44FF1-1D0C-4C1C-9BB1-30067E26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ACB27-0A58-40BF-8FB1-4E71C331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B30E1-6CA1-4974-9A61-5DB3C221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실행하지 않은 test를 passed라고 prompt에 써 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83A05-7C40-40D3-AEE7-0FB4A4EB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27D5B-AD72-400D-AD29-DEB4C5AA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문법·unused import까지 LLM에 맡기면 느리고 일관성도 낮다.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9E337-1A12-452A-92FB-77DFF4E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57874363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9B44D-13EC-482C-9FCE-F60CF0EE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564EC-5873-4FD5-BEA6-E319366A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28B77-6CE3-45EC-A5FE-757A3C1C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32C9D-FADC-4454-89F5-4410EA0C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FAC86-872C-4509-A6BA-F4800532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F4E59-4FB5-4542-88B2-56C9E76D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AFDBA-6578-4533-AE30-C12B421C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DC689-A3F2-446B-9BF1-3471FB1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4D84A-B36C-4B52-B2EF-9A302661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test 미실행은 READY_FOR_HUMAN_MERGE가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8511A-B1A7-43D4-B21F-01527400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2F698-CB3B-4F24-A0E8-AFE6C446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B625E-BECB-4077-A5CF-0C181685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실행하지 않은 test를 passed라고 prompt에 써 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C2CF5-80A9-4A1B-B80B-6480E8AD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38A82-67F1-455B-88BD-68E12ED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F2686-FD3B-4B24-8A97-FE449F8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command·exit code·stdout 요약을 실행 후 evidence bundle에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0355E-685D-4381-96AE-430FC264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A94AE-E099-42D4-9491-7D87DC93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E3946-4F01-4DA7-9875-6338DA6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hybrid_review.json과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363651194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98E60-F23B-4669-A4C1-A91E9122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5459B-1010-4E0E-9518-8626931F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1E83B-C5C7-411B-9D7E-8A0AF7C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DF4F4-0A1B-4C64-ABC7-2C8E181E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522E6-754C-4EDE-AAD1-519241BB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3E7E0-BC72-41C7-9347-9E4B7545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87C63-2A25-4C13-81C7-E8F6A2C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85900"/>
            <a:ext cx="61912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57EB3-D2FD-4402-A710-54BD881C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vscode-pytest-25-passed-local.png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1E44B-13BB-4A24-8FCF-6815BBD8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코드를 만든 뒤 focused test와 full suite를 실제로 실행하고 결과를 보고하게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BD88E-D38B-4B39-BF18-640DE25B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604138825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9D1E7-3458-4C93-9AEC-C67CB3C1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48D2-5EC2-46B9-89C1-226455A5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0751C-3AB5-4BAE-B426-64C08DC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AC62C-E94A-43B0-8A01-DC21AB8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7FDAA-3BDD-4DE4-B207-50C5987E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6AF43-5BDE-4C28-BD6B-D71F31D1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76C0E-4108-4DAC-AC01-283C608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17A56-FD41-4B5F-B6CD-86B5A0A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B554A-9B53-4326-8CCA-7DDFA87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코드를 만든 뒤 focused test와 full suite를 실제로 실행하고 결과를 보고하게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A9428-B65C-447E-B641-4CBB4A0D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646B1-187E-4A94-BCBE-3B0EC5BD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EC423-3409-4F86-862D-1C6A44F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src/course_services/review_service.py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83E9A-22A0-4796-A279-403448C0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2618A-EA53-46A3-A928-8E17A29D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A6084-C118-4AF1-81FE-9C45D4FA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finding과 test evidence가 같은 report에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미실행은 READY_FOR_HUMAN_MERGE가 아니다.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BD779-0B67-4112-9E0A-C603EE65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E7B0D-5CCC-4B53-867F-9E918CB1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25CA3-3887-4BC8-B0EE-3BB13E34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577833511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858DA-9A1A-46CE-BB08-7312F781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EF59E-4461-4CE7-8C79-6410D782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FD44F-7738-467E-B34E-B5D0775B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BA64-9087-4741-975F-FA68A34F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8EA9D-AF7E-4BC2-8643-43B9A1D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E4395-A06D-4B94-9516-C09894A5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2E0FB-E8CE-4C56-922D-2E46E8F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E491C-0B8A-4A38-A96B-880151F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5DA9B-FE8D-4072-9A08-1C13695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8F792-C22E-4914-BDCA-18533F96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FCF04-8339-4484-9D48-2D0045EC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11CE7-FEBA-4FA6-9BF0-DBEA8E12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89460-B8EA-4943-B93F-1F529428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8D24D-3CAF-49A8-936B-87F10239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finding과 test evidence가 같은 report에 존재한다.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F6B04-7E27-4902-984B-5AE3EB52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395B1-CDA8-4A61-9DF5-50326BD0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5F5B0-F0CC-40E5-A32D-59E8A1A7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9853C-3F90-409E-BE31-3729B81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미실행은 READY_FOR_HUMAN_MERGE가 아니다.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D79B7-3DBD-4A7D-A259-8CE0D86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747AF-F9DD-4E79-8C2D-5E1CFACC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DDA65-3ED5-413A-931E-14649960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A75F2-0E6F-4ADF-AE3F-E765E93E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060540664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A27EC-0591-4D26-AF3D-9DBC33CA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28821-DA52-488A-AEBE-5A568F9A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26F32-788A-4D74-9450-375F9892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04C47-E485-47CF-83BB-A632AFFE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21EDA-9414-436C-933D-FC162D1C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044DF-DDBC-469F-A137-A2E185A9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104C7-A895-478A-9CF4-A697D025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DA22E-8E8E-4ECB-A992-A61E09B0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26DDD-176A-4BD3-9698-44DEE158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16947-03BC-46C6-AF0E-E94C7910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E536C-C188-466B-830F-FB92D76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AFFE4-BF12-42DD-B215-E652B47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4EFEE-F166-40A7-B252-E6DEA0FB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23DEF-1104-4828-93DD-2D1D6012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FC04D-7031-4001-B554-AF509F9E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6122A-6FCD-41B4-ACD1-9F569F5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C62F6-5D25-4067-996B-CF35D53B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358218-D30B-4406-BAC6-2F4B07C0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결정론 finding과 test evidence가 같은 report에 존재한다.</a:t>
            </a:r>
          </a:p>
        </p:txBody>
      </p:sp>
    </p:spTree>
    <p:extLst>
      <p:ext uri="{BB962C8B-B14F-4D97-AF65-F5344CB8AC3E}">
        <p14:creationId xmlns:p14="http://schemas.microsoft.com/office/powerpoint/2010/main" val="122614463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97734-9B76-4376-973C-AEAD22B7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73080-512A-4891-BD83-7AC918F2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5B647-6942-4D69-BF36-F291581A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B2359-870E-451D-B8A9-4A3F8EBC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CDA17-6DE0-4ACA-B337-A6C1BBEC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1EA6E-D886-4B57-B698-BB18EB7F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C4FF0-9C4C-4E83-9CAE-76D9B855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F1228-22C1-46DD-AA91-B7E3A938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0EAFB-D482-430B-9C59-54517064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FDFA4-830B-420D-8AC8-F3B7FA0C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81AE1-2A40-425A-9683-21CEB855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188510326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3D440-5C87-473A-A90C-8BE10D7A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044C1-404B-4A75-BCC6-F366C897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627E4-8C54-450C-9C38-404C898E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BF9EC-5843-4182-A978-D0DA6EB3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8B57B-D151-4A20-AFDE-42CB585A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D5040-8F0F-4C73-BF5B-61D91F6B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08116-286E-4EF5-80E6-B66AC803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D8459-B74C-4826-9662-CE08ED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6D3A3-6BB1-4AD9-82DF-13B88DB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522BC-C497-409E-9471-BF95D69B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E0C21-C04F-4F97-863D-703B5DAA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D24D4-6161-4DE5-B91A-ED905B48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8858C-61B0-42FF-AFF3-DEE0EB5A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결정론 finding과 test evidence가 같은 report에 존재한다.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test 미실행은 READY_FOR_HUMAN_MERGE가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93866119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776E4-8780-413A-B803-935D14F3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FED60-54EC-4CF3-8837-031B70D1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9B7AB-F776-4FC4-8486-F2C09538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22DA8-D012-4F67-9466-2A7FBA8F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4DAFE-51EB-42A7-B390-15A509DE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7656B-C069-47EA-BB4D-4A522D34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CC823-5E6D-49D9-9A60-054BEC88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F8BC8-99C5-4A2E-9261-72EDE053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실행하지 않은 test를 passed라고 prompt에 써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DF8F-A3EF-4558-ADC1-E8DB5783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CA877-F526-4907-9ABF-0C3CD5CC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B6FDA-E395-4928-9E6B-8E634F29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command·exit code·stdout 요약을 실행 후 evidence bundle에 넣는다.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83C6B-D093-453B-B527-6AC88972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test 미실행은 READY_FOR_HUMAN_MERGE가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566203963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1EDEB-98C2-460A-9D85-AD3983DE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CB590-9A2B-46E1-98FA-D9B5D0C6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12CA8-84FC-41C2-A73F-9D05EFDA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64406-E41C-448D-95DA-3AD2FB1C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377FE-6A0F-4403-9DFF-BF7A73D6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D8528-EAC1-4F85-B4A8-CE70B308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033FB-45E4-4120-BC0A-F41DAA6B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79B3C-9BC2-4C96-9A67-FE9EBC34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.github/workflows/test.yml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54631-AACC-47C8-8418-A8E642F4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E241D-423F-434A-AB0F-9DA1D251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DC700-0D86-4135-9055-D5E1625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7587E-AF6F-4B4B-9542-9A67827D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finding과 test evidence가 같은 report에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 저장</a:t>
            </a:r>
          </a:p>
        </p:txBody>
      </p:sp>
    </p:spTree>
    <p:extLst>
      <p:ext uri="{BB962C8B-B14F-4D97-AF65-F5344CB8AC3E}">
        <p14:creationId xmlns:p14="http://schemas.microsoft.com/office/powerpoint/2010/main" val="163122082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EE56B-D153-4569-824D-E86C225B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25346-53DE-496A-8F59-957746A6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71393-1598-4D38-89DB-662BB2F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53189-EE17-48FF-8723-FACFEBB0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85FCF-83FA-41F0-ACF6-952E785A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3FF6B-4CF2-407A-8815-3C982954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1E9FB-04BA-427E-8CAA-E18D5D87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AGENTS.md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298B5-E243-45DC-AE1A-CB45E012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336C8-828A-42FC-AF6B-C8309CBE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945997784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6A945-32B1-4746-A9CE-5463C9DA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070CA-E5F5-41E2-B97E-86B4A88D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33B55-D2CA-4705-936B-CC2EF92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F24F4-590A-46CF-8299-B3E8EF55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725EB-A854-4906-BDCA-BF514814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7EE04-91C2-4ED5-9135-1117936F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C7E53-B379-4099-A17B-33D3B63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결정론 finding과 test evidence가 같은 report에 존재한다.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656C4-FC13-471E-BE9C-F4587B8D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E2C7D-4BD6-4742-B868-B99230CD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hybrid_review.json</a:t>
            </a:r>
          </a:p>
        </p:txBody>
      </p:sp>
    </p:spTree>
    <p:extLst>
      <p:ext uri="{BB962C8B-B14F-4D97-AF65-F5344CB8AC3E}">
        <p14:creationId xmlns:p14="http://schemas.microsoft.com/office/powerpoint/2010/main" val="720954165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B8BA8-6C81-4F88-8DFB-E90FD3D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4ED9E-635F-46B6-8FD0-5416F995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16358-7AFE-43A3-8152-1DD1A7F7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2567-5D27-4F4A-84C8-59415A4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5945F-FFA2-4DB3-98A8-E0E28A5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FF2E0-4FBA-4833-9888-A81B7DE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43A39-28B1-4A00-8ED1-C5138E38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 미실행은 READY_FOR_HUMAN_MERGE가 아니다.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command·exit code·stdout 요약을 실행 후 evidence bundle에 넣는다.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DEB99-4360-4AB6-AE9F-52E7BF3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B70F6-A344-492E-9A70-C7230F9B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621890158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51E94-3D1A-4DFA-AA01-ADD803CF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00D23-CE30-4DD5-9ED9-7C6CA65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67186-8009-4E25-8E0A-2FF45872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F91C7-EACC-444C-8E1D-0C7A666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2B002-EB5C-4597-BAA8-D92FD908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461D9-CB00-4DAA-8E62-D49EA1C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F1F47-D89C-4A57-84DB-3202311D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11C5D-ABAD-43E4-9615-52F936B4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C2CD9-5254-4BD2-8AF9-651F50C7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결정론 finding과 test evidence가 같은 report에 존재한다.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76CE9-7B95-431C-A15D-70D2AECB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56A5B-203D-406B-801E-C10F5AC3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82981-10A4-4E73-9576-5FABF40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F54F4-6A8B-4CD9-B566-18B43387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995E9-7E4B-4A3D-9536-F09B5A7D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C0104-4A64-4F1A-BDDE-B2E656D6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90EEC-7B84-45AB-A42E-3AE11E9B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F69DF-A8EB-4685-B559-D5F51A89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16130-8ADA-438E-ADE1-850C8949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473281711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C2C45-F41F-415F-99D0-2BE66A4C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B7170-A72D-45A1-830E-4ADC391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AF352-59F2-4CE6-A64A-0B718C23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202E6-99FA-48FE-9125-D87284F9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9DD11-D535-468D-AB68-2D11FD1B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4EEA5-32C8-47F5-92B9-05EDC0F1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A89F0-D0DC-4850-A3D6-3E911855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4F9E1-23A4-4523-93C0-22119C63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6CAC3-90A3-457E-AC2C-AA0C696F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 미실행은 READY_FOR_HUMAN_MERGE가 아니다.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960E8-3AED-4D81-96C3-7578F5A4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F8B72-21B9-4185-A67A-404B907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CD226-8002-4B0A-BE0E-BCE44A4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8A321-CCFD-420D-A4A8-748D25C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7F349-404C-460A-B25C-39103C49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561B3-65F5-4AA6-BAA1-5BDF7F21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F0C7D-74B8-43D9-BC31-FF7C1461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C9C5A-9A83-43B1-ACC6-B6A50335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282D3-99CB-427A-83CA-54DFBA28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738342185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AF282-0B89-4D1A-BC75-8D2FBA4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0D353-DE2E-48EA-B4BE-8215D6B0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68D18-4B3B-4567-BE91-A23E93C8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D490C-47A2-4388-899B-69840316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BEDC5-6396-4569-AA5B-7A9D542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51416-76AC-4799-B986-DED2B409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DA110-F147-4AEC-818D-C7128945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PR이 열리면 자동 검사 후 개발자가 고위험 finding만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93C9F-6C51-43B6-9AF9-6C4447FC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4EC3-7F5C-4162-B266-E2FC8AD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9DF0D-2F4B-4B56-82B4-B4F79022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C9C01-72BC-47BB-9DCF-C65C6073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505A9-14B6-425A-98EE-A674ADAF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11DE3-460B-473C-A629-7CBCE8DC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B8268-2317-4B55-B912-868A1B2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791F0-B757-4A6E-94A5-9271EDC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1683E-0455-4874-9345-B278655D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254AD-84D6-4DEC-8405-56FB73C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F2CC8-F8E9-4149-9A40-6C97533C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CAF58-912E-42BE-9725-79AC740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982713227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66FD0-98FC-4414-ACEA-4B602E52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15888-F33C-4608-851C-00647625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9B15E-433F-41C9-92D6-D95173DA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3174C-083D-41BA-9344-85EE58B6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09F2F-CBA7-484A-B0A7-54F9213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380D-783B-4B58-B478-AD611848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1FD99-7D81-4B3C-9269-D1696620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PR이 열리면 자동 검사 후 개발자가 고위험 finding만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B6E8D-F1A8-4EBC-88D3-2145DB5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F039D-B619-4632-8684-438C846F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E92C1-9466-4658-BDD1-D8721FC2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21431-3DC0-4BE7-9581-19FC21CA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FF09B-9A8C-4F0D-9E31-591D623F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FB9CA-FB57-4378-A3C6-24CA6E2B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DF2D9-F997-4527-83BE-D17E4B32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316E7-20B0-424D-9D3C-5536F929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28CEF-6D82-42E5-870A-DEE076F4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92A4B-4656-471A-9F24-0053282F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B4988-D794-4ADB-80A9-89AC5C16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4429B-B9FF-4F93-9618-97AB43E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101913503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E1221-6392-4A4F-A917-955A8334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69F71-5173-4921-B512-E2CDA9CC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CBA5D-B24E-4E80-8BF7-5E3852D7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11926-AADC-4F21-85EB-CCB049A4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5B8C2-44F1-4946-82DF-CCD01BA6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3BA7C-A033-45CF-9A21-83AE950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C87EB-A6C3-4F58-ACA7-546D8D0C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99022-3D2D-4239-8855-2C7A4F16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AFF8B-C618-4CBA-85B1-51845C1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결정론 finding과 test evidence가 같은 report에 존재한다.로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9F1DE-2530-4FCF-8CE1-335B237C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E39489-D48E-4423-A279-07F6AD17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47560-43F1-455A-B084-C53595D6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94E53-ACE5-45AE-90FC-7D52626D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EAAC6-83A4-421A-B265-0C8B0BC7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D3D81-CBF4-41C5-A39B-424C61BA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command·exit code·stdout 요약을 실행 후 evidence bundle에 넣는다.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ADE52-2A09-47B9-ADAD-A3F6FF1A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3DF0A-A40A-4AA2-94B3-AB323B86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93B7A-49D0-42EC-A43F-4D56F9DF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947163782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64AAB-DE55-4D3E-B063-15FAA698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B9D5A-8FC4-4863-B3A4-983D6502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4D6B7-691C-434B-A37A-B1FAC561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63437-1210-4173-BFA6-24FAEFF5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7780A-D7DF-4891-94C4-4BE1448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C633-00B5-4FFF-A954-217653D1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EBEF3-0E05-48A7-B0F2-F0889215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7DF58-8286-48AF-95A7-4F03CAA0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1A1C7-9086-4EBE-B214-2765FD6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정적 분석과 LLM은 서로 다른 일을 맡아야 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C8690-751E-4607-8A38-8F710FA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82445-B71D-4DA9-84D7-64AD9504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4F058-66A2-4952-AE50-EF821D3F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50B20-EB21-4D5B-ABD0-1D57F569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5B965-4480-4980-AAE5-FC47DE71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6B4C1-D1F0-4C7B-A516-1CE16F6F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hybrid_review.json과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7032C-42EC-404E-9E3B-E828DBBE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리뷰 Agent는 finding 수가 아니라 precision과 recall로 봅니다</a:t>
            </a:r>
          </a:p>
        </p:txBody>
      </p:sp>
    </p:spTree>
    <p:extLst>
      <p:ext uri="{BB962C8B-B14F-4D97-AF65-F5344CB8AC3E}">
        <p14:creationId xmlns:p14="http://schemas.microsoft.com/office/powerpoint/2010/main" val="958495256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FDD36-764E-4119-AAC0-30EECD3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C2F97-0D15-4CC8-8705-5164E0EA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7차시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93DF3-685B-4ECB-B7D5-5E85D31A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15:30-16:20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09FBA-B660-4BFB-A74E-6F16BEAA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리뷰 Agent는 finding 수가 아니라 precision과 recall로 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90552-F672-4A14-869C-2C9D8A98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golden finding과 predicted finding을 exact key로 비교한다.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73159-8F71-4FAD-A0F3-6D1B0C81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DA826-83F5-4A24-A565-5D3F0E8B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6658A-AEA1-4429-9F2E-F9CF35E8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D5536-2644-49CB-9B4E-75C74218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06CCC-9B57-46B9-8C62-AD53B5A0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src/course_services/eval_service.py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5DBCD-4C28-4282-9AA4-0EC8C5D9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14019-ACD5-4BF1-BFA8-06D1BF01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review_eval.json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3955-87FE-4C8F-8FFD-FAFEFDA9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7차시</a:t>
            </a:r>
          </a:p>
        </p:txBody>
      </p:sp>
    </p:spTree>
    <p:extLst>
      <p:ext uri="{BB962C8B-B14F-4D97-AF65-F5344CB8AC3E}">
        <p14:creationId xmlns:p14="http://schemas.microsoft.com/office/powerpoint/2010/main" val="1103239193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C390A-746B-40BC-8CA1-3A071FDF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8702E-FC51-4EC2-AD79-A737BEF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B7AD4-4553-468D-A1AE-CDD8468D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96286-2AC2-4342-8D5B-6AACBA2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4ED18-48F6-4173-BE7D-A2057057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0AC83-9CB7-4BD3-82F8-F8659F82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DD643-8FDC-4F56-9A94-F894D890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14803-7E66-4EA2-82BD-1258C1E8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E81B9-9B38-4844-A03A-5C9A1582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hybrid_review.json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0BB49-3C27-4950-915A-4E6FDD58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CA625-A054-4BA7-B5F9-C34A3A1B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F9F83-4F76-4249-A445-B172502D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Agent는 finding 수가 아니라 precision과 recall로 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511B4-359C-4C00-AEF2-CFC9C02F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E1FC7-08EA-4EF3-A72C-051E5917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8B001-D8DB-41E4-8AD6-9E592E1E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3CD6F-B763-4570-9CE5-C98CE71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80EA1-48DD-4327-AF25-1EBDB0D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05CC7-BF2B-4006-9A9A-5CA6B3AD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개선은 prompt 감각이 아니라 오류 분석으로 끝냅니다</a:t>
            </a:r>
          </a:p>
        </p:txBody>
      </p:sp>
    </p:spTree>
    <p:extLst>
      <p:ext uri="{BB962C8B-B14F-4D97-AF65-F5344CB8AC3E}">
        <p14:creationId xmlns:p14="http://schemas.microsoft.com/office/powerpoint/2010/main" val="528850126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1DCE4-DBEE-444E-B4C7-701BAF5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많이 지적하는 reviewer가 실제로 더 좋은 reviewer라는 보장은 없다.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D8D25-6BDF-45C3-A916-1B55989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21996-7894-4F95-B47E-24AFE089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F1963-FC03-4D79-8FF6-41FBF4E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AB456-5E56-47D5-80A0-81879305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10B21-0B8F-49C8-88ED-CBA6A52E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finding과 predicted finding을 exact key로 비교한다.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197BE-237C-4509-8823-5070DED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2A2E2-B2A2-4B99-9F45-F242ED1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review_eval.json</a:t>
            </a:r>
          </a:p>
        </p:txBody>
      </p:sp>
    </p:spTree>
    <p:extLst>
      <p:ext uri="{BB962C8B-B14F-4D97-AF65-F5344CB8AC3E}">
        <p14:creationId xmlns:p14="http://schemas.microsoft.com/office/powerpoint/2010/main" val="1472003603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B378C-84C4-46A0-AE46-32A17E16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187C9-7B6B-4AE8-85EC-06E74255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BC11B-BD9F-4A12-BA19-5D92A4E7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FC3C6-CF7B-4C7E-9B55-080DACEC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BF5AB-71E6-4BD6-AD94-4448D9E9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E2CC-0038-47AD-B9D4-9DC33C58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91333-B19B-45D8-9D72-0E2C7A5F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EBC2E-10DC-4898-8737-E97333C5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finding과 predicted finding을 exact key로 비교한다.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B2639-83EF-4009-B703-8C0C74E1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DA2E1-2BC1-446D-9272-F7D63D25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EE808-B096-47C3-93B1-D11768F3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제목 문구가 조금 달라졌다고 같은 finding을 다른 것으로 센다.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1A844-53E0-4220-85AA-EEB57559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5D032-5938-4C2B-87E3-25340EBE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FAC82-DE1B-4598-9BB9-C43CA46B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84666947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FF6ED-CDA2-4021-9320-1FC73C88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0CA6F-E2C5-488A-B1EB-5EB16AF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E6528-97A9-4AD3-A54E-52CF1E4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72C7D-3299-40A8-88A6-20FAEF48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CAD00-9F73-4EC9-B61E-3936784D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D646A-211F-4C34-87C6-D41AFD2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330C2-BF70-4C3A-A156-AD777D56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AA4BE-E3F4-41E6-9EB3-1D12A2D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ABCDC-8CCA-4F1C-9556-81551FB4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7F435-B030-455D-858E-9CE8A9F2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2E9D4-70BC-4B87-8C1B-63E0E232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585AB-C935-46A4-B13D-0F64E99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F24AE-2F13-4197-9985-CFF3BE2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4F62A-A746-45DB-9650-AB1A1E66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제기한 문제 중 맞은 비율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111AC-54B7-48E3-B319-7D7CA14A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719F-19C5-4B89-8E9E-C92F12AA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3990B-8DE3-4415-AEDE-DFFDA9B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B172A-5A85-41CC-924C-B4011C7B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잡아야 할 문제 중 찾은 비율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6A53F-2595-475F-BC63-B6EEFB0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BCB63-6D05-4712-942A-B46F031B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B797D-DC15-42B0-8F5E-EF8198AE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5AF0B-0C7F-4D41-A16F-780E0102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precision과 recall의 조화 평균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CDC2E-17B4-4834-A186-0A45675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5BBE1F-BB0E-4109-8663-76025F2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16ABCB-D70A-48E8-BE4F-2230A47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5B3D8-43B3-47BF-8082-C897653A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합의된 기대 finding 모음</a:t>
            </a:r>
          </a:p>
        </p:txBody>
      </p:sp>
    </p:spTree>
    <p:extLst>
      <p:ext uri="{BB962C8B-B14F-4D97-AF65-F5344CB8AC3E}">
        <p14:creationId xmlns:p14="http://schemas.microsoft.com/office/powerpoint/2010/main" val="1773586343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11DA2-F697-402E-9881-85EE98A2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78B86-F249-4000-89F2-9A606C9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78656-8E8F-41DA-B009-CDF80E82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D52FA-F5CA-4696-843C-30EA9C00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EDD47-B44A-4D8E-A095-48ADA21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E1817-69AD-4932-BD88-33F2A02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25054-41B1-4958-B43A-A38D92A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DAEB8-DFEE-4707-97C2-8DD87727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src/course_services/eval_service.py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A31A8-6AFD-4C3E-92F7-2B44FCA8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66DCB-7D4E-4D3E-A0C0-588BA733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3DDE4-612F-4C51-8023-965B0F31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정규화 → 교집합 → false positive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A49D9-9B43-4BF5-B160-B0A07AA5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0EA05-1319-49A3-A3D7-0070C039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69E16-41C6-4C5C-A921-D842E406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61080-3598-4058-B968-96D0C3A8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B702E-4514-4533-A169-4C51B5D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6B6A1-BFA2-4DE1-A6F4-31CCF552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case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 또는 precision 0.8 미만이면 HOLD다.</a:t>
            </a:r>
          </a:p>
        </p:txBody>
      </p:sp>
    </p:spTree>
    <p:extLst>
      <p:ext uri="{BB962C8B-B14F-4D97-AF65-F5344CB8AC3E}">
        <p14:creationId xmlns:p14="http://schemas.microsoft.com/office/powerpoint/2010/main" val="1787765969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8E7E0-4425-4D1D-83D6-AB34777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C7716-28C0-4C73-A62A-055FD75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EFBA6-BC99-4375-82E2-FAA31E0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75844-808C-4634-B66E-6028491B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D0464-09CC-46EF-98CC-19710557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2AEA3-E656-4B59-A801-38FE0DDE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B4C35-A015-4552-8F07-DBA7B462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E413A-5E37-4FDC-AF07-5677C291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2A5D1-7061-4A96-95CC-677B7C69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key 정규화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06A5D-7E1B-4900-AE98-72D7B3C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D9C8C-207A-4218-B58D-9D69E3F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2F928-1176-4F98-B985-CDF29958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교집합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8A8E4-D464-41E5-BB15-9051B306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60475-84DA-436F-B231-5DD53B19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A7C0C-6A39-4773-9CFF-FD8450F9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 positive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84151-8C43-4090-831B-C710E1C0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0A837-5A02-4445-8645-A8785874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BB677-61E2-4530-9096-128E3DCF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 negative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E02DB-7B0A-4944-BC54-9E6A0F49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4A9A5-C552-4822-AEB6-F7C8182F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A6765-0077-4D8E-93E8-9C2343E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EF8B6-D98C-48E0-AFE8-207DD5CF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review_eval.json에서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421991087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012FF-0DE9-4959-BA2E-E81A846C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6F862-40BB-498E-B618-CBD2B7F0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6689B-64DE-426A-B683-8004AAAB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9DB22-E222-4542-BDC5-C57F4935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40A8A-4006-4796-99AE-78D7457C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8D963-A13F-4EEC-BC9D-B00FC84D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A7C29-BBE3-454B-9C08-741AA8CF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BC03B-C99C-4063-BCBF-6FDF96C3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case precision·recall·F1이 1.0이다.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43317-6ACD-4E1E-96D6-6C2C7353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0E899-BCA0-424D-8AF0-2E169EEE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4BEB1-AA36-468C-8D6E-68B1ED0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 또는 precision 0.8 미만이면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3D669-646D-44D9-90EB-1B0D6B5C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8D009-43A9-45D1-BD16-40D8851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45C10-92AD-4124-870F-C5F8909B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C5744-2E89-4297-A692-C5204BCC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8E6BA-E0BE-40DA-8FB0-7C95FFDA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77083-6E66-42E1-8F94-C5FA982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식별자·review_eval.json</a:t>
            </a:r>
          </a:p>
        </p:txBody>
      </p:sp>
    </p:spTree>
    <p:extLst>
      <p:ext uri="{BB962C8B-B14F-4D97-AF65-F5344CB8AC3E}">
        <p14:creationId xmlns:p14="http://schemas.microsoft.com/office/powerpoint/2010/main" val="2100529286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82DF7-6E99-4965-9F0A-10E778FF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6006A-8612-4B1E-9647-F4AE3F6E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CAE29-8309-4BDF-8E5A-49088153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49BBA-B8C6-47E9-9147-535FF52F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B6D16-9407-461B-AD0C-182DCDC2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36AA6-142B-41C2-A352-DB5B60D0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5E284-8172-444E-BB67-187A5BF6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525D2-304D-4EFC-BF16-9DFA4339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7695F-F89F-4AD5-862B-17651360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A50DC-4220-4D2D-83D0-84C3876D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C7AE0-9B88-4994-B964-CAB2061C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E637F-5D02-4731-BED0-1C65398B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AEEFB-71D2-4B7B-AFC9-74F6D9CC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F7737-8D8E-405A-95B4-4D78976E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66E25-5AED-43B2-BFB6-DB647EE6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BD6CC-871F-4380-80FB-36CB165C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A3D6B-7922-4931-BAAA-17A762DB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A932C-E320-45EC-ACA3-6EFECBD5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741296539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C8AFA-8EF8-4518-8272-9D6DFCA7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4F2B9-B3A6-409C-B982-1D9FB9B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Agent는 finding 수가 아니라 precision과 recall로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3EA9C-DD1A-4856-A31A-4488AFA0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7D88A-1508-4AC6-AD72-12654FB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6A908-7E67-4971-897F-6CB00FCF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5CFD8-4347-4EA7-B2F3-A37EBC3D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39CB9-A655-4EEB-95F2-761E7B2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많이 지적하는 reviewer가 실제로 더 좋은 reviewer라는 보장은 없다.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E32E8-3786-461B-BB23-90865046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5BD52-5A72-4A05-8E14-8779FD01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E49CB-AD6D-467C-81C9-A21BC9D6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제목 문구가 조금 달라졌다고 같은 finding을 다른 것으로 센다.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98528-4BC9-4D3C-97C6-EE1545F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path·line·rule_id 같은 안정 key를 평가에 사용한다.</a:t>
            </a:r>
          </a:p>
        </p:txBody>
      </p:sp>
    </p:spTree>
    <p:extLst>
      <p:ext uri="{BB962C8B-B14F-4D97-AF65-F5344CB8AC3E}">
        <p14:creationId xmlns:p14="http://schemas.microsoft.com/office/powerpoint/2010/main" val="668399482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491AA9-9C61-48C8-9420-368AD336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A5F5B-4E8B-4FCA-AE66-A683BFD6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98844-5F06-4708-9A3A-C9ECA1F5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AB513-819A-4F51-AE7A-C2F7DBC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4C7B8-B99E-4483-A4E1-6BDA9ED5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EEC09-24D6-455E-9DB2-4816C127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C4751-BD3A-4BFE-B301-6B8CD877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6185A-9947-499D-B4EE-A025DDE1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C0AEC-66AF-43C7-8127-2A6FB808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AB3CF-D105-4992-BA19-904D9C52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EC92E-D7DD-4911-8846-77686332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2BDAC-17CB-464C-9AF9-33A6CF71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C49D6-2347-4CCA-8C8D-89E5F25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71E98-CECC-4280-913E-345A9E72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663AB-AD79-492B-9D23-3AB62A5F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EB01A-9214-46B4-BA3A-5153CACF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제기한 문제 중 맞은 비율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4288F-530D-4D27-AA15-4B0AD10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6FA16-92A6-4194-8CA5-B4248F3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2207C-A33C-4A3A-B7E4-A59EFE6D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E2834-5216-4D09-B0A6-A14ECC1F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703FF-9C0E-4D56-876A-C8C8B9D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D627D-3395-425C-AEDA-2576744D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잡아야 할 문제 중 찾은 비율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FD9FB-53D5-4EA8-84A7-123715DD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41B9B-73E9-47AE-9936-E8448A33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61796-D0D9-46CA-8C6E-B13F48DB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5F0D2B-5271-4E5D-A47D-CD11D04E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B8710-05A3-40A6-A841-DF68750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7D9FE-27DB-4C6A-8E22-CD721062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precision과 recall의 조화 평균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7CE03-B25C-4C2F-98EA-7A5F178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FE221-9E26-4FE3-9128-570BDA5D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898F9-BDB6-4B99-9974-DEB273D6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CA6511-9D02-430C-A2F1-3768B63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4BB539-CCE3-4BC7-A0D3-75022125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B1553-A398-410C-BA85-0F498ACB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합의된 기대 finding 모음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F23E17-FB4D-460F-8F5D-31BB9C46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F40212-FF42-48EC-91EB-BD63689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529679925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50D01-FEBE-48D4-8656-38F9B24D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F99DC-46F4-4E52-B4DE-29F198E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7EBB5-F7E5-4BBF-B7A9-56FAC581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19406-5E11-48CD-96B9-85D86404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9217F-8E62-48A4-BF72-FAA9D1E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726BB-7A4B-4F39-9537-043B6846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C4B03-B44F-4C8A-8675-B85A01E9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50FE3-0895-40EA-94FE-A7744C2D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63351-6C01-475A-AB0C-F6AF3A49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제목 문구가 조금 달라졌다고 같은 finding을 다른 것으로 센다.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31E58-C230-4000-85E8-33AB7B86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3B89C-1B21-4DB2-A075-23B1D4B4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많이 지적하는 reviewer가 실제로 더 좋은 reviewer라는 보장은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F5278-78CA-44FF-90BB-373323F5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17348148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B38BC-48F5-49DF-9010-53A2A10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F4649-D3D1-4A91-ADAB-99293EE6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21AE8-1792-4B8D-9C58-176EA155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0B8E3-066E-4D21-8547-61DC49DF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AA199-4E7E-4A06-8C76-8398D1B8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53527-6688-4DB3-8DD0-3CB6CB8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3BCE8-B1B2-4ECA-9FBE-E8C8D8B4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B5240-1638-4067-BADC-0F4BE9A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2EBC5-7CA8-4DAE-B2E9-FD29C7F7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recall 또는 precision 0.8 미만이면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52051-0C6D-45D7-AE2D-2ADBB69B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B81A2-74F6-4351-A2D5-80239878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26BD8-7226-4C69-B69F-B06C17C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제목 문구가 조금 달라졌다고 같은 finding을 다른 것으로 센다.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99715-6E1C-4885-90EC-9ABC1E01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66C74-3448-4493-A636-B25294C3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F0C14-428F-4A2C-881D-3601669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path·line·rule_id 같은 안정 key를 평가에 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9DE7E-0DA0-4947-AB3F-095938A5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5F4A0-8AFA-4581-84EE-A0FFFE8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7EE05-FACC-4A6D-8CED-AAFDF63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review_eval.json과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805347098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B094B-94F3-4DF2-AC97-792FC1BE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17BD2-DCCA-4C24-9C1E-F33449F4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A7B72-2D39-4A9E-90E0-6515B6D0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04901-E42C-4945-B27A-6584B449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4CCF9-190F-4E3F-ABF7-7F8E5BE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01F3A-7662-467B-95B8-723CB79F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844b9ebce4de3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58331-33C2-4063-A898-B42100EB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함수를 구현할 때 empty prediction·empty expected 경계를 test한다.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1133A-1B9A-4825-AAD9-33538537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089137452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131974-FBC9-4202-9A43-2C8CE65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E0FE2-F599-4D38-AC00-1FCBC08E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A015E-C934-4561-AB60-D3D0CB04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3011C-0566-4EB5-AB15-A2842DD1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68A77-476E-4C46-82DE-98D603E9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4A1E3-3358-4C74-B772-9BA1FD8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8A007-4C95-4DCA-BC22-59864285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45D6B-82A3-47B4-8D9D-A053700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7EFCD-A230-4021-8509-A6DAB1D6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평가 함수를 구현할 때 empty prediction·empty expected 경계를 test한다.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A1878-C780-4D32-A150-83820104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6FB43-3A8D-4A0E-8E1F-0FC83CE5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E6BC2-4542-45EB-A053-1F4435A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data/day5_eval/golden_review_findings.json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2005C-40B1-4E57-8633-CF237F2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14840-C474-4F6F-8C39-D71EFE21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16A7F-8061-46EA-BFA0-C7D20F37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case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 또는 precision 0.8 미만이면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9C6A5-5B8B-4975-B645-3F68A4E1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73B8A-1018-48D3-A53F-E378DFDD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DE239-45D8-47D2-A0AB-88734E7F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966525194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6781E-C3D6-4845-92AD-2E522F4D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2E908-8E5B-480E-A70F-83B9E9A5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C3F82-A703-494C-9013-B45624AD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7027F-79E6-4FDE-99B6-C7625E5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4C7DA-A1EC-4CCF-9DC3-6B8C0467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66C93-9B8C-44EF-8A4D-AB51AD90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6AE2B-73EE-4DCD-940E-0E8016AC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E4138-3EBA-422A-ACEA-E9591FB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28D85-0123-4EF1-A170-11F4A9A3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3C0D4-38DA-4C37-8457-8E3FD9B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ADF34-201A-4084-A75B-82E18AE4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92723-0BA8-4D3E-B325-7B9ED48C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DFBAF-8F60-4234-A33B-F6C0105F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382CC-5068-4300-A27B-8483D746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case precision·recall·F1이 1.0이다.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47935-ECE8-4DCF-B6BE-DB53CA0B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B8FEA-80AF-4AA1-94E0-83472CFA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5D055-B7DD-4F8B-90F4-F198268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49953-5BF8-4248-B9A5-23F58DCB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 또는 precision 0.8 미만이면 HOLD다.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2FA53-8B83-4191-AAE1-5BFBA148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3FED7-87BA-4CDF-9AE8-C0D3474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4EC6F-B4A2-49C8-971A-69C862B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68EFD-8B8A-4275-8CD3-3D1592C5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674578347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45030-52AA-4D25-901C-2666D275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AA483-F664-4A5C-8DA3-93B639D6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3F908-FFE2-416F-B5CA-A691A272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C22B6-3EE9-4BC9-8391-F671644C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1E7EA-CAD9-4010-9C4B-B65409B1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DC322-61EB-4CA8-87E4-5595B36E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2B4C2-124B-460D-9952-1272E9B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DE422-6A7C-4783-B67E-606BA2C2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0D5B6-D800-4378-A5E6-7A64782E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src/course_services/eval_service.py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28A80-4D60-4745-A68E-BE98C8D2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2634C-17B3-4F76-9408-AC82678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E14FA-B85D-4861-A424-19C46D1A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data/day5_eval/golden_review_findings.json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A1E16-E29D-4D6D-A8F7-1E033F1E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1F81B-1F49-4172-A08F-592B0FA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F9926-C4BD-4745-BA51-C72BEB6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offline_eval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E478C-76CD-42FB-B75B-F1CA8678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4DE5B-154A-4EFA-B7F5-5750B8B1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D75F0-A715-41DF-96C1-8AF109AC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fixture case precision·recall·F1이 1.0이다.</a:t>
            </a:r>
          </a:p>
        </p:txBody>
      </p:sp>
    </p:spTree>
    <p:extLst>
      <p:ext uri="{BB962C8B-B14F-4D97-AF65-F5344CB8AC3E}">
        <p14:creationId xmlns:p14="http://schemas.microsoft.com/office/powerpoint/2010/main" val="2085957588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61C8D-7B22-439D-ADE7-216108EA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6DFC2-ED86-47DA-94DE-9E81A505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0935E-38AE-4B63-8DA2-9C6F755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EF1B8-A00E-4E34-A6C8-8B5095D7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0C030-41F8-4BFF-94AD-996B2897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9D1D1-CB5C-46D6-9134-060A1A00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8A2FA-E3D4-474B-8DF7-5A0EB49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1B796-38E1-481E-B4DF-654C3BC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0A3FB-024D-44F9-9710-C194B1FA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offline_eval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ACB3E-3D61-4169-BAE7-A1ADA45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7393E-3193-4CBF-8782-BB1D4DA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521089024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10A73-786A-432E-A828-F80181DF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E27BD-B3E9-4D9E-BABF-90865056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7DD9E-2C87-4DA9-9658-C1AA413F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21B4C-285C-4956-A2B3-2BA00F60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82BC2-C96C-4E75-89FE-83881A0F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C552A-8DEA-4F02-A81B-6584F85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BBD3F-8F7E-4384-A86C-039612ED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99F01-A1C9-4FE3-B65E-104FF44D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904AB-21B6-4A1E-9ED2-A6E16F4F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355E0-7DF7-49E4-976F-BF5134B5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903CD-1492-4BB8-A23E-CE28178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277F5-ED4C-4818-B4B4-0FA4B8C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A6D6D-7E86-4BEB-84FF-3C0E41E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fixture case precision·recall·F1이 1.0이다.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recall 또는 precision 0.8 미만이면 HOLD다.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453803627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0D9F5-6A85-4E49-B782-50981365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129A0-2494-4881-869B-0BC17268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6F50-7C6E-45C8-9A78-27B2FE56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35D4D-5C5F-4EA6-8F71-45F7986B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2EF99-7BA7-447F-B7A3-131DF6CC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67761-BC19-45C3-89FD-79F324DE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3BFD8-39A4-43E5-BBA3-BAACDC8B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94466-4E1C-4E42-B693-909AE5F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제목 문구가 조금 달라졌다고 같은 finding을 다른 것으로 센다.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4639F-81EF-4827-A416-2A504BDF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D0551-43CA-45D8-BFA4-C11F3226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5F357-5D7B-4F25-952B-62CCD24A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path·line·rule_id 같은 안정 key를 평가에 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7B5F9-8B1E-4ED5-B155-CD72E09E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recall 또는 precision 0.8 미만이면 HOLD다.</a:t>
            </a:r>
          </a:p>
        </p:txBody>
      </p:sp>
    </p:spTree>
    <p:extLst>
      <p:ext uri="{BB962C8B-B14F-4D97-AF65-F5344CB8AC3E}">
        <p14:creationId xmlns:p14="http://schemas.microsoft.com/office/powerpoint/2010/main" val="802660556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6B70C-D741-43B4-8E54-D61BEAE3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9E367-ED67-46F4-9A39-CF85BAFD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BD3D3-36CE-421C-8DD5-8A693ED3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31E3F-0021-417B-8373-C4B14CF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FA6C2-A91E-4EBD-98FC-15249FB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A8402-C8EB-44D4-A2A1-D3AFDC7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D4C80-CEDA-4792-AB78-654E7C77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05A57-86B7-4B1E-B99A-0843AA48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4BB2E-7FD6-446D-B051-18931E8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A7380-C7FD-48A9-911C-60553C2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9DB9E-4EDD-4B6B-B825-9023EF11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39AFD-A238-416D-8565-9ACD037C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case precision·recall·F1이 1.0이다.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 저장</a:t>
            </a:r>
          </a:p>
        </p:txBody>
      </p:sp>
    </p:spTree>
    <p:extLst>
      <p:ext uri="{BB962C8B-B14F-4D97-AF65-F5344CB8AC3E}">
        <p14:creationId xmlns:p14="http://schemas.microsoft.com/office/powerpoint/2010/main" val="1439514456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43D04-3846-49FC-94E6-9A77B15C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81009-24A3-4900-AF1A-C190B8F7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BD1CA-8D53-4D3A-8233-36C89ED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8C8FE-8742-49DC-A2E8-5C8CF39F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DC7FA-1303-4480-A31D-2A98DD48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72322-FCFF-4662-98F4-E9A8D5B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A538B-8037-4EAF-B330-40C97C7C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src/course_services/eval_service.py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E8E8F-A2B6-4E94-B6F5-E9B89E64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D9637-E419-415E-A010-06AFEC3C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review_eval.json</a:t>
            </a:r>
          </a:p>
        </p:txBody>
      </p:sp>
    </p:spTree>
    <p:extLst>
      <p:ext uri="{BB962C8B-B14F-4D97-AF65-F5344CB8AC3E}">
        <p14:creationId xmlns:p14="http://schemas.microsoft.com/office/powerpoint/2010/main" val="1755394340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D4AC0-4780-4A62-BFB4-4181811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538B3-8D68-4532-8A60-5801F301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FC033-56F6-4C54-9D4D-1ED4E63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713DC-C664-4CC9-9B63-CDC29A2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15A70-B0C7-42BE-B987-042BA171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49C24-5B44-49BF-A3B1-179BDD23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2A0A3-4165-420D-B1F2-8F2869F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offline_eval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fixture case precision·recall·F1이 1.0이다.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173AC-186C-4DB8-BF8B-3BF1735A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7FBE3-6753-4087-85CA-5AB23509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review_eval.json</a:t>
            </a:r>
          </a:p>
        </p:txBody>
      </p:sp>
    </p:spTree>
    <p:extLst>
      <p:ext uri="{BB962C8B-B14F-4D97-AF65-F5344CB8AC3E}">
        <p14:creationId xmlns:p14="http://schemas.microsoft.com/office/powerpoint/2010/main" val="808434202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11E74-A2C3-469B-A0CD-2E0CCA02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12D67-77BC-4DB0-B20F-42D0EBF6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7864A-4CBB-45C0-9EA9-62AD3C4C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74B0E-2567-4CBA-87D1-43288D50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E5324-6F93-41E4-9A89-EB124DEA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4B27A-FA16-48A4-AF50-91479D53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E6DC5-8822-4210-A09D-BF4EE966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recall 또는 precision 0.8 미만이면 HOLD다.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path·line·rule_id 같은 안정 key를 평가에 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7BACF-4AB8-44F1-9A34-3D4A60E7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83D15-4353-4029-A3ED-11D865E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732990078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731EF-BAE0-471F-BA1F-02DD2385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93CDD-EEB8-42B3-B199-AC59C9A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F3261-A65C-44E0-BA10-7AF7ADA2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100A6-75D6-49C3-BA36-200F12AA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5B4FA-C7CA-4582-84A8-C78216B6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2A6F7-C811-430B-B2B3-7FDF831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E3432-25C4-48AF-BD56-A2F3688E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38C70-56FE-4068-AAB9-813859AB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22138-CE14-40C0-92F1-C88A01A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fixture case precision·recall·F1이 1.0이다.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1AF5B-EC56-4AB3-AA40-DDF435D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2F009-1207-4130-8529-05BB376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C4922-B292-420C-B374-C71F97AD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EEE04-A291-4F1A-9DCD-5FC6986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EEB80-FD47-40CC-908C-BD21121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ABA49-EC06-4F2C-ADA1-7E5928E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9C272-1DFE-4AED-B189-00982484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8B76A-A2E4-422E-A14F-37401091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1EF92-9793-4DD5-BA90-A764747F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083581743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2B5F8-0F53-4806-8ECB-124E73CE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6E3C8-8060-4B64-8EDB-0924F70E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D29BC-1055-4E9C-BF7E-1B0BB749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05CAE-0353-4978-9EC6-89D5EF57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C51F8-77B4-4E3E-952C-6E73AD48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6E2C2-8F83-4F87-8B40-5E9F07C2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B3BEA-595B-4BD5-8A86-86FE4592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58E7F-74CA-49F6-870D-47344B4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E735B-4B81-4FB6-AA47-DC54DA4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recall 또는 precision 0.8 미만이면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E1C2F-1551-40F9-BBA2-A54FA899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192DA-6B5F-4F33-9921-744EE7B2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2875A-B0FC-4F80-AEE5-61EC6AE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3279C-D4D9-4868-B91B-20E0A0B6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E7DFE-63EF-4C8A-BA47-DE4E70F9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3D12F-8101-4D50-AE15-C74200FF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E5B3A-DA7E-49D7-9723-7A035E17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D87F0-2483-4496-B18D-01A779A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A33FC-F42A-4253-B9F7-8BB55135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38165855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57953-9C9F-494A-AE0D-98AB8709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75AE8-6BF2-46F0-87C5-0DF25DE7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49C7C-5740-4A69-B220-AD7BDFAA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A3079-FE66-4AA2-9B3C-3EA1E4E6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0E519-1738-497A-B92A-2C0C8D4F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24ABE-16D9-4FDC-9819-8780A528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69B15-C815-4656-B7A1-F0410CA2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교체 전 기존 reviewer보다 나아졌는지 정량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E91EE-A894-4FA9-A50F-9382D48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4EA76-5536-4B12-96F1-54DD5012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BD671-4595-486A-93BA-18E1CC22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801E2-A046-4D0E-A4BA-74DF5761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091FB-21D5-489F-B642-95DB8A6E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95AB7-8B1A-4EC1-9FCF-790F33A5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5A50D-874D-417A-ABAF-9CB894BA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4CAE4-752C-4F48-A949-FAA61806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43286-A6B4-4F52-87C5-FC3F7284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CF8B0-45DE-4D77-9006-0B004ECE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D7CA8-7A5F-4D2F-A12F-17778E80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10FA2-9A03-4B9E-8EE3-A155643C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342303536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73E3D-E69B-418A-A597-AA1F2F8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442F9-026A-49CE-96D3-43224C1C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68B6B-B0F0-46D1-90DF-B9D633FA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667EF-4CF7-4182-931F-B3982FA0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A4FE2-F144-4CBD-BC9A-96B3330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B7C32-E208-44B8-8527-8248116A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59720-CF42-4C9A-BB7E-F4DB1CAF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교체 전 기존 reviewer보다 나아졌는지 정량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2BF0E-0805-46B1-A1E6-143A5D3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BCC48-0CDE-4591-8DB1-DC611E83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8CE12-2357-406C-9500-6D9824F6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94D4D-F6D4-4CC7-8E71-9B2CC03F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4A3F3-B52D-4403-986D-B17F5ED5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F3FF3-4E4C-4381-9375-D9C177F4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9477D-A63D-490A-AB4C-B95C09E1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A7D58-3B63-4D6B-8CA5-F58BFE6A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C93E5-8C77-43AD-9595-CA0CAB65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58010-DC27-485B-920B-ECE2FFAC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AB9AB-BC83-40CC-A739-E1F20CC4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FBAD2-83A1-4C0B-BDE5-6F1AD5DA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860102235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9B0EE-0A0E-44F2-AEE8-41F45C9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EF23A-052B-4CE3-B40B-7EBBC4C9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F00FD-FF87-453E-AD73-74D067BA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66A52-CD52-4490-BE0B-6608B561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F1C39-838A-409F-B8DC-D3B5C48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EC577-9A2E-4A44-B2DC-C9EF71A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76C41-A750-4FF0-BFF6-93478149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DAD88-36C4-4E0C-9D55-7D6C02EC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952A8-DA79-4AFC-A3E1-90D82F9B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fixture case precision·recall·F1이 1.0이다.로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D8253-8080-4117-9996-E60F933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8BE7C-CEA8-4B19-A281-071EB50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F35A7-2169-4400-AC98-129BFAE7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D614B-2CCA-40A2-9FDD-302E3251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7FAF0-89F2-4380-8434-299A52FD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590AA-4F25-471F-A4BD-555A6E81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path·line·rule_id 같은 안정 key를 평가에 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638AF-CB2D-41C4-B541-0055A72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DDAA7-0353-49BD-B06B-A4E34D7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4BB69-3377-40D8-B19F-E1FE743C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553345414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E3CD4-3EAD-4E7E-80F1-73D13786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85BD6-324A-4802-8763-90E5CBB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CE23A-53EB-4100-8341-DF6390F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36965-A188-4EBB-873B-2B33A368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1E54A-7B65-4B5A-9016-628CC454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D5DCF-B566-4534-9F8D-F3C33998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48141-7013-485A-A908-5B0E9D1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4E684-219C-43DC-8626-525E6FF5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5DD21-BC16-4E7E-87F0-05E225FD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리뷰 Agent는 finding 수가 아니라 precision과 recall로 봅니다이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11FE6-A1FB-4E01-BDA3-7E978E2F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E6BC9-BA0A-46CC-8BBE-BAF2775D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2DE25-B97F-4DF9-A456-E30F00CF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offline_eval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AD91F-DD16-4AE2-BE68-4DEE6AA1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9698F-464B-4FC1-B745-F7136A5D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DF681-366B-43EB-9B65-F25A9AC0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review_eval.json과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85746-E9C4-4B1F-B0C7-8BC93E14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리뷰 개선은 prompt 감각이 아니라 오류 분석으로 끝냅니다</a:t>
            </a:r>
          </a:p>
        </p:txBody>
      </p:sp>
    </p:spTree>
    <p:extLst>
      <p:ext uri="{BB962C8B-B14F-4D97-AF65-F5344CB8AC3E}">
        <p14:creationId xmlns:p14="http://schemas.microsoft.com/office/powerpoint/2010/main" val="1668047384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FBA28-662F-49E3-A198-21C8241D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7012C-0E17-4636-BC3D-474B795F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3 · 8차시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69F86-A1F6-4647-B74A-93D7E1E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16:20-17:10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E1009-099F-42FB-ADA1-9ECF998A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리뷰 개선은 prompt 감각이 아니라 오류 분석으로 끝냅니다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1D3C2-0E12-4F4F-866C-A7F6B676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false positive·false negative 원인을 분류하고 Day 3 report를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892C5-EF20-4A52-883B-29BA90B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BB091-DD23-42C5-B608-ED47FAF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FF8F4-7A6F-4DCD-BD71-5D92A34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EB982-5BB5-4C82-9515-726A51A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3B9C5-C672-4B52-95CD-9D29FDA4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src/course_services/codex_harness.py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DE236-4EA1-4C9B-A84F-1739BA1F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7EBC3-3BE7-44FF-956C-83B0C5D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day3_review_report.md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0B163-1601-4318-9B8B-237C855A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3 · 코드 리뷰 Agent · 8차시</a:t>
            </a:r>
          </a:p>
        </p:txBody>
      </p:sp>
    </p:spTree>
    <p:extLst>
      <p:ext uri="{BB962C8B-B14F-4D97-AF65-F5344CB8AC3E}">
        <p14:creationId xmlns:p14="http://schemas.microsoft.com/office/powerpoint/2010/main" val="536159039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76DFA-5BC7-4676-9807-BA93F970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B3A69-08C4-4376-9093-CA32CC4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FFC63-3BBD-4C89-8BCB-6FFDA5EB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5E862-D789-455A-A986-5CC4E375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55EE5-9779-447D-A9DB-6A70A109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BC36A-2DD5-4CCC-BC19-671FBC79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D933D-3910-4630-97D3-9109A764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E4A20-22D7-4631-8701-BEEFD2FC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8A29F-51D2-4091-8B03-3D7D3D88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review_eval.json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9756E-D429-4CA0-9EC2-3C0822C8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C6CEE-6100-4261-8628-033E3ACA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E56BF-9519-4C68-B18B-94C5CC4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개선은 prompt 감각이 아니라 오류 분석으로 끝냅니다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30C75-D4BF-4B88-9D81-3036F70A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F501F-7722-44D1-85DC-8EB16012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84F94-01AA-4C49-9213-65E0F08A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39EE0-2F15-481A-B4B0-0330FBE1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4937C-F657-4376-9E24-253B1D5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BD2E3-5D42-4432-9A43-4A7FF33F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Q&amp;A·실행 복구·release 판단</a:t>
            </a:r>
          </a:p>
        </p:txBody>
      </p:sp>
    </p:spTree>
    <p:extLst>
      <p:ext uri="{BB962C8B-B14F-4D97-AF65-F5344CB8AC3E}">
        <p14:creationId xmlns:p14="http://schemas.microsoft.com/office/powerpoint/2010/main" val="96725746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71648-4FF5-402B-9472-537EA75C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평균 점수만 보면 특정 언어·파일·위험 유형의 반복 실패가 보이지 않는다.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28B56-B879-4AD1-93C5-07493F69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7E429-D0C6-4B3E-BDA3-AEE6FA5A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E7C34-C4B8-4BB8-AD51-F903914E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77F3D-E83E-46F5-B12A-9BCD495F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6A517-4B3C-44DE-B0E4-25F466C6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 positive·false negative 원인을 분류하고 Day 3 report를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6FF72-577F-452C-B7A1-52CF9C6B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C3E99-B1F4-4B7C-9E15-2658938A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day3_review_report.md</a:t>
            </a:r>
          </a:p>
        </p:txBody>
      </p:sp>
    </p:spTree>
    <p:extLst>
      <p:ext uri="{BB962C8B-B14F-4D97-AF65-F5344CB8AC3E}">
        <p14:creationId xmlns:p14="http://schemas.microsoft.com/office/powerpoint/2010/main" val="465367810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24726-7560-4682-B0F0-DFD97DA6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D9F2-AA46-41BD-95B4-86E35859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34C30-F7D3-4701-BCAA-06AE7346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9329B-B292-41F4-B2B4-5D166571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F079E-2CB4-4552-8740-1AAA377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8931B-A82B-4D74-8573-FFE00EF7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ADEC2-0984-4A21-8174-3DF7BC10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30A92-8A3C-4638-80D5-A22E8972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false positive·false negative 원인을 분류하고 Day 3 report를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B8B0A-5202-4D48-9FD1-9477601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3FBC9-97DC-4440-8751-9DDFC43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1FD01-9241-4863-B867-7B42080E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점수를 올리려고 기존 assertion이나 policy를 약화한다.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63DD7-1000-406F-ABA0-D9D34975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0B79A-389F-41D9-80C0-8567A935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10833-277E-49B6-8A7A-451296D2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997748433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2A995-8E9D-42E5-8700-24D3C29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FCBF0-0132-4CC9-81E3-AA28747A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94169-C52D-4B00-91F4-410D6F83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DA7E2-13E6-4830-B43B-5C8FCB8C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6B2D3-CC01-4232-9546-B1805DD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1E57C-F39F-40E8-8529-3A64AA5B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D3C75-A551-4F9F-9B4A-2CFD3DF1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E7D1D-AFAB-480C-A97F-B6D96257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9868D-1CA0-469A-9000-8DF61DA6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820F8-2236-4641-9874-FE8DDB1E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60AD2-601A-478E-B849-1A2888A1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B9A52-A815-45F9-813B-07B12B42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Error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44828-3BFF-4CD4-A810-853204A5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BFE91-3393-496F-AB2C-60E65A9F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틀린 결과의 패턴을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04608-2092-4488-BB0F-0D675D8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B5F85-7D14-4AC1-B2E8-C8EA5C3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20E0E-D9FD-4871-A502-138A0724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5E300-7BD5-4C6B-8200-D4601BD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이전보다 나빠진 동작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41235-4563-4E49-8503-4ED2C9A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C267A-23FF-4002-9A13-EF1073B5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Ablation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9C4E7-9BB3-425D-B966-62F2B61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37899-61FE-43FB-BE12-5FD4DF1F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구성요소를 빼 영향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6E9CF-965D-4825-B37C-0FE14EEE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C9945-3B86-4D84-B4EF-BA01BA28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63DA0-AFCE-4738-9E57-67C27A83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96F94-3B62-4D7F-B55A-E4950804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반영은 사람이 결정</a:t>
            </a:r>
          </a:p>
        </p:txBody>
      </p:sp>
    </p:spTree>
    <p:extLst>
      <p:ext uri="{BB962C8B-B14F-4D97-AF65-F5344CB8AC3E}">
        <p14:creationId xmlns:p14="http://schemas.microsoft.com/office/powerpoint/2010/main" val="174540237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2D9E7-EE4E-478D-9582-BE4A4DD8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E948E-9C15-4BFA-B0BD-BFCEA423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DCDF4-2262-4590-89A4-CAD35C31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87E5E-F106-4382-9363-37FB6F38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514F9-638C-4A06-AE9D-52E4520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89FFE-2AF7-4D5D-B06D-28EE3D1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55251-77E3-4F63-A62C-B5834B7E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5046D-760E-4E8B-8935-203B2AFC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src/course_services/codex_harness.py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A101C-F8EE-4C90-8A72-F6C0B1B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E395E-CB83-4478-A095-A6F229BE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928DE-2173-449A-8C53-9D9F10A0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목록 → 원인 label → 최소 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AFB3B-A42D-4475-9C00-64DF9818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7E23F-2228-412C-898D-E395EB9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DEE64-DF81-466E-84C6-D9AE046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69C10-4FC6-4A8E-80D5-4A555E5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E9049-A554-4233-AFF5-DCCDAB5A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235C7-EDC1-4F00-AB28-08E25F1B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허용된 path·focused test·diff review가 모두 충족된다.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변경·secret 탐지·미실행 test 중 하나라도 있으면 HOLD다.</a:t>
            </a:r>
          </a:p>
        </p:txBody>
      </p:sp>
    </p:spTree>
    <p:extLst>
      <p:ext uri="{BB962C8B-B14F-4D97-AF65-F5344CB8AC3E}">
        <p14:creationId xmlns:p14="http://schemas.microsoft.com/office/powerpoint/2010/main" val="709694638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BBF97-7EC4-489E-B171-40C0E704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12C0E-548F-4863-8B81-C57D873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ADA50-9D40-464D-9182-F55CD95D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24E14-7AC3-491B-BCB9-ADEA3973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49773-969B-45C7-B9AD-1AFE24F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D6EAB-706D-4262-BB4C-36C0EB7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E84C3-8E53-434C-9D39-10C45AA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4B8E4-91A7-4887-B5C6-1EEEF03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C3884-AFBE-4799-853A-CB7A38E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목록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F53E9-5A45-4253-A435-1A9C0FC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28602-F241-41C3-9C88-5BD60A16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E08BF-41B7-4783-9D48-677AAA35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원인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848E6-8B46-4706-8921-67D5D77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53C8A-3A48-45D1-BEF5-64E4FCB3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4D314-EC8A-4B4F-8B76-DED0B5D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최소 수정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16551-EDFD-4316-B6FD-35BBA2C6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0D251-E875-4AB0-9CB0-4DE5AFF4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D490E-6594-4B7E-899C-5668BDE1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회귀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978D5-2CD9-4BFF-8C6A-CB2B7C27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9D869-0FF6-4319-A450-15648560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077D6-91C4-4C3C-84AB-7A075FCC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commit·tag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54F16-C613-491A-A8C7-7F33F7EE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day3_review_report.md에서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97116577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8037C-041E-4F0C-B5FA-BA678189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22C9A-B473-47A7-B07A-57048386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610DC-AF2E-4F94-BF3D-3DD34A1D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8EEF1-BD68-4574-B9CD-02260659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9D4FC-EDE2-4F95-9E1D-4A42ACF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6E2B5-D88F-48C6-B13B-9FCCCF65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DC39B-0022-455A-9786-5A395EBF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25D3E-C188-46E8-A1BA-4241AB3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허용된 path·focused test·diff review가 모두 충족된다.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88B4F-7EAE-41D3-9F34-4EF5AE30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B01E4-CB11-4EA5-9E53-8C4EE006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65635-9F16-463A-8DB5-4FAB48E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변경·secret 탐지·미실행 test 중 하나라도 있으면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50D06-A40F-4B70-B4FD-F748191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E8878-18C2-4FCC-8681-8CDE73BF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35557-EE04-48A1-A004-8453FC98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8C983-47F2-4826-87C7-9624F1A9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DB4E8-F984-4932-8B77-844C723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52798-CA7A-4C7B-A9B9-772163C7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식별자·day3_review_report.md</a:t>
            </a:r>
          </a:p>
        </p:txBody>
      </p:sp>
    </p:spTree>
    <p:extLst>
      <p:ext uri="{BB962C8B-B14F-4D97-AF65-F5344CB8AC3E}">
        <p14:creationId xmlns:p14="http://schemas.microsoft.com/office/powerpoint/2010/main" val="892794588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F2E12-5DBD-4C8F-B338-29C596EB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3E2E7-3BEA-400F-B44F-F37378CB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24ED1-0F39-4F4E-9C0A-5B71270A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063E6-2D15-4506-A449-9BD90F3C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0B81D-F0D1-4571-90E3-6F29589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EEAC0-66A4-43C2-8466-E36AFF6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EC3CD-EAA7-462A-84F2-078E827B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956B8-7E5B-445E-9382-13F6E97B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4123D-809C-4F6A-A59A-CE28634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src/course_services/codex_harness.py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5950E-DBF0-4C7F-8E0E-B0CB3A4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F5964-52DE-41D7-91B3-E3C8D6E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E139D-F0B4-443C-AFDC-6594AAD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64077-5D20-492A-A01B-E415E62F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D27FE-E94E-4CCF-8EDB-0CE07F7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90C13-F870-4E73-9D72-E6EFCF84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6FDF2-B1D8-4F22-9584-62263208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AE975-96B0-4D8C-8E0D-DDE42E8F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0E7A1-7B2E-40D8-AE4E-DBC6B062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813843791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C3244-9871-47D6-9D77-9C035FA2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8BE43-8EDD-4306-BD90-51196EF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리뷰 개선은 prompt 감각이 아니라 오류 분석으로 끝냅니다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4A7E0-747F-4196-AA2D-A324205B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D4D15-7BF3-44CD-80E0-4052129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C0EF3-A28D-4CA2-86B7-834653B5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79F16-C9EE-4B7A-90E3-C2A4857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961B-D54B-4DD7-A55E-BC0DEE4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평균 점수만 보면 특정 언어·파일·위험 유형의 반복 실패가 보이지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91696-C674-479E-8E84-A721BDE8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BE4EB-334E-4465-821A-6CAFB9B0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B5457-2892-4F43-AE61-F3ECB4A9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점수를 올리려고 기존 assertion이나 policy를 약화한다.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D9DEE-01CC-40DC-8827-8DB18CFF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실패를 대표 test로 추가하고 최소 변경만 허용한다.</a:t>
            </a:r>
          </a:p>
        </p:txBody>
      </p:sp>
    </p:spTree>
    <p:extLst>
      <p:ext uri="{BB962C8B-B14F-4D97-AF65-F5344CB8AC3E}">
        <p14:creationId xmlns:p14="http://schemas.microsoft.com/office/powerpoint/2010/main" val="1305051177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9BEC4D-DB59-4F98-B618-484C3080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B979-C18F-44E9-8D13-0E30D4AB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3BE93-09AB-49A4-AD22-6C147EEC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3D20B-A442-475A-A86A-0E105A45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35759-75A8-4426-B486-1D4962E4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63436-E2AC-4077-B596-6A7E9A86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670A7-76AA-4DC0-B233-DDE11B4E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6AF17-D291-4B7C-968D-4CDFC7DC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D3E46-421F-406C-8F5F-D27B3DE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D623D-ADB5-4AF8-8158-6CFFF8C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1C9F2-8056-49AD-9277-62EEEC59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BBFBD-E6DA-4E64-8DBE-0F938072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1D2EC-7B77-4005-A4B0-2A5EB07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7F5AF-C3DC-4921-8F8B-507DC374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Error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64475-4BC9-4A98-B55D-3EB4410B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32012-61EA-4B0E-B4E7-C32D43CD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틀린 결과의 패턴을 분류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DDE80-8C43-4F51-85F4-E0CA4962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10439-5801-41DA-A72D-96921A7D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B4083-9204-4A48-9410-18C0F4F9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75805-A34B-41CF-9FD2-4F22D82B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E8C0F-2933-420C-8895-764CFB94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59B60-15F0-42ED-9CC5-9746A7E4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이전보다 나빠진 동작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A3507-FD21-48B6-8668-727435E4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BF900-8015-467B-87E1-4917765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9D239-B3FA-4CF5-9194-85BD3B6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0877B-F3E4-48A0-B7E6-8FD5CD8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Ablation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A82F7-5882-42D4-B119-2B84638A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D62F2-B3BE-48B7-80A5-7BF30B83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구성요소를 빼 영향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E98C8-5861-4F90-BF18-05FCFB5E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9FFACF-757B-4AEE-9191-6AA073FC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AE5E9-B124-420F-9FC4-9A7B8B5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EC3CD4-A079-4DC3-A160-C5291847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1936B-CDFF-40EA-B534-37596BE7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4D8031-94E2-4516-A185-8016C431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최종 반영은 사람이 결정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18F0C8-2A54-4E9B-8E1E-68EBA319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33BDD3-D749-416B-AA99-0D9FC4E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137338556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2A098-6D49-4C98-9809-E57B1E47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5C3A8-79AE-4322-B9F2-4B5F204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C429B-4A20-43C6-A1DF-493E1BE1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7836C-6466-42FD-8CE4-A6D1AE56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CE92B-7B4E-4B2F-A2A3-91E5E2D3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ECBF2-2B84-41D7-A9A8-6F633A2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2F3DD-1530-4F15-8A92-9C6AD8B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7FEB7-38AD-4962-B7B7-6FC7DB39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77E10-B40B-4E1D-98AC-185862DC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점수를 올리려고 기존 assertion이나 policy를 약화한다.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29EBD-7940-4FDA-9C9E-5FAB19B7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75FC1-9319-4DC8-B8B2-38180FB8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평균 점수만 보면 특정 언어·파일·위험 유형의 반복 실패가 보이지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52C4D-E629-4D7F-9BA3-62B2C17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05002197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FB097-DE2E-4291-A2E8-11A33AD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261B0-D33D-47F6-A078-A41B53A9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632D6-1DED-491C-BDFD-90E1E7BF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12B9E-D80E-4950-AB44-C99FB0B6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655D9-3AF2-44AF-9936-8D60362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15530-9089-4313-865B-27E48DE5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115D9-0C02-466F-8B65-C36664FA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96579-7E8C-4119-8228-8489213D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084AB-96E8-4FD5-AEF6-4A416E3C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.env 변경·secret 탐지·미실행 test 중 하나라도 있으면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6CA8D-8ED3-442D-AB3E-62B09CC7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73808-80AA-4570-8B42-5CD56B56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2F837-CB14-4953-8230-E84517B9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점수를 올리려고 기존 assertion이나 policy를 약화한다.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31D1F-0701-4C1F-BC32-AA4CF712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F2CA6-0A5C-45E5-9210-645804BB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665EF-2317-4F9C-95C1-48376D25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실패를 대표 test로 추가하고 최소 변경만 허용한다.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4F3B7-BEF2-4E2F-AEDC-195AD78E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25CB8-4EB6-490D-B09F-214B30A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20457-9987-4481-895E-08EF11D8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day3_review_report.md과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667546113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73865-0384-4AC7-B349-2AE5FF62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77BAC-6176-4E69-B5E4-6A883680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7B399-4D4C-4AD9-85D9-F753806F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36B8C-CA56-4B6F-95B3-EF89BEB9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93A35-22FD-4A58-B32C-F0658E7C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8AD5D-2D1B-4490-B17E-B3168053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617eaac7341c7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F6CD9-9B75-42C4-A3FF-83B9EE9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diff를 검토하고 actionable finding만 보고한 뒤 test 증거를 다시 확인한다.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307A8-4268-4C60-B962-E6B3E095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262047593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09511-10E3-4ECE-943D-995E3795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031BF-1575-4E67-8001-8F546955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96B66-DD14-4E12-9D5B-12853EA0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F9E27-58B2-4F9D-B24D-11DF90D2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79E6D-0EAA-4E27-975B-EF368D3B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61EBB-2891-4DB5-84AC-CC3B4038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CB779-F553-42C8-BAC3-A4B1837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A404D-F054-440C-9985-8FDACD53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98688-81ED-4609-9195-1780FBC3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diff를 검토하고 actionable finding만 보고한 뒤 test 증거를 다시 확인한다.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0791F-04A2-4F13-B787-5A4B609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20F3C-CEB8-4F73-86CF-00201269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5D384-F196-4D33-B0DD-FF283610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35A52-0C86-4F1A-9259-C018BE23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FC8BF-F872-4899-9597-3FD08F94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148B3-3BE9-405F-A77D-A2B335F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허용된 path·focused test·diff review가 모두 충족된다.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변경·secret 탐지·미실행 test 중 하나라도 있으면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15710-2779-4194-87F8-38017527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7FD7F-9A12-4E0C-BADF-4951A34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4EB76-E022-4E09-95C1-D94D394A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942900797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0B0B6-39CD-4CAC-91A2-ECF14A8E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C9F61-8C56-4F9A-A71A-5A193A2B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FF7D3-8898-41FB-8A1C-7DDDDE6D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F46B9-47EB-4FE8-BD4B-63B38DF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649BA-4619-405E-BAB3-E8FC6A9A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45875-B883-47AB-8776-0CAAE6F2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FDF2A-1A02-4E40-B48F-71E477E2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40170-62D8-4D3B-99D5-4AF75B53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A14676-2F38-431A-A510-026225FF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D3E61-4553-4688-8E86-C37E3117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F5E65-7813-491E-ADD5-48BF7360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67738-DA31-4D75-85A0-7A9CAC68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07BD2-2B7E-44DE-AC8E-7F35FFB2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8BF42-9F2C-4062-9571-F390DD6B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허용된 path·focused test·diff review가 모두 충족된다.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88AB1-994B-4386-ABD4-EFE21F89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D0BD3-AF59-4478-871D-AD09B56B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70655-DCF2-4408-A7C7-AE587339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83D66-D628-4794-987B-78D8C37C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변경·secret 탐지·미실행 test 중 하나라도 있으면 HOLD다.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C0559-28E7-4476-95BD-68FC57C9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D1650-A1EB-4031-916B-A69B6186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FB10F-F3DD-4178-B831-FBBF9F5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1B4B7-6A09-4FDA-A42A-5480D83A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51879779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9D29E-99FB-42CE-ADF0-0A375936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753E4-CF9A-4F56-9FE0-4445EE0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B8998-C56F-4EA1-ADA3-957A98C9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7967C-C624-41FE-861D-E5A83CB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8EF97-904D-4EC2-8EFE-E7323B45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5FA7C-5A75-4CF1-983C-1C17B5CF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C1BBF-4E66-4632-B85C-C25D108F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2EA2E-7509-426A-9BB4-A61F3552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59CDE-26FB-40F5-B54C-E27715B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src/course_services/codex_harness.py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6B2A4-79F6-4BB2-95F9-FF7C9CF1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7FDCA-D625-49C0-A5C0-4E32120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3EA1D-BABC-42BF-ADA6-FFE6B99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47204-C042-42BD-AD7B-B4A84BA0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7BD8C-20D1-4EE8-918D-38635B4E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02135-8093-47CE-A367-4E16C3C9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diff -- src/course_services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6299F-ABEE-4FE4-9B64-0896560F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C89CE-F1AC-480D-B6B5-FB10453E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BDF25-662C-4E76-B14D-A5843F60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허용된 path·focused test·diff review가 모두 충족된다.</a:t>
            </a:r>
          </a:p>
        </p:txBody>
      </p:sp>
    </p:spTree>
    <p:extLst>
      <p:ext uri="{BB962C8B-B14F-4D97-AF65-F5344CB8AC3E}">
        <p14:creationId xmlns:p14="http://schemas.microsoft.com/office/powerpoint/2010/main" val="307612369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16C2B-5098-42C6-9C47-C604953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A319D-9C18-449E-AEF3-631D432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619E4-EAD6-43C1-9B7B-5F0DF48E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EC89A-3EA4-4844-9E9C-D9E4D98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39041-76AC-4B9B-9CBE-1A456BE7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FA21B-EB4B-4268-981C-9598010F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DD7D7-AFB9-400C-A316-523F5EC6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DC2A7-F3BB-4278-A873-8295B79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4797B-5E78-4E7B-9DBD-C109D2A2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git diff -- src/course_services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704E3-E7E9-4282-BFD4-FC416755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D0924-0D16-4EB1-85AB-4B9E4F7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691683940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87045-0287-4C13-A1C5-704174B4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4AB1-FE8A-49DA-B41F-4A36B9D5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3BC4B-D066-4DBA-A4E8-F5197C5C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B835A-EF32-41E4-B34E-56BFAE03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B383-17D3-4665-8399-0F10F4C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1E529-5D71-4375-9690-D8994E15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190B7-62EE-448A-9742-D6C122EC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1FA5F-4F43-48E9-B449-C4328AAA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43BD8-BAFC-47A9-8ECF-57E05DC7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1E50C-E6AF-4ECC-A422-6CE78B94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1E50B-8564-4A07-A783-F9A3FDC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796B9-7CD1-42E3-8E62-56DAFD8E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DC7CD-4859-49FB-8F1C-357FD248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허용된 path·focused test·diff review가 모두 충족된다.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.env 변경·secret 탐지·미실행 test 중 하나라도 있으면 HOLD다.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547869645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7E97D-A691-4D0C-A739-59441B94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BB0EC-2B12-4F16-9FAC-E6F4AA62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FDF8C-E504-428D-87D5-B4001AAA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DDD74-9B93-4BFE-8B45-5539B5B2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28B59-99D0-4594-A2E7-787C0D55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7CBE2-7D7A-4D95-A4BA-37457876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6DA3D-C483-4A1C-9EE3-B7092711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427FE-5ACE-45D0-A59B-EC623EE2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점수를 올리려고 기존 assertion이나 policy를 약화한다.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CBEF5-5776-46A2-8285-C778C7F2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26911-8A93-4AA3-BA96-14CD33F8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FC9BB-E0CE-4AEB-AC12-30A81A59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실패를 대표 test로 추가하고 최소 변경만 허용한다.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BB7AE-B9AB-47DF-98BA-64DD8B8E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.env 변경·secret 탐지·미실행 test 중 하나라도 있으면 HOLD다.</a:t>
            </a:r>
          </a:p>
        </p:txBody>
      </p:sp>
    </p:spTree>
    <p:extLst>
      <p:ext uri="{BB962C8B-B14F-4D97-AF65-F5344CB8AC3E}">
        <p14:creationId xmlns:p14="http://schemas.microsoft.com/office/powerpoint/2010/main" val="1252670335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A34EB-2556-4495-A6C4-E38CDA8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07B98-6BCC-41EA-A855-454EAEB4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5C84B-8528-4761-A82C-F74D94C0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362F1-935A-49A5-A28C-9725E39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B8BE2-083E-4910-8813-BA681369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72073-815A-405D-82E6-9C43607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F0CA2-7C20-4EDB-AABD-B685AD30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BA596-175D-4892-8982-6B01A8C8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materials/day3/day3_service_lab.ipynb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206D0-2D71-447C-A7CF-87D8A075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002DB-2F26-4FBA-AB8B-7AE7C012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21595-0638-408B-83EE-D9EAFD0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56795-11DB-4CCD-AD98-B09D5B32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허용된 path·focused test·diff review가 모두 충족된다.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 저장</a:t>
            </a:r>
          </a:p>
        </p:txBody>
      </p:sp>
    </p:spTree>
    <p:extLst>
      <p:ext uri="{BB962C8B-B14F-4D97-AF65-F5344CB8AC3E}">
        <p14:creationId xmlns:p14="http://schemas.microsoft.com/office/powerpoint/2010/main" val="1994254783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E2067-5EF2-44C8-9871-06F73BB5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B4AC3-1557-4FFA-BA25-5BE19459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32FA6-12A4-4770-AC22-CB32D148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A67B2-7376-4A1C-88FD-9604AE6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7C34A-3D6A-4924-B8D2-0A80AA9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8AE17-8442-4473-B191-C9CD056E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EC78B-E650-4220-9B83-D359B4B3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src/course_services/codex_harness.py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067C0-2B1B-4B91-9042-3B95A529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189DB-3CC5-4716-BE87-46930FFD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day3_review_report.md</a:t>
            </a:r>
          </a:p>
        </p:txBody>
      </p:sp>
    </p:spTree>
    <p:extLst>
      <p:ext uri="{BB962C8B-B14F-4D97-AF65-F5344CB8AC3E}">
        <p14:creationId xmlns:p14="http://schemas.microsoft.com/office/powerpoint/2010/main" val="1810255278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12912-9818-4E18-8178-1130F1B0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8C241-2C3F-406A-AE46-0F8311D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AD1B5-C9A7-4FB8-A5C8-02166697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6234C-3317-4F79-938B-CD9F5317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D9D11-2BC2-4AEC-A00D-E384B897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909A6-34BF-444E-847C-C8BE587A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D046E-943B-45F3-8EE1-0B12B77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diff -- src/course_services tests/test_course_services.py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허용된 path·focused test·diff review가 모두 충족된다.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85874-5A8C-44DC-9545-EC60E952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A41CA-F485-453A-AB29-169410EE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day3_review_report.md</a:t>
            </a:r>
          </a:p>
        </p:txBody>
      </p:sp>
    </p:spTree>
    <p:extLst>
      <p:ext uri="{BB962C8B-B14F-4D97-AF65-F5344CB8AC3E}">
        <p14:creationId xmlns:p14="http://schemas.microsoft.com/office/powerpoint/2010/main" val="800898148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ABE6D-9D59-4DB0-B775-3A95396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B67FF-CAF1-47E6-9268-0A7B6F0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C58D7-1CC6-4599-9D65-3EE8273D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37DC1-39D4-4D66-A228-6E414F9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D5924-48AC-46DD-B321-7CC4D725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9019-8A49-4834-B9B3-A64989C3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E07AB-F086-4DC3-B8E2-32B50CA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변경·secret 탐지·미실행 test 중 하나라도 있으면 HOLD다.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실패를 대표 test로 추가하고 최소 변경만 허용한다.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B6C93-FA9E-461B-9ED2-3C8B098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D9173-6B32-49BD-A712-02BB4C3F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019881712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602DF-5812-4608-A6CD-7DA22879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9F6B2-000A-4503-B565-F3CDF230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ABDE7-52EF-49B6-A80C-468091A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68BBC-BE26-418F-9DB0-47785F78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9AF66-D737-4595-A241-0B6397E8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E45A5-D00E-47BE-82FF-0F1328EE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4545F-7FEF-49B9-A7B0-9F2D1BA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274AE-535F-43A6-9408-7EAB11EA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EE464-9155-4CC8-9CE9-DE3A68D6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허용된 path·focused test·diff review가 모두 충족된다.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AE596-B139-4F88-A22A-D1922EF8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BA18A-2CDE-4CAF-B2DF-4F4956BF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639D6-3F47-46C2-A750-CCD00FD8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E3025-4451-48E7-837A-D39ACFBA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3D110-94C8-46A1-8523-E8C7413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B0232-866A-4F46-B32B-F90AEF4B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B732A-6E57-4C10-95F5-FEE77B2E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98803-A9A6-4AB5-88A7-7891834C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FE5FC-7C6B-4A8F-85F4-604ED513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313209785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08F7C-1754-4C2C-83C3-A26C2A72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ACE55-2513-485B-98E3-A939370A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8388F-9F1E-435C-AE76-2D890769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DE48A-8972-4BCC-A413-3B2059B1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4AFAD-32B0-4BE1-B364-6EDF5B01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34DA2-5E89-4C47-82C4-2AB2ED2E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38CC4-5FF2-46D8-8CC8-ED5B8AB6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C6A28-BD6B-48AB-B3EE-25854F8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C7CC6-B36B-4CCD-B302-8C14641D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.env 변경·secret 탐지·미실행 test 중 하나라도 있으면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8DAD8-3486-4BEA-BF53-5A456C2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14185-A6A4-4932-A9A8-57CB5111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D760E-DD48-49E5-88DD-3087C964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ACC8A-BD47-4E8E-A189-A4081BF5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81A16-0E05-456A-B5B7-B7BEE8DB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742F0-3BE2-4EE9-B5BA-4ED6FCBA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28365-280E-4A69-BBD4-93492F1D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C6350-0AD1-4B14-A682-36C62200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0C275-1A47-480C-A076-F26CAB6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24039399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47BF5-D1A2-43D6-9C65-ED1C95DB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EF7C5-C2E2-4563-A498-E8AAE585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430EB-0C5C-487F-8251-95A601E8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B44E9-F72E-4B3A-ACB3-9F715FF3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4F2FB-7E8E-4230-9063-DFDC19F6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A8CD0-984B-4FFE-A44B-C395F4C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4A6FB-98C3-4DE3-8662-A5A782DF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현업은 merge 보조, 구직자는 리뷰 품질 리포트와 회귀 test를 포트폴리오로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DF646-2444-4DDC-8FFD-B7E3B622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B49FF-DE4D-4457-9927-E59AAD5B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20814-3E13-4ED1-9C2E-BF215BD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7D342-32D1-443C-AB7D-2D395436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C1454-BDAB-4D32-AEF7-6843932E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F0289-13A0-4A95-82F8-73EF7436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02579-3D98-4C4F-86A1-0CE61AC9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3CC14-6B73-4073-BB8C-7AD19FA4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1D26E-8860-4E92-9E2A-67D0495F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5ED44-1A4B-4AA2-993E-73FAD336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6AD51-68B0-401E-A43D-B127A58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DEE4C-FCE0-4123-9A36-25DB872C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790737738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DD4DB-BD96-4CD2-9026-B6058EC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04059-D11A-455F-9459-0B76D0A5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0F9EA-6B23-4559-898A-09B7C36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0A3BE-959D-4FF4-9E8B-0BA818F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ECD56-03A6-46F2-B8BB-6274BEFE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8F051-0BE7-4B31-B591-7D696EC7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DF7A7-59B8-4E72-B68D-F491983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현업은 merge 보조, 구직자는 리뷰 품질 리포트와 회귀 test를 포트폴리오로 제출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D6897-8BF6-496C-A7BD-55B0104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EBF87-AF93-4172-9FC1-5469C7DE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98F8A-B50B-48DB-AE9C-941F6D2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F0426-8EFA-476A-89AA-B35FC637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CE5B0-2CA8-457D-AEDF-B8B3A654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7A4F4-5EDC-4502-B2FD-EF39676F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70B37-F09B-49CF-9BA4-559F1CF4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9EEE7-C0E8-4F58-93B6-E952BDDC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BE3FA-E562-404B-BEF0-6E93A9C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F1543-D3D6-4191-A8C1-3638237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675A4-5362-4B82-9D00-356ADC47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5C065-6BCC-4B63-BAAD-E844D5F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295529037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05DB0-066B-4B2D-A488-31D2A0E6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1BFC0-1D89-4D0D-9D2C-3208C3BD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67B2E-43DE-4C16-BA2A-EEBB4C8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ACD0C-90B8-4771-B916-A857BD4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07DEC-D956-46F2-8102-CB51E325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8A7A5-E453-4E73-992A-1C0E4FBC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27CC6-93D4-4B4E-9081-5686EA37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FAE16-47F5-4A38-89DF-7A68E5B4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589B4-31D2-495F-9AF1-FC61827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허용된 path·focused test·diff review가 모두 충족된다.로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472BE-805C-491E-8234-BDEDC1C3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200E9-D07D-4344-A98C-3E0CEB0F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0E715-B44A-4B07-AE79-71CAADDF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33910-0177-487B-8BB4-5B369831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5BFAD-1EC7-4B52-AC4E-91D9BC5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AB292-E57E-41EB-9ECB-9AD98611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실패를 대표 test로 추가하고 최소 변경만 허용한다.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4BCEC-61D3-443D-B9F8-4EC2B370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A51FB-8231-4EB8-92CB-89B2AF10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B6B42-A0DC-4A2D-8302-7EAE3660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day3_review_report.md에서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860385833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AB6FC-4FA3-4AC6-90DE-B563E766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FB258-769A-4194-8516-F916305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B55A9-AA1E-49F9-96EE-7B1332C2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1EF79-CFBA-4BF3-A15D-2A306D28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3 · Review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8A7A3-2434-42D3-A30A-68C0ED8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3A7E1-12A0-47E7-9070-7A4B1E6D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6F54E-E808-4A6D-813C-8B4B75F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63349-2AF8-4A20-98B7-6A0B03B5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1CD34-AE5B-401A-8636-9A55128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리뷰 개선은 prompt 감각이 아니라 오류 분석으로 끝냅니다이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F9319-D6EB-4C16-9F7A-FCFBD0C6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1933C-4F68-4D7C-8A0E-4F457122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A8029-CFE1-4017-AF9D-FEA1435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diff -- src/course_services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71C53-B4E2-4204-80A9-B78B6555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8C3C2-E67D-40B9-9027-E018B1E3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DC438-0F64-47CE-97B4-DBCD082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day3_review_report.md과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6CFBA-0701-434F-850B-82A180D7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17:10-17:40 쉬는 시간 · 17:40-18:00 Q&amp;A·실행 복구</a:t>
            </a:r>
          </a:p>
        </p:txBody>
      </p:sp>
    </p:spTree>
    <p:extLst>
      <p:ext uri="{BB962C8B-B14F-4D97-AF65-F5344CB8AC3E}">
        <p14:creationId xmlns:p14="http://schemas.microsoft.com/office/powerpoint/2010/main" val="379762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2026-08-23T15:57:41.1450000Z</dcterms:created>
  <dcterms:modified xsi:type="dcterms:W3CDTF">2026-08-23T15:57:41.1450000Z</dcterms:modified>
</coreProperties>
</file>