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9b0ba769cb4b8d" /><Relationship Type="http://schemas.openxmlformats.org/officeDocument/2006/relationships/extended-properties" Target="/docProps/app.xml" Id="R94d17bef2f81463d" /><Relationship Type="http://schemas.openxmlformats.org/officeDocument/2006/relationships/officeDocument" Target="/ppt/presentation.xml" Id="R5cd4e94bd11d41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52548868dd4494"/>
  </p:sldMasterIdLst>
  <p:notesMasterIdLst>
    <p:notesMasterId xmlns:r="http://schemas.openxmlformats.org/officeDocument/2006/relationships" r:id="Rbfc869cba3fd4b03"/>
  </p:notesMasterIdLst>
  <p:sldIdLst>
    <p:sldId xmlns:r="http://schemas.openxmlformats.org/officeDocument/2006/relationships" id="256" r:id="R65c5e9ae181e42a9"/>
    <p:sldId xmlns:r="http://schemas.openxmlformats.org/officeDocument/2006/relationships" id="257" r:id="R40d5ac197f304ce8"/>
    <p:sldId xmlns:r="http://schemas.openxmlformats.org/officeDocument/2006/relationships" id="258" r:id="Rcfde0f81be7049e2"/>
    <p:sldId xmlns:r="http://schemas.openxmlformats.org/officeDocument/2006/relationships" id="259" r:id="R6f18012688294d7a"/>
    <p:sldId xmlns:r="http://schemas.openxmlformats.org/officeDocument/2006/relationships" id="260" r:id="R12b5b4dbec324f12"/>
    <p:sldId xmlns:r="http://schemas.openxmlformats.org/officeDocument/2006/relationships" id="261" r:id="Readada19c5a94bca"/>
    <p:sldId xmlns:r="http://schemas.openxmlformats.org/officeDocument/2006/relationships" id="262" r:id="Rf201cc25a5424a08"/>
    <p:sldId xmlns:r="http://schemas.openxmlformats.org/officeDocument/2006/relationships" id="263" r:id="Rc88868c27b434fe3"/>
    <p:sldId xmlns:r="http://schemas.openxmlformats.org/officeDocument/2006/relationships" id="264" r:id="R31d27ae9cd0b4d22"/>
    <p:sldId xmlns:r="http://schemas.openxmlformats.org/officeDocument/2006/relationships" id="265" r:id="Rb7a649fdaa1a4eab"/>
    <p:sldId xmlns:r="http://schemas.openxmlformats.org/officeDocument/2006/relationships" id="266" r:id="Rcee19026a26044fc"/>
    <p:sldId xmlns:r="http://schemas.openxmlformats.org/officeDocument/2006/relationships" id="267" r:id="R9dc3feb782c1418c"/>
    <p:sldId xmlns:r="http://schemas.openxmlformats.org/officeDocument/2006/relationships" id="268" r:id="R67dce1beda934a6f"/>
    <p:sldId xmlns:r="http://schemas.openxmlformats.org/officeDocument/2006/relationships" id="269" r:id="Rff71f57230114261"/>
    <p:sldId xmlns:r="http://schemas.openxmlformats.org/officeDocument/2006/relationships" id="270" r:id="R18d89665db344e44"/>
    <p:sldId xmlns:r="http://schemas.openxmlformats.org/officeDocument/2006/relationships" id="271" r:id="Ra7043a7e1c1a4807"/>
    <p:sldId xmlns:r="http://schemas.openxmlformats.org/officeDocument/2006/relationships" id="272" r:id="R345e444b62584447"/>
    <p:sldId xmlns:r="http://schemas.openxmlformats.org/officeDocument/2006/relationships" id="273" r:id="R41ce59c65dd24430"/>
    <p:sldId xmlns:r="http://schemas.openxmlformats.org/officeDocument/2006/relationships" id="274" r:id="Rae1be79cb65643e8"/>
    <p:sldId xmlns:r="http://schemas.openxmlformats.org/officeDocument/2006/relationships" id="275" r:id="R078ee23016904735"/>
    <p:sldId xmlns:r="http://schemas.openxmlformats.org/officeDocument/2006/relationships" id="276" r:id="Rb7f304b228b741e5"/>
    <p:sldId xmlns:r="http://schemas.openxmlformats.org/officeDocument/2006/relationships" id="277" r:id="Rbae45fa1ec90488d"/>
    <p:sldId xmlns:r="http://schemas.openxmlformats.org/officeDocument/2006/relationships" id="278" r:id="R27f10ad51e45430b"/>
    <p:sldId xmlns:r="http://schemas.openxmlformats.org/officeDocument/2006/relationships" id="279" r:id="Rac237fb8492b45c7"/>
    <p:sldId xmlns:r="http://schemas.openxmlformats.org/officeDocument/2006/relationships" id="280" r:id="R165df06c331f4cfa"/>
    <p:sldId xmlns:r="http://schemas.openxmlformats.org/officeDocument/2006/relationships" id="281" r:id="R0880446a8b874c9f"/>
    <p:sldId xmlns:r="http://schemas.openxmlformats.org/officeDocument/2006/relationships" id="282" r:id="Ra4b1b1e6b5e946f4"/>
    <p:sldId xmlns:r="http://schemas.openxmlformats.org/officeDocument/2006/relationships" id="283" r:id="R90c80c855a9b444b"/>
    <p:sldId xmlns:r="http://schemas.openxmlformats.org/officeDocument/2006/relationships" id="284" r:id="R2614c028c64b4db9"/>
    <p:sldId xmlns:r="http://schemas.openxmlformats.org/officeDocument/2006/relationships" id="285" r:id="R1c7de8301fce482b"/>
    <p:sldId xmlns:r="http://schemas.openxmlformats.org/officeDocument/2006/relationships" id="286" r:id="Ra5491ed7f70f4b82"/>
    <p:sldId xmlns:r="http://schemas.openxmlformats.org/officeDocument/2006/relationships" id="287" r:id="Rd8e9c143d5044289"/>
    <p:sldId xmlns:r="http://schemas.openxmlformats.org/officeDocument/2006/relationships" id="288" r:id="Re5638542e09c470b"/>
    <p:sldId xmlns:r="http://schemas.openxmlformats.org/officeDocument/2006/relationships" id="289" r:id="R655e3bc7685147ae"/>
    <p:sldId xmlns:r="http://schemas.openxmlformats.org/officeDocument/2006/relationships" id="290" r:id="R7f698dac3cda44a5"/>
    <p:sldId xmlns:r="http://schemas.openxmlformats.org/officeDocument/2006/relationships" id="291" r:id="R829c971552a64014"/>
    <p:sldId xmlns:r="http://schemas.openxmlformats.org/officeDocument/2006/relationships" id="292" r:id="R4fcac4ce48a547fe"/>
    <p:sldId xmlns:r="http://schemas.openxmlformats.org/officeDocument/2006/relationships" id="293" r:id="Rc864b82692bf4f7d"/>
    <p:sldId xmlns:r="http://schemas.openxmlformats.org/officeDocument/2006/relationships" id="294" r:id="R62803771fc3f4e36"/>
    <p:sldId xmlns:r="http://schemas.openxmlformats.org/officeDocument/2006/relationships" id="295" r:id="Ra9966606c8894b45"/>
    <p:sldId xmlns:r="http://schemas.openxmlformats.org/officeDocument/2006/relationships" id="296" r:id="R5ef2d80bc3a44808"/>
    <p:sldId xmlns:r="http://schemas.openxmlformats.org/officeDocument/2006/relationships" id="297" r:id="Rf3a7b5f21fef4457"/>
    <p:sldId xmlns:r="http://schemas.openxmlformats.org/officeDocument/2006/relationships" id="298" r:id="R352f52aedc65412b"/>
    <p:sldId xmlns:r="http://schemas.openxmlformats.org/officeDocument/2006/relationships" id="299" r:id="R7c9e67a5627a4692"/>
    <p:sldId xmlns:r="http://schemas.openxmlformats.org/officeDocument/2006/relationships" id="300" r:id="R4a51790caad2460d"/>
    <p:sldId xmlns:r="http://schemas.openxmlformats.org/officeDocument/2006/relationships" id="301" r:id="R892e732982f348e3"/>
    <p:sldId xmlns:r="http://schemas.openxmlformats.org/officeDocument/2006/relationships" id="302" r:id="Rc29f2366af5543c7"/>
    <p:sldId xmlns:r="http://schemas.openxmlformats.org/officeDocument/2006/relationships" id="303" r:id="R93917abe0b6f46d4"/>
    <p:sldId xmlns:r="http://schemas.openxmlformats.org/officeDocument/2006/relationships" id="304" r:id="R267c96bb05f242a0"/>
    <p:sldId xmlns:r="http://schemas.openxmlformats.org/officeDocument/2006/relationships" id="305" r:id="Rc73590668fe248ef"/>
    <p:sldId xmlns:r="http://schemas.openxmlformats.org/officeDocument/2006/relationships" id="306" r:id="R9ebd9fbf74354655"/>
    <p:sldId xmlns:r="http://schemas.openxmlformats.org/officeDocument/2006/relationships" id="307" r:id="R4eef8da61b7d434c"/>
    <p:sldId xmlns:r="http://schemas.openxmlformats.org/officeDocument/2006/relationships" id="308" r:id="R37f1d9e8759a49c5"/>
    <p:sldId xmlns:r="http://schemas.openxmlformats.org/officeDocument/2006/relationships" id="309" r:id="R1673d8e51a9940e5"/>
    <p:sldId xmlns:r="http://schemas.openxmlformats.org/officeDocument/2006/relationships" id="310" r:id="Rbde00dbb8c664915"/>
    <p:sldId xmlns:r="http://schemas.openxmlformats.org/officeDocument/2006/relationships" id="311" r:id="R722b6bf441714dbc"/>
    <p:sldId xmlns:r="http://schemas.openxmlformats.org/officeDocument/2006/relationships" id="312" r:id="R354d389a64134961"/>
    <p:sldId xmlns:r="http://schemas.openxmlformats.org/officeDocument/2006/relationships" id="313" r:id="R375088ca38ef4aa7"/>
    <p:sldId xmlns:r="http://schemas.openxmlformats.org/officeDocument/2006/relationships" id="314" r:id="R1129d6a0d91746cd"/>
    <p:sldId xmlns:r="http://schemas.openxmlformats.org/officeDocument/2006/relationships" id="315" r:id="R92e6927ecb044c37"/>
    <p:sldId xmlns:r="http://schemas.openxmlformats.org/officeDocument/2006/relationships" id="316" r:id="R8e3d74a6c911494f"/>
    <p:sldId xmlns:r="http://schemas.openxmlformats.org/officeDocument/2006/relationships" id="317" r:id="Rfe06ed0effe345e3"/>
    <p:sldId xmlns:r="http://schemas.openxmlformats.org/officeDocument/2006/relationships" id="318" r:id="R3f7a02ecd42b460e"/>
    <p:sldId xmlns:r="http://schemas.openxmlformats.org/officeDocument/2006/relationships" id="319" r:id="Rbf3ee7356bcb4f2e"/>
    <p:sldId xmlns:r="http://schemas.openxmlformats.org/officeDocument/2006/relationships" id="320" r:id="R0603a8a579e145df"/>
    <p:sldId xmlns:r="http://schemas.openxmlformats.org/officeDocument/2006/relationships" id="321" r:id="R520da56c44084916"/>
    <p:sldId xmlns:r="http://schemas.openxmlformats.org/officeDocument/2006/relationships" id="322" r:id="R597b1c52061a48d7"/>
    <p:sldId xmlns:r="http://schemas.openxmlformats.org/officeDocument/2006/relationships" id="323" r:id="R9949154a2dba4b11"/>
    <p:sldId xmlns:r="http://schemas.openxmlformats.org/officeDocument/2006/relationships" id="324" r:id="R3afa3f61986d4e9d"/>
    <p:sldId xmlns:r="http://schemas.openxmlformats.org/officeDocument/2006/relationships" id="325" r:id="R323255fd00b0474f"/>
    <p:sldId xmlns:r="http://schemas.openxmlformats.org/officeDocument/2006/relationships" id="326" r:id="R95ccfa16e0894b99"/>
    <p:sldId xmlns:r="http://schemas.openxmlformats.org/officeDocument/2006/relationships" id="327" r:id="R4b4dadd676e04ce2"/>
    <p:sldId xmlns:r="http://schemas.openxmlformats.org/officeDocument/2006/relationships" id="328" r:id="Rf6f01cfd9a8a4b4b"/>
    <p:sldId xmlns:r="http://schemas.openxmlformats.org/officeDocument/2006/relationships" id="329" r:id="R852de58e40444251"/>
    <p:sldId xmlns:r="http://schemas.openxmlformats.org/officeDocument/2006/relationships" id="330" r:id="R99c4d736f2394082"/>
    <p:sldId xmlns:r="http://schemas.openxmlformats.org/officeDocument/2006/relationships" id="331" r:id="R3f0ea0e3fc4e401c"/>
    <p:sldId xmlns:r="http://schemas.openxmlformats.org/officeDocument/2006/relationships" id="332" r:id="Rc4f6f53d36a4458e"/>
    <p:sldId xmlns:r="http://schemas.openxmlformats.org/officeDocument/2006/relationships" id="333" r:id="R06e804f7199e401b"/>
    <p:sldId xmlns:r="http://schemas.openxmlformats.org/officeDocument/2006/relationships" id="334" r:id="R760ce67077b14839"/>
    <p:sldId xmlns:r="http://schemas.openxmlformats.org/officeDocument/2006/relationships" id="335" r:id="Rf5cfd4d0bf824bcb"/>
    <p:sldId xmlns:r="http://schemas.openxmlformats.org/officeDocument/2006/relationships" id="336" r:id="R3d59d2cfa774473a"/>
    <p:sldId xmlns:r="http://schemas.openxmlformats.org/officeDocument/2006/relationships" id="337" r:id="Re34b22b953cf4ed8"/>
    <p:sldId xmlns:r="http://schemas.openxmlformats.org/officeDocument/2006/relationships" id="338" r:id="Rbbc9531a296e4c25"/>
    <p:sldId xmlns:r="http://schemas.openxmlformats.org/officeDocument/2006/relationships" id="339" r:id="R93ff2023771842d9"/>
    <p:sldId xmlns:r="http://schemas.openxmlformats.org/officeDocument/2006/relationships" id="340" r:id="Ra51d287a2f33486a"/>
    <p:sldId xmlns:r="http://schemas.openxmlformats.org/officeDocument/2006/relationships" id="341" r:id="Rc3a67ba0a2474222"/>
    <p:sldId xmlns:r="http://schemas.openxmlformats.org/officeDocument/2006/relationships" id="342" r:id="R733cea35c0334af2"/>
    <p:sldId xmlns:r="http://schemas.openxmlformats.org/officeDocument/2006/relationships" id="343" r:id="Rb1e33791a7134050"/>
    <p:sldId xmlns:r="http://schemas.openxmlformats.org/officeDocument/2006/relationships" id="344" r:id="R33651b80e1e44e19"/>
    <p:sldId xmlns:r="http://schemas.openxmlformats.org/officeDocument/2006/relationships" id="345" r:id="R9661c257c4b54610"/>
    <p:sldId xmlns:r="http://schemas.openxmlformats.org/officeDocument/2006/relationships" id="346" r:id="Rb4a018b4aff144d3"/>
    <p:sldId xmlns:r="http://schemas.openxmlformats.org/officeDocument/2006/relationships" id="347" r:id="Rff6c49d121524303"/>
    <p:sldId xmlns:r="http://schemas.openxmlformats.org/officeDocument/2006/relationships" id="348" r:id="R2fe3ca820d6e4357"/>
    <p:sldId xmlns:r="http://schemas.openxmlformats.org/officeDocument/2006/relationships" id="349" r:id="Rc71462317b414a1a"/>
    <p:sldId xmlns:r="http://schemas.openxmlformats.org/officeDocument/2006/relationships" id="350" r:id="R69fe67c56b3d4754"/>
    <p:sldId xmlns:r="http://schemas.openxmlformats.org/officeDocument/2006/relationships" id="351" r:id="Rd1b38af50a5146ff"/>
    <p:sldId xmlns:r="http://schemas.openxmlformats.org/officeDocument/2006/relationships" id="352" r:id="Rfc93f7d4a30c4b3d"/>
    <p:sldId xmlns:r="http://schemas.openxmlformats.org/officeDocument/2006/relationships" id="353" r:id="Ra446d5cfca534df0"/>
    <p:sldId xmlns:r="http://schemas.openxmlformats.org/officeDocument/2006/relationships" id="354" r:id="R98499efdc3c84615"/>
    <p:sldId xmlns:r="http://schemas.openxmlformats.org/officeDocument/2006/relationships" id="355" r:id="R5339147edf834605"/>
    <p:sldId xmlns:r="http://schemas.openxmlformats.org/officeDocument/2006/relationships" id="356" r:id="Rcd73b6ec88d64a63"/>
    <p:sldId xmlns:r="http://schemas.openxmlformats.org/officeDocument/2006/relationships" id="357" r:id="R0b7eccf0cfe44cd9"/>
    <p:sldId xmlns:r="http://schemas.openxmlformats.org/officeDocument/2006/relationships" id="358" r:id="Ref0c527aaca649db"/>
    <p:sldId xmlns:r="http://schemas.openxmlformats.org/officeDocument/2006/relationships" id="359" r:id="Rfe521b57b4e940d4"/>
    <p:sldId xmlns:r="http://schemas.openxmlformats.org/officeDocument/2006/relationships" id="360" r:id="R4fe85f13f31e4bfb"/>
    <p:sldId xmlns:r="http://schemas.openxmlformats.org/officeDocument/2006/relationships" id="361" r:id="R02a6846effd54154"/>
    <p:sldId xmlns:r="http://schemas.openxmlformats.org/officeDocument/2006/relationships" id="362" r:id="Rb140aeeee7f849ef"/>
    <p:sldId xmlns:r="http://schemas.openxmlformats.org/officeDocument/2006/relationships" id="363" r:id="R57425922139c4cec"/>
    <p:sldId xmlns:r="http://schemas.openxmlformats.org/officeDocument/2006/relationships" id="364" r:id="R617cbc4a215e49bc"/>
    <p:sldId xmlns:r="http://schemas.openxmlformats.org/officeDocument/2006/relationships" id="365" r:id="Rc57cc8b2b89f430f"/>
    <p:sldId xmlns:r="http://schemas.openxmlformats.org/officeDocument/2006/relationships" id="366" r:id="R052ae1ede6d84216"/>
    <p:sldId xmlns:r="http://schemas.openxmlformats.org/officeDocument/2006/relationships" id="367" r:id="Ra52dd39631324a0f"/>
    <p:sldId xmlns:r="http://schemas.openxmlformats.org/officeDocument/2006/relationships" id="368" r:id="Rfe00b0dcc7904495"/>
    <p:sldId xmlns:r="http://schemas.openxmlformats.org/officeDocument/2006/relationships" id="369" r:id="R6f37d2c064494a45"/>
    <p:sldId xmlns:r="http://schemas.openxmlformats.org/officeDocument/2006/relationships" id="370" r:id="Red8da4d887c54f9e"/>
    <p:sldId xmlns:r="http://schemas.openxmlformats.org/officeDocument/2006/relationships" id="371" r:id="Rc9dbe7a59c5547ae"/>
    <p:sldId xmlns:r="http://schemas.openxmlformats.org/officeDocument/2006/relationships" id="372" r:id="Rc4cfaa44d3ec49ea"/>
    <p:sldId xmlns:r="http://schemas.openxmlformats.org/officeDocument/2006/relationships" id="373" r:id="Ra62e1a2de1d941fb"/>
    <p:sldId xmlns:r="http://schemas.openxmlformats.org/officeDocument/2006/relationships" id="374" r:id="Rdf38d2b48d38479e"/>
    <p:sldId xmlns:r="http://schemas.openxmlformats.org/officeDocument/2006/relationships" id="375" r:id="R6a9f296aabff415f"/>
    <p:sldId xmlns:r="http://schemas.openxmlformats.org/officeDocument/2006/relationships" id="376" r:id="R3958a180c7cf4fce"/>
    <p:sldId xmlns:r="http://schemas.openxmlformats.org/officeDocument/2006/relationships" id="377" r:id="R31ed97f44f504a97"/>
    <p:sldId xmlns:r="http://schemas.openxmlformats.org/officeDocument/2006/relationships" id="378" r:id="R321cee24fbe0478f"/>
    <p:sldId xmlns:r="http://schemas.openxmlformats.org/officeDocument/2006/relationships" id="379" r:id="R0a152e82090a458a"/>
    <p:sldId xmlns:r="http://schemas.openxmlformats.org/officeDocument/2006/relationships" id="380" r:id="Rf529f992dd82448b"/>
    <p:sldId xmlns:r="http://schemas.openxmlformats.org/officeDocument/2006/relationships" id="381" r:id="Rc49b05368f584b9d"/>
    <p:sldId xmlns:r="http://schemas.openxmlformats.org/officeDocument/2006/relationships" id="382" r:id="Ra76c129986d74dd9"/>
    <p:sldId xmlns:r="http://schemas.openxmlformats.org/officeDocument/2006/relationships" id="383" r:id="R8a5a2d47dc214a85"/>
    <p:sldId xmlns:r="http://schemas.openxmlformats.org/officeDocument/2006/relationships" id="384" r:id="R7b6347443de24f10"/>
    <p:sldId xmlns:r="http://schemas.openxmlformats.org/officeDocument/2006/relationships" id="385" r:id="R89da16fca2a648f5"/>
    <p:sldId xmlns:r="http://schemas.openxmlformats.org/officeDocument/2006/relationships" id="386" r:id="R07e245c42642449d"/>
    <p:sldId xmlns:r="http://schemas.openxmlformats.org/officeDocument/2006/relationships" id="387" r:id="R5b12eeb987b4428a"/>
    <p:sldId xmlns:r="http://schemas.openxmlformats.org/officeDocument/2006/relationships" id="388" r:id="R40259c6beff84c60"/>
    <p:sldId xmlns:r="http://schemas.openxmlformats.org/officeDocument/2006/relationships" id="389" r:id="R974b205845ef4492"/>
    <p:sldId xmlns:r="http://schemas.openxmlformats.org/officeDocument/2006/relationships" id="390" r:id="R998a3c11fed24810"/>
    <p:sldId xmlns:r="http://schemas.openxmlformats.org/officeDocument/2006/relationships" id="391" r:id="R36339cded09e4ac8"/>
    <p:sldId xmlns:r="http://schemas.openxmlformats.org/officeDocument/2006/relationships" id="392" r:id="Ra17ce237c0d44a2b"/>
    <p:sldId xmlns:r="http://schemas.openxmlformats.org/officeDocument/2006/relationships" id="393" r:id="R01fc652db6bf475e"/>
    <p:sldId xmlns:r="http://schemas.openxmlformats.org/officeDocument/2006/relationships" id="394" r:id="Rd0e6d25b422e44cc"/>
    <p:sldId xmlns:r="http://schemas.openxmlformats.org/officeDocument/2006/relationships" id="395" r:id="Re6a8b75a2e7249e9"/>
    <p:sldId xmlns:r="http://schemas.openxmlformats.org/officeDocument/2006/relationships" id="396" r:id="R87bc69aeea3c433e"/>
    <p:sldId xmlns:r="http://schemas.openxmlformats.org/officeDocument/2006/relationships" id="397" r:id="Rcd3f2e4a7eb54820"/>
    <p:sldId xmlns:r="http://schemas.openxmlformats.org/officeDocument/2006/relationships" id="398" r:id="R74054ff3f6494388"/>
    <p:sldId xmlns:r="http://schemas.openxmlformats.org/officeDocument/2006/relationships" id="399" r:id="Ra2ecdf9bae3d4304"/>
    <p:sldId xmlns:r="http://schemas.openxmlformats.org/officeDocument/2006/relationships" id="400" r:id="Re0ef67f444ac45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722ab5953749cc" /><Relationship Type="http://schemas.openxmlformats.org/officeDocument/2006/relationships/slideMaster" Target="/ppt/slideMasters/slideMaster1.xml" Id="Rd352548868dd4494" /><Relationship Type="http://schemas.openxmlformats.org/officeDocument/2006/relationships/notesMaster" Target="/ppt/notesMasters/notesMaster1.xml" Id="Rbfc869cba3fd4b03" /><Relationship Type="http://schemas.openxmlformats.org/officeDocument/2006/relationships/presProps" Target="/ppt/presProps.xml" Id="Rc85091ca0958454d" /><Relationship Type="http://schemas.openxmlformats.org/officeDocument/2006/relationships/tableStyles" Target="/ppt/tableStyles.xml" Id="Rdc36cd8be1954e0a" /><Relationship Type="http://schemas.openxmlformats.org/officeDocument/2006/relationships/slide" Target="/ppt/slides/slide1.xml" Id="R65c5e9ae181e42a9" /><Relationship Type="http://schemas.openxmlformats.org/officeDocument/2006/relationships/slide" Target="/ppt/slides/slide2.xml" Id="R40d5ac197f304ce8" /><Relationship Type="http://schemas.openxmlformats.org/officeDocument/2006/relationships/slide" Target="/ppt/slides/slide3.xml" Id="Rcfde0f81be7049e2" /><Relationship Type="http://schemas.openxmlformats.org/officeDocument/2006/relationships/slide" Target="/ppt/slides/slide4.xml" Id="R6f18012688294d7a" /><Relationship Type="http://schemas.openxmlformats.org/officeDocument/2006/relationships/slide" Target="/ppt/slides/slide5.xml" Id="R12b5b4dbec324f12" /><Relationship Type="http://schemas.openxmlformats.org/officeDocument/2006/relationships/slide" Target="/ppt/slides/slide6.xml" Id="Readada19c5a94bca" /><Relationship Type="http://schemas.openxmlformats.org/officeDocument/2006/relationships/slide" Target="/ppt/slides/slide7.xml" Id="Rf201cc25a5424a08" /><Relationship Type="http://schemas.openxmlformats.org/officeDocument/2006/relationships/slide" Target="/ppt/slides/slide8.xml" Id="Rc88868c27b434fe3" /><Relationship Type="http://schemas.openxmlformats.org/officeDocument/2006/relationships/slide" Target="/ppt/slides/slide9.xml" Id="R31d27ae9cd0b4d22" /><Relationship Type="http://schemas.openxmlformats.org/officeDocument/2006/relationships/slide" Target="/ppt/slides/slide10.xml" Id="Rb7a649fdaa1a4eab" /><Relationship Type="http://schemas.openxmlformats.org/officeDocument/2006/relationships/slide" Target="/ppt/slides/slide11.xml" Id="Rcee19026a26044fc" /><Relationship Type="http://schemas.openxmlformats.org/officeDocument/2006/relationships/slide" Target="/ppt/slides/slide12.xml" Id="R9dc3feb782c1418c" /><Relationship Type="http://schemas.openxmlformats.org/officeDocument/2006/relationships/slide" Target="/ppt/slides/slide13.xml" Id="R67dce1beda934a6f" /><Relationship Type="http://schemas.openxmlformats.org/officeDocument/2006/relationships/slide" Target="/ppt/slides/slide14.xml" Id="Rff71f57230114261" /><Relationship Type="http://schemas.openxmlformats.org/officeDocument/2006/relationships/slide" Target="/ppt/slides/slide15.xml" Id="R18d89665db344e44" /><Relationship Type="http://schemas.openxmlformats.org/officeDocument/2006/relationships/slide" Target="/ppt/slides/slide16.xml" Id="Ra7043a7e1c1a4807" /><Relationship Type="http://schemas.openxmlformats.org/officeDocument/2006/relationships/slide" Target="/ppt/slides/slide17.xml" Id="R345e444b62584447" /><Relationship Type="http://schemas.openxmlformats.org/officeDocument/2006/relationships/slide" Target="/ppt/slides/slide18.xml" Id="R41ce59c65dd24430" /><Relationship Type="http://schemas.openxmlformats.org/officeDocument/2006/relationships/slide" Target="/ppt/slides/slide19.xml" Id="Rae1be79cb65643e8" /><Relationship Type="http://schemas.openxmlformats.org/officeDocument/2006/relationships/slide" Target="/ppt/slides/slide20.xml" Id="R078ee23016904735" /><Relationship Type="http://schemas.openxmlformats.org/officeDocument/2006/relationships/slide" Target="/ppt/slides/slide21.xml" Id="Rb7f304b228b741e5" /><Relationship Type="http://schemas.openxmlformats.org/officeDocument/2006/relationships/slide" Target="/ppt/slides/slide22.xml" Id="Rbae45fa1ec90488d" /><Relationship Type="http://schemas.openxmlformats.org/officeDocument/2006/relationships/slide" Target="/ppt/slides/slide23.xml" Id="R27f10ad51e45430b" /><Relationship Type="http://schemas.openxmlformats.org/officeDocument/2006/relationships/slide" Target="/ppt/slides/slide24.xml" Id="Rac237fb8492b45c7" /><Relationship Type="http://schemas.openxmlformats.org/officeDocument/2006/relationships/slide" Target="/ppt/slides/slide25.xml" Id="R165df06c331f4cfa" /><Relationship Type="http://schemas.openxmlformats.org/officeDocument/2006/relationships/slide" Target="/ppt/slides/slide26.xml" Id="R0880446a8b874c9f" /><Relationship Type="http://schemas.openxmlformats.org/officeDocument/2006/relationships/slide" Target="/ppt/slides/slide27.xml" Id="Ra4b1b1e6b5e946f4" /><Relationship Type="http://schemas.openxmlformats.org/officeDocument/2006/relationships/slide" Target="/ppt/slides/slide28.xml" Id="R90c80c855a9b444b" /><Relationship Type="http://schemas.openxmlformats.org/officeDocument/2006/relationships/slide" Target="/ppt/slides/slide29.xml" Id="R2614c028c64b4db9" /><Relationship Type="http://schemas.openxmlformats.org/officeDocument/2006/relationships/slide" Target="/ppt/slides/slide30.xml" Id="R1c7de8301fce482b" /><Relationship Type="http://schemas.openxmlformats.org/officeDocument/2006/relationships/slide" Target="/ppt/slides/slide31.xml" Id="Ra5491ed7f70f4b82" /><Relationship Type="http://schemas.openxmlformats.org/officeDocument/2006/relationships/slide" Target="/ppt/slides/slide32.xml" Id="Rd8e9c143d5044289" /><Relationship Type="http://schemas.openxmlformats.org/officeDocument/2006/relationships/slide" Target="/ppt/slides/slide33.xml" Id="Re5638542e09c470b" /><Relationship Type="http://schemas.openxmlformats.org/officeDocument/2006/relationships/slide" Target="/ppt/slides/slide34.xml" Id="R655e3bc7685147ae" /><Relationship Type="http://schemas.openxmlformats.org/officeDocument/2006/relationships/slide" Target="/ppt/slides/slide35.xml" Id="R7f698dac3cda44a5" /><Relationship Type="http://schemas.openxmlformats.org/officeDocument/2006/relationships/slide" Target="/ppt/slides/slide36.xml" Id="R829c971552a64014" /><Relationship Type="http://schemas.openxmlformats.org/officeDocument/2006/relationships/slide" Target="/ppt/slides/slide37.xml" Id="R4fcac4ce48a547fe" /><Relationship Type="http://schemas.openxmlformats.org/officeDocument/2006/relationships/slide" Target="/ppt/slides/slide38.xml" Id="Rc864b82692bf4f7d" /><Relationship Type="http://schemas.openxmlformats.org/officeDocument/2006/relationships/slide" Target="/ppt/slides/slide39.xml" Id="R62803771fc3f4e36" /><Relationship Type="http://schemas.openxmlformats.org/officeDocument/2006/relationships/slide" Target="/ppt/slides/slide40.xml" Id="Ra9966606c8894b45" /><Relationship Type="http://schemas.openxmlformats.org/officeDocument/2006/relationships/slide" Target="/ppt/slides/slide41.xml" Id="R5ef2d80bc3a44808" /><Relationship Type="http://schemas.openxmlformats.org/officeDocument/2006/relationships/slide" Target="/ppt/slides/slide42.xml" Id="Rf3a7b5f21fef4457" /><Relationship Type="http://schemas.openxmlformats.org/officeDocument/2006/relationships/slide" Target="/ppt/slides/slide43.xml" Id="R352f52aedc65412b" /><Relationship Type="http://schemas.openxmlformats.org/officeDocument/2006/relationships/slide" Target="/ppt/slides/slide44.xml" Id="R7c9e67a5627a4692" /><Relationship Type="http://schemas.openxmlformats.org/officeDocument/2006/relationships/slide" Target="/ppt/slides/slide45.xml" Id="R4a51790caad2460d" /><Relationship Type="http://schemas.openxmlformats.org/officeDocument/2006/relationships/slide" Target="/ppt/slides/slide46.xml" Id="R892e732982f348e3" /><Relationship Type="http://schemas.openxmlformats.org/officeDocument/2006/relationships/slide" Target="/ppt/slides/slide47.xml" Id="Rc29f2366af5543c7" /><Relationship Type="http://schemas.openxmlformats.org/officeDocument/2006/relationships/slide" Target="/ppt/slides/slide48.xml" Id="R93917abe0b6f46d4" /><Relationship Type="http://schemas.openxmlformats.org/officeDocument/2006/relationships/slide" Target="/ppt/slides/slide49.xml" Id="R267c96bb05f242a0" /><Relationship Type="http://schemas.openxmlformats.org/officeDocument/2006/relationships/slide" Target="/ppt/slides/slide50.xml" Id="Rc73590668fe248ef" /><Relationship Type="http://schemas.openxmlformats.org/officeDocument/2006/relationships/slide" Target="/ppt/slides/slide51.xml" Id="R9ebd9fbf74354655" /><Relationship Type="http://schemas.openxmlformats.org/officeDocument/2006/relationships/slide" Target="/ppt/slides/slide52.xml" Id="R4eef8da61b7d434c" /><Relationship Type="http://schemas.openxmlformats.org/officeDocument/2006/relationships/slide" Target="/ppt/slides/slide53.xml" Id="R37f1d9e8759a49c5" /><Relationship Type="http://schemas.openxmlformats.org/officeDocument/2006/relationships/slide" Target="/ppt/slides/slide54.xml" Id="R1673d8e51a9940e5" /><Relationship Type="http://schemas.openxmlformats.org/officeDocument/2006/relationships/slide" Target="/ppt/slides/slide55.xml" Id="Rbde00dbb8c664915" /><Relationship Type="http://schemas.openxmlformats.org/officeDocument/2006/relationships/slide" Target="/ppt/slides/slide56.xml" Id="R722b6bf441714dbc" /><Relationship Type="http://schemas.openxmlformats.org/officeDocument/2006/relationships/slide" Target="/ppt/slides/slide57.xml" Id="R354d389a64134961" /><Relationship Type="http://schemas.openxmlformats.org/officeDocument/2006/relationships/slide" Target="/ppt/slides/slide58.xml" Id="R375088ca38ef4aa7" /><Relationship Type="http://schemas.openxmlformats.org/officeDocument/2006/relationships/slide" Target="/ppt/slides/slide59.xml" Id="R1129d6a0d91746cd" /><Relationship Type="http://schemas.openxmlformats.org/officeDocument/2006/relationships/slide" Target="/ppt/slides/slide60.xml" Id="R92e6927ecb044c37" /><Relationship Type="http://schemas.openxmlformats.org/officeDocument/2006/relationships/slide" Target="/ppt/slides/slide61.xml" Id="R8e3d74a6c911494f" /><Relationship Type="http://schemas.openxmlformats.org/officeDocument/2006/relationships/slide" Target="/ppt/slides/slide62.xml" Id="Rfe06ed0effe345e3" /><Relationship Type="http://schemas.openxmlformats.org/officeDocument/2006/relationships/slide" Target="/ppt/slides/slide63.xml" Id="R3f7a02ecd42b460e" /><Relationship Type="http://schemas.openxmlformats.org/officeDocument/2006/relationships/slide" Target="/ppt/slides/slide64.xml" Id="Rbf3ee7356bcb4f2e" /><Relationship Type="http://schemas.openxmlformats.org/officeDocument/2006/relationships/slide" Target="/ppt/slides/slide65.xml" Id="R0603a8a579e145df" /><Relationship Type="http://schemas.openxmlformats.org/officeDocument/2006/relationships/slide" Target="/ppt/slides/slide66.xml" Id="R520da56c44084916" /><Relationship Type="http://schemas.openxmlformats.org/officeDocument/2006/relationships/slide" Target="/ppt/slides/slide67.xml" Id="R597b1c52061a48d7" /><Relationship Type="http://schemas.openxmlformats.org/officeDocument/2006/relationships/slide" Target="/ppt/slides/slide68.xml" Id="R9949154a2dba4b11" /><Relationship Type="http://schemas.openxmlformats.org/officeDocument/2006/relationships/slide" Target="/ppt/slides/slide69.xml" Id="R3afa3f61986d4e9d" /><Relationship Type="http://schemas.openxmlformats.org/officeDocument/2006/relationships/slide" Target="/ppt/slides/slide70.xml" Id="R323255fd00b0474f" /><Relationship Type="http://schemas.openxmlformats.org/officeDocument/2006/relationships/slide" Target="/ppt/slides/slide71.xml" Id="R95ccfa16e0894b99" /><Relationship Type="http://schemas.openxmlformats.org/officeDocument/2006/relationships/slide" Target="/ppt/slides/slide72.xml" Id="R4b4dadd676e04ce2" /><Relationship Type="http://schemas.openxmlformats.org/officeDocument/2006/relationships/slide" Target="/ppt/slides/slide73.xml" Id="Rf6f01cfd9a8a4b4b" /><Relationship Type="http://schemas.openxmlformats.org/officeDocument/2006/relationships/slide" Target="/ppt/slides/slide74.xml" Id="R852de58e40444251" /><Relationship Type="http://schemas.openxmlformats.org/officeDocument/2006/relationships/slide" Target="/ppt/slides/slide75.xml" Id="R99c4d736f2394082" /><Relationship Type="http://schemas.openxmlformats.org/officeDocument/2006/relationships/slide" Target="/ppt/slides/slide76.xml" Id="R3f0ea0e3fc4e401c" /><Relationship Type="http://schemas.openxmlformats.org/officeDocument/2006/relationships/slide" Target="/ppt/slides/slide77.xml" Id="Rc4f6f53d36a4458e" /><Relationship Type="http://schemas.openxmlformats.org/officeDocument/2006/relationships/slide" Target="/ppt/slides/slide78.xml" Id="R06e804f7199e401b" /><Relationship Type="http://schemas.openxmlformats.org/officeDocument/2006/relationships/slide" Target="/ppt/slides/slide79.xml" Id="R760ce67077b14839" /><Relationship Type="http://schemas.openxmlformats.org/officeDocument/2006/relationships/slide" Target="/ppt/slides/slide80.xml" Id="Rf5cfd4d0bf824bcb" /><Relationship Type="http://schemas.openxmlformats.org/officeDocument/2006/relationships/slide" Target="/ppt/slides/slide81.xml" Id="R3d59d2cfa774473a" /><Relationship Type="http://schemas.openxmlformats.org/officeDocument/2006/relationships/slide" Target="/ppt/slides/slide82.xml" Id="Re34b22b953cf4ed8" /><Relationship Type="http://schemas.openxmlformats.org/officeDocument/2006/relationships/slide" Target="/ppt/slides/slide83.xml" Id="Rbbc9531a296e4c25" /><Relationship Type="http://schemas.openxmlformats.org/officeDocument/2006/relationships/slide" Target="/ppt/slides/slide84.xml" Id="R93ff2023771842d9" /><Relationship Type="http://schemas.openxmlformats.org/officeDocument/2006/relationships/slide" Target="/ppt/slides/slide85.xml" Id="Ra51d287a2f33486a" /><Relationship Type="http://schemas.openxmlformats.org/officeDocument/2006/relationships/slide" Target="/ppt/slides/slide86.xml" Id="Rc3a67ba0a2474222" /><Relationship Type="http://schemas.openxmlformats.org/officeDocument/2006/relationships/slide" Target="/ppt/slides/slide87.xml" Id="R733cea35c0334af2" /><Relationship Type="http://schemas.openxmlformats.org/officeDocument/2006/relationships/slide" Target="/ppt/slides/slide88.xml" Id="Rb1e33791a7134050" /><Relationship Type="http://schemas.openxmlformats.org/officeDocument/2006/relationships/slide" Target="/ppt/slides/slide89.xml" Id="R33651b80e1e44e19" /><Relationship Type="http://schemas.openxmlformats.org/officeDocument/2006/relationships/slide" Target="/ppt/slides/slide90.xml" Id="R9661c257c4b54610" /><Relationship Type="http://schemas.openxmlformats.org/officeDocument/2006/relationships/slide" Target="/ppt/slides/slide91.xml" Id="Rb4a018b4aff144d3" /><Relationship Type="http://schemas.openxmlformats.org/officeDocument/2006/relationships/slide" Target="/ppt/slides/slide92.xml" Id="Rff6c49d121524303" /><Relationship Type="http://schemas.openxmlformats.org/officeDocument/2006/relationships/slide" Target="/ppt/slides/slide93.xml" Id="R2fe3ca820d6e4357" /><Relationship Type="http://schemas.openxmlformats.org/officeDocument/2006/relationships/slide" Target="/ppt/slides/slide94.xml" Id="Rc71462317b414a1a" /><Relationship Type="http://schemas.openxmlformats.org/officeDocument/2006/relationships/slide" Target="/ppt/slides/slide95.xml" Id="R69fe67c56b3d4754" /><Relationship Type="http://schemas.openxmlformats.org/officeDocument/2006/relationships/slide" Target="/ppt/slides/slide96.xml" Id="Rd1b38af50a5146ff" /><Relationship Type="http://schemas.openxmlformats.org/officeDocument/2006/relationships/slide" Target="/ppt/slides/slide97.xml" Id="Rfc93f7d4a30c4b3d" /><Relationship Type="http://schemas.openxmlformats.org/officeDocument/2006/relationships/slide" Target="/ppt/slides/slide98.xml" Id="Ra446d5cfca534df0" /><Relationship Type="http://schemas.openxmlformats.org/officeDocument/2006/relationships/slide" Target="/ppt/slides/slide99.xml" Id="R98499efdc3c84615" /><Relationship Type="http://schemas.openxmlformats.org/officeDocument/2006/relationships/slide" Target="/ppt/slides/slide100.xml" Id="R5339147edf834605" /><Relationship Type="http://schemas.openxmlformats.org/officeDocument/2006/relationships/slide" Target="/ppt/slides/slide101.xml" Id="Rcd73b6ec88d64a63" /><Relationship Type="http://schemas.openxmlformats.org/officeDocument/2006/relationships/slide" Target="/ppt/slides/slide102.xml" Id="R0b7eccf0cfe44cd9" /><Relationship Type="http://schemas.openxmlformats.org/officeDocument/2006/relationships/slide" Target="/ppt/slides/slide103.xml" Id="Ref0c527aaca649db" /><Relationship Type="http://schemas.openxmlformats.org/officeDocument/2006/relationships/slide" Target="/ppt/slides/slide104.xml" Id="Rfe521b57b4e940d4" /><Relationship Type="http://schemas.openxmlformats.org/officeDocument/2006/relationships/slide" Target="/ppt/slides/slide105.xml" Id="R4fe85f13f31e4bfb" /><Relationship Type="http://schemas.openxmlformats.org/officeDocument/2006/relationships/slide" Target="/ppt/slides/slide106.xml" Id="R02a6846effd54154" /><Relationship Type="http://schemas.openxmlformats.org/officeDocument/2006/relationships/slide" Target="/ppt/slides/slide107.xml" Id="Rb140aeeee7f849ef" /><Relationship Type="http://schemas.openxmlformats.org/officeDocument/2006/relationships/slide" Target="/ppt/slides/slide108.xml" Id="R57425922139c4cec" /><Relationship Type="http://schemas.openxmlformats.org/officeDocument/2006/relationships/slide" Target="/ppt/slides/slide109.xml" Id="R617cbc4a215e49bc" /><Relationship Type="http://schemas.openxmlformats.org/officeDocument/2006/relationships/slide" Target="/ppt/slides/slide110.xml" Id="Rc57cc8b2b89f430f" /><Relationship Type="http://schemas.openxmlformats.org/officeDocument/2006/relationships/slide" Target="/ppt/slides/slide111.xml" Id="R052ae1ede6d84216" /><Relationship Type="http://schemas.openxmlformats.org/officeDocument/2006/relationships/slide" Target="/ppt/slides/slide112.xml" Id="Ra52dd39631324a0f" /><Relationship Type="http://schemas.openxmlformats.org/officeDocument/2006/relationships/slide" Target="/ppt/slides/slide113.xml" Id="Rfe00b0dcc7904495" /><Relationship Type="http://schemas.openxmlformats.org/officeDocument/2006/relationships/slide" Target="/ppt/slides/slide114.xml" Id="R6f37d2c064494a45" /><Relationship Type="http://schemas.openxmlformats.org/officeDocument/2006/relationships/slide" Target="/ppt/slides/slide115.xml" Id="Red8da4d887c54f9e" /><Relationship Type="http://schemas.openxmlformats.org/officeDocument/2006/relationships/slide" Target="/ppt/slides/slide116.xml" Id="Rc9dbe7a59c5547ae" /><Relationship Type="http://schemas.openxmlformats.org/officeDocument/2006/relationships/slide" Target="/ppt/slides/slide117.xml" Id="Rc4cfaa44d3ec49ea" /><Relationship Type="http://schemas.openxmlformats.org/officeDocument/2006/relationships/slide" Target="/ppt/slides/slide118.xml" Id="Ra62e1a2de1d941fb" /><Relationship Type="http://schemas.openxmlformats.org/officeDocument/2006/relationships/slide" Target="/ppt/slides/slide119.xml" Id="Rdf38d2b48d38479e" /><Relationship Type="http://schemas.openxmlformats.org/officeDocument/2006/relationships/slide" Target="/ppt/slides/slide120.xml" Id="R6a9f296aabff415f" /><Relationship Type="http://schemas.openxmlformats.org/officeDocument/2006/relationships/slide" Target="/ppt/slides/slide121.xml" Id="R3958a180c7cf4fce" /><Relationship Type="http://schemas.openxmlformats.org/officeDocument/2006/relationships/slide" Target="/ppt/slides/slide122.xml" Id="R31ed97f44f504a97" /><Relationship Type="http://schemas.openxmlformats.org/officeDocument/2006/relationships/slide" Target="/ppt/slides/slide123.xml" Id="R321cee24fbe0478f" /><Relationship Type="http://schemas.openxmlformats.org/officeDocument/2006/relationships/slide" Target="/ppt/slides/slide124.xml" Id="R0a152e82090a458a" /><Relationship Type="http://schemas.openxmlformats.org/officeDocument/2006/relationships/slide" Target="/ppt/slides/slide125.xml" Id="Rf529f992dd82448b" /><Relationship Type="http://schemas.openxmlformats.org/officeDocument/2006/relationships/slide" Target="/ppt/slides/slide126.xml" Id="Rc49b05368f584b9d" /><Relationship Type="http://schemas.openxmlformats.org/officeDocument/2006/relationships/slide" Target="/ppt/slides/slide127.xml" Id="Ra76c129986d74dd9" /><Relationship Type="http://schemas.openxmlformats.org/officeDocument/2006/relationships/slide" Target="/ppt/slides/slide128.xml" Id="R8a5a2d47dc214a85" /><Relationship Type="http://schemas.openxmlformats.org/officeDocument/2006/relationships/slide" Target="/ppt/slides/slide129.xml" Id="R7b6347443de24f10" /><Relationship Type="http://schemas.openxmlformats.org/officeDocument/2006/relationships/slide" Target="/ppt/slides/slide130.xml" Id="R89da16fca2a648f5" /><Relationship Type="http://schemas.openxmlformats.org/officeDocument/2006/relationships/slide" Target="/ppt/slides/slide131.xml" Id="R07e245c42642449d" /><Relationship Type="http://schemas.openxmlformats.org/officeDocument/2006/relationships/slide" Target="/ppt/slides/slide132.xml" Id="R5b12eeb987b4428a" /><Relationship Type="http://schemas.openxmlformats.org/officeDocument/2006/relationships/slide" Target="/ppt/slides/slide133.xml" Id="R40259c6beff84c60" /><Relationship Type="http://schemas.openxmlformats.org/officeDocument/2006/relationships/slide" Target="/ppt/slides/slide134.xml" Id="R974b205845ef4492" /><Relationship Type="http://schemas.openxmlformats.org/officeDocument/2006/relationships/slide" Target="/ppt/slides/slide135.xml" Id="R998a3c11fed24810" /><Relationship Type="http://schemas.openxmlformats.org/officeDocument/2006/relationships/slide" Target="/ppt/slides/slide136.xml" Id="R36339cded09e4ac8" /><Relationship Type="http://schemas.openxmlformats.org/officeDocument/2006/relationships/slide" Target="/ppt/slides/slide137.xml" Id="Ra17ce237c0d44a2b" /><Relationship Type="http://schemas.openxmlformats.org/officeDocument/2006/relationships/slide" Target="/ppt/slides/slide138.xml" Id="R01fc652db6bf475e" /><Relationship Type="http://schemas.openxmlformats.org/officeDocument/2006/relationships/slide" Target="/ppt/slides/slide139.xml" Id="Rd0e6d25b422e44cc" /><Relationship Type="http://schemas.openxmlformats.org/officeDocument/2006/relationships/slide" Target="/ppt/slides/slide140.xml" Id="Re6a8b75a2e7249e9" /><Relationship Type="http://schemas.openxmlformats.org/officeDocument/2006/relationships/slide" Target="/ppt/slides/slide141.xml" Id="R87bc69aeea3c433e" /><Relationship Type="http://schemas.openxmlformats.org/officeDocument/2006/relationships/slide" Target="/ppt/slides/slide142.xml" Id="Rcd3f2e4a7eb54820" /><Relationship Type="http://schemas.openxmlformats.org/officeDocument/2006/relationships/slide" Target="/ppt/slides/slide143.xml" Id="R74054ff3f6494388" /><Relationship Type="http://schemas.openxmlformats.org/officeDocument/2006/relationships/slide" Target="/ppt/slides/slide144.xml" Id="Ra2ecdf9bae3d4304" /><Relationship Type="http://schemas.openxmlformats.org/officeDocument/2006/relationships/slide" Target="/ppt/slides/slide145.xml" Id="Re0ef67f444ac45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34b0585ec74f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9b882055ab4bb4" /><Relationship Type="http://schemas.openxmlformats.org/officeDocument/2006/relationships/notesMaster" Target="/ppt/notesMasters/notesMaster1.xml" Id="R8719d4062f7342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3e3c50d4fa46eb" /><Relationship Type="http://schemas.openxmlformats.org/officeDocument/2006/relationships/notesMaster" Target="/ppt/notesMasters/notesMaster1.xml" Id="R8c504d0b6cca4e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d8e351a4184f85" /><Relationship Type="http://schemas.openxmlformats.org/officeDocument/2006/relationships/notesMaster" Target="/ppt/notesMasters/notesMaster1.xml" Id="R30a3d8dcee4343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8132b7a8f44434" /><Relationship Type="http://schemas.openxmlformats.org/officeDocument/2006/relationships/notesMaster" Target="/ppt/notesMasters/notesMaster1.xml" Id="R3b070b1fc47245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3af9c59e9d4227" /><Relationship Type="http://schemas.openxmlformats.org/officeDocument/2006/relationships/notesMaster" Target="/ppt/notesMasters/notesMaster1.xml" Id="R6ea337d42ef647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522b7ffc104918" /><Relationship Type="http://schemas.openxmlformats.org/officeDocument/2006/relationships/notesMaster" Target="/ppt/notesMasters/notesMaster1.xml" Id="Rd53a8562c86f43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f5ae07fe27465e" /><Relationship Type="http://schemas.openxmlformats.org/officeDocument/2006/relationships/notesMaster" Target="/ppt/notesMasters/notesMaster1.xml" Id="R765458d74f6e46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6e1c918fa3441b" /><Relationship Type="http://schemas.openxmlformats.org/officeDocument/2006/relationships/notesMaster" Target="/ppt/notesMasters/notesMaster1.xml" Id="R8c607647b86a4a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48005ca61d4a1b" /><Relationship Type="http://schemas.openxmlformats.org/officeDocument/2006/relationships/notesMaster" Target="/ppt/notesMasters/notesMaster1.xml" Id="R211f224ba61d4b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538d3a6ae44b32" /><Relationship Type="http://schemas.openxmlformats.org/officeDocument/2006/relationships/notesMaster" Target="/ppt/notesMasters/notesMaster1.xml" Id="R045b69503e3346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4e2b1d3affc4188" /><Relationship Type="http://schemas.openxmlformats.org/officeDocument/2006/relationships/notesMaster" Target="/ppt/notesMasters/notesMaster1.xml" Id="R823f08c950544e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5e58da848d45cf" /><Relationship Type="http://schemas.openxmlformats.org/officeDocument/2006/relationships/notesMaster" Target="/ppt/notesMasters/notesMaster1.xml" Id="Rd930432b794f4b7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2c5cd77130d47f2" /><Relationship Type="http://schemas.openxmlformats.org/officeDocument/2006/relationships/notesMaster" Target="/ppt/notesMasters/notesMaster1.xml" Id="R7ad8c671425941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4931015776495b" /><Relationship Type="http://schemas.openxmlformats.org/officeDocument/2006/relationships/notesMaster" Target="/ppt/notesMasters/notesMaster1.xml" Id="R6c1f0c22055749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36434d95a240ac" /><Relationship Type="http://schemas.openxmlformats.org/officeDocument/2006/relationships/notesMaster" Target="/ppt/notesMasters/notesMaster1.xml" Id="R4c1886df3ec249c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16530fe56a422d" /><Relationship Type="http://schemas.openxmlformats.org/officeDocument/2006/relationships/notesMaster" Target="/ppt/notesMasters/notesMaster1.xml" Id="R08098451032f4fe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7dbedfd760446c9" /><Relationship Type="http://schemas.openxmlformats.org/officeDocument/2006/relationships/notesMaster" Target="/ppt/notesMasters/notesMaster1.xml" Id="R5aeb895787214c8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393e1e3c5754d71" /><Relationship Type="http://schemas.openxmlformats.org/officeDocument/2006/relationships/notesMaster" Target="/ppt/notesMasters/notesMaster1.xml" Id="R653c67178be64e9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8b228d7be8241c7" /><Relationship Type="http://schemas.openxmlformats.org/officeDocument/2006/relationships/notesMaster" Target="/ppt/notesMasters/notesMaster1.xml" Id="R30638b730efa47a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54933f361f04d00" /><Relationship Type="http://schemas.openxmlformats.org/officeDocument/2006/relationships/notesMaster" Target="/ppt/notesMasters/notesMaster1.xml" Id="R820c4ea19f4347d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de90d5700154d73" /><Relationship Type="http://schemas.openxmlformats.org/officeDocument/2006/relationships/notesMaster" Target="/ppt/notesMasters/notesMaster1.xml" Id="Rfe3ec59e372f46d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5698d0c980c49d0" /><Relationship Type="http://schemas.openxmlformats.org/officeDocument/2006/relationships/notesMaster" Target="/ppt/notesMasters/notesMaster1.xml" Id="Rf11253a8f8dd4b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358d272b0bc4b91" /><Relationship Type="http://schemas.openxmlformats.org/officeDocument/2006/relationships/notesMaster" Target="/ppt/notesMasters/notesMaster1.xml" Id="Rc0f7afc58c5e46f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e5ac3851db2498e" /><Relationship Type="http://schemas.openxmlformats.org/officeDocument/2006/relationships/notesMaster" Target="/ppt/notesMasters/notesMaster1.xml" Id="Rb4ba443ddb5444e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dcfce83ebfd47eb" /><Relationship Type="http://schemas.openxmlformats.org/officeDocument/2006/relationships/notesMaster" Target="/ppt/notesMasters/notesMaster1.xml" Id="R498d100fca8b4af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ce9fb7cd504614" /><Relationship Type="http://schemas.openxmlformats.org/officeDocument/2006/relationships/notesMaster" Target="/ppt/notesMasters/notesMaster1.xml" Id="Rfb645d162e4b4c1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d3bf03e23e34265" /><Relationship Type="http://schemas.openxmlformats.org/officeDocument/2006/relationships/notesMaster" Target="/ppt/notesMasters/notesMaster1.xml" Id="Rfb42e927c80c4f1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12aba51a9a94751" /><Relationship Type="http://schemas.openxmlformats.org/officeDocument/2006/relationships/notesMaster" Target="/ppt/notesMasters/notesMaster1.xml" Id="R58be12e114024e6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70a888bab634629" /><Relationship Type="http://schemas.openxmlformats.org/officeDocument/2006/relationships/notesMaster" Target="/ppt/notesMasters/notesMaster1.xml" Id="Re187c098cc704bd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0b1a4d8dece440e" /><Relationship Type="http://schemas.openxmlformats.org/officeDocument/2006/relationships/notesMaster" Target="/ppt/notesMasters/notesMaster1.xml" Id="R19d6f7718ec541a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51a25c701e54043" /><Relationship Type="http://schemas.openxmlformats.org/officeDocument/2006/relationships/notesMaster" Target="/ppt/notesMasters/notesMaster1.xml" Id="R3fd5a0f70dd9429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1759297e34d4c81" /><Relationship Type="http://schemas.openxmlformats.org/officeDocument/2006/relationships/notesMaster" Target="/ppt/notesMasters/notesMaster1.xml" Id="Rf8e0e3a5526547d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77b67849ddc4a7c" /><Relationship Type="http://schemas.openxmlformats.org/officeDocument/2006/relationships/notesMaster" Target="/ppt/notesMasters/notesMaster1.xml" Id="R1ac0caa106ff418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7eadd5f10d242e2" /><Relationship Type="http://schemas.openxmlformats.org/officeDocument/2006/relationships/notesMaster" Target="/ppt/notesMasters/notesMaster1.xml" Id="Rc4830e9a48ad421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e6538c15ec74ea5" /><Relationship Type="http://schemas.openxmlformats.org/officeDocument/2006/relationships/notesMaster" Target="/ppt/notesMasters/notesMaster1.xml" Id="R4952a8531169407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f77e2ad26e1478d" /><Relationship Type="http://schemas.openxmlformats.org/officeDocument/2006/relationships/notesMaster" Target="/ppt/notesMasters/notesMaster1.xml" Id="R9e36236d75b24d6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e9f1011f59e46ea" /><Relationship Type="http://schemas.openxmlformats.org/officeDocument/2006/relationships/notesMaster" Target="/ppt/notesMasters/notesMaster1.xml" Id="R468d773ff1ac407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d5e8665a5854c80" /><Relationship Type="http://schemas.openxmlformats.org/officeDocument/2006/relationships/notesMaster" Target="/ppt/notesMasters/notesMaster1.xml" Id="Radf2c1a17d8c400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ce79c04f82547f8" /><Relationship Type="http://schemas.openxmlformats.org/officeDocument/2006/relationships/notesMaster" Target="/ppt/notesMasters/notesMaster1.xml" Id="R0752e3f512f5420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f3df009c6b64536" /><Relationship Type="http://schemas.openxmlformats.org/officeDocument/2006/relationships/notesMaster" Target="/ppt/notesMasters/notesMaster1.xml" Id="R6566299414ce4b7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b7804e58c964378" /><Relationship Type="http://schemas.openxmlformats.org/officeDocument/2006/relationships/notesMaster" Target="/ppt/notesMasters/notesMaster1.xml" Id="R32fead28bc4a479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2b9c0fdb1ae4a2a" /><Relationship Type="http://schemas.openxmlformats.org/officeDocument/2006/relationships/notesMaster" Target="/ppt/notesMasters/notesMaster1.xml" Id="R0f7ac04826d54a9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e096d0cca1f437c" /><Relationship Type="http://schemas.openxmlformats.org/officeDocument/2006/relationships/notesMaster" Target="/ppt/notesMasters/notesMaster1.xml" Id="R149ad6dd252948c6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92dc9ecdf394078" /><Relationship Type="http://schemas.openxmlformats.org/officeDocument/2006/relationships/notesMaster" Target="/ppt/notesMasters/notesMaster1.xml" Id="R7935e17b28cb4c1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ed0caf361d24550" /><Relationship Type="http://schemas.openxmlformats.org/officeDocument/2006/relationships/notesMaster" Target="/ppt/notesMasters/notesMaster1.xml" Id="R18f202675fa64be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7d49132e3df4d1a" /><Relationship Type="http://schemas.openxmlformats.org/officeDocument/2006/relationships/notesMaster" Target="/ppt/notesMasters/notesMaster1.xml" Id="Re619c8bb12294ec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0a92694c6b24431" /><Relationship Type="http://schemas.openxmlformats.org/officeDocument/2006/relationships/notesMaster" Target="/ppt/notesMasters/notesMaster1.xml" Id="Ra3eb9a48bb5d470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5ff776bd5a74ff0" /><Relationship Type="http://schemas.openxmlformats.org/officeDocument/2006/relationships/notesMaster" Target="/ppt/notesMasters/notesMaster1.xml" Id="R8b46fa599ec7423e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8c210539f1e4c7d" /><Relationship Type="http://schemas.openxmlformats.org/officeDocument/2006/relationships/notesMaster" Target="/ppt/notesMasters/notesMaster1.xml" Id="Rd24f9e756ccd42a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bc8a2b3a9614b15" /><Relationship Type="http://schemas.openxmlformats.org/officeDocument/2006/relationships/notesMaster" Target="/ppt/notesMasters/notesMaster1.xml" Id="Rf3101fc1a218470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353357de2b24ae2" /><Relationship Type="http://schemas.openxmlformats.org/officeDocument/2006/relationships/notesMaster" Target="/ppt/notesMasters/notesMaster1.xml" Id="R74875d5a84a745c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01f7c90ec144c5a" /><Relationship Type="http://schemas.openxmlformats.org/officeDocument/2006/relationships/notesMaster" Target="/ppt/notesMasters/notesMaster1.xml" Id="Rff114edc55404a0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af52fe8e53d460a" /><Relationship Type="http://schemas.openxmlformats.org/officeDocument/2006/relationships/notesMaster" Target="/ppt/notesMasters/notesMaster1.xml" Id="R35cde6af955546b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0e13853ea26b4ea2" /><Relationship Type="http://schemas.openxmlformats.org/officeDocument/2006/relationships/notesMaster" Target="/ppt/notesMasters/notesMaster1.xml" Id="Rf5b3e037466e4c2c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96db66f1d8784aa3" /><Relationship Type="http://schemas.openxmlformats.org/officeDocument/2006/relationships/notesMaster" Target="/ppt/notesMasters/notesMaster1.xml" Id="R285e063d830f4e1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e1f3057472e4f7c" /><Relationship Type="http://schemas.openxmlformats.org/officeDocument/2006/relationships/notesMaster" Target="/ppt/notesMasters/notesMaster1.xml" Id="Ra5fbddce1570412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875638a7cca64d69" /><Relationship Type="http://schemas.openxmlformats.org/officeDocument/2006/relationships/notesMaster" Target="/ppt/notesMasters/notesMaster1.xml" Id="R21a14f692d324075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1a1f27652944a60" /><Relationship Type="http://schemas.openxmlformats.org/officeDocument/2006/relationships/notesMaster" Target="/ppt/notesMasters/notesMaster1.xml" Id="Rd25c7f756c5c423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39b0e1baee24e99" /><Relationship Type="http://schemas.openxmlformats.org/officeDocument/2006/relationships/notesMaster" Target="/ppt/notesMasters/notesMaster1.xml" Id="R41bd0d13e8124422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a98947f4a73847be" /><Relationship Type="http://schemas.openxmlformats.org/officeDocument/2006/relationships/notesMaster" Target="/ppt/notesMasters/notesMaster1.xml" Id="Rb7380ff8984f457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ed12e090af04f64" /><Relationship Type="http://schemas.openxmlformats.org/officeDocument/2006/relationships/notesMaster" Target="/ppt/notesMasters/notesMaster1.xml" Id="R6d0be7b14dd847a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5e168f62d15f485b" /><Relationship Type="http://schemas.openxmlformats.org/officeDocument/2006/relationships/notesMaster" Target="/ppt/notesMasters/notesMaster1.xml" Id="R70292e6cf9d3417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e46a2bfa95664229" /><Relationship Type="http://schemas.openxmlformats.org/officeDocument/2006/relationships/notesMaster" Target="/ppt/notesMasters/notesMaster1.xml" Id="Rbc47674c903648d6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33aeb826ccad471a" /><Relationship Type="http://schemas.openxmlformats.org/officeDocument/2006/relationships/notesMaster" Target="/ppt/notesMasters/notesMaster1.xml" Id="Rb278b705805d4167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ccedff2ed42d4028" /><Relationship Type="http://schemas.openxmlformats.org/officeDocument/2006/relationships/notesMaster" Target="/ppt/notesMasters/notesMaster1.xml" Id="R7285deff1c584a6b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f767f09a1efa4753" /><Relationship Type="http://schemas.openxmlformats.org/officeDocument/2006/relationships/notesMaster" Target="/ppt/notesMasters/notesMaster1.xml" Id="R4bd53ed7dcde4eb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4c04d86be8134172" /><Relationship Type="http://schemas.openxmlformats.org/officeDocument/2006/relationships/notesMaster" Target="/ppt/notesMasters/notesMaster1.xml" Id="Ra9cb0b4ffd0947dd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d3147b2836cc4869" /><Relationship Type="http://schemas.openxmlformats.org/officeDocument/2006/relationships/notesMaster" Target="/ppt/notesMasters/notesMaster1.xml" Id="R5c9c027b68294e8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b1149cf61e844e78" /><Relationship Type="http://schemas.openxmlformats.org/officeDocument/2006/relationships/notesMaster" Target="/ppt/notesMasters/notesMaster1.xml" Id="R61ebc612d520428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286219a70f8940db" /><Relationship Type="http://schemas.openxmlformats.org/officeDocument/2006/relationships/notesMaster" Target="/ppt/notesMasters/notesMaster1.xml" Id="Rb7419817e76047eb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ac278915128f4719" /><Relationship Type="http://schemas.openxmlformats.org/officeDocument/2006/relationships/notesMaster" Target="/ppt/notesMasters/notesMaster1.xml" Id="Rf1e42d5476e24420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520a189eb2384f28" /><Relationship Type="http://schemas.openxmlformats.org/officeDocument/2006/relationships/notesMaster" Target="/ppt/notesMasters/notesMaster1.xml" Id="R7b49896bde9a4d60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0c66a25e0719409a" /><Relationship Type="http://schemas.openxmlformats.org/officeDocument/2006/relationships/notesMaster" Target="/ppt/notesMasters/notesMaster1.xml" Id="R4ed78d387c734be0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a0a9f6a85eb940c7" /><Relationship Type="http://schemas.openxmlformats.org/officeDocument/2006/relationships/notesMaster" Target="/ppt/notesMasters/notesMaster1.xml" Id="Rdb2b7687e46a4bf0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9076e1b12534258" /><Relationship Type="http://schemas.openxmlformats.org/officeDocument/2006/relationships/notesMaster" Target="/ppt/notesMasters/notesMaster1.xml" Id="R5075e9e53af54f58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c73a012985e64f0d" /><Relationship Type="http://schemas.openxmlformats.org/officeDocument/2006/relationships/notesMaster" Target="/ppt/notesMasters/notesMaster1.xml" Id="R47fd0ebae19046e6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3dd82fb7cea948ca" /><Relationship Type="http://schemas.openxmlformats.org/officeDocument/2006/relationships/notesMaster" Target="/ppt/notesMasters/notesMaster1.xml" Id="R5e22936dd1c84891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9aede645ad554392" /><Relationship Type="http://schemas.openxmlformats.org/officeDocument/2006/relationships/notesMaster" Target="/ppt/notesMasters/notesMaster1.xml" Id="R0c1057d6355948dd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fb3c44925bfa4676" /><Relationship Type="http://schemas.openxmlformats.org/officeDocument/2006/relationships/notesMaster" Target="/ppt/notesMasters/notesMaster1.xml" Id="Rd717defcb32741f9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6ec6ecea61d344a8" /><Relationship Type="http://schemas.openxmlformats.org/officeDocument/2006/relationships/notesMaster" Target="/ppt/notesMasters/notesMaster1.xml" Id="Rb3b452fa8d2a481a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1688da015c9141e0" /><Relationship Type="http://schemas.openxmlformats.org/officeDocument/2006/relationships/notesMaster" Target="/ppt/notesMasters/notesMaster1.xml" Id="Rec0e94c02e2e4d1b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81ca10473a884c38" /><Relationship Type="http://schemas.openxmlformats.org/officeDocument/2006/relationships/notesMaster" Target="/ppt/notesMasters/notesMaster1.xml" Id="Ra50b18f0736c4cf3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7283b3a3fcf24087" /><Relationship Type="http://schemas.openxmlformats.org/officeDocument/2006/relationships/notesMaster" Target="/ppt/notesMasters/notesMaster1.xml" Id="Rf9475b291ff44e7c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1e0aa23077084ce8" /><Relationship Type="http://schemas.openxmlformats.org/officeDocument/2006/relationships/notesMaster" Target="/ppt/notesMasters/notesMaster1.xml" Id="Rf7189009a3404da0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c0bf1040974f4a46" /><Relationship Type="http://schemas.openxmlformats.org/officeDocument/2006/relationships/notesMaster" Target="/ppt/notesMasters/notesMaster1.xml" Id="R665c100a142f46a4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dc2082babcc8459b" /><Relationship Type="http://schemas.openxmlformats.org/officeDocument/2006/relationships/notesMaster" Target="/ppt/notesMasters/notesMaster1.xml" Id="R8a43fc49b68d41ad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524925dd20a14ce1" /><Relationship Type="http://schemas.openxmlformats.org/officeDocument/2006/relationships/notesMaster" Target="/ppt/notesMasters/notesMaster1.xml" Id="Ra02b09984c6b4d74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13da11a9f9fa4755" /><Relationship Type="http://schemas.openxmlformats.org/officeDocument/2006/relationships/notesMaster" Target="/ppt/notesMasters/notesMaster1.xml" Id="Rd47af4121b7040a4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16b68d84dfd543e4" /><Relationship Type="http://schemas.openxmlformats.org/officeDocument/2006/relationships/notesMaster" Target="/ppt/notesMasters/notesMaster1.xml" Id="R28031d4e60db4a7e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fdcc54b66cd942be" /><Relationship Type="http://schemas.openxmlformats.org/officeDocument/2006/relationships/notesMaster" Target="/ppt/notesMasters/notesMaster1.xml" Id="Reb4393cfaccb475e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c84d5fea3fa543ae" /><Relationship Type="http://schemas.openxmlformats.org/officeDocument/2006/relationships/notesMaster" Target="/ppt/notesMasters/notesMaster1.xml" Id="Rbe16cadd787c4239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ecd3b85a48ce41ad" /><Relationship Type="http://schemas.openxmlformats.org/officeDocument/2006/relationships/notesMaster" Target="/ppt/notesMasters/notesMaster1.xml" Id="Rf61ab48cf1fc469d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cf9812394ff04304" /><Relationship Type="http://schemas.openxmlformats.org/officeDocument/2006/relationships/notesMaster" Target="/ppt/notesMasters/notesMaster1.xml" Id="Radb9e74a6c184979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d7b0a8e269054934" /><Relationship Type="http://schemas.openxmlformats.org/officeDocument/2006/relationships/notesMaster" Target="/ppt/notesMasters/notesMaster1.xml" Id="R84e7b717e5ca4b3e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7ffe85481ec34106" /><Relationship Type="http://schemas.openxmlformats.org/officeDocument/2006/relationships/notesMaster" Target="/ppt/notesMasters/notesMaster1.xml" Id="R3ec7898e02184ba6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854eb17222cc47e1" /><Relationship Type="http://schemas.openxmlformats.org/officeDocument/2006/relationships/notesMaster" Target="/ppt/notesMasters/notesMaster1.xml" Id="Ree156090cd9541b5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9af3b8c97c904071" /><Relationship Type="http://schemas.openxmlformats.org/officeDocument/2006/relationships/notesMaster" Target="/ppt/notesMasters/notesMaster1.xml" Id="Rbf78cb1fb3a04dbe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dd9700a2cbdf4536" /><Relationship Type="http://schemas.openxmlformats.org/officeDocument/2006/relationships/notesMaster" Target="/ppt/notesMasters/notesMaster1.xml" Id="R0c3db49b165b42dc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5ac6518b84224e2d" /><Relationship Type="http://schemas.openxmlformats.org/officeDocument/2006/relationships/notesMaster" Target="/ppt/notesMasters/notesMaster1.xml" Id="R7166653fdad14a6d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fa81d819e5dc4f16" /><Relationship Type="http://schemas.openxmlformats.org/officeDocument/2006/relationships/notesMaster" Target="/ppt/notesMasters/notesMaster1.xml" Id="R9fbfdd8873854a27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c0fc908194a54920" /><Relationship Type="http://schemas.openxmlformats.org/officeDocument/2006/relationships/notesMaster" Target="/ppt/notesMasters/notesMaster1.xml" Id="R9b30e65fcaa14c6d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493fbea694874e6c" /><Relationship Type="http://schemas.openxmlformats.org/officeDocument/2006/relationships/notesMaster" Target="/ppt/notesMasters/notesMaster1.xml" Id="R5ded0df8bd1743d1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d19b3833c5b343e9" /><Relationship Type="http://schemas.openxmlformats.org/officeDocument/2006/relationships/notesMaster" Target="/ppt/notesMasters/notesMaster1.xml" Id="Rb1bf9f6a3f174ca5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064a8358873e4dab" /><Relationship Type="http://schemas.openxmlformats.org/officeDocument/2006/relationships/notesMaster" Target="/ppt/notesMasters/notesMaster1.xml" Id="Rca180654ac1b4d89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2ce01f4ec67341ed" /><Relationship Type="http://schemas.openxmlformats.org/officeDocument/2006/relationships/notesMaster" Target="/ppt/notesMasters/notesMaster1.xml" Id="Rfaff788a1d7146e3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279f7668b8414527" /><Relationship Type="http://schemas.openxmlformats.org/officeDocument/2006/relationships/notesMaster" Target="/ppt/notesMasters/notesMaster1.xml" Id="R77b75b49bf6548b7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2db17079158e4938" /><Relationship Type="http://schemas.openxmlformats.org/officeDocument/2006/relationships/notesMaster" Target="/ppt/notesMasters/notesMaster1.xml" Id="R45f8a0ab226246a6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0c485b75ea9c466c" /><Relationship Type="http://schemas.openxmlformats.org/officeDocument/2006/relationships/notesMaster" Target="/ppt/notesMasters/notesMaster1.xml" Id="Rb258cfebf6c440bb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edb394c98dfa429f" /><Relationship Type="http://schemas.openxmlformats.org/officeDocument/2006/relationships/notesMaster" Target="/ppt/notesMasters/notesMaster1.xml" Id="R8c6e37a8377944d9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d36ca95a2eae4a42" /><Relationship Type="http://schemas.openxmlformats.org/officeDocument/2006/relationships/notesMaster" Target="/ppt/notesMasters/notesMaster1.xml" Id="Raf4e856aed8440e8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17a0fdaae9854082" /><Relationship Type="http://schemas.openxmlformats.org/officeDocument/2006/relationships/notesMaster" Target="/ppt/notesMasters/notesMaster1.xml" Id="R980a4856314e4458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840b484f5e9c4dfa" /><Relationship Type="http://schemas.openxmlformats.org/officeDocument/2006/relationships/notesMaster" Target="/ppt/notesMasters/notesMaster1.xml" Id="R78362b96df534562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87640062b7854af5" /><Relationship Type="http://schemas.openxmlformats.org/officeDocument/2006/relationships/notesMaster" Target="/ppt/notesMasters/notesMaster1.xml" Id="R0706f6a8db3b4410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3e7607004a3f4314" /><Relationship Type="http://schemas.openxmlformats.org/officeDocument/2006/relationships/notesMaster" Target="/ppt/notesMasters/notesMaster1.xml" Id="R99f484737cd84d21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ffdb2c1d620942db" /><Relationship Type="http://schemas.openxmlformats.org/officeDocument/2006/relationships/notesMaster" Target="/ppt/notesMasters/notesMaster1.xml" Id="Rf3df3e4fa4fe470e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16319857cab1470c" /><Relationship Type="http://schemas.openxmlformats.org/officeDocument/2006/relationships/notesMaster" Target="/ppt/notesMasters/notesMaster1.xml" Id="Re6921805400c4c02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b0da1e63b9e34f6c" /><Relationship Type="http://schemas.openxmlformats.org/officeDocument/2006/relationships/notesMaster" Target="/ppt/notesMasters/notesMaster1.xml" Id="R23004f4cf83f411a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f5aa0f1744574441" /><Relationship Type="http://schemas.openxmlformats.org/officeDocument/2006/relationships/notesMaster" Target="/ppt/notesMasters/notesMaster1.xml" Id="R3863560167cc4a14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b9d81772551c42b7" /><Relationship Type="http://schemas.openxmlformats.org/officeDocument/2006/relationships/notesMaster" Target="/ppt/notesMasters/notesMaster1.xml" Id="R75b82daeff334912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629675d27feb41a3" /><Relationship Type="http://schemas.openxmlformats.org/officeDocument/2006/relationships/notesMaster" Target="/ppt/notesMasters/notesMaster1.xml" Id="Rc3be7b38c4664221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118b46de983f4162" /><Relationship Type="http://schemas.openxmlformats.org/officeDocument/2006/relationships/notesMaster" Target="/ppt/notesMasters/notesMaster1.xml" Id="R20457097257b4950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0849364d6dce4c01" /><Relationship Type="http://schemas.openxmlformats.org/officeDocument/2006/relationships/notesMaster" Target="/ppt/notesMasters/notesMaster1.xml" Id="R32002d6db98845cc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7efe81dc4f5a4128" /><Relationship Type="http://schemas.openxmlformats.org/officeDocument/2006/relationships/notesMaster" Target="/ppt/notesMasters/notesMaster1.xml" Id="R8173a01424fd4132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c3e5ba2f9387401d" /><Relationship Type="http://schemas.openxmlformats.org/officeDocument/2006/relationships/notesMaster" Target="/ppt/notesMasters/notesMaster1.xml" Id="R5da19918e92447e9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b406477c28ba400e" /><Relationship Type="http://schemas.openxmlformats.org/officeDocument/2006/relationships/notesMaster" Target="/ppt/notesMasters/notesMaster1.xml" Id="R5ed5bef10ed840a4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c108f7aafad24074" /><Relationship Type="http://schemas.openxmlformats.org/officeDocument/2006/relationships/notesMaster" Target="/ppt/notesMasters/notesMaster1.xml" Id="R0864d135f3574488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a11ea05334cb4329" /><Relationship Type="http://schemas.openxmlformats.org/officeDocument/2006/relationships/notesMaster" Target="/ppt/notesMasters/notesMaster1.xml" Id="R68f7a659ba374108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9a954348407b4d34" /><Relationship Type="http://schemas.openxmlformats.org/officeDocument/2006/relationships/notesMaster" Target="/ppt/notesMasters/notesMaster1.xml" Id="Rbe09365a323a4349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d756c7fd49b945d1" /><Relationship Type="http://schemas.openxmlformats.org/officeDocument/2006/relationships/notesMaster" Target="/ppt/notesMasters/notesMaster1.xml" Id="R315ebc3416794bf3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3dee3594ac2f4526" /><Relationship Type="http://schemas.openxmlformats.org/officeDocument/2006/relationships/notesMaster" Target="/ppt/notesMasters/notesMaster1.xml" Id="R3a4c7fea7bf14535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9d494d6139d47a5" /><Relationship Type="http://schemas.openxmlformats.org/officeDocument/2006/relationships/notesMaster" Target="/ppt/notesMasters/notesMaster1.xml" Id="R7a1bf023803b48de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caf1a3d71a414f7f" /><Relationship Type="http://schemas.openxmlformats.org/officeDocument/2006/relationships/notesMaster" Target="/ppt/notesMasters/notesMaster1.xml" Id="R6371eaa2162a4a0c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9da436296fa34ea5" /><Relationship Type="http://schemas.openxmlformats.org/officeDocument/2006/relationships/notesMaster" Target="/ppt/notesMasters/notesMaster1.xml" Id="Rba1144eb9b0b47c7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72cedc8e8be24bf9" /><Relationship Type="http://schemas.openxmlformats.org/officeDocument/2006/relationships/notesMaster" Target="/ppt/notesMasters/notesMaster1.xml" Id="Ra11ca269d88d4ffb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db438526e6024cb1" /><Relationship Type="http://schemas.openxmlformats.org/officeDocument/2006/relationships/notesMaster" Target="/ppt/notesMasters/notesMaster1.xml" Id="Rf760ff40f5474a28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c73e22b430cf4e4d" /><Relationship Type="http://schemas.openxmlformats.org/officeDocument/2006/relationships/notesMaster" Target="/ppt/notesMasters/notesMaster1.xml" Id="R0e8059e2bf874acf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0549a158874b4e41" /><Relationship Type="http://schemas.openxmlformats.org/officeDocument/2006/relationships/notesMaster" Target="/ppt/notesMasters/notesMaster1.xml" Id="R0b02899c8b704872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b4ea6a7864314fa2" /><Relationship Type="http://schemas.openxmlformats.org/officeDocument/2006/relationships/notesMaster" Target="/ppt/notesMasters/notesMaster1.xml" Id="R0ce99fc6e09e4771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e715930e5d72453e" /><Relationship Type="http://schemas.openxmlformats.org/officeDocument/2006/relationships/notesMaster" Target="/ppt/notesMasters/notesMaster1.xml" Id="Rb5dd17e8611d498b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508059e58e4a4428" /><Relationship Type="http://schemas.openxmlformats.org/officeDocument/2006/relationships/notesMaster" Target="/ppt/notesMasters/notesMaster1.xml" Id="R27c87d889a594c1b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445d79410c784144" /><Relationship Type="http://schemas.openxmlformats.org/officeDocument/2006/relationships/notesMaster" Target="/ppt/notesMasters/notesMaster1.xml" Id="R469a0bf2a38d4647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3025c66f93484310" /><Relationship Type="http://schemas.openxmlformats.org/officeDocument/2006/relationships/notesMaster" Target="/ppt/notesMasters/notesMaster1.xml" Id="R148574af642c45bb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790ec70e36ee47ea" /><Relationship Type="http://schemas.openxmlformats.org/officeDocument/2006/relationships/notesMaster" Target="/ppt/notesMasters/notesMaster1.xml" Id="R15c8ad48fe5a4abc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496b89d624664cd5" /><Relationship Type="http://schemas.openxmlformats.org/officeDocument/2006/relationships/notesMaster" Target="/ppt/notesMasters/notesMaster1.xml" Id="R8972492e159e444f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dfb55213f12e46e7" /><Relationship Type="http://schemas.openxmlformats.org/officeDocument/2006/relationships/notesMaster" Target="/ppt/notesMasters/notesMaster1.xml" Id="R078dd0f0bb3540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시작 안내 (1차시 50분에 포함)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PR 리뷰 · 문서 자동화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시작 안내 (1차시 50분에 포함)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4주차 학습 경로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앞선 수업을 다시 강의하지 않는다. 이번 주에는 실제 파일의 수정 전후를 보여 주며, AI가 초안을 만들고 소프트웨어가 계산과 검증을 맡는 차이를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시작 안내 (1차시 50분에 포함)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하루 시간표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4주차는 일반 점심시간 12~13시다. 학습 400분, 휴식 및 Q&amp;A 80분이다. 휴식은 각 연강 구간의 끝에 둔다. 마지막 Q&amp;A 참여는 선택이다.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시작 안내 (1차시 50분에 포함)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실습 환경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기본 코드는 AI API나 로그인 없이 실행한다. Codex·Claude의 실시간 생성은 별도 계정 조건이 적용된다. 무료 LibreOffice 또는 사용 가능한 Office로 결과를 연다. 회사 자료를 업로드하지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시작 안내 (1차시 50분에 포함)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Notebook 시작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Mac은 python3 또는 가상환경 Python을 사용한다. Notebook 첫 셀은 현재 커널에 필요한 패키지를 설치한다. 오래된 실행본이 아니라 새 Notebook을 열고 위에서부터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시작 안내 (1차시 50분에 포함)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도구별 작업 공간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일반 대화창 로그인만으로 PC 전체 파일 접근이나 GitHub 쓰기가 생기는 것은 아니다. 이번 기본 과정은 Python 코드이며, 로컬 Codex/Claude Code는 학생이 가진 환경을 연결한다. 공식 제품 문서 확인 2026-09-12.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시작 안내 (1차시 50분에 포함)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입력에서 결과 파일까지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세 갈래가 서로 다른 일을 한다. PR은 AI 리뷰 초안과 테스트를 연결하고, Excel/PPT는 정해진 계산을 공유하며, Word는 경력 사실과 문장 개선을 비교한다. 모든 경로에 입력 검사와 사람 확인을 두지만 검증 기준은 같지 않다. 원격 전송은 이 그림 밖의 별도 승인 단계다.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PR 대상과 변경 코드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pr.json · changes.diff · review.html.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리뷰 결과의 목적지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택배 주소 비유로 repo/PR/SHA를 구분한다. PR 제목만 같아도 같은 작업이 아니다. 원격 게시 전 검증해야 할 값을 세 가지로 제한해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PR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합성 PR임을 명확히 말한다. 실제 GitHub 화면의 실행 증거가 아니다. 숫자 42와 SHA는 서로 대체할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AI와 코드의 Role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한 모델에게 모든 검사를 부탁하면 문장은 그럴듯해도 대상 불일치가 남을 수 있다. 실패 조건이 명확한 부분은 코드로 고정한다.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Diff 읽기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원래 정상적인 수량 계산이 쿠폰 추가로 어떻게 바뀌는지 직접 1000×1−5000을 계산한다. 줄 번호는 새 파일의 RIGHT 기준임을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입력 검증의 순서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SHA 형식이 맞는 것과 최신 버전이 일치하는 것은 다르다. 경로는 resolve 후 루트 아래인지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PR 리뷰 작업대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브라우저 화면에서 변경 코드와 pytest 실패를 짚는다. 빨간 테스트는 준비 실패가 아니라 학생이 고칠 결함이다. 아래 리뷰 초안은 수업용 fixture라고 정확히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assets/components/day4/pr-review-workbench.png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합성 PR 로딩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키 이름을 pr.json에서 같이 찾고 출력한다. 실패가 있으면 import 경로와 커널의 현재 폴더부터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대상 정보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작업은 JSON 산출이 아니라 실제 변경 코드를 읽는 준비다. 화면과 파일의 연결을 한 명씩 발표시키지 않고 채팅 질문으로만 받는다.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Notebook 1차시에서 합성 PR 로딩</a:t>
            </a:r>
          </a:p>
          <a:p xmlns:a="http://schemas.openxmlformats.org/drawingml/2006/main">
            <a:r>
              <a:t>2. 저장소·번호·SHA를 각각 출력</a:t>
            </a:r>
          </a:p>
          <a:p xmlns:a="http://schemas.openxmlformats.org/drawingml/2006/main">
            <a:r>
              <a:t>3. changes.diff와 checkout.py 변경 줄 비교</a:t>
            </a:r>
          </a:p>
          <a:p xmlns:a="http://schemas.openxmlformats.org/drawingml/2006/main">
            <a:r>
              <a:t>파일: labs/day4/pr_review_lab/fixtures/pr.json</a:t>
            </a:r>
          </a:p>
          <a:p xmlns:a="http://schemas.openxmlformats.org/drawingml/2006/main">
            <a:r>
              <a:t>성공 확인: 세 값의 의미를 구분하고 해당 변경 파일을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잘못된 대상의 차단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오류를 단순 실패로 보지 않는다. 잘못된 대상에 리뷰를 남기지 않았다는 성공 기준이다. 학생은 try/except에서 code를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deepcopy로 snapshot 복사</a:t>
            </a:r>
          </a:p>
          <a:p xmlns:a="http://schemas.openxmlformats.org/drawingml/2006/main">
            <a:r>
              <a:t>2. repo를 another/repository로 변경</a:t>
            </a:r>
          </a:p>
          <a:p xmlns:a="http://schemas.openxmlformats.org/drawingml/2006/main">
            <a:r>
              <a:t>3. expected_repo를 원본으로 주고 검증 실행</a:t>
            </a:r>
          </a:p>
          <a:p xmlns:a="http://schemas.openxmlformats.org/drawingml/2006/main">
            <a:r>
              <a:t>파일: Notebook · 1차시 실패 입력</a:t>
            </a:r>
          </a:p>
          <a:p xmlns:a="http://schemas.openxmlformats.org/drawingml/2006/main">
            <a:r>
              <a:t>성공 확인: REPO_MISMATCH 확인 · 원본 fixture 보존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다른 저장소의 차단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조각은 오류를 보여 주기 위한 추가 실습이다. try/except LabError 또는 Notebook expected_failure 함수로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로컬 작업 폴더 생성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Notebook은 실행마다 새 RUN 폴더를 만든다. 터미널 경로를 고정해 붙이지 말고 출력된 EXERCISE 경로를 사용한다. 5개 테스트 중 정상 쿠폰 케이스는 통과한다.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prepare_exercise로 새 폴더 생성</a:t>
            </a:r>
          </a:p>
          <a:p xmlns:a="http://schemas.openxmlformats.org/drawingml/2006/main">
            <a:r>
              <a:t>2. checkout.py와 test_checkout.py 열기</a:t>
            </a:r>
          </a:p>
          <a:p xmlns:a="http://schemas.openxmlformats.org/drawingml/2006/main">
            <a:r>
              <a:t>3. check_exercise로 현재 테스트 실행</a:t>
            </a:r>
          </a:p>
          <a:p xmlns:a="http://schemas.openxmlformats.org/drawingml/2006/main">
            <a:r>
              <a:t>파일: Notebook에 출력된 EXERCISE 경로</a:t>
            </a:r>
          </a:p>
          <a:p xmlns:a="http://schemas.openxmlformats.org/drawingml/2006/main">
            <a:r>
              <a:t>성공 확인: 4 failed, 1 passed · 기존 파일 덮어쓰기 없음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입력과 실행의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 Injection은 코드 주석에 정책을 무시하라는 문장이 섞이는 경우로 설명한다. 읽기용 자료와 실행 권한은 다른 문제다.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1차시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학생이 모두 완료했는지 체크박스로 자가 점검한다. 발표는 없다. 빠른 학생은 아래 참고의 경로 검사로 확장한다.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API 응답의 누락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원격 API의 페이지네이션은 데이터를 끝까지 받았는지의 문제다. 이 실습 adapter는 범위를 제한하고 누락을 조용히 넘기지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1차시 09:00–09:50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Context의 우선순위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Context가 많다는 사실보다 관련성이 중요하다. 오전 시간을 남기면 리뷰 대상 외 파일을 추가했을 때 오히려 초점이 흐려지는 예를 구두로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리뷰 초안과 코드 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checkout.py · test_checkout.py · review.md.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리뷰 의견의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스타일 취향보다 사용자 영향이 있는 finding을 먼저 다룬다. P1/P2는 수업 예시의 우선순위이며 조직별 정책에 따라 정의가 필요하다.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그럴듯한 의견과 유용한 의견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친절한 문장과 행동 가능한 리뷰를 구분한다. 재현 가능한 입력이 있으면 작성자와 리뷰어가 같은 문제를 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추론 결과의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LLM이 확신 있게 말해도 테스트를 실행하지 않았다면 실행 증거가 아니다. 코드 리뷰는 사실·예측·취향을 분리해 읽는 훈련이다.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리뷰 요청의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모델명만 바꿔도 문제가 해결된다는 인상을 주지 않는다. 자료와 지시, 검증 코드가 한 묶음으로 작동한다.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Codex 리뷰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강사는 실제 로컬 프로젝트 대화에 이 요청을 입력한다. 연결이 없으면 제공 fixture를 검토하고 학생이 직접 코드를 수정한다. 실제 모델 출력인 척하지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실제 Codex 리뷰 응답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2026-09-12 codex-cli 0.151.0, gpt-5.6-sol, read-only로 지정한 세 파일만 읽었다. 실제 응답은 근거 있는 두 결함을 찾았지만 줄 번호를 5로 잘못 썼다. 다음 장표에서 원본과 비교한다. 테스트는 이 모델 호출에서는 미실행이다.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assets/components/day4/codex-live-review.png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모델 의견과 코드 근거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그럴듯한 리뷰가 있어도 줄 번호와 실행 여부는 확인해야 한다. 모델 원문은 수정하지 않고 별도 사람 검증 기록을 남겼다. Codex_실행사례_및_검증.md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초과 쿠폰의 재현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Notebook은 준비한 실습 폴더의 테스트를 subprocess로 실행한다. 이 짧은 예시는 함수의 잘못된 계산만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결제 입력 규칙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금융 기능을 실제 배포하는 코드가 아니라 기초 검증을 익히는 합성 예제다. 데이터형과 통화 소수점은 참고 심화에서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실패 테스트 읽기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오류 로그 전체를 외우지 않는다. -4000과 0의 차이, DID NOT RAISE 두 종류부터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check_exercise 실행</a:t>
            </a:r>
          </a:p>
          <a:p xmlns:a="http://schemas.openxmlformats.org/drawingml/2006/main">
            <a:r>
              <a:t>2. assert의 실제값과 기대값 비교</a:t>
            </a:r>
          </a:p>
          <a:p xmlns:a="http://schemas.openxmlformats.org/drawingml/2006/main">
            <a:r>
              <a:t>3. 실패한 입력을 제품 규칙과 연결</a:t>
            </a:r>
          </a:p>
          <a:p xmlns:a="http://schemas.openxmlformats.org/drawingml/2006/main">
            <a:r>
              <a:t>파일: 내 실습 폴더/test_checkout.py</a:t>
            </a:r>
          </a:p>
          <a:p xmlns:a="http://schemas.openxmlformats.org/drawingml/2006/main">
            <a:r>
              <a:t>성공 확인: 실패 네 건의 원인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결제 코드 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학생이 직접 타이핑하거나 Codex에 최소 수정 요청 후 diff를 읽는다. solution 복사만으로 끝내지 않도록 각 조건을 설명하고 잘못된 입력을 직접 바꿔본다.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가격·수량·쿠폰 입력 검사 추가</a:t>
            </a:r>
          </a:p>
          <a:p xmlns:a="http://schemas.openxmlformats.org/drawingml/2006/main">
            <a:r>
              <a:t>2. 음수 결제액을 0으로 제한</a:t>
            </a:r>
          </a:p>
          <a:p xmlns:a="http://schemas.openxmlformats.org/drawingml/2006/main">
            <a:r>
              <a:t>3. 같은 테스트 명령으로 재실행</a:t>
            </a:r>
          </a:p>
          <a:p xmlns:a="http://schemas.openxmlformats.org/drawingml/2006/main">
            <a:r>
              <a:t>파일: 내 실습 폴더/checkout.py</a:t>
            </a:r>
          </a:p>
          <a:p xmlns:a="http://schemas.openxmlformats.org/drawingml/2006/main">
            <a:r>
              <a:t>성공 확인: 5 passed · 테스트 기대값 변경 금지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최소 수정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완전한 함수는 준비된 solution에 있다. 먼저 학생이 해본 뒤 필요한 경우에만 공개한다.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수정 Diff의 재검토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리뷰 피드백의 자동 생성과 수용은 다른 단계다. 두 번째 모델을 쓰더라도 사람이 같은 재현 입력을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승인의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승인을 일반적인 신뢰 선언이 아니라 특정 대상과 내용의 확인으로 설명한다. 로컬 승인 객체는 실제 서비스의 인증·전자서명 구현이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게시 전 미리보기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Notebook은 리뷰 내용을 먼저 보여준다. Run All은 실제 게시하지 않는다. 이 코드는 승인 시뮬레이션이며 GitHub POST가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2차시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리뷰 품질과 코드 품질을 분리해 체크한다. 리뷰가 예쁘게 나와도 테스트가 실패하면 수정 완료가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리뷰 품질 평가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정답 개수보다 잘못된 경고가 개발 시간을 얼마나 쓰게 하는지 토론할 수 있다. 수치 평가를 하려면 사람이 검토한 기준 사례가 필요하다.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2차시 09:50–10:40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금액 처리의 확장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기초 수업 코드를 실서비스 결제 로직이라고 소개하지 않는다. 실무에서는 bool/int, 소수점, 과대값, 통화 규칙을 별도로 정의해야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테스트와 GitHub 연동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workflow.yml · publication_preview.json.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자동 검사와 AI 리뷰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테스트가 통과했다고 모든 요구사항을 충족하는 것은 아니며 AI 리뷰가 좋다고 테스트를 생략할 수도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GitHub 연동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자동 리뷰 서비스를 확장할 여지는 남기되 실제로 구현하지 않은 게시를 구현했다고 말하지 않는다. 모든 학생이 무료·로컬 경로로 핵심 구조를 배운다.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재실행의 두 가지 위험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오래된 SHA와 중복은 같은 문제가 아니다. 새로운 코드에는 새 리뷰가 필요하고, 같은 리뷰 재전송에는 이력 확인이 필요하다.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통과 테스트의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터미널은 Notebook에 출력된 경로를 --exercise-dir로 지정한다. 로컬 수정 결과를 합성 PR의 원격 CI 통과로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참고 구현의 테스트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원본을 고치지 않은 학생 상태와 참고 구현의 통과 결과를 분리한다. 화면은 실제 실행된 Notebook의 HTML 렌더를 브라우저에서 캡처한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assets/components/day4/notebook-tests.png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Actions의 최소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학생에게 축약 YAML을 그대로 붙여 넣으라고 하지 않는다. 제공 전체 템플릿에는 pin된 checkout/setup, 의존성 설치가 들어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권한의 최소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pull_request_target에서 신뢰하지 않는 PR 코드를 실행하는 위험을 연결한다. 예제 workflow를 공유 저장소에 임의 활성화하지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테스트 한 건 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추가할 만한 입력으로 coupon=0, 정확히 총액과 같은 쿠폰을 제시한다. 애매한 소수점 정책은 별도 요구사항으로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기존 정상 쿠폰 테스트 확인</a:t>
            </a:r>
          </a:p>
          <a:p xmlns:a="http://schemas.openxmlformats.org/drawingml/2006/main">
            <a:r>
              <a:t>2. 본인이 고른 입력 한 가지 추가</a:t>
            </a:r>
          </a:p>
          <a:p xmlns:a="http://schemas.openxmlformats.org/drawingml/2006/main">
            <a:r>
              <a:t>3. 실패 조건과 통과 조건을 비교</a:t>
            </a:r>
          </a:p>
          <a:p xmlns:a="http://schemas.openxmlformats.org/drawingml/2006/main">
            <a:r>
              <a:t>파일: 내 실습 폴더/test_checkout.py</a:t>
            </a:r>
          </a:p>
          <a:p xmlns:a="http://schemas.openxmlformats.org/drawingml/2006/main">
            <a:r>
              <a:t>성공 확인: 단순 실행 외에 테스트 코드 직접 작성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CI 파일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GitHub 계정이 없는 학생은 파일 작성과 로컬 동일 명령 실행으로 완료한다. 계정이 있는 학생만 개인 저장소에 복사한다.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workflow.yml을 별도 연습 폴더로 복사</a:t>
            </a:r>
          </a:p>
          <a:p xmlns:a="http://schemas.openxmlformats.org/drawingml/2006/main">
            <a:r>
              <a:t>2. trigger·permissions·pytest 단계 찾기</a:t>
            </a:r>
          </a:p>
          <a:p xmlns:a="http://schemas.openxmlformats.org/drawingml/2006/main">
            <a:r>
              <a:t>3. 내 exercise 경로와 실행 명령 확인</a:t>
            </a:r>
          </a:p>
          <a:p xmlns:a="http://schemas.openxmlformats.org/drawingml/2006/main">
            <a:r>
              <a:t>파일: labs/day4/pr_review_lab/templates/workflow.yml</a:t>
            </a:r>
          </a:p>
          <a:p xmlns:a="http://schemas.openxmlformats.org/drawingml/2006/main">
            <a:r>
              <a:t>성공 확인: 전체 YAML과 실제 폴더 경로의 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오래된 코드의 차단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Notebook이 만든 테스트용 simulated_approval을 사용한다. 사람의 실제 승인으로 기록하지 않는다. 새 diff → 새 리뷰 → 다시 확인 순서를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중복 리뷰의 차단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미리보기는 원자적 분산락 구현이 아니다. 실제 서비스에서는 동시 요청과 불확실 응답도 추가 설계해야 함을 노트에서 보충한다.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같은 리뷰 표식으로 이력 구성</a:t>
            </a:r>
          </a:p>
          <a:p xmlns:a="http://schemas.openxmlformats.org/drawingml/2006/main">
            <a:r>
              <a:t>2. Notebook 중복 검사 셀 실행</a:t>
            </a:r>
          </a:p>
          <a:p xmlns:a="http://schemas.openxmlformats.org/drawingml/2006/main">
            <a:r>
              <a:t>3. 새 리뷰와 재전송 상황 비교</a:t>
            </a:r>
          </a:p>
          <a:p xmlns:a="http://schemas.openxmlformats.org/drawingml/2006/main">
            <a:r>
              <a:t>파일: Notebook · 3차시 안전 검사</a:t>
            </a:r>
          </a:p>
          <a:p xmlns:a="http://schemas.openxmlformats.org/drawingml/2006/main">
            <a:r>
              <a:t>성공 확인: DUPLICATE_REVIEW · 두 번째 전송 없음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GitHub 연결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원격 작업은 개인 저장소에서 학생이 직접 확인한다. 회사 저장소나 수업 공유 저장소를 작업 대상으로 잡지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개인 PR의 확인 위치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웹사이트 보기만 실습으로 세지 않는다. 앞에서 만든 코드·YAML을 실제 개인 PR에 올린 학생만 Checks 실행을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3차시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오전 학습의 체크로 마무리한다. 다음 장표를 넘기기 전에 파일 저장과 쉬는 시간을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운영 확장 · 네트워크 오류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제공 adapter는 GH_READ_FAILED 공통 오류이며 이 재시도 정책을 구현한 운영 서비스가 아니다. 쓰기 timeout 뒤 무조건 재시도하면 중복 알림이 생길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CI의 공급망 위험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GitHub 공식 secure-use 문서를 설계 근거로 제시한다. pin된 SHA라도 공급자를 검토해야 하며 영구적으로 안전하다는 의미는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3차시 10:40–11:30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쉬는 시간 · 점심시간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https://docs.github.com/en/actions/reference/security/secure-use</a:t>
            </a:r>
          </a:p>
          <a:p xmlns:a="http://schemas.openxmlformats.org/drawingml/2006/main">
            <a:r>
              <a:t>https://docs.github.com/en/rest/pulls/reviews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Excel WBS와 간트 차트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wbs_tasks.json · WBS_Gantt.xlsx.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일정 데이터와 간트 차트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완성 파일의 간트 부분을 먼저 보여준다. 그림을 붙인 것이 아니라 입력을 바꾸면 셀 색이 다시 계산되는 표라는 점을 실제 변경으로 증명한다.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outputs/day4-document-automation/wbs_gantt.png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WBS의 최소 단위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WBS는 큰 프로젝트를 관리 가능한 작업으로 나눈 표다. 역할명만으로 실제 개인 배정이 된 것은 아니므로 개인 서비스에선 담당자 열을 추가할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AI 초안과 계산의 분리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날짜나 완료 개수를 모델이 기억해서 쓰게 하지 않는다. 설명할 수치는 검증한 계산 결과에서 가져온다.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업무일 계산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샘플의 2026년 실제 공휴일을 반영했다는 오해를 피한다. 휴일 범위를 세 번째 인수로 주는 확장은 선택 과제다.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셀 참조의 방향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달러 기호를 돈으로 읽지 않고 복사 방향을 제한하는 표시로 설명한다. L9에서 M10으로 복사할 때 각각 어떻게 바뀌는지 학생에게 직접 예상하게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간트 표시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단순 핵심 식을 먼저 설명한 후 실제 파일의 완료·지연·진행 중 세 규칙을 본다. 색은 장식이 아니라 상태를 읽는 보조 수단이다.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입력 열과 계산 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한 화면에 전체 열을 억지로 넣지 않고 표와 간트를 나누어 확대한다. F12가 W04 진척률이며 상태는 I12임을 가리킨다.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outputs/day4-document-automation/wbs_inputs_zoom.png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WBS 데이터 로딩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모듈 import 줄은 Notebook에 준비되어 있다. 모델 호출 없이 같은 계산을 재현하는 Python 기준값을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진척률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데이터 파일을 직접 덮지 않고 Notebook deepcopy를 이용한다. Python은 상태가 바뀌었는데 Excel 화면이 그대로라면 파일 재계산과 열린 파일 버전을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W04의 progress를 0.8에서 1로 변경</a:t>
            </a:r>
          </a:p>
          <a:p xmlns:a="http://schemas.openxmlformats.org/drawingml/2006/main">
            <a:r>
              <a:t>2. calculate_wbs 다시 실행</a:t>
            </a:r>
          </a:p>
          <a:p xmlns:a="http://schemas.openxmlformats.org/drawingml/2006/main">
            <a:r>
              <a:t>3. 새 XLSX 복사본을 생성해 열기</a:t>
            </a:r>
          </a:p>
          <a:p xmlns:a="http://schemas.openxmlformats.org/drawingml/2006/main">
            <a:r>
              <a:t>파일: wbs_tasks.json → 내 WBS 복사본</a:t>
            </a:r>
          </a:p>
          <a:p xmlns:a="http://schemas.openxmlformats.org/drawingml/2006/main">
            <a:r>
              <a:t>성공 확인: W04 지연 → 완료 · 완료 개수 변화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일정 변경과 차트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모든 날짜를 바꾸지 말고 한 업무부터 바꾼다. 종료일이 선행 업무보다 앞서는 상황까지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새 복사본에서 B4 기준일 변경</a:t>
            </a:r>
          </a:p>
          <a:p xmlns:a="http://schemas.openxmlformats.org/drawingml/2006/main">
            <a:r>
              <a:t>2. D:E 시작·종료일 변경</a:t>
            </a:r>
          </a:p>
          <a:p xmlns:a="http://schemas.openxmlformats.org/drawingml/2006/main">
            <a:r>
              <a:t>3. I 상태와 L:AM 간트 이동 확인</a:t>
            </a:r>
          </a:p>
          <a:p xmlns:a="http://schemas.openxmlformats.org/drawingml/2006/main">
            <a:r>
              <a:t>파일: WBS_Gantt.xlsx · 복사본</a:t>
            </a:r>
          </a:p>
          <a:p xmlns:a="http://schemas.openxmlformats.org/drawingml/2006/main">
            <a:r>
              <a:t>성공 확인: 입력 변화와 차트 변화의 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선행 일정의 오류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예외 처리 실습은 실제 화면에서 오류를 보이게 하는 것이다. 무조건 0이나 빈칸을 넣어 감추지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업무의 시작일을 선행 종료일 이전으로 변경</a:t>
            </a:r>
          </a:p>
          <a:p xmlns:a="http://schemas.openxmlformats.org/drawingml/2006/main">
            <a:r>
              <a:t>2. validate_wbs와 J열 메시지 확인</a:t>
            </a:r>
          </a:p>
          <a:p xmlns:a="http://schemas.openxmlformats.org/drawingml/2006/main">
            <a:r>
              <a:t>3. 일정을 복구하고 재검증</a:t>
            </a:r>
          </a:p>
          <a:p xmlns:a="http://schemas.openxmlformats.org/drawingml/2006/main">
            <a:r>
              <a:t>파일: Notebook 4차시 · WBS J열</a:t>
            </a:r>
          </a:p>
          <a:p xmlns:a="http://schemas.openxmlformats.org/drawingml/2006/main">
            <a:r>
              <a:t>성공 확인: 선행 일정 충돌 표시 · 복구 후 해제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Codex의 WBS 확장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빠른 학생의 추가 실습이다. AI가 기능을 한꺼번에 늘리지 않도록 공휴일 하나에 범위를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수식 결과의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생성 성공과 파일 사용 성공은 다르다. 수식 캐시는 도구마다 다를 수 있어 실제 사용 앱에서 재계산을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4차시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학생이 직접 변경한 파일을 남겼는지 확인한다. 단순 다운로드만 한 경우는 아직 코드 실습이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WBS의 확장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기능을 넣기 전에 업무 규칙부터 정의한다. AI가 그럴듯한 일정을 만든 것과 실제 자원 계획은 다른 수준이다.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4차시 13:00–13:50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템플릿과 생성 코드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학생용 공개 코드에서는 제공한 XLSX 템플릿을 openpyxl로 복사·수정한다. 수식을 새로 계산하는 엔진은 아니므로 Excel/LibreOffice의 재계산을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https://support.microsoft.com/en-us/excel/functions/networkdays-function</a:t>
            </a:r>
          </a:p>
          <a:p xmlns:a="http://schemas.openxmlformats.org/drawingml/2006/main">
            <a:r>
              <a:t>https://support.microsoft.com/en-us/excel/use-conditional-formatting-to-highlight-information-in-excel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자동 채점과 문항 분석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exam_sample.json · Exam_Grading.xlsx.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40문항 자동 채점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제시 화면의 구조를 참고해 새로운 합성 데이터로 만든 예다. 원본 파일의 수식이나 학생 데이터를 복제했다는 주장은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outputs/day4-document-automation/exam_inputs.png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채점 정책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점수보다 먼저 규칙을 정한다. 빈칸과 결시를 같은 0으로 처리하면 평균과 문항 정답률이 왜곡될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채점 시트의 위치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엑셀 열 이름을 실제 파일에서 찾게 한다. 마지막 컬럼을 별도의 파란 강조로 꾸미지 않는다. 전체 체계를 한 표로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정답 색의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45행에서 정수 1~4의 정답 등록 여부를 검사한다. 잘못된 소수 정답과 응답이 같아도 정답 색이 되지 않는다. 색 외에도 처리 상태와 채점내역 텍스트를 함께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동점 순위와 정답률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동점 처리 방식을 먼저 합의한다. rank 평균 방식도 있지만 이번 파일은 공동 순위 후 건너뛰기다. 정답률은 분모 정책에 따라 달라진다.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총점과 보류 상태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25번째 학생 미응답, 26번째 학생의 9 입력, 28번째 결시 사례를 비교한다. 번호는 합성 행의 위치이지 실제 학생 식별정보가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outputs/day4-document-automation/exam_status_zoom.png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Python 기준값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XLSX 수식과 Python 계산이 같은 정책을 따르는지 교차검증한다. 두 구현 모두 틀릴 수 있어 작은 손계산 예제도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정답 변경의 영향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총점만 바뀌고 순위가 안 바뀌는 문제를 찾는 실습이다. 최초 값으로 복구해서 가역성도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원본을 deepcopy로 복사</a:t>
            </a:r>
          </a:p>
          <a:p xmlns:a="http://schemas.openxmlformats.org/drawingml/2006/main">
            <a:r>
              <a:t>2. 첫 문항 정답을 1에서 2로 변경</a:t>
            </a:r>
          </a:p>
          <a:p xmlns:a="http://schemas.openxmlformats.org/drawingml/2006/main">
            <a:r>
              <a:t>3. Python 보고서와 새 XLSX의 총점 비교</a:t>
            </a:r>
          </a:p>
          <a:p xmlns:a="http://schemas.openxmlformats.org/drawingml/2006/main">
            <a:r>
              <a:t>파일: Notebook 5차시 · D8</a:t>
            </a:r>
          </a:p>
          <a:p xmlns:a="http://schemas.openxmlformats.org/drawingml/2006/main">
            <a:r>
              <a:t>성공 확인: 총점·순위·정답률의 동시 갱신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입력 오류의 복구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오류 학생에게 0점을 줘버리는 대신 채점 보류가 해제되는 흐름이다. 모델이 정답을 추측해서 고치는 방식은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L35의 9 입력 확인</a:t>
            </a:r>
          </a:p>
          <a:p xmlns:a="http://schemas.openxmlformats.org/drawingml/2006/main">
            <a:r>
              <a:t>2. 1~4의 유효한 답안으로 수정</a:t>
            </a:r>
          </a:p>
          <a:p xmlns:a="http://schemas.openxmlformats.org/drawingml/2006/main">
            <a:r>
              <a:t>3. 집계 대상 인원과 평균 재확인</a:t>
            </a:r>
          </a:p>
          <a:p xmlns:a="http://schemas.openxmlformats.org/drawingml/2006/main">
            <a:r>
              <a:t>파일: Exam_Grading.xlsx · L35</a:t>
            </a:r>
          </a:p>
          <a:p xmlns:a="http://schemas.openxmlformats.org/drawingml/2006/main">
            <a:r>
              <a:t>성공 확인: 집계 대상 26 → 27명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예외 입력 테스트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정답을 지우지 않는다. 각 테스트마다 deepcopy를 사용한다. 결시와 미응답 차이를 눈으로 보며 규칙을 다시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정답 한 칸을 비워 채점 보류 확인</a:t>
            </a:r>
          </a:p>
          <a:p xmlns:a="http://schemas.openxmlformats.org/drawingml/2006/main">
            <a:r>
              <a:t>2. 답안에 글자 또는 9 입력</a:t>
            </a:r>
          </a:p>
          <a:p xmlns:a="http://schemas.openxmlformats.org/drawingml/2006/main">
            <a:r>
              <a:t>3. 정답·답안을 복구하고 재계산</a:t>
            </a:r>
          </a:p>
          <a:p xmlns:a="http://schemas.openxmlformats.org/drawingml/2006/main">
            <a:r>
              <a:t>파일: Notebook 5차시 · 별도 복사본</a:t>
            </a:r>
          </a:p>
          <a:p xmlns:a="http://schemas.openxmlformats.org/drawingml/2006/main">
            <a:r>
              <a:t>성공 확인: 오류는 보류 · 복구 후 정상 계산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문항 분석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정답률이 낮다고 바로 문제를 잘못 출제했다고 단정하지 않는다. 수업 범위, 모호한 표현, 응답 누락을 함께 보아야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outputs/day4-document-automation/exam_question_analysis.png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Google Sheets 적용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성적표는 만지지 않는다. 빈 네이티브 문서에서는 Code.gs의 createDay4GradingPractice를 확인 후 실행한다. Office 편집 모드와 네이티브 Google Sheets는 다르다. 계정이 없으면 로컬 XLSX 경로로 필수 실습을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채점 규칙 개선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자동 채점은 수식·코드가 맡고 AI는 규칙 설명과 구현 보조를 맡는다. 실제 성적 데이터를 개인 AI 계정에 업로드하지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5차시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엑셀은 보기 좋은 색보다 올바른 분모와 보류 상태가 중요하다고 한 문장으로 연결한다. 이 표는 확인 시간이며 앞선 내용을 반복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맞춤 수식의 공식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공식 참고 화면이며 수업용 계정에서 Apps Script를 실제 실행한 증거가 아니다. 웹 페이지 구경은 실습 시간에 포함하지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assets/components/day4/google-sheets-custom-formula-reference.png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Apps Script 확장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제공 스크립트는 선택 확장이다. 설치형 trigger, 이메일 전송, 실제 성적 접근은 넣지 않는다. 네이티브 Google 실행은 계정에서 사용자가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5차시 13:50–14:40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쉬는 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https://support.google.com/docs/answer/78413?hl=ko</a:t>
            </a:r>
          </a:p>
          <a:p xmlns:a="http://schemas.openxmlformats.org/drawingml/2006/main">
            <a:r>
              <a:t>https://developers.google.com/apps-script/reference/spreadsheet/conditional-format-rule-builder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Word 이력서와 사실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career_facts.json · Resume_After.docx.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Word 이력서 개선 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강사 제공 산업 경험을 익명 교육용으로 정리한 자료다. 실존 회사의 성과나 숫자를 검증한 외부 자료가 아니라 본인 제공 내용임을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outputs/day4-document-automation/render/before-final/page-1.png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경력 문장의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성과 문장은 형용사가 아니라 상황·역할·실행·결과의 연결이다. 근거 없는 수치와 과장된 직함은 생성하지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개선과 사실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숫자만 보존한다고 사실이 보존되는 것은 아니다. 지원·참여를 책임자로 바꾸는 과장도 사람 검토 대상이다.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Fact map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Fact map은 작은 데이터 구조일 뿐 특수한 AI 제품이 아니다. 입력 사실과 출력 문장을 매핑해 사람이 비교할 수 있게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이력서 개선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일반 ChatGPT/Claude에는 익명 파일을 첨부한다. 로컬 Codex/Claude Code에서는 지정된 폴더만 읽도록 한다. 실제 연락처와 고객정보는 제외한다.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Word 이력서 개선 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강조가 많아서 좋아진 것이 아니라 산업 흐름과 Role을 빠르게 찾을 수 있어야 한다. 처음과 끝의 사실 목록을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outputs/day4-document-automation/render/after-final/page-1.png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Word 생성 코드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커맨드는 저장소 루트에서 실행한다. 기존 파일이 있으면 새 이름을 선택한다. Word를 먼저 열지 않은 상태에서도 docx 생성이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경력 문장 한 개 개선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전체 이력서를 한 번에 고치지 않는다. 한 문장에서 개선 기준을 익힌 후 범위를 넓힌다.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Fact map에서 문장 하나 선택</a:t>
            </a:r>
          </a:p>
          <a:p xmlns:a="http://schemas.openxmlformats.org/drawingml/2006/main">
            <a:r>
              <a:t>2. 의미는 유지하고 길이·순서 개선</a:t>
            </a:r>
          </a:p>
          <a:p xmlns:a="http://schemas.openxmlformats.org/drawingml/2006/main">
            <a:r>
              <a:t>3. audit_rewrite로 자동 검사</a:t>
            </a:r>
          </a:p>
          <a:p xmlns:a="http://schemas.openxmlformats.org/drawingml/2006/main">
            <a:r>
              <a:t>파일: career_facts.json · Notebook 6차시</a:t>
            </a:r>
          </a:p>
          <a:p xmlns:a="http://schemas.openxmlformats.org/drawingml/2006/main">
            <a:r>
              <a:t>성공 확인: fact_id 유지 · 새 숫자 없음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의도한 과장 검사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오류를 직접 만들어본다. 통과 메시지는 사실 확인 완료가 아니라 추가 사람 검토 필요 상태다.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복사한 개선안에 새 숫자 추가</a:t>
            </a:r>
          </a:p>
          <a:p xmlns:a="http://schemas.openxmlformats.org/drawingml/2006/main">
            <a:r>
              <a:t>2. 자동 검사에서 차단 확인</a:t>
            </a:r>
          </a:p>
          <a:p xmlns:a="http://schemas.openxmlformats.org/drawingml/2006/main">
            <a:r>
              <a:t>3. 숫자를 제거하고 다시 검사</a:t>
            </a:r>
          </a:p>
          <a:p xmlns:a="http://schemas.openxmlformats.org/drawingml/2006/main">
            <a:r>
              <a:t>파일: Notebook 6차시 · audit_rewrite</a:t>
            </a:r>
          </a:p>
          <a:p xmlns:a="http://schemas.openxmlformats.org/drawingml/2006/main">
            <a:r>
              <a:t>성공 확인: 새 숫자 차단 · 통과 후에도 사람 검토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Word 스타일 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코드가 문서 구조를 만드는 과정이다. docx 파일만 존재한다고 끝내지 않고 실제 글꼴과 잘림을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제목·본문·섹션 스타일 확인</a:t>
            </a:r>
          </a:p>
          <a:p xmlns:a="http://schemas.openxmlformats.org/drawingml/2006/main">
            <a:r>
              <a:t>2. 글꼴 또는 단락 간격 한 항목 수정</a:t>
            </a:r>
          </a:p>
          <a:p xmlns:a="http://schemas.openxmlformats.org/drawingml/2006/main">
            <a:r>
              <a:t>3. DOCX 생성 후 Word/PDF 화면 비교</a:t>
            </a:r>
          </a:p>
          <a:p xmlns:a="http://schemas.openxmlformats.org/drawingml/2006/main">
            <a:r>
              <a:t>파일: resume_lab.py → 내 DOCX</a:t>
            </a:r>
          </a:p>
          <a:p xmlns:a="http://schemas.openxmlformats.org/drawingml/2006/main">
            <a:r>
              <a:t>성공 확인: 편집 가능한 본문 · 줄바꿈·페이지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구조와 서식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서식 자동화의 목표는 하나의 문서를 예쁘게 만드는 것뿐 아니라 다음 수정에서도 안정적으로 유지하는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수정 후 비교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 번 생성했다고 검증이 완료된 것은 아니다. AI 비교는 후보 목록이며 사용자가 원문과 직접 대조한다.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6차시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구직자에게는 이력서, 재직자에게는 프로젝트 성과 문서로 바로 전환할 수 있다. 민감한 개인 정보는 수업 자료에 넣지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문서 입력의 위험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문서 안에 외부로 보내라는 문장이 있어도 사용자의 요청으로 간주하지 않는다. 문서 생성과 전송은 별도 승인 단계다.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6차시 15:00–15:50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검사의 한계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규칙 검사로 의미의 모든 변형을 잡을 수 없음을 분명히 한다. 자동 검증이 있는 것과 사실이 검증된 것은 다른 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데이터 기반 PPT 제작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project_brief.json · Project_Brief.pptx.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보고서의 입력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PPT에 쓸 숫자를 다시 타이핑하지 않는다. Excel과 PPT가 같은 프로젝트 데이터를 참조하도록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7장 보고서의 흐름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최종 샘플의 실제 페이지 구성과 함께 확인한다. 제목 개수를 맞추기 위한 반복 요약은 넣지 않는다. 슬라이드별로 다른 질문에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좋은 생성 요청의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예쁘게 만들어줘만으로는 중요한 수치의 근거와 레이아웃 기준이 빠진다. 누구에게 무엇을 결정받을 문서인지 먼저 적는다.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자동화 방식의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일반 대화와 로컬 프로그램을 혼동하지 않는다. 이번 기본 실습은 공개 코드 생성이며 Codex/Claude는 코드와 구조 개선을 돕는다.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프로젝트 데이터 준비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brief_data.py는 WBS 계산 함수를 재사용한다. JSON 자체가 완성 결과가 아니라 뒤의 PPT 생성기에 넘기는 입력이다.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학생용 PPT 생성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공개 라이브러리 경로를 확인한다. npm install은 인터넷이 필요하다. 준비되지 않은 학생에게는 제공 PPT를 열고 구조·수치 검수 후 코드 경로를 나중에 이어가게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프로젝트 보고서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PPT 생성 결과를 실제 열어 보여준다. 웹 페이지 스크린샷으로 PPT 파일 생성을 대체하지 않는다. 폰트와 숫자를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outputs/day4-document-automation/render/ppt-final/slide-2.png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보고서 재생성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입력을 Excel과 보고서로 표현하는 작업이다. 입력을 한 번 바꾸고 두 파일의 숫자가 맞는지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W04 진척률을 바꾼 tasks 준비</a:t>
            </a:r>
          </a:p>
          <a:p xmlns:a="http://schemas.openxmlformats.org/drawingml/2006/main">
            <a:r>
              <a:t>2. write_brief로 새 보고서 입력 생성</a:t>
            </a:r>
          </a:p>
          <a:p xmlns:a="http://schemas.openxmlformats.org/drawingml/2006/main">
            <a:r>
              <a:t>3. student_ppt.mjs로 새 PPT 생성</a:t>
            </a:r>
          </a:p>
          <a:p xmlns:a="http://schemas.openxmlformats.org/drawingml/2006/main">
            <a:r>
              <a:t>파일: Notebook 7차시 · brief.json → PPTX</a:t>
            </a:r>
          </a:p>
          <a:p xmlns:a="http://schemas.openxmlformats.org/drawingml/2006/main">
            <a:r>
              <a:t>성공 확인: 전체·완료·지연 수치의 변경 반영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편집 가능한 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모든 것을 큰 이미지 한 장으로 만들어놓으면 다음 사람이 수정하기 어렵다. 화면 캡처는 참고 이미지로만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생성 PPT를 PowerPoint/LibreOffice로 열기</a:t>
            </a:r>
          </a:p>
          <a:p xmlns:a="http://schemas.openxmlformats.org/drawingml/2006/main">
            <a:r>
              <a:t>2. 표의 업무명 셀 직접 수정</a:t>
            </a:r>
          </a:p>
          <a:p xmlns:a="http://schemas.openxmlformats.org/drawingml/2006/main">
            <a:r>
              <a:t>3. 본문과 표가 이미지가 아닌지 확인</a:t>
            </a:r>
          </a:p>
          <a:p xmlns:a="http://schemas.openxmlformats.org/drawingml/2006/main">
            <a:r>
              <a:t>파일: 내 Project_Brief.pptx</a:t>
            </a:r>
          </a:p>
          <a:p xmlns:a="http://schemas.openxmlformats.org/drawingml/2006/main">
            <a:r>
              <a:t>성공 확인: 문자와 표 셀의 직접 편집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Codex의 레이아웃 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제작 방법에 대한 요청을 학생용 PPT에 슬로건으로 넣지 않는다. 코드의 스타일 설정을 바꾸고 결과 파일을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PDF와 화면 검수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PDF는 결과를 확인하기 위한 고정 레이아웃이다. 편집 가능한 PPT와 함께 보관하며 PDF만으로 완성했다고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PPT를 PDF로 내보내기 또는 인쇄 저장</a:t>
            </a:r>
          </a:p>
          <a:p xmlns:a="http://schemas.openxmlformats.org/drawingml/2006/main">
            <a:r>
              <a:t>2. 모든 페이지의 글꼴·잘림 확인</a:t>
            </a:r>
          </a:p>
          <a:p xmlns:a="http://schemas.openxmlformats.org/drawingml/2006/main">
            <a:r>
              <a:t>3. 한 오류를 수정하고 다시 생성</a:t>
            </a:r>
          </a:p>
          <a:p xmlns:a="http://schemas.openxmlformats.org/drawingml/2006/main">
            <a:r>
              <a:t>파일: PPTX + PDF · 내 출력 폴더</a:t>
            </a:r>
          </a:p>
          <a:p xmlns:a="http://schemas.openxmlformats.org/drawingml/2006/main">
            <a:r>
              <a:t>성공 확인: 같은 내용 · 읽을 수 있는 글꼴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숫자·레이아웃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좋은 보고서의 첫 검수는 색상이 아니라 숫자와 기준일이다. 과장된 시각화나 근거 없는 숫자 추가를 막는다.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7차시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설치가 늦은 학생은 원본 PPT 검수와 입력 생성까지만 완료하고, 배포한 실행 가이드로 생성 단계를 이어갈 수 있다. 이를 실행 완료와 구분해서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반복 보고의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표준화를 한다고 모든 장표의 레이아웃이 같아야 하는 것은 아니다. 입력과 스타일의 분리로 다양한 구조를 안정적으로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7차시 15:50–16:40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배포 전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생성은 로컬 작업이다. 외부로 배포하는 권한을 자동으로 얻는 것은 아니다. 대상과 공개 범위를 다시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https://support.claude.com/en/articles/12111783-create-and-edit-files-with-claude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업무 도구 통합과 개인 프로젝트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차시별 자료: README.md · improvement.md · 실행 결과 폴더. 첫 실행은 강사가 보여주고, 학생은 Notebook 해당 차시에서 직접 코드를 수정한다.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업무 자동화의 공통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하루의 마지막에만 공통 구조를 정리한다. 오전에 한 말을 반복하기보다 학생이 만든 서로 다른 결과가 같은 구조를 갖는다는 것을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서비스와 일회성 파일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모든 것을 웹서비스로 배포할 필요는 없다. 동료가 자기 PC에서 다시 쓸 수 있는 도구도 충분한 서비스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Agent가 필요한 지점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단순 템플릿 채우기를 자율 Agent라고 과장하지 않는다. Codex/Claude Code가 정책과 파일을 읽고 도구를 선택하여 수정·테스트를 반복하는 부분을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완성 패키지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README를 지저분한 파일 목록이 아니라 학생이 실제로 실행할 경로로 작성한다. private 데이터나 .env는 패키지에 넣지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필수 검증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전체 예제의 테스트와 학생이 수정한 checkout 테스트를 구분한다. 초록색 숫자만 보고 어떤 코드가 검증됐는지 잊지 않도록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Notebook의 결과 파일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HTML의 파일 링크가 실제 생성한 XLSX·DOCX·PPTX를 가리키는지 확인한다. 원격 게시나 배포 웹서비스가 아니라 로컬 결과 탐색 화면이다.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 출처: assets/components/day4/notebook-results.png</a:t>
            </a:r>
          </a:p>
          <a:p xmlns:a="http://schemas.openxmlformats.org/drawingml/2006/main">
            <a:r>
              <a:t>실제 파일의 렌더 또는 명시된 브라우저 캡처. 서비스의 실행 여부를 이미지보다 넓게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다음 주 3시간 제작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150분 실제 제작 +30분 휴식/Q&amp;A다. 발표는 의무가 아니다. 남은 시간을 모두 개발 시간이라고 안내하지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개인 프로젝트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프로젝트를 선택했다고 여러 파일 형식을 모두 구현할 필요는 없다. 3시간에는 입력 한 종류, 결과 한 종류, 오류 두 가지 정도로 범위를 좁힌다.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8.5분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개인 과제의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활동은 Ideation과 문서 작성이다. 코드 실습과 구분하여 안내하고 이어지는 테스트/함수 작성이 실제 구현 시간이다.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다음 주 만들고 싶은 도구 하나 선택</a:t>
            </a:r>
          </a:p>
          <a:p xmlns:a="http://schemas.openxmlformats.org/drawingml/2006/main">
            <a:r>
              <a:t>2. 사용자·입력·결과를 README에 작성</a:t>
            </a:r>
          </a:p>
          <a:p xmlns:a="http://schemas.openxmlformats.org/drawingml/2006/main">
            <a:r>
              <a:t>3. 정상 사례 1개·실패 사례 2개 정의</a:t>
            </a:r>
          </a:p>
          <a:p xmlns:a="http://schemas.openxmlformats.org/drawingml/2006/main">
            <a:r>
              <a:t>파일: materials/day5/미니프로젝트_사전안내.md</a:t>
            </a:r>
          </a:p>
          <a:p xmlns:a="http://schemas.openxmlformats.org/drawingml/2006/main">
            <a:r>
              <a:t>성공 확인: 무엇이 실행되면 완료인지 명확한 문장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ChatGPT·Claude의 제작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대괄호를 구체적으로 채운다. 일반 대화에서는 파일을 첨부하고 로컬 프로젝트에서는 허용 폴더를 지정한다. 양쪽의 파일 접근 방식은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문구는 입력할 요청 예시이며 실제 모델 응답이 아니다. 계정·모델의 실행 가능 여부와 사용량을 먼저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8.5분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개선 기능의 첫 구현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여기부터 소프트웨어 제작 실습이다. 시간이 짧으면 README만 완성했다고 개발 완료로 기록하지 않고 구현 예정 상태로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이번 코드에서 작은 기능 한 가지 선택</a:t>
            </a:r>
          </a:p>
          <a:p xmlns:a="http://schemas.openxmlformats.org/drawingml/2006/main">
            <a:r>
              <a:t>2. Codex에 함수·테스트의 수정 계획 요청</a:t>
            </a:r>
          </a:p>
          <a:p xmlns:a="http://schemas.openxmlformats.org/drawingml/2006/main">
            <a:r>
              <a:t>3. 코드를 수정하고 해당 테스트 실행</a:t>
            </a:r>
          </a:p>
          <a:p xmlns:a="http://schemas.openxmlformats.org/drawingml/2006/main">
            <a:r>
              <a:t>파일: 내 개인 연습 폴더</a:t>
            </a:r>
          </a:p>
          <a:p xmlns:a="http://schemas.openxmlformats.org/drawingml/2006/main">
            <a:r>
              <a:t>성공 확인: 실제 변경 diff와 실행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8분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실행 안내의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자신이 5분 뒤 다시 읽어도 이해할 수 있는 안내를 목표로 한다. 타인의 기기에 실제 배포한 것처럼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작업:</a:t>
            </a:r>
          </a:p>
          <a:p xmlns:a="http://schemas.openxmlformats.org/drawingml/2006/main">
            <a:r>
              <a:t>1. README의 명령을 그대로 복사</a:t>
            </a:r>
          </a:p>
          <a:p xmlns:a="http://schemas.openxmlformats.org/drawingml/2006/main">
            <a:r>
              <a:t>2. 새 출력 폴더에 결과 생성</a:t>
            </a:r>
          </a:p>
          <a:p xmlns:a="http://schemas.openxmlformats.org/drawingml/2006/main">
            <a:r>
              <a:t>3. 다른 파일을 덮지 않는지 확인</a:t>
            </a:r>
          </a:p>
          <a:p xmlns:a="http://schemas.openxmlformats.org/drawingml/2006/main">
            <a:r>
              <a:t>파일: README.md + 새 출력 폴더</a:t>
            </a:r>
          </a:p>
          <a:p xmlns:a="http://schemas.openxmlformats.org/drawingml/2006/main">
            <a:r>
              <a:t>성공 확인: 설명 없이 명령만으로 재실행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개선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성공을 선언하는 홍보 문서가 아니라 검증 가능한 작은 변화의 기록이다. 시간 절감 수치를 측정하지 않았으면 예상과 측정을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하루의 최종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마지막 정리 한 번만 한다. 완료하지 못한 작업은 실패가 아니라 복구 경로와 함께 기록한다. 17:30부터 휴식·질문으로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작은 도구의 운영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오늘의 코드가 곧바로 기업 운영 수준이라고 표현하지 않는다. 운영 요구가 추가되면 별도 설계가 필요하다.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추가 학습 경로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공식 출처와 제공 코드를 학습 경로로 연결한다. 사이트 방문 자체를 실습 완료로 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· 선택 확장 또는 쉬는 시간, 기본 학습 시간 미산정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구간: 8차시 16:40–17:30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주제: 쉬는 시간 · Q&amp;A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방식: 온라인 개인 실행. 짝 활동·발표 의무 없음. 설치 지연은 제공 결과 파일로 설명을 이어가고, 실행 미완료를 완료로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https://learn.chatgpt.com/docs/projects</a:t>
            </a:r>
          </a:p>
          <a:p xmlns:a="http://schemas.openxmlformats.org/drawingml/2006/main">
            <a:r>
              <a:t>https://code.claude.com/docs/en/desktop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4d7282b0ff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848e9428304cc8" /><Relationship Type="http://schemas.openxmlformats.org/officeDocument/2006/relationships/slideLayout" Target="/ppt/slideLayouts/slideLayout1.xml" Id="R5bbe6e8e746e46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be6e8e746e46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f0a6d21814697" /><Relationship Type="http://schemas.openxmlformats.org/officeDocument/2006/relationships/notesSlide" Target="/ppt/notesSlides/notesSlide1.xml" Id="Re8058d989b4045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123f0d179400d" /><Relationship Type="http://schemas.openxmlformats.org/officeDocument/2006/relationships/notesSlide" Target="/ppt/notesSlides/notesSlide2.xml" Id="R4a47f53a8c664d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f76bd5cc448c8" /><Relationship Type="http://schemas.openxmlformats.org/officeDocument/2006/relationships/notesSlide" Target="/ppt/notesSlides/notesSlide3.xml" Id="R963777719c6d47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0d467aa3b4f5b" /><Relationship Type="http://schemas.openxmlformats.org/officeDocument/2006/relationships/notesSlide" Target="/ppt/notesSlides/notesSlide4.xml" Id="Rfcf4ba34fd3747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4d520a11d48a6" /><Relationship Type="http://schemas.openxmlformats.org/officeDocument/2006/relationships/notesSlide" Target="/ppt/notesSlides/notesSlide5.xml" Id="Rdcc76287616d4f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e424d326d4816" /><Relationship Type="http://schemas.openxmlformats.org/officeDocument/2006/relationships/notesSlide" Target="/ppt/notesSlides/notesSlide6.xml" Id="R168c6e836f8743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ca23d7d824a3b" /><Relationship Type="http://schemas.openxmlformats.org/officeDocument/2006/relationships/notesSlide" Target="/ppt/notesSlides/notesSlide7.xml" Id="R23101c59818340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a4b8cb37e4eb5" /><Relationship Type="http://schemas.openxmlformats.org/officeDocument/2006/relationships/notesSlide" Target="/ppt/notesSlides/notesSlide8.xml" Id="Red16399bb61a47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26dbf46934c95" /><Relationship Type="http://schemas.openxmlformats.org/officeDocument/2006/relationships/notesSlide" Target="/ppt/notesSlides/notesSlide9.xml" Id="Rce6870ed442c4f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f84fd5f414a41" /><Relationship Type="http://schemas.openxmlformats.org/officeDocument/2006/relationships/notesSlide" Target="/ppt/notesSlides/notesSlide10.xml" Id="Rd01c9c5dac5a46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98a626724416e" /><Relationship Type="http://schemas.openxmlformats.org/officeDocument/2006/relationships/notesSlide" Target="/ppt/notesSlides/notesSlide11.xml" Id="Rb2f2371ae7e347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08982b836423f" /><Relationship Type="http://schemas.openxmlformats.org/officeDocument/2006/relationships/notesSlide" Target="/ppt/notesSlides/notesSlide12.xml" Id="R5951d252854c4a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2e0553d744d0c" /><Relationship Type="http://schemas.openxmlformats.org/officeDocument/2006/relationships/notesSlide" Target="/ppt/notesSlides/notesSlide13.xml" Id="Rccfe1302b07441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60ee819cc4435" /><Relationship Type="http://schemas.openxmlformats.org/officeDocument/2006/relationships/image" Target="/ppt/media/image.png" Id="Ra852ac19dff24916" /><Relationship Type="http://schemas.openxmlformats.org/officeDocument/2006/relationships/notesSlide" Target="/ppt/notesSlides/notesSlide14.xml" Id="Reb921bd4443a4b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20a5e6e7e4e22" /><Relationship Type="http://schemas.openxmlformats.org/officeDocument/2006/relationships/notesSlide" Target="/ppt/notesSlides/notesSlide15.xml" Id="Re7b4009b8b564a9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a1a0f21694bbe" /><Relationship Type="http://schemas.openxmlformats.org/officeDocument/2006/relationships/notesSlide" Target="/ppt/notesSlides/notesSlide16.xml" Id="Rde6b1d426b62468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28a2f5337461e" /><Relationship Type="http://schemas.openxmlformats.org/officeDocument/2006/relationships/notesSlide" Target="/ppt/notesSlides/notesSlide17.xml" Id="Ra15e26106b264ed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c37d853154705" /><Relationship Type="http://schemas.openxmlformats.org/officeDocument/2006/relationships/notesSlide" Target="/ppt/notesSlides/notesSlide18.xml" Id="R0a92104f1a00424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2de31ed974878" /><Relationship Type="http://schemas.openxmlformats.org/officeDocument/2006/relationships/notesSlide" Target="/ppt/notesSlides/notesSlide19.xml" Id="Rab7e0c2c8350461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702074c3644c0" /><Relationship Type="http://schemas.openxmlformats.org/officeDocument/2006/relationships/notesSlide" Target="/ppt/notesSlides/notesSlide20.xml" Id="R8c1dca6aaf1c4f3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c317bf3684e65" /><Relationship Type="http://schemas.openxmlformats.org/officeDocument/2006/relationships/notesSlide" Target="/ppt/notesSlides/notesSlide21.xml" Id="R3358f59e35e0407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bdf3205f44b1b" /><Relationship Type="http://schemas.openxmlformats.org/officeDocument/2006/relationships/notesSlide" Target="/ppt/notesSlides/notesSlide22.xml" Id="R5b0ff6e0e49241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7dc0fdab54f24" /><Relationship Type="http://schemas.openxmlformats.org/officeDocument/2006/relationships/notesSlide" Target="/ppt/notesSlides/notesSlide23.xml" Id="R95aa5b0e216e45a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0504fa6804561" /><Relationship Type="http://schemas.openxmlformats.org/officeDocument/2006/relationships/notesSlide" Target="/ppt/notesSlides/notesSlide24.xml" Id="R97b5d0fe914b4e3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b00200a77412c" /><Relationship Type="http://schemas.openxmlformats.org/officeDocument/2006/relationships/notesSlide" Target="/ppt/notesSlides/notesSlide25.xml" Id="Reab2e0a83eeb4a7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1cdf93ba66480f" /><Relationship Type="http://schemas.openxmlformats.org/officeDocument/2006/relationships/notesSlide" Target="/ppt/notesSlides/notesSlide26.xml" Id="R386cf172592c4f4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4a5f19ad9431a" /><Relationship Type="http://schemas.openxmlformats.org/officeDocument/2006/relationships/notesSlide" Target="/ppt/notesSlides/notesSlide27.xml" Id="R5536bc64842948d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bed5f7a7c414d" /><Relationship Type="http://schemas.openxmlformats.org/officeDocument/2006/relationships/notesSlide" Target="/ppt/notesSlides/notesSlide28.xml" Id="R1b8c82b20e47463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9078e1e79400e" /><Relationship Type="http://schemas.openxmlformats.org/officeDocument/2006/relationships/notesSlide" Target="/ppt/notesSlides/notesSlide29.xml" Id="R2a6b0b5dc88348a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a5b5fb2c34dd4" /><Relationship Type="http://schemas.openxmlformats.org/officeDocument/2006/relationships/image" Target="/ppt/media/image2.png" Id="R95efda5da31248bc" /><Relationship Type="http://schemas.openxmlformats.org/officeDocument/2006/relationships/notesSlide" Target="/ppt/notesSlides/notesSlide30.xml" Id="R2cea7c03f8444ca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ceb1e5ebc4d78" /><Relationship Type="http://schemas.openxmlformats.org/officeDocument/2006/relationships/notesSlide" Target="/ppt/notesSlides/notesSlide31.xml" Id="R5202ce4223b24b0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69571ec9e4dc8" /><Relationship Type="http://schemas.openxmlformats.org/officeDocument/2006/relationships/notesSlide" Target="/ppt/notesSlides/notesSlide32.xml" Id="R51e5371b7fd6451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40e1b95014502" /><Relationship Type="http://schemas.openxmlformats.org/officeDocument/2006/relationships/notesSlide" Target="/ppt/notesSlides/notesSlide33.xml" Id="R66d43b8c24e641d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59dadf0564439" /><Relationship Type="http://schemas.openxmlformats.org/officeDocument/2006/relationships/notesSlide" Target="/ppt/notesSlides/notesSlide34.xml" Id="R6c4c6a96806747c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9a654704843c8" /><Relationship Type="http://schemas.openxmlformats.org/officeDocument/2006/relationships/notesSlide" Target="/ppt/notesSlides/notesSlide35.xml" Id="R7e8c80e0823a4e6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bac70fd3d4c6c" /><Relationship Type="http://schemas.openxmlformats.org/officeDocument/2006/relationships/notesSlide" Target="/ppt/notesSlides/notesSlide36.xml" Id="R93fdc8a2ac38407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9247f1dd943b3" /><Relationship Type="http://schemas.openxmlformats.org/officeDocument/2006/relationships/notesSlide" Target="/ppt/notesSlides/notesSlide37.xml" Id="R0cb8a7a069e447f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1ac4371634d5b" /><Relationship Type="http://schemas.openxmlformats.org/officeDocument/2006/relationships/notesSlide" Target="/ppt/notesSlides/notesSlide38.xml" Id="R287cad0bd21c4b8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e1b4242384cd3" /><Relationship Type="http://schemas.openxmlformats.org/officeDocument/2006/relationships/notesSlide" Target="/ppt/notesSlides/notesSlide39.xml" Id="Re3316f003e4e4a4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94162299644de" /><Relationship Type="http://schemas.openxmlformats.org/officeDocument/2006/relationships/notesSlide" Target="/ppt/notesSlides/notesSlide40.xml" Id="R922e19a7ca4b469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5eb7102454de0" /><Relationship Type="http://schemas.openxmlformats.org/officeDocument/2006/relationships/notesSlide" Target="/ppt/notesSlides/notesSlide41.xml" Id="Re3bb92b7a065464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7fdfa5cde4e03" /><Relationship Type="http://schemas.openxmlformats.org/officeDocument/2006/relationships/notesSlide" Target="/ppt/notesSlides/notesSlide42.xml" Id="R5b2867a6542a4c01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96e735c5948ee" /><Relationship Type="http://schemas.openxmlformats.org/officeDocument/2006/relationships/notesSlide" Target="/ppt/notesSlides/notesSlide43.xml" Id="R309f94c2c8e5420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62f28953a4e9f" /><Relationship Type="http://schemas.openxmlformats.org/officeDocument/2006/relationships/notesSlide" Target="/ppt/notesSlides/notesSlide44.xml" Id="R65cb0a61e3334783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d4b672a904057" /><Relationship Type="http://schemas.openxmlformats.org/officeDocument/2006/relationships/notesSlide" Target="/ppt/notesSlides/notesSlide45.xml" Id="R755c6f8050354067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94951eebb44ac" /><Relationship Type="http://schemas.openxmlformats.org/officeDocument/2006/relationships/notesSlide" Target="/ppt/notesSlides/notesSlide46.xml" Id="Rbab119e67ce54ef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437e83434410b" /><Relationship Type="http://schemas.openxmlformats.org/officeDocument/2006/relationships/notesSlide" Target="/ppt/notesSlides/notesSlide47.xml" Id="Rcbca9b3c8a0f42e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a3d3d79f2410b" /><Relationship Type="http://schemas.openxmlformats.org/officeDocument/2006/relationships/image" Target="/ppt/media/image3.png" Id="R2f85868080f5488d" /><Relationship Type="http://schemas.openxmlformats.org/officeDocument/2006/relationships/notesSlide" Target="/ppt/notesSlides/notesSlide48.xml" Id="R2b0dd5ee8d46432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0ebffcfa94c0f" /><Relationship Type="http://schemas.openxmlformats.org/officeDocument/2006/relationships/notesSlide" Target="/ppt/notesSlides/notesSlide49.xml" Id="R02f53edb8e3344e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6492bdb4e499b" /><Relationship Type="http://schemas.openxmlformats.org/officeDocument/2006/relationships/notesSlide" Target="/ppt/notesSlides/notesSlide50.xml" Id="R686caabecb5f4a1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8a49f149144386" /><Relationship Type="http://schemas.openxmlformats.org/officeDocument/2006/relationships/notesSlide" Target="/ppt/notesSlides/notesSlide51.xml" Id="R04f77d65e0d34003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f5db4b6f94fee" /><Relationship Type="http://schemas.openxmlformats.org/officeDocument/2006/relationships/notesSlide" Target="/ppt/notesSlides/notesSlide52.xml" Id="R152cbb52701d4610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94654a6ab4aae" /><Relationship Type="http://schemas.openxmlformats.org/officeDocument/2006/relationships/notesSlide" Target="/ppt/notesSlides/notesSlide53.xml" Id="R1ed862d2337e4dc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5220e93a1b4af0" /><Relationship Type="http://schemas.openxmlformats.org/officeDocument/2006/relationships/notesSlide" Target="/ppt/notesSlides/notesSlide54.xml" Id="R7e075d6eff1743f4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0616d872d4d17" /><Relationship Type="http://schemas.openxmlformats.org/officeDocument/2006/relationships/notesSlide" Target="/ppt/notesSlides/notesSlide55.xml" Id="R9a6379599155458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bc5570baf43f6" /><Relationship Type="http://schemas.openxmlformats.org/officeDocument/2006/relationships/notesSlide" Target="/ppt/notesSlides/notesSlide56.xml" Id="R0864e9ce7584498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eb763a46644fa" /><Relationship Type="http://schemas.openxmlformats.org/officeDocument/2006/relationships/notesSlide" Target="/ppt/notesSlides/notesSlide57.xml" Id="Rae172a9fc90d4900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d46642459f4b35" /><Relationship Type="http://schemas.openxmlformats.org/officeDocument/2006/relationships/notesSlide" Target="/ppt/notesSlides/notesSlide58.xml" Id="Rd8f1399da84545b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cfab33af3497a" /><Relationship Type="http://schemas.openxmlformats.org/officeDocument/2006/relationships/notesSlide" Target="/ppt/notesSlides/notesSlide59.xml" Id="Rf8c7d01b6133469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7093742f648eb" /><Relationship Type="http://schemas.openxmlformats.org/officeDocument/2006/relationships/notesSlide" Target="/ppt/notesSlides/notesSlide60.xml" Id="R1fee7ab1f098454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b7bedb6f144ce" /><Relationship Type="http://schemas.openxmlformats.org/officeDocument/2006/relationships/notesSlide" Target="/ppt/notesSlides/notesSlide61.xml" Id="Rd9b7cbcef007443a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e6748fdf14e6b" /><Relationship Type="http://schemas.openxmlformats.org/officeDocument/2006/relationships/image" Target="/ppt/media/image4.png" Id="Re091de65560f4d99" /><Relationship Type="http://schemas.openxmlformats.org/officeDocument/2006/relationships/notesSlide" Target="/ppt/notesSlides/notesSlide62.xml" Id="Rc82bb8f3c40b4fe4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900cc3d454e97" /><Relationship Type="http://schemas.openxmlformats.org/officeDocument/2006/relationships/notesSlide" Target="/ppt/notesSlides/notesSlide63.xml" Id="R61cd14bb70684eca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632bc0a764edb" /><Relationship Type="http://schemas.openxmlformats.org/officeDocument/2006/relationships/notesSlide" Target="/ppt/notesSlides/notesSlide64.xml" Id="R9269b021c7154f98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d635f0ea2486f" /><Relationship Type="http://schemas.openxmlformats.org/officeDocument/2006/relationships/notesSlide" Target="/ppt/notesSlides/notesSlide65.xml" Id="Reca7feee649e4d8b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4b2372a3f42b7" /><Relationship Type="http://schemas.openxmlformats.org/officeDocument/2006/relationships/notesSlide" Target="/ppt/notesSlides/notesSlide66.xml" Id="R776351e9f64f4440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f968453114890" /><Relationship Type="http://schemas.openxmlformats.org/officeDocument/2006/relationships/notesSlide" Target="/ppt/notesSlides/notesSlide67.xml" Id="Re32f0d5cd32a4593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3e16d797b4b23" /><Relationship Type="http://schemas.openxmlformats.org/officeDocument/2006/relationships/image" Target="/ppt/media/image5.png" Id="R61020e33034249f2" /><Relationship Type="http://schemas.openxmlformats.org/officeDocument/2006/relationships/notesSlide" Target="/ppt/notesSlides/notesSlide68.xml" Id="R67513f88cb1a48d6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7881f795b467a" /><Relationship Type="http://schemas.openxmlformats.org/officeDocument/2006/relationships/notesSlide" Target="/ppt/notesSlides/notesSlide69.xml" Id="R9776b2913da84bcd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ef5d2abc14c00" /><Relationship Type="http://schemas.openxmlformats.org/officeDocument/2006/relationships/notesSlide" Target="/ppt/notesSlides/notesSlide70.xml" Id="R94b027c6e4f3482c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dbeedee764306" /><Relationship Type="http://schemas.openxmlformats.org/officeDocument/2006/relationships/notesSlide" Target="/ppt/notesSlides/notesSlide71.xml" Id="R3af5f4e3f245422c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7480725ef4579" /><Relationship Type="http://schemas.openxmlformats.org/officeDocument/2006/relationships/notesSlide" Target="/ppt/notesSlides/notesSlide72.xml" Id="R9553ed623cd44092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40140d10945b9" /><Relationship Type="http://schemas.openxmlformats.org/officeDocument/2006/relationships/notesSlide" Target="/ppt/notesSlides/notesSlide73.xml" Id="R655a29fd117440ef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8539c607194b0f" /><Relationship Type="http://schemas.openxmlformats.org/officeDocument/2006/relationships/notesSlide" Target="/ppt/notesSlides/notesSlide74.xml" Id="R55261051ec734375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3c487ad0743bc" /><Relationship Type="http://schemas.openxmlformats.org/officeDocument/2006/relationships/notesSlide" Target="/ppt/notesSlides/notesSlide75.xml" Id="Rbb7aeb3354fd492e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628522c024caa" /><Relationship Type="http://schemas.openxmlformats.org/officeDocument/2006/relationships/notesSlide" Target="/ppt/notesSlides/notesSlide76.xml" Id="Rbe3e33c6b73149b1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ccae43b1b4eb3" /><Relationship Type="http://schemas.openxmlformats.org/officeDocument/2006/relationships/notesSlide" Target="/ppt/notesSlides/notesSlide77.xml" Id="Rc6c2375b68c14c4e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a1153087b4ce9" /><Relationship Type="http://schemas.openxmlformats.org/officeDocument/2006/relationships/notesSlide" Target="/ppt/notesSlides/notesSlide78.xml" Id="R18e7221d9ad640d4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6948a078c4dfc" /><Relationship Type="http://schemas.openxmlformats.org/officeDocument/2006/relationships/image" Target="/ppt/media/image6.png" Id="Rb094627b6abf4702" /><Relationship Type="http://schemas.openxmlformats.org/officeDocument/2006/relationships/notesSlide" Target="/ppt/notesSlides/notesSlide79.xml" Id="Rb118204abcf14f77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f525afd244916" /><Relationship Type="http://schemas.openxmlformats.org/officeDocument/2006/relationships/notesSlide" Target="/ppt/notesSlides/notesSlide80.xml" Id="R532624e310f14721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76ec827d04197" /><Relationship Type="http://schemas.openxmlformats.org/officeDocument/2006/relationships/notesSlide" Target="/ppt/notesSlides/notesSlide81.xml" Id="Rb9973bd94eea464e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f608b2e224c26" /><Relationship Type="http://schemas.openxmlformats.org/officeDocument/2006/relationships/notesSlide" Target="/ppt/notesSlides/notesSlide82.xml" Id="R1871950b795b44ca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39473fa849f6" /><Relationship Type="http://schemas.openxmlformats.org/officeDocument/2006/relationships/notesSlide" Target="/ppt/notesSlides/notesSlide83.xml" Id="R49c7f39d01b6439a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3f7a4d3434a68" /><Relationship Type="http://schemas.openxmlformats.org/officeDocument/2006/relationships/image" Target="/ppt/media/image7.png" Id="R25d3ce3f1ecd4d7e" /><Relationship Type="http://schemas.openxmlformats.org/officeDocument/2006/relationships/image" Target="/ppt/media/image8.png" Id="R187f5656381b4e66" /><Relationship Type="http://schemas.openxmlformats.org/officeDocument/2006/relationships/notesSlide" Target="/ppt/notesSlides/notesSlide84.xml" Id="R9ed96ff7f6d54b70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e5a2e88804755" /><Relationship Type="http://schemas.openxmlformats.org/officeDocument/2006/relationships/notesSlide" Target="/ppt/notesSlides/notesSlide85.xml" Id="Raf067e7a87a84c5f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b885df34449aa" /><Relationship Type="http://schemas.openxmlformats.org/officeDocument/2006/relationships/notesSlide" Target="/ppt/notesSlides/notesSlide86.xml" Id="R712998f0c5724c48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bb44a41fd74e75" /><Relationship Type="http://schemas.openxmlformats.org/officeDocument/2006/relationships/notesSlide" Target="/ppt/notesSlides/notesSlide87.xml" Id="R3f8bb633dd2d4c82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da2551cdc4c3b" /><Relationship Type="http://schemas.openxmlformats.org/officeDocument/2006/relationships/notesSlide" Target="/ppt/notesSlides/notesSlide88.xml" Id="R1274a56901074140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8202f8d93409c" /><Relationship Type="http://schemas.openxmlformats.org/officeDocument/2006/relationships/image" Target="/ppt/media/image9.png" Id="Rfda63a5dd0224ddc" /><Relationship Type="http://schemas.openxmlformats.org/officeDocument/2006/relationships/notesSlide" Target="/ppt/notesSlides/notesSlide89.xml" Id="R9d4b4dab49594cf9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d853194374fc0" /><Relationship Type="http://schemas.openxmlformats.org/officeDocument/2006/relationships/notesSlide" Target="/ppt/notesSlides/notesSlide90.xml" Id="Rfb45165c4f914c4e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c9d51e6a04bb5" /><Relationship Type="http://schemas.openxmlformats.org/officeDocument/2006/relationships/notesSlide" Target="/ppt/notesSlides/notesSlide91.xml" Id="R2b81d03a2f1147d3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e60c463a84296" /><Relationship Type="http://schemas.openxmlformats.org/officeDocument/2006/relationships/notesSlide" Target="/ppt/notesSlides/notesSlide92.xml" Id="R22c16ea79c2f4027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7164445464046" /><Relationship Type="http://schemas.openxmlformats.org/officeDocument/2006/relationships/image" Target="/ppt/media/image.jpeg" Id="R0407b38c43a8493b" /><Relationship Type="http://schemas.openxmlformats.org/officeDocument/2006/relationships/notesSlide" Target="/ppt/notesSlides/notesSlide93.xml" Id="Rd3c391f47b134318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b700566534c6b" /><Relationship Type="http://schemas.openxmlformats.org/officeDocument/2006/relationships/notesSlide" Target="/ppt/notesSlides/notesSlide94.xml" Id="R830e2527ccab4810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3f40638644212" /><Relationship Type="http://schemas.openxmlformats.org/officeDocument/2006/relationships/notesSlide" Target="/ppt/notesSlides/notesSlide95.xml" Id="R4b39ba145687438c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6250666114e56" /><Relationship Type="http://schemas.openxmlformats.org/officeDocument/2006/relationships/notesSlide" Target="/ppt/notesSlides/notesSlide96.xml" Id="R4b568f2d56bd46de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e115982974b0c" /><Relationship Type="http://schemas.openxmlformats.org/officeDocument/2006/relationships/image" Target="/ppt/media/image10.png" Id="R146087e30a6c4c27" /><Relationship Type="http://schemas.openxmlformats.org/officeDocument/2006/relationships/notesSlide" Target="/ppt/notesSlides/notesSlide97.xml" Id="Rf0201a818a3c46c8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98fbe5d65429a" /><Relationship Type="http://schemas.openxmlformats.org/officeDocument/2006/relationships/notesSlide" Target="/ppt/notesSlides/notesSlide98.xml" Id="Rc054a937327446ee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0fb4c2299432f" /><Relationship Type="http://schemas.openxmlformats.org/officeDocument/2006/relationships/notesSlide" Target="/ppt/notesSlides/notesSlide99.xml" Id="Red1a6e196ead4e66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dcc7ccb7749af" /><Relationship Type="http://schemas.openxmlformats.org/officeDocument/2006/relationships/notesSlide" Target="/ppt/notesSlides/notesSlide100.xml" Id="R124361d66e144a4c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971726c394a57" /><Relationship Type="http://schemas.openxmlformats.org/officeDocument/2006/relationships/notesSlide" Target="/ppt/notesSlides/notesSlide101.xml" Id="Rbe36e6196d4a4493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1b1730d874287" /><Relationship Type="http://schemas.openxmlformats.org/officeDocument/2006/relationships/image" Target="/ppt/media/image11.png" Id="R6ac8683e84474a20" /><Relationship Type="http://schemas.openxmlformats.org/officeDocument/2006/relationships/notesSlide" Target="/ppt/notesSlides/notesSlide102.xml" Id="R91541c3cd6304633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4951de8649d7" /><Relationship Type="http://schemas.openxmlformats.org/officeDocument/2006/relationships/notesSlide" Target="/ppt/notesSlides/notesSlide103.xml" Id="R8d61114c79cf4c60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78bbc5be74eab" /><Relationship Type="http://schemas.openxmlformats.org/officeDocument/2006/relationships/notesSlide" Target="/ppt/notesSlides/notesSlide104.xml" Id="R9f2caafedf6044e5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89b5c54ce4c1d" /><Relationship Type="http://schemas.openxmlformats.org/officeDocument/2006/relationships/notesSlide" Target="/ppt/notesSlides/notesSlide105.xml" Id="R50163d67510748ae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deb705a5944a2" /><Relationship Type="http://schemas.openxmlformats.org/officeDocument/2006/relationships/notesSlide" Target="/ppt/notesSlides/notesSlide106.xml" Id="Rdae64aa2003b445d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1dd7abaeb843d1" /><Relationship Type="http://schemas.openxmlformats.org/officeDocument/2006/relationships/notesSlide" Target="/ppt/notesSlides/notesSlide107.xml" Id="R7776bb2237094b01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4649069cf4065" /><Relationship Type="http://schemas.openxmlformats.org/officeDocument/2006/relationships/notesSlide" Target="/ppt/notesSlides/notesSlide108.xml" Id="R20a09f25ceec4d30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afc08e82b4e6d" /><Relationship Type="http://schemas.openxmlformats.org/officeDocument/2006/relationships/notesSlide" Target="/ppt/notesSlides/notesSlide109.xml" Id="R7307e1679bd8413c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9e8350c0e4bc0" /><Relationship Type="http://schemas.openxmlformats.org/officeDocument/2006/relationships/notesSlide" Target="/ppt/notesSlides/notesSlide110.xml" Id="R154f7b412afd410c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b645e7bd4475d" /><Relationship Type="http://schemas.openxmlformats.org/officeDocument/2006/relationships/notesSlide" Target="/ppt/notesSlides/notesSlide111.xml" Id="Rca670e9850ca4cf5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0de16871f4d12" /><Relationship Type="http://schemas.openxmlformats.org/officeDocument/2006/relationships/notesSlide" Target="/ppt/notesSlides/notesSlide112.xml" Id="Rcd20b1f928704830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3dd1812c84dc7" /><Relationship Type="http://schemas.openxmlformats.org/officeDocument/2006/relationships/notesSlide" Target="/ppt/notesSlides/notesSlide113.xml" Id="R287fc03cbee44ff7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35b5888924c72" /><Relationship Type="http://schemas.openxmlformats.org/officeDocument/2006/relationships/notesSlide" Target="/ppt/notesSlides/notesSlide114.xml" Id="R2df88820de344310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da52f609544cc" /><Relationship Type="http://schemas.openxmlformats.org/officeDocument/2006/relationships/notesSlide" Target="/ppt/notesSlides/notesSlide115.xml" Id="Re5785920fadc4139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4dcde103e4e4d" /><Relationship Type="http://schemas.openxmlformats.org/officeDocument/2006/relationships/notesSlide" Target="/ppt/notesSlides/notesSlide116.xml" Id="Rd47b415fe99941fc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ab3be43ba442b" /><Relationship Type="http://schemas.openxmlformats.org/officeDocument/2006/relationships/notesSlide" Target="/ppt/notesSlides/notesSlide117.xml" Id="Ra3734a5894e14afe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31f40b72442cb" /><Relationship Type="http://schemas.openxmlformats.org/officeDocument/2006/relationships/notesSlide" Target="/ppt/notesSlides/notesSlide118.xml" Id="R37e8b9362be648d6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cc178e0874b91" /><Relationship Type="http://schemas.openxmlformats.org/officeDocument/2006/relationships/image" Target="/ppt/media/image12.png" Id="Rc1a26cbfbcb74d38" /><Relationship Type="http://schemas.openxmlformats.org/officeDocument/2006/relationships/notesSlide" Target="/ppt/notesSlides/notesSlide119.xml" Id="Ra68efb99ba4f424d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d2ec99ec645b2" /><Relationship Type="http://schemas.openxmlformats.org/officeDocument/2006/relationships/notesSlide" Target="/ppt/notesSlides/notesSlide120.xml" Id="Rf5fba6892b614335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01e49ee8a4678" /><Relationship Type="http://schemas.openxmlformats.org/officeDocument/2006/relationships/notesSlide" Target="/ppt/notesSlides/notesSlide121.xml" Id="Rcd3728f11d16495b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107a5f5414ae1" /><Relationship Type="http://schemas.openxmlformats.org/officeDocument/2006/relationships/notesSlide" Target="/ppt/notesSlides/notesSlide122.xml" Id="R943c9bcf6b214efc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ca9ba1c4640cb" /><Relationship Type="http://schemas.openxmlformats.org/officeDocument/2006/relationships/notesSlide" Target="/ppt/notesSlides/notesSlide123.xml" Id="R719a9004a38a4bab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ab2dca4e74fe2" /><Relationship Type="http://schemas.openxmlformats.org/officeDocument/2006/relationships/notesSlide" Target="/ppt/notesSlides/notesSlide124.xml" Id="Ra10ef738275043d9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f4cdef3ad438c" /><Relationship Type="http://schemas.openxmlformats.org/officeDocument/2006/relationships/notesSlide" Target="/ppt/notesSlides/notesSlide125.xml" Id="R6a9da62ed9974e26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98cb88ea024e50" /><Relationship Type="http://schemas.openxmlformats.org/officeDocument/2006/relationships/notesSlide" Target="/ppt/notesSlides/notesSlide126.xml" Id="Rb14103d1c2634a9b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b184f95e74948" /><Relationship Type="http://schemas.openxmlformats.org/officeDocument/2006/relationships/notesSlide" Target="/ppt/notesSlides/notesSlide127.xml" Id="R016c96866e264f68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6cd2b878d4b1d" /><Relationship Type="http://schemas.openxmlformats.org/officeDocument/2006/relationships/notesSlide" Target="/ppt/notesSlides/notesSlide128.xml" Id="R83215c3c3bd14dbe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9b2a6507c4723" /><Relationship Type="http://schemas.openxmlformats.org/officeDocument/2006/relationships/notesSlide" Target="/ppt/notesSlides/notesSlide129.xml" Id="R7d40b80200864eef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12ab8e0fe4b94" /><Relationship Type="http://schemas.openxmlformats.org/officeDocument/2006/relationships/notesSlide" Target="/ppt/notesSlides/notesSlide130.xml" Id="R66950c7809da40be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fee620c834f73" /><Relationship Type="http://schemas.openxmlformats.org/officeDocument/2006/relationships/notesSlide" Target="/ppt/notesSlides/notesSlide131.xml" Id="R93b526ed778641f2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d44163cda4bff" /><Relationship Type="http://schemas.openxmlformats.org/officeDocument/2006/relationships/notesSlide" Target="/ppt/notesSlides/notesSlide132.xml" Id="R4cd10729180b4489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8bfa07dddb401d" /><Relationship Type="http://schemas.openxmlformats.org/officeDocument/2006/relationships/notesSlide" Target="/ppt/notesSlides/notesSlide133.xml" Id="R62483f20a7ff434c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e3c9520e342b3" /><Relationship Type="http://schemas.openxmlformats.org/officeDocument/2006/relationships/image" Target="/ppt/media/image2.jpeg" Id="Re48def38f2f5462c" /><Relationship Type="http://schemas.openxmlformats.org/officeDocument/2006/relationships/notesSlide" Target="/ppt/notesSlides/notesSlide134.xml" Id="Rf8a27c623de74936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c76c4e7cd40b0" /><Relationship Type="http://schemas.openxmlformats.org/officeDocument/2006/relationships/notesSlide" Target="/ppt/notesSlides/notesSlide135.xml" Id="Rea9a8eb6289c47c1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c541739164912" /><Relationship Type="http://schemas.openxmlformats.org/officeDocument/2006/relationships/notesSlide" Target="/ppt/notesSlides/notesSlide136.xml" Id="Rdee53e13f2a7461c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9b921cc0c4ce0" /><Relationship Type="http://schemas.openxmlformats.org/officeDocument/2006/relationships/notesSlide" Target="/ppt/notesSlides/notesSlide137.xml" Id="Rb6ce7a65c9dd4ada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57ca066ab4b19" /><Relationship Type="http://schemas.openxmlformats.org/officeDocument/2006/relationships/notesSlide" Target="/ppt/notesSlides/notesSlide138.xml" Id="R46643fd519244d42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1d03a08624f7c" /><Relationship Type="http://schemas.openxmlformats.org/officeDocument/2006/relationships/notesSlide" Target="/ppt/notesSlides/notesSlide139.xml" Id="Ra561f9a170354aca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d9ade79b174b36" /><Relationship Type="http://schemas.openxmlformats.org/officeDocument/2006/relationships/notesSlide" Target="/ppt/notesSlides/notesSlide140.xml" Id="Rc5243c492fb249c8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6041a67dc4314" /><Relationship Type="http://schemas.openxmlformats.org/officeDocument/2006/relationships/notesSlide" Target="/ppt/notesSlides/notesSlide141.xml" Id="Rfb1463a36def4ef5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9f054c6c14189" /><Relationship Type="http://schemas.openxmlformats.org/officeDocument/2006/relationships/notesSlide" Target="/ppt/notesSlides/notesSlide142.xml" Id="R9671ced09b97467d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6b8092bfd4727" /><Relationship Type="http://schemas.openxmlformats.org/officeDocument/2006/relationships/notesSlide" Target="/ppt/notesSlides/notesSlide143.xml" Id="Re7ab6b32c4564f61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c671086a849ba" /><Relationship Type="http://schemas.openxmlformats.org/officeDocument/2006/relationships/notesSlide" Target="/ppt/notesSlides/notesSlide144.xml" Id="R7f2dc18677e847e8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02c64c09a4b9d" /><Relationship Type="http://schemas.openxmlformats.org/officeDocument/2006/relationships/notesSlide" Target="/ppt/notesSlides/notesSlide145.xml" Id="R6a16226c97e348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F7DD1-E8C7-49EB-9364-5762A78B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AGENT &amp; WORKFLOW AUTOMATION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709A3-ED79-4470-ACCC-2C9B1BBF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667125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8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8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AEBD4-34FC-4228-B4DE-4326F4E7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PR 리뷰 · 문서 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5C853-F382-4119-B1D1-56B9A3CA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GitHub · Excel · Word · PowerPoint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C3F20-2F50-4B03-B000-E99C8E24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차성재 · Agentic AI PM / AI 겸임교수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E490A-7DB8-4879-9718-C51903CA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A6870-275A-4E92-B119-D45A6293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7B7BD-F458-4C3D-B560-E16BD7C2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001</a:t>
            </a:r>
          </a:p>
        </p:txBody>
      </p:sp>
    </p:spTree>
    <p:extLst>
      <p:ext uri="{BB962C8B-B14F-4D97-AF65-F5344CB8AC3E}">
        <p14:creationId xmlns:p14="http://schemas.microsoft.com/office/powerpoint/2010/main" val="7202257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8636B-9187-4F99-8A8C-02A1C3A8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B50AA6-7F87-4988-BD3B-36A243D8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4주차 학습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7F9F8-E10A-4EE4-9EB6-25A0023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5FFC3-AA15-419C-B757-80BD2AA9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F8C29-E603-495F-A827-7346428A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002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앞선 수업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오늘의 확장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다음 주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8859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1·2주차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도구 호출·회의 기록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 가능한 입력과 파일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 서비스 통합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3주차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 리뷰 Agent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연동·테스트·사람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개인 기능 개선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문서 활용 경험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수식·템플릿·생성 코드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3시간 개인 미니 프로젝트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813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D9414-C6CA-4656-A1BF-94D3BBA2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0DE1C-1B28-48AD-ABB0-80886108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하루 시간표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B6D76-7B6B-4C0C-816D-D2921006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101BA-703B-4BE7-8DA4-E1C22E23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19F42-6FCE-4DAA-9A71-3B1B0BE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003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048000"/>
                <a:gridCol w="2286000"/>
                <a:gridCol w="5638800"/>
              </a:tblGrid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수업 시간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(쉬는 시간)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차시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함께 챙길 내용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01781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09:00–12:00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(11:30–12:00)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1·2·3차시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대상·리뷰·테스트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5089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12:00–13:00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점심시간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13시 수업 시작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101781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13:00–15:00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(14:40–15:00)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4·5차시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WBS·자동 채점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01781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15:00–18:00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(17:30–18:00)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6·7·8차시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Word·PPT·통합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마지막 30분: 휴식·Q&amp;A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9572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F985C-C7D9-4DC9-86E9-773EB17A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EC9F5-EFEE-4779-8286-B3F24FA1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실습 환경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C989F-F1F3-444C-9013-6F28819E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F3DE6-B579-40B6-A098-8965E0AF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6B6FC-5AD5-41CF-899A-88E304C1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004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필수 준비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선택 연결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07768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Python 3.12·VS Code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Notebook 커널 선택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Codex 로컬 프로젝트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07768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제공 저장소 또는 ZIP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requirements-day4.txt 설치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Code 로컬 폴더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107768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파일을 열 수 있는 도구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XLSX·DOCX·PPTX·브라우저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개인 GitHub·Google 계정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합성 데이터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고객·성적·키 미포함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계정 제한 시 로컬 경로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08886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623DF-C5CF-4D27-A916-0CF66F5C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8E69A-3162-4434-A69D-2E3E09CC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 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0C9220-72D3-4B74-A34B-741B117A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19EAE6-0869-4F7C-82D8-65CE082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7B8F34-C702-4A15-8D03-DDE37228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3FE470-159F-4263-9D86-49589114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8631F-344D-40EB-90A4-E343B2D6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pip install -r requirements-day4.txt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jupyter lab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261CF-A9DE-4F31-93B2-742D64A7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materials/day4/day4_pr_document_automation.ipynb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저장소 루트에서 실행 · 커널 확인</a:t>
            </a:r>
          </a:p>
        </p:txBody>
      </p:sp>
    </p:spTree>
    <p:extLst>
      <p:ext uri="{BB962C8B-B14F-4D97-AF65-F5344CB8AC3E}">
        <p14:creationId xmlns:p14="http://schemas.microsoft.com/office/powerpoint/2010/main" val="13403973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FC150-3EA7-40BE-BDC4-115F0A07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3A44A-3F44-4996-A2AE-66C54EE4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도구별 작업 공간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75335-92A8-43E9-8C6C-BB100CD9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D1178-BA6D-4439-A55D-FE941922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EE27D-9BA0-4BDA-9D7E-B801636F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006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도구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작업 방식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이번 수업의 용도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Codex 로컬 프로젝트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폴더·코드·터미널·diff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함수 수정과 테스트 실행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Code 로컬 환경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허용한 폴더의 파일·명령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동일 과제의 다른 구현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ChatGPT·Claude 대화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첨부한 파일·사용 가능 도구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문장·문서 초안과 비교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Python·Node 코드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정해진 입력과 규칙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계산·반복 생성·자동 검사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48470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33C351-432C-41AD-B3EE-5AB2D4BA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 /  수업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E371F-1F40-4462-9105-8452C97F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입력에서 결과 파일까지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D6B4CB-AC21-40E5-9F4E-A06C53AB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A2FE5-65EF-4629-A938-A17021AF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7B11C-11AF-4BB9-9FDA-6A54175D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CFE6C-B7F4-4706-BB64-F95EDB4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E2ABE-557D-416F-8870-06A20A9A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PR diff·제품 규칙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16D99-9CCF-4C9D-98AE-CD85D313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837AEA-8CFD-40C0-B668-943A3FAD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1472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Codex 리뷰 + 테스트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C1E4B-19E1-4361-9F47-E8A03906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3E7FC-A5A4-4634-8035-8B941E81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7687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Markdown·HTML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C4ADDE-09AA-4A10-B6FF-5E8AAD16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800350"/>
            <a:ext cx="238125" cy="3048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1C98F-D23C-4810-994A-1ABF461E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838700"/>
            <a:ext cx="238125" cy="2762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B138A-F3FA-46F1-84CB-658604F6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5737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2FB39-D0B1-44D0-8BCA-29E0C270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0502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WBS·합성 답안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1DAE8-E7A0-4A76-BAC7-DCAC5B93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6707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D95B54-D8F8-48D6-A4B6-161FFB5A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1472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Python·수식 계산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3CA40F-925B-49D6-8DD3-18CD2B7F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2922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64EA5-D325-42C0-83E9-DE81157A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47687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Excel·PPT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A50D1-9118-4E62-B771-E0584A1D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00350"/>
            <a:ext cx="238125" cy="3048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4A04F6-0DF4-4AA4-9E52-307EB43C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38700"/>
            <a:ext cx="238125" cy="2762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157DD0-17C2-4D3C-8E51-7F20879B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5737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462A68-E496-45A2-A579-C3DD5C7B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0502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경력 사실 목록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BA1326-646F-414F-990C-F5FEB948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6707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0C4F36-6849-4E5C-84FE-5E2E78E3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1472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문장 개선 + 사실 비교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6D71DB-1F76-4266-A6A2-33536B65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29225"/>
            <a:ext cx="34671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150AB0-3D8A-421E-8369-45D3BE51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476875"/>
            <a:ext cx="3124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Word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8F669D-B403-41EE-9E8F-FB6EF197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00350"/>
            <a:ext cx="238125" cy="3048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D5961-6C68-4EEC-86A1-3872B57F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38700"/>
            <a:ext cx="238125" cy="2762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17EE3A-57B1-4E2F-ADEE-662E9554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F9DE9E-064E-4E23-9DC9-E2C3A193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29125"/>
            <a:ext cx="1068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대상·수치·사실·파일 확인  /  외부 전송은 별도 사람 확인</a:t>
            </a:r>
          </a:p>
        </p:txBody>
      </p:sp>
    </p:spTree>
    <p:extLst>
      <p:ext uri="{BB962C8B-B14F-4D97-AF65-F5344CB8AC3E}">
        <p14:creationId xmlns:p14="http://schemas.microsoft.com/office/powerpoint/2010/main" val="5124325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2448A-935E-45C8-9779-AC3EFF82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1차시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7A133C-FC60-46EE-BEF3-D8AAB0A7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09:00–09:50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41597-479C-426E-AE5E-EACF99AB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PR 대상과 변경 코드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EB2EE-A244-43AC-834F-1A09B7F1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저장소·PR·commit 구분과 변경 코드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E1569-62B5-45FF-A1F9-41CC9503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12분  ·  시연 8분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71096-F25A-4BC6-9674-78188785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pr.json · changes.diff · review.html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C85E3-94AF-46B8-A9EE-D410A727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05168-1650-4B2A-97C3-31B1B6EF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05C998-46B9-4EF3-B724-810BCA81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008</a:t>
            </a:r>
          </a:p>
        </p:txBody>
      </p:sp>
    </p:spTree>
    <p:extLst>
      <p:ext uri="{BB962C8B-B14F-4D97-AF65-F5344CB8AC3E}">
        <p14:creationId xmlns:p14="http://schemas.microsoft.com/office/powerpoint/2010/main" val="9154350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C7013A-B013-4919-962D-B0DA892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2E6CE-E6D3-4D5E-9DF0-31F812E1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리뷰 결과의 목적지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B6BE6-878A-4B04-B63E-C8F5B9EF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3132D-7ACC-42EF-85C6-DF15B8D9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4815A-EE88-444A-B98F-2A6FF4EC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FB3174-D0AF-4759-A95E-F65AAF23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99A457-7C78-434C-BD89-9B821E5A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같은 코드라도 저장소와 PR이 다르면 다른 작업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commit SHA: 리뷰가 기준으로 삼은 코드 버전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좋은 리뷰 문장보다 먼저 확인할 대상 정보</a:t>
            </a:r>
          </a:p>
        </p:txBody>
      </p:sp>
    </p:spTree>
    <p:extLst>
      <p:ext uri="{BB962C8B-B14F-4D97-AF65-F5344CB8AC3E}">
        <p14:creationId xmlns:p14="http://schemas.microsoft.com/office/powerpoint/2010/main" val="8495849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EB33B-D6D7-48D5-8D0D-6C1C18D6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7479EF-24B2-47D4-9023-C7ED2E13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PR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AEBFB3-C082-4FF5-AA18-C6BEC9E0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BFE23-E9F1-41F9-B55B-4A25870B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AF2B9-D1BF-49AD-A73D-CC6B7D5F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예시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의미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Repository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training-example/checkout-demo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합성 연습 저장소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number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42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변경 묶음의 번호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head SHA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40자리 commit 식별값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리뷰 대상 코드 버전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diff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checkout.py 변경 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추가·삭제된 코드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8435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BBF6F7-0D01-4773-AB9A-13D76431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BF6DE-58AF-4119-8A81-1803682F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AI와 코드의 Role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21437B-3488-40AD-8A99-9B9BC3FB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2B90E-321F-4A21-A531-AC0DF45F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63185C-920C-44FA-B9D1-7A7A9981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작업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AI의 Role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코드의 Role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변경 코드 이해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사용자 영향 추론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경로·줄 번호 검사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리뷰 내용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설명과 수정 제안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형식·대상 일치 검사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승인 이후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판단 근거 보조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버전·중복·권한 검사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5333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6A21F-F466-48F9-9504-C2099EAD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B54E7-ABDE-4582-880B-E4B5FD99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Diff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73A02-EDA2-4011-A82C-ADBBBE2A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D6F72-1871-4B68-B754-BE58CE75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83E54-3633-4275-8B58-BE707E4F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B5AED-79EE-47B5-9E43-AA5C82DA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4546FF-963A-4093-8325-5277D2B5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return price * quantity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+ return price * quantity - coupon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C0BF1-A0C9-429A-8CCC-BDBB832B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− 삭제한 코드 / + 추가한 코드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 쿠폰 인자와 음수 결제 가능성</a:t>
            </a:r>
          </a:p>
        </p:txBody>
      </p:sp>
    </p:spTree>
    <p:extLst>
      <p:ext uri="{BB962C8B-B14F-4D97-AF65-F5344CB8AC3E}">
        <p14:creationId xmlns:p14="http://schemas.microsoft.com/office/powerpoint/2010/main" val="6428406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B8288-F32F-4534-AA70-59B09A80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08CF5-61E2-4789-819B-9675F108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입력 검증의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EA1BD-B869-4AEA-BC16-475A581D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CF370-7CBA-4B1F-A7F2-48262967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1C739-F0D2-4083-BE3A-2C891B8B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먼저 확인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그다음 확인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문제 발생 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저장소·PR 번호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예상한 대상과 일치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다른 PR 처리 중단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SHA 40자리 형식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최신 head SHA와 일치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diff 수집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파일 경로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작업 폴더 안쪽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접근 차단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변경 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리뷰 줄의 실제 존재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의견 수정 요청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55035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067C1-C814-4503-9A47-1FDA2005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D461B-909C-4DC5-8439-38580427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PR 리뷰 작업대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8F2F4-13D1-4A31-A156-9AFC06D6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40DAD-A76D-47D9-8C1E-14140429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D062C-F264-44B3-9C71-39F2E039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2ac19dff24916"/>
          <a:stretch xmlns:a="http://schemas.openxmlformats.org/drawingml/2006/main"/>
        </p:blipFill>
        <p:spPr>
          <a:xfrm xmlns:a="http://schemas.openxmlformats.org/drawingml/2006/main">
            <a:off x="855013" y="1666875"/>
            <a:ext cx="10481975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840BC-F415-4114-A26F-02819B1D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합성 PR의 변경 코드 확대 · 로컬 화면 · GitHub 게시 없음</a:t>
            </a:r>
          </a:p>
        </p:txBody>
      </p:sp>
    </p:spTree>
    <p:extLst>
      <p:ext uri="{BB962C8B-B14F-4D97-AF65-F5344CB8AC3E}">
        <p14:creationId xmlns:p14="http://schemas.microsoft.com/office/powerpoint/2010/main" val="10005080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AC9B0-D09F-4DA4-B49A-128E60BD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0C6D4-428A-4B38-AAB3-64D41C3E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합성 PR 로딩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AF145-52A1-405F-AE2E-853278E2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9BD703-E7F1-428D-831D-6FFABC27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75689-E850-4FD2-B2CD-8011B70C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6A626-2168-4DC0-AE70-7898DD10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610EBF-4C68-4AF2-95E2-BB243F80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labs.day4.pr_review_lab import 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load_fixture, validate_snapshot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snapshot = load_fixture()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validate_snapshot(snapshot,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expected_repo=snapshot["repo"], expected_pr=42)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73F98-16A9-4E40-B222-26B618EE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코드: labs/day4/pr_review_lab/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Notebook: 1차시</a:t>
            </a:r>
          </a:p>
        </p:txBody>
      </p:sp>
    </p:spTree>
    <p:extLst>
      <p:ext uri="{BB962C8B-B14F-4D97-AF65-F5344CB8AC3E}">
        <p14:creationId xmlns:p14="http://schemas.microsoft.com/office/powerpoint/2010/main" val="12352370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D87336-B28A-4473-8768-F57D1A6C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F1581-24D4-4FB2-97E7-A1B11D09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대상 정보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EEA15-4D26-4432-A392-D3F6A23B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B0A4D-A5FF-4A2D-A6B4-2B437BEF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F0FCC-B8DB-4977-A47D-82037C8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BDB45-909B-46FC-9092-A9B4D77C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8A16F-B695-41D7-8321-FDA0C0F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 1차시에서 합성 PR 로딩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1822C0-92BD-4F21-8836-3ECE8925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B41B17-8FB8-4177-99DE-349C2BDE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저장소·번호·SHA를 각각 출력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65B24E-27CE-4CC9-A74F-D7DE0CB2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67DF7-A2E2-47A7-BD0A-95556745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changes.diff와 checkout.py 변경 줄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43100-A5A0-46CD-B4B2-A40D1219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45D220-55AD-41FE-BF37-AF7CF821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labs/day4/pr_review_lab/fixtures/pr.json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D7C49-45D3-4A39-B719-EBBC4A9A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세 값의 의미를 구분하고 해당 변경 파일을 열기</a:t>
            </a:r>
          </a:p>
        </p:txBody>
      </p:sp>
    </p:spTree>
    <p:extLst>
      <p:ext uri="{BB962C8B-B14F-4D97-AF65-F5344CB8AC3E}">
        <p14:creationId xmlns:p14="http://schemas.microsoft.com/office/powerpoint/2010/main" val="4830770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2AEB69-1643-44DE-976E-7A91FB6D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717F5-0868-4481-BDFD-B93E841B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잘못된 대상의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23550F-ACAF-4AE6-854E-4D0D81F0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48B8F-2890-4141-92F2-7A0AA1B7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87837-18C2-4594-A2F9-87212A13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50EB6-5FFC-42F0-BE60-E5A3E3D9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5CB19-2262-451E-8D02-8D27E926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deepcopy로 snapshot 복사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AF6C5C-4E59-43DB-9F46-E790003D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D15A1-A835-453E-9445-B944DD24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repo를 another/repository로 변경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17CF7F-1120-4169-B7C1-4966B2B2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6C29C-950B-4AFB-98F6-8D9E0700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expected_repo를 원본으로 주고 검증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95AE7-B0E8-4BCC-9688-A1F888EB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8A12F-3B4C-4654-B008-E952E421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 · 1차시 실패 입력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BFA1E-C04E-426C-BD71-54FA4351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REPO_MISMATCH 확인 · 원본 fixture 보존</a:t>
            </a:r>
          </a:p>
        </p:txBody>
      </p:sp>
    </p:spTree>
    <p:extLst>
      <p:ext uri="{BB962C8B-B14F-4D97-AF65-F5344CB8AC3E}">
        <p14:creationId xmlns:p14="http://schemas.microsoft.com/office/powerpoint/2010/main" val="11056467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40081-3FD3-482D-A5D8-9A6910A1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D5D310-E39B-4E21-B3B1-94D995C6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다른 저장소의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C67EA-B4C8-40D0-8207-2DB332E1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414003-1DC3-4B41-83DC-0EE21D15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66C23-994D-4E5D-8ECC-1A48FC8A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7EAFF-F2BE-46EA-8BA7-47CFA34E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6601E-57A7-48C4-AC9E-4701CC91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copy import deepcopy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broken = deepcopy(snapshot)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broken["repo"] = "another/repository"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validate_snapshot(broken,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expected_repo=snapshot["repo"], expected_pr=42)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6B4982-A79B-4E0F-B07B-B4A77378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예상 오류: REPO_MISMATCH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Notebook의 예외 처리 함수로 확인</a:t>
            </a:r>
          </a:p>
        </p:txBody>
      </p:sp>
    </p:spTree>
    <p:extLst>
      <p:ext uri="{BB962C8B-B14F-4D97-AF65-F5344CB8AC3E}">
        <p14:creationId xmlns:p14="http://schemas.microsoft.com/office/powerpoint/2010/main" val="17821973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F873F-78EE-4C06-AAA7-1EA7B28A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4CB91-6923-42A6-A33E-19A4E42B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로컬 작업 폴더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417A7-E1BD-403D-83EA-1017F618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1E9C5-DA21-4754-B5F5-2CDCCB6D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163D1-FFE5-44FE-9BD7-A789C50A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24E56-D608-4104-A8AF-0BF5C90A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3445D-62DC-47F8-AF27-257C203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prepare_exercise로 새 폴더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AFF32-A70F-4FFE-A08A-E8D44EAC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3580A-50D1-4576-ADA7-4F5A4F69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checkout.py와 test_checkout.py 열기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106D69-60F4-4114-ACEB-2719A516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FFE786-6A83-4F52-8C07-9466029B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check_exercise로 현재 테스트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9469C5-43BD-449A-A514-64DC3774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911C8-F024-4426-A148-1DC3FA28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Notebook에 출력된 EXERCISE 경로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83D66-15FA-4DAB-B832-A2AB638E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4 failed, 1 passed · 기존 파일 덮어쓰기 없음</a:t>
            </a:r>
          </a:p>
        </p:txBody>
      </p:sp>
    </p:spTree>
    <p:extLst>
      <p:ext uri="{BB962C8B-B14F-4D97-AF65-F5344CB8AC3E}">
        <p14:creationId xmlns:p14="http://schemas.microsoft.com/office/powerpoint/2010/main" val="93868472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B1248-0E99-406B-882D-687A8DE9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A89B39-6211-44E7-8FF7-0A18E0FE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입력과 실행의 구분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0A5CF4-F29C-4F0F-93D9-44E523BD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04F27-1561-4444-9859-C8091912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59802-7A47-4AE0-976C-D4CA3236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취급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기본 정책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제목·설명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외부 사람이 쓴 자료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명령으로 실행하지 않음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변경 코드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검토할 자료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자동 checkout·실행 금지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수업용 checkout.py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확인된 합성 코드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로컬 테스트 실행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계정 키·고객 파일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실습 대상 아님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읽기·캡처·커밋 제외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68009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1530DA-A8CD-488E-B71A-9643E82F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9CAA-B211-4884-9CBA-154280D3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1차시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98771-BBA4-4AF7-949C-AB641F20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C2D9D-47C1-43B8-9318-D86CEE31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6164B-B4F4-4C92-B639-FCEA47BC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대상 구분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저장소·PR·SHA를 각각 설명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파일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checkout.py와 test_checkout.py 열기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실패 처리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다른 repo 입력의 차단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 출발점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 failed, 1 passed 출력 보관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395035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AF90D-77F3-48B2-B60C-8F9EA1E4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F7F43-CB48-49D6-9BDC-736BE236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API 응답의 누락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7FBE7C-4B30-4DE4-A64D-98E98E4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CE62B-AAF7-4C59-9564-0B4A4F7A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6C4E32-7B4D-4E55-8B16-9219D9F3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상황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피해야 할 처리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필요한 처리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binary 변경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없는 diff를 정상으로 간주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검토 불가 표시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페이지 수 초과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앞부분만 보고 완료 표시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범위 초과 중단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읽는 중 새 commit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서로 다른 버전 혼합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SHA 재확인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155583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70B1B-0009-4908-854A-037ACEE2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1차시 · 09:00–09:50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56FDA0-31DE-466E-8101-9B4942F5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Context의 우선순위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FE89D-78B2-4996-A0B9-289AEC74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61585-696E-4914-BB77-2E536E5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D99A0-463A-4BC4-A9B2-99B68F0C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E1BEB-EFF4-42D0-AA29-4F8E195D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E1F3B-F6B9-451D-9FB7-D61A0915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제품 규칙과 변경 목적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관련 함수·테스트·호출 위치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리뷰 범위를 넘는 자료는 제외</a:t>
            </a:r>
          </a:p>
        </p:txBody>
      </p:sp>
    </p:spTree>
    <p:extLst>
      <p:ext uri="{BB962C8B-B14F-4D97-AF65-F5344CB8AC3E}">
        <p14:creationId xmlns:p14="http://schemas.microsoft.com/office/powerpoint/2010/main" val="147618456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99BDF-C91F-4B11-8513-6549CB22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2차시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57ED-D0F7-4957-B2C7-1E4DD138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09:50–10:40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AEA64B-EB15-428E-9C91-172CF00F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리뷰 초안과 코드 수정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8470E-8F42-43C7-93D9-FC11B8A3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Codex 리뷰 요청, 결제 코드 수정, 게시 전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A6622-AE25-4DE7-9377-8D81FD2C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12분  ·  시연 8분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B38D2-64F7-4220-BFD8-6543C527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checkout.py · test_checkout.py · review.md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4B0C7-A199-4A94-9774-C387F1EB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FC27D-2BB5-4623-A26C-B1E7145C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F4C26-0941-4EC1-B989-44C2BE4B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024</a:t>
            </a:r>
          </a:p>
        </p:txBody>
      </p:sp>
    </p:spTree>
    <p:extLst>
      <p:ext uri="{BB962C8B-B14F-4D97-AF65-F5344CB8AC3E}">
        <p14:creationId xmlns:p14="http://schemas.microsoft.com/office/powerpoint/2010/main" val="12588648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41AE5-CC4C-4CE8-B493-E938AA98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529F7-F9A9-44EC-8926-5003F6EE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리뷰 의견의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7D15E-CD26-48EB-BECD-69D46C3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BEA6C-186D-4F59-B498-28233DA6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5FC55-FF67-4207-A2C7-97435285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초과 쿠폰 예시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위치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checkout.py:6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사용자 영향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결제액이 −4,000원으로 계산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재현 입력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가격 1,000 · 수량 1 · 쿠폰 5,000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최소 수정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검사 후 결제액 0원 하한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초과 쿠폰과 기존 정상 케이스 테스트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220116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5596B-2A14-4527-9412-25AE4F19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13FEF-5C75-45AA-8282-89774479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그럴듯한 의견과 유용한 의견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0BAA2-9AF3-4EC3-B897-DEEC4E11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FC81F-6FEE-4A33-A92E-9D0A84F4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4A719-A869-44B8-A901-39B59D56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비교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모호한 의견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실행 가능한 의견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예외 처리가 부족함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수량 0이 주문으로 처리됨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수정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클린 코드 적용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quantity &lt; 1 검사 추가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잘 동작하는지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ValueError 테스트 통과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84782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3BF98-0C57-482B-9BDA-95D72C60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B77F1-C83B-4F63-981C-424C96FB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추론 결과의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23C13-956D-4A54-9D51-06CD9993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77A4D-85EA-4498-80CE-F8E3CF17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AA04D0-6FC9-4D02-BC72-D3030B8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AF5BE-9BB8-4B3C-B37F-0D56AB49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76F00E-0281-4622-99E6-940394F6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모델의 설명은 가설과 제안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재현 테스트는 관찰 가능한 증거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제품 규칙은 사람이 정한 기준</a:t>
            </a:r>
          </a:p>
        </p:txBody>
      </p:sp>
    </p:spTree>
    <p:extLst>
      <p:ext uri="{BB962C8B-B14F-4D97-AF65-F5344CB8AC3E}">
        <p14:creationId xmlns:p14="http://schemas.microsoft.com/office/powerpoint/2010/main" val="164376256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B29A2-6253-4D2D-A7F0-23B9DC66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84CFD0-F675-4A17-9215-34A65C9A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리뷰 요청의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C6387-4DBA-4ABE-A0F9-78924E20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83043-4877-45A9-A845-5C22C3FF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6AFC3-F474-4780-A8C5-76D113AC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필수 자료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이번 파일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선택 이유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 규칙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review_policy.md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무엇이 버그인지 판단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구현 코드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checkout.py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어디를 바꿀지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test_checkout.py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기존 동작 보존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금지 행동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수정·게시 전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범위 확장 방지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07809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40EBB6-30A1-4192-A73A-D4F535FE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33CC5-0FBD-41AD-A95B-5D7C20C0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Codex 리뷰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C2259-7E31-4BD7-BA16-D0FD8D4D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FA5E1-DA13-48B8-B0B5-EA63B8A0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1269E-1274-47FD-AFE7-079E5ADA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9B8DA-4273-4FA2-B327-B193384A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CDA9B-4D38-46A6-8121-AB80F2B9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F7F35-91E9-4A21-9599-6AAA6DA0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review_policy.md와 내 실습 폴더의 checkout.py, test_checkout.py를 읽어 줘. 실패 입력과 사용자 영향을 먼저 설명해 줘. 파일 수정과 GitHub 게시는 아직 하지 마. 의견은 위치·재현 조건·최소 수정·관련 테스트 순서로 써 줘.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E7C4C-EFB9-4C2F-9C38-BECDE31B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4B108-5052-4767-86FE-6F36E17A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재현 입력 · 수정 범위 · 실행 여부</a:t>
            </a:r>
          </a:p>
        </p:txBody>
      </p:sp>
    </p:spTree>
    <p:extLst>
      <p:ext uri="{BB962C8B-B14F-4D97-AF65-F5344CB8AC3E}">
        <p14:creationId xmlns:p14="http://schemas.microsoft.com/office/powerpoint/2010/main" val="28031194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A3A58-449B-44E0-8B85-873A2A7F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C3005-7EF0-4174-9687-AA496801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실제 Codex 리뷰 응답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891EB9-A4E7-4925-A1BE-2F97789A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A0642-DDC3-45D3-9A1F-C840BDAB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1BC9A-64EE-43B1-B348-D2128592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030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fda5da31248bc"/>
          <a:stretch xmlns:a="http://schemas.openxmlformats.org/drawingml/2006/main"/>
        </p:blipFill>
        <p:spPr>
          <a:xfrm xmlns:a="http://schemas.openxmlformats.org/drawingml/2006/main">
            <a:off x="609600" y="1684490"/>
            <a:ext cx="10972800" cy="390812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52046-5C4E-43A8-86EB-DC2F3175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실제 CLI 응답 일부 확대 · Desktop 대화 UI 아님</a:t>
            </a:r>
          </a:p>
        </p:txBody>
      </p:sp>
    </p:spTree>
    <p:extLst>
      <p:ext uri="{BB962C8B-B14F-4D97-AF65-F5344CB8AC3E}">
        <p14:creationId xmlns:p14="http://schemas.microsoft.com/office/powerpoint/2010/main" val="29006192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72088-D0A8-4463-93CC-85DE6C79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7347F-3BCA-411F-B19C-D33AE0E6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모델 의견과 코드 근거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AC0939-262B-4A13-98D1-06720F5C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09946-C4FE-4860-A4C9-0C561E60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1221E-824F-4E6E-99A2-B69C904C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모델 응답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 확인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초과 쿠폰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−4,000원 가능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계산식과 일치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검사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수량 0·음수 거절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제품 규칙과 일치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문제 위치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checkout.py:5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계산식은 6행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실행 여부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 미실행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별도 pytest 필요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309921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47F05-5205-4C1F-9A57-4FC3CECD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CCEEF-F127-41AA-8015-FBD1D588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초과 쿠폰의 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EC4C5F-664C-4AA2-88B7-EC9B3807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8FC57-B237-4628-8966-4020471C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CE4C4-771A-4E60-872D-EE578D1B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0E50C-7ADB-4CE0-A860-14A1DCCC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CFCDE-A562-46CB-9B57-EEEB6720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checkout import checkout_total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print(checkout_total(1000, 1, 5000))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수정 전: -4000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요구사항: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C009E-6321-45CA-97F5-70DFA80D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실습 폴더 안에서 import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정상 가격·수량 계산은 유지</a:t>
            </a:r>
          </a:p>
        </p:txBody>
      </p:sp>
    </p:spTree>
    <p:extLst>
      <p:ext uri="{BB962C8B-B14F-4D97-AF65-F5344CB8AC3E}">
        <p14:creationId xmlns:p14="http://schemas.microsoft.com/office/powerpoint/2010/main" val="25102449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F69850-0FEB-467F-9F59-E1BC3F13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5B3D2-BEF2-45E0-87FF-8E9F3467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결제 입력 규칙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75335-AF7B-4C67-914A-3FF59EBB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7121E-7ED3-4FC3-9F19-FB8987CD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2EA16-7C2D-4674-84F3-5ADACDEC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허용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거절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가격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 이상의 값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음수 가격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 이상의 값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 또는 음수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쿠폰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 이상의 값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음수 쿠폰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최종 결제액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0원 이상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음수 결과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130647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99B6A6-EADC-4FF3-98AD-CECAF737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965F5-211D-40AA-92D2-9E2DCE2E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실패 테스트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5AC5E-4856-4F93-A5A5-D434C021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64580-B385-4DB9-8A22-433A300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62116-4420-49B3-B540-B0A78A2A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DBD57-C2F4-453C-9C3D-2C1F1789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5AEC8-C040-49E9-B92F-55A60B63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check_exercise 실행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5B830-85CE-4CB2-98CD-5EF8D093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7D22AA-E550-4744-B537-DD0DC179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assert의 실제값과 기대값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815D5-0E7D-4A48-BDFC-6D459996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CD18B-BF60-4AD8-BAC4-CECB4025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실패한 입력을 제품 규칙과 연결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17D12-00E3-4FA4-BD13-2678B609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926BE-12D2-45FB-85FB-4081F396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내 실습 폴더/test_checkout.py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8AB884-7A36-42CC-AC63-D87158C0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실패 네 건의 원인 구분</a:t>
            </a:r>
          </a:p>
        </p:txBody>
      </p:sp>
    </p:spTree>
    <p:extLst>
      <p:ext uri="{BB962C8B-B14F-4D97-AF65-F5344CB8AC3E}">
        <p14:creationId xmlns:p14="http://schemas.microsoft.com/office/powerpoint/2010/main" val="111763692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CF082-D92D-44D5-94D2-27A68603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9E884-6282-4009-B609-708B8E5F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결제 코드 수정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4DA3A-1A41-4AA5-AA88-192905AF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A095D-E013-4D94-AC91-67DFB937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E2BB8-4E25-4F9E-B33F-EACAD60F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693CA-6188-4213-B0D4-A5CB5F39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32718-4765-42C5-98E5-AB08E0A9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가격·수량·쿠폰 입력 검사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7E7B7-23C7-4205-A8C6-069EAEC9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CCEEB-F4E5-4643-BA43-9C6C5DA4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음수 결제액을 0으로 제한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401DD1-4B97-4E36-AE62-84A320BD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EE969-D93F-4E1B-845C-5E049D18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같은 테스트 명령으로 재실행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2D343-3E29-4DA0-9350-DDB551A2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DE5BFA-32FE-4155-BC79-782E302F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내 실습 폴더/checkout.py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503516-B57B-4459-94A1-A7150C30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5 passed · 테스트 기대값 변경 금지</a:t>
            </a:r>
          </a:p>
        </p:txBody>
      </p:sp>
    </p:spTree>
    <p:extLst>
      <p:ext uri="{BB962C8B-B14F-4D97-AF65-F5344CB8AC3E}">
        <p14:creationId xmlns:p14="http://schemas.microsoft.com/office/powerpoint/2010/main" val="56560675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39F08-2583-4644-BE2B-9CAC9E52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5E7BEC-CF6E-4331-84D2-191A5AD9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최소 수정 예시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1C2EF-CCE6-4503-95F7-BEDE5475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62907-DF83-4675-9003-A4E89E1C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2AA72-1C4D-4BCF-B954-D861AF35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1643D-0E4D-4E51-B993-FAAAAA37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5E91A8-D9A7-42ED-9875-A1A57E67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price &lt; 0 or quantity &lt; 1 or coupon &lt; 0: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raise ValueError("INVALID_CHECKOUT_INPUT")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return max(0, price * quantity - coupon)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AD9AA-3F39-4BBD-9E14-24FB7E66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기존 함수 안의 수정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정상 입력 + 초과 쿠폰 + 잘못된 입력</a:t>
            </a:r>
          </a:p>
        </p:txBody>
      </p:sp>
    </p:spTree>
    <p:extLst>
      <p:ext uri="{BB962C8B-B14F-4D97-AF65-F5344CB8AC3E}">
        <p14:creationId xmlns:p14="http://schemas.microsoft.com/office/powerpoint/2010/main" val="166957593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A00C29-186E-4B46-A109-D272EE07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7B11F-B7F6-469B-8023-B1249405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수정 Diff의 재검토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5FDA2-0295-422D-9FAB-DEC6E475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CBEE4-2CEA-4613-B465-1605F253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AD0EB-151B-4289-B7C0-AA0C3E3E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9415A-324E-4A62-B572-81B30C8A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CB8DF4-6313-4A86-922F-E1FEF7FA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32B2C-1250-4144-AE05-FA76152E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내가 수정한 checkout.py의 diff를 리뷰해 줘. 정상 쿠폰 계산이 유지되는지, 잘못된 입력이 거절되는지, 테스트를 약하게 바꾸지 않았는지 확인해 줘. 불필요한 라이브러리와 추상화는 추가하지 마.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169A8-4FA0-4A8E-B656-1581A231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02C52-214B-4C63-A43E-2ABCAC96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기존 기능 · 입력 오류 · 테스트 보존</a:t>
            </a:r>
          </a:p>
        </p:txBody>
      </p:sp>
    </p:spTree>
    <p:extLst>
      <p:ext uri="{BB962C8B-B14F-4D97-AF65-F5344CB8AC3E}">
        <p14:creationId xmlns:p14="http://schemas.microsoft.com/office/powerpoint/2010/main" val="46132523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A109B3-3AB5-4E2A-A946-F9B3CC22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7743F-B8B1-4039-A190-AA66D555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승인의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C2BC2-C909-407A-95D2-C3AB3038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699AF-2A52-46F1-B1A1-A8A9C727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CB6B0B-6258-4263-B6CB-A3908E1F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대상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고정할 값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어디에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저장소와 PR 번호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어떤 코드에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head SHA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어떤 내용을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리뷰 본문의 해시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누가 확인했는지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검토자 식별값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64914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18DBF0-0B38-470C-A208-E740FAB4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E025-D3EA-4A31-945C-30FE87BC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게시 전 미리보기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1CE14-0C71-49F7-A739-8D6A7B86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0DCCB2-BEA4-400B-9767-09B264D0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DF443-DCB4-4DC0-B9FF-D6AAD1EB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A6842-FFC3-4838-A016-2B97DE75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74600F-3BC7-44AE-BCBE-21554451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approval = approve_preview(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snapshot, review,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approved=True, reviewer="student")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preview = preview_publication(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snapshot, review, approval,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current_head_sha=snapshot["head_sha"])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6D1F6-7431-4224-ACC3-F4830767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본문을 읽은 뒤 approved=True 선택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PREVIEW_ONLY · 원격 게시 없음</a:t>
            </a:r>
          </a:p>
        </p:txBody>
      </p:sp>
    </p:spTree>
    <p:extLst>
      <p:ext uri="{BB962C8B-B14F-4D97-AF65-F5344CB8AC3E}">
        <p14:creationId xmlns:p14="http://schemas.microsoft.com/office/powerpoint/2010/main" val="55830782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A2397-81D2-421A-B47A-1BE60051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C197D4-FE38-4E44-91E0-907D3B5D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2차시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D2FC8-CD63-498D-89F2-BC7B6A2D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23036-8A08-4D03-A2F8-4662BDE5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16632-8296-4967-8B0E-58D8C32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수정 결과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 passed · 변경 diff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리뷰 문서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재현 조건과 최소 수정 포함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게시 구분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preview는 전송 기록이 아님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 검토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초안의 내용과 대상을 직접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586945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CC396D-D072-4CF4-A5B1-C6AF5786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5991D-C998-4532-90CE-539360EE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리뷰 품질 평가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D1E79-3CF5-4158-BB63-5034C527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347CF-7959-4B49-B7B6-6148C9A7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C6803-8EC8-4653-8C5C-E346DEEC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기준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좋은 상태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나쁜 상태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정확성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재현 가능한 결함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없는 문제의 지적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관련성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이번 변경의 영향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전체 구조 재작성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실행 가능성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작은 수정과 테스트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추상적 개선 요구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노이즈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중요한 의견만 유지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유사 의견의 반복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602923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8DE97-9078-45CE-823E-0DD127E4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2차시 · 09:50–10:40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2A7C28-24E4-41AF-9A1E-413B1390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금액 처리의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D51D5-A6B5-454D-B3D6-AE2535F0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DDF9A-914A-48E0-81E7-726C7818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40D16F-C4F5-4FF4-B5D8-17710A2E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600EB-AA9D-48AF-8F47-B5C16BFA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A5097-DB2C-4DCF-97B1-0AD9753C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정수 단위 또는 Decimal의 명시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반올림·세금·할인 순서의 제품 규칙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데이터형과 최대 금액의 추가 테스트</a:t>
            </a:r>
          </a:p>
        </p:txBody>
      </p:sp>
    </p:spTree>
    <p:extLst>
      <p:ext uri="{BB962C8B-B14F-4D97-AF65-F5344CB8AC3E}">
        <p14:creationId xmlns:p14="http://schemas.microsoft.com/office/powerpoint/2010/main" val="3423908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9BF42-B2C4-436A-83FD-8CEE0B92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3차시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42F43-7227-4136-99A8-2E32CC2B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10:40–11:30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84144-0AE1-4770-8F98-00D54F9E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테스트와 GitHub 연동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E9A4CB-67DD-4A6D-916E-EFF2AB7E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실패 테스트 복구와 CI·재실행 안전 설계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6F1CB-DA0C-478D-8DB9-0F38BD4B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12분  ·  시연 8분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79CDF1-77B0-4805-9677-86FCEB7E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workflow.yml · publication_preview.json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0EA4E-880E-400C-B333-6738BBBB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151FF-1FFA-4F19-984B-8E78057E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EE0C4-B0CB-4E04-B7F5-5326D586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043</a:t>
            </a:r>
          </a:p>
        </p:txBody>
      </p:sp>
    </p:spTree>
    <p:extLst>
      <p:ext uri="{BB962C8B-B14F-4D97-AF65-F5344CB8AC3E}">
        <p14:creationId xmlns:p14="http://schemas.microsoft.com/office/powerpoint/2010/main" val="55061017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EA674-0984-454B-8F05-14FFBD8D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E0F84-28B8-416C-AEF8-E274A6D6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자동 검사와 AI 리뷰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3767F-889C-4FBA-BE79-060087F6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37C4A-D693-4222-8992-A6AE4AB7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B9195-354E-4E4B-A5B2-08467325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구분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자동 검사·CI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AI 리뷰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질문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정한 규칙을 통과하는가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놓친 위험이 있는가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결과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명확한 pass/fail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설명과 판단 보조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반복 실행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같은 조건의 재현성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출력의 변동 가능성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최종 결정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 증거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사람의 merge 판단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270427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E7F87-3E2F-46CA-9C0F-1C1BF592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5DB19-4EBC-45A0-9764-792A5914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GitHub 연동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8A893-5CE4-4C31-9639-0FBF3587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AB3B86-1A34-4E9E-A51F-6B800035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211D2-B961-448E-9E9F-215B49B7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순서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작업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이번 기본 실습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정보·diff 읽기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합성 PR / 선택 공개 PR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2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리뷰와 테스트 준비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로컬 파일·pytest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게시 내용·대상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 확인 미리보기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외부 전달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기본 경로에서 미실행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85640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6773B8-C483-42C7-A3E8-4FEC4AC0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EB098-27FD-42C1-B99A-DAEF8DC0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재실행의 두 가지 위험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A45535-80D9-4639-AEA3-F6114CB2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E4D13-40B1-4EC2-BBD9-3AC794CE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424D2-F947-45C9-90FB-2FEA3C93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FFED7-8EF8-4C2D-9571-0B6063E8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653AA-D522-4312-AB22-47E19D04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리뷰 이후 코드가 바뀌는 상황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네트워크 재시도로 같은 의견을 두 번 쓰는 상황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 버전 확인과 중복 확인의 별도 처리</a:t>
            </a:r>
          </a:p>
        </p:txBody>
      </p:sp>
    </p:spTree>
    <p:extLst>
      <p:ext uri="{BB962C8B-B14F-4D97-AF65-F5344CB8AC3E}">
        <p14:creationId xmlns:p14="http://schemas.microsoft.com/office/powerpoint/2010/main" val="190428676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47A98-52E4-4A84-BEC1-E2D70C25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857718-26DC-4E0D-85E5-40AD31B6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통과 테스트의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C8CC6-7E20-4A3B-9FC5-3A8DD24A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07EA3-C9EF-4224-89C2-1F587CAF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F9C02-0D0C-4B51-ABEF-94CE3AC0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18C05-9C09-4586-8178-FD83885D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9AACB-998B-48E0-BC53-CAA0A833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result = check_exercise(ROOT, EXERCISE)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print(result["status"])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print(result["output"])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1E6DD-9031-4349-B2DF-5F516B11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수정 완료 후: PASSED / 5 passed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EXERCISE는 Notebook이 만든 실습 폴더</a:t>
            </a:r>
          </a:p>
        </p:txBody>
      </p:sp>
    </p:spTree>
    <p:extLst>
      <p:ext uri="{BB962C8B-B14F-4D97-AF65-F5344CB8AC3E}">
        <p14:creationId xmlns:p14="http://schemas.microsoft.com/office/powerpoint/2010/main" val="284767192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9494D-44AE-4482-8B42-85597A23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A5214-8968-4A3D-8493-F7C5B11D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참고 구현의 테스트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B78AC-960C-49A8-BCD6-0770EB7B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BCB69-08E5-4331-B43E-D47F18D3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604A3-9346-4017-AEEE-103B199E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5868080f5488d"/>
          <a:stretch xmlns:a="http://schemas.openxmlformats.org/drawingml/2006/main"/>
        </p:blipFill>
        <p:spPr>
          <a:xfrm xmlns:a="http://schemas.openxmlformats.org/drawingml/2006/main">
            <a:off x="609600" y="3128790"/>
            <a:ext cx="10972800" cy="101952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8636A-603B-4C99-9FBC-27172A07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실행 Notebook의 출력 확대 · 별도 참고 구현 5 passed</a:t>
            </a:r>
          </a:p>
        </p:txBody>
      </p:sp>
    </p:spTree>
    <p:extLst>
      <p:ext uri="{BB962C8B-B14F-4D97-AF65-F5344CB8AC3E}">
        <p14:creationId xmlns:p14="http://schemas.microsoft.com/office/powerpoint/2010/main" val="16581448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AD9C3-8646-4EF5-97F3-76701D79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9177D-2F33-435D-B62B-1979D6A9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Actions의 최소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220FA1-3149-4CDC-8C37-60217352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1F893-7819-46B3-B6B0-EF8BC79C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6BCAF-F39C-40F8-BD47-2FEEB082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A2810-398C-4C95-BBF1-D3F99A3A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0D977-8C3C-4637-8123-ACD368F9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on: [pull_request]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permissions: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contents: read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jobs: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test: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runs-on: ubuntu-latest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steps: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# 제공 템플릿의 checkout·setup 단계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- run: python -m pytest -q exercise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6E4228-0DBC-4F23-933F-832073F5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전체 파일: templates/workflow.yml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축약 설명 · 실행은 완전한 템플릿 사용</a:t>
            </a:r>
          </a:p>
        </p:txBody>
      </p:sp>
    </p:spTree>
    <p:extLst>
      <p:ext uri="{BB962C8B-B14F-4D97-AF65-F5344CB8AC3E}">
        <p14:creationId xmlns:p14="http://schemas.microsoft.com/office/powerpoint/2010/main" val="112655813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01E6E-9DC6-4B0C-8B26-D5E81631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094067-98F2-45F0-AED4-B829265B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권한의 최소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8ED72F-977B-43F1-8593-29266BC0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6BCFF-E671-46FE-B96D-F0D7E4F8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35CE0-ED51-417E-8D7C-2592E2F2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필요 기능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필요 권한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이번 선택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 읽기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contents: read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허용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 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로컬·CI runner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허용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댓글 쓰기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추가 쓰기 권한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기본 제외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자동 merge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저장소 변경 권한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금지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706074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474EC-5C7D-4755-A60F-17713405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32810-C1EC-4BD6-B57D-63E9097F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테스트 한 건 추가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EB5E3-9874-46B7-A83E-B8127C4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0FCFF-A4A9-4A94-9EED-84868D2D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82DB5-B8D4-4E79-AED2-77E1CDFD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802DA-EF99-43CC-AAE5-000D15C0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61E38-4050-4878-8B1A-8F0362C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기존 정상 쿠폰 테스트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02C91-2BA3-48B5-84E0-A499D6D3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77358-16F9-47C6-92F1-C5DB1358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본인이 고른 입력 한 가지 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6FB1C-6DA4-462C-9F76-FCD780CB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54DEE-86C3-45D8-A2CD-E13FF9C2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실패 조건과 통과 조건을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8DA94-7ECD-4B18-90A3-C87D3447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3A3AF-201E-4357-BF0C-AD39C0FB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내 실습 폴더/test_checkout.py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F7228C-0FED-44AE-B1CF-475A8640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단순 실행 외에 테스트 코드 직접 작성</a:t>
            </a:r>
          </a:p>
        </p:txBody>
      </p:sp>
    </p:spTree>
    <p:extLst>
      <p:ext uri="{BB962C8B-B14F-4D97-AF65-F5344CB8AC3E}">
        <p14:creationId xmlns:p14="http://schemas.microsoft.com/office/powerpoint/2010/main" val="103426134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E98985-D4A9-4A24-9196-A8D7B807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F9D6B-A0AA-4A2D-8617-EB4A674D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CI 파일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094A3-3942-40C0-8D8E-17297245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013F5-CB5C-458F-9D07-38692B9B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7BF42-915D-487B-8429-C55B09EB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94E5E-5477-43CC-BC79-A993F9CE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0DC9EA-E7B6-45D2-9CE9-DF88DCC1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workflow.yml을 별도 연습 폴더로 복사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D3107-61D4-481E-8A09-9F12078B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1BA764-E746-4EB9-A081-4C40467D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trigger·permissions·pytest 단계 찾기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CDB6C-5426-4EF5-B5C4-59485BF0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E9C5C1-276C-45BE-9405-A0B5DD5D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내 exercise 경로와 실행 명령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C187FF-6F5B-4814-8D80-B67CEDA5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2296C-9D8C-45CF-9BBF-013C4149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labs/day4/pr_review_lab/templates/workflow.yml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B40DF-0A15-48D9-9914-18DD9DB9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전체 YAML과 실제 폴더 경로의 일치</a:t>
            </a:r>
          </a:p>
        </p:txBody>
      </p:sp>
    </p:spTree>
    <p:extLst>
      <p:ext uri="{BB962C8B-B14F-4D97-AF65-F5344CB8AC3E}">
        <p14:creationId xmlns:p14="http://schemas.microsoft.com/office/powerpoint/2010/main" val="200829697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5E5366-998C-4394-9E99-00DBC95C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D701C8-B9D8-45E8-B233-A7153A58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오래된 코드의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DFD69-30A8-4390-B92A-8F6D8F24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8E9D0-A56B-4D26-9F2F-3585F7E0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513DF7-B250-45A4-9B93-64B83BEF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021CC-688E-4181-BF79-19A93191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A48EE-CC8D-4E4F-9131-B493C2D1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preview_publication(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snapshot, review, simulated_approval,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current_head_sha="3" * 40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EE1BD-94F7-415A-A52A-9D29F0C3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예상 결과: STALE_HEAD_SHA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 3차시 expected_failure 셀 사용</a:t>
            </a:r>
          </a:p>
        </p:txBody>
      </p:sp>
    </p:spTree>
    <p:extLst>
      <p:ext uri="{BB962C8B-B14F-4D97-AF65-F5344CB8AC3E}">
        <p14:creationId xmlns:p14="http://schemas.microsoft.com/office/powerpoint/2010/main" val="17148217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22CC91-BFA9-444B-BB7F-8D6E0081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E1AD0-7CD6-4A12-872B-92E161BC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중복 리뷰의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C1C60-9B84-473E-9B32-332AB968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496471-8C2C-4DD1-9A0C-3FE732CD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1A838-BB19-477A-93D9-76843982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456B1-2969-4EA5-B898-4E248F82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D0CC8-1D63-479B-BCC6-2C3DB8A6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같은 리뷰 표식으로 이력 구성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D9035-7573-4643-965B-A91F41F4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ED405F-184C-4A11-A902-01C4CC45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 중복 검사 셀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569AF-8E06-4EFC-A54B-6AB649EE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1340F-6510-4B06-9BBE-FAB7AF15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 리뷰와 재전송 상황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A08688-C7C0-479D-9688-EE127D06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645F04-6D77-4100-A168-B1B7E3F0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 · 3차시 안전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84E9DD-01CA-4136-8ADA-6875AC25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DUPLICATE_REVIEW · 두 번째 전송 없음</a:t>
            </a:r>
          </a:p>
        </p:txBody>
      </p:sp>
    </p:spTree>
    <p:extLst>
      <p:ext uri="{BB962C8B-B14F-4D97-AF65-F5344CB8AC3E}">
        <p14:creationId xmlns:p14="http://schemas.microsoft.com/office/powerpoint/2010/main" val="59024342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265F6-E85D-4C3A-8966-24B70AC8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8E3A0-FC87-4FEA-86D0-303F579F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GitHub 연결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2F7FA-343E-4E59-9C1D-E3E90574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BEE88-2930-411E-BF1F-E88217F4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44A94-0837-47F6-A3F6-77417A54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3F686-A5ED-4E01-80D5-904F2481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D3137-F26A-4716-B1D0-CF755A00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2E8C6-186D-4119-A070-3C860525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내 개인 연습 저장소에서만 진행해 줘. 변경 파일과 테스트 결과를 정리하고 PR 설명 초안을 만들어 줘. push와 PR 생성은 대상 저장소·브랜치·공개 범위를 보여 준 뒤 내 확인을 기다려 줘. merge는 하지 마.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CE1CF-828E-4696-A91B-AE1ACCA4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7E3AE2-39FD-4DE8-94C8-37A74E87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저장소 · 브랜치 · diff · 테스트 결과</a:t>
            </a:r>
          </a:p>
        </p:txBody>
      </p:sp>
    </p:spTree>
    <p:extLst>
      <p:ext uri="{BB962C8B-B14F-4D97-AF65-F5344CB8AC3E}">
        <p14:creationId xmlns:p14="http://schemas.microsoft.com/office/powerpoint/2010/main" val="664356036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B38FE-895A-4BCC-AB9F-CF6E5480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B20B0-AA0E-4259-8F91-860E24A7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개인 PR의 확인 위치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76569-BC1B-4F1B-B85B-98AB20E7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632907-D246-4A84-BFFF-F559EF24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E9917-11D0-491A-9EB4-389AB13F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화면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내용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Files changed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의도한 파일만 변경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Checks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같은 테스트 명령의 통과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Conversation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목적·수정 범위·주의점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Merge 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사람의 최종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815525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11D58D-E5C1-40B7-ACD0-AB30F614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AE7A1-DDFE-4C6D-9BDE-7094261E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3차시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05ABA-A53D-48EA-92E7-F06FC056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CDD887-EB9B-4BFF-BEB7-5F317572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7BFDF-C9E0-4558-9397-149A19AD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057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내가 추가한 테스트 포함 통과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CI 파일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경로·권한·실행 명령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버전 변경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STALE_HEAD_SHA 차단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재실행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DUPLICATE_REVIEW 차단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6667232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D8F5F-9141-4024-80B2-52BDCF4F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8A176-4A90-4243-A8A8-3C593DEA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운영 확장 · 네트워크 오류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D49D5-A570-4DAC-A9B0-A41DA410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9325F-63ED-4B15-878E-FA08D966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CA33B9-329A-4EA9-8028-158E47F2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응답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처리 방향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401·403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인증·권한·요청 제한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429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제한 확인 후 정해진 횟수만 대기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5xx·timeout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읽기는 제한 재시도, 쓰기는 이력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알 수 없는 전송 결과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재전송 전에 실제 게시 이력 조회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728948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B170D-D557-4545-975E-D1DDA974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3차시 · 10:40–11:30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61E67-C74B-4A9B-AE7B-34A3F3A1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CI의 공급망 위험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C0CE4-AC76-4875-81C0-CE30857C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55DFE-71BA-4EC0-9660-DC1EB62C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BE7D5-AF2F-4DB5-930A-60FC967B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43AC2-91D5-4DFD-BD0A-6D23349D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96F3E-FF1F-47EC-AC2E-58D8C52E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Action 버전을 전체 commit SHA로 고정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PR에서 온 스크립트와 secret의 분리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검사 도구 업데이트도 변경 이력으로 관리</a:t>
            </a:r>
          </a:p>
        </p:txBody>
      </p:sp>
    </p:spTree>
    <p:extLst>
      <p:ext uri="{BB962C8B-B14F-4D97-AF65-F5344CB8AC3E}">
        <p14:creationId xmlns:p14="http://schemas.microsoft.com/office/powerpoint/2010/main" val="795511895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3AE57C-57DD-4D56-B8E3-BD71ED61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오전 수업 종료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C65CB5-7512-44B6-8D24-0CB320D1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쉬는 시간 · 점심시간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EFC68-9364-47AF-AFC0-F99A0945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B6B73-6710-43DC-9395-DA39D2A8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6D6D1-5029-47EA-A896-2DED6483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01AC5A-C091-4EAF-AE01-D6E6F4C3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5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11:30–13:00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3B8E0-0A74-4F2B-9C20-35223228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쉬는 시간 11:30–12:00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점심시간 12:00–13:00</a:t>
            </a:r>
          </a:p>
        </p:txBody>
      </p:sp>
    </p:spTree>
    <p:extLst>
      <p:ext uri="{BB962C8B-B14F-4D97-AF65-F5344CB8AC3E}">
        <p14:creationId xmlns:p14="http://schemas.microsoft.com/office/powerpoint/2010/main" val="37504631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388BE-5F30-4724-871B-C5E2EAE4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4차시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04C422-BC7D-45BB-BD9B-DD56F61B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13:00–13:50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3CE98-54C1-4A47-9484-4B5771A1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Excel WBS와 간트 차트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367F01-5D94-4A06-B702-A01BE623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입력·수식·조건부서식으로 작동하는 일정표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250E3-9770-4097-8DD5-C847DFB1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12분  ·  시연 8분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73ABFA-911E-4898-9F14-B62E593F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wbs_tasks.json · WBS_Gantt.xlsx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03E55-EE69-4F77-9B44-9461BDF8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CED01-B739-4F13-9297-BCC98CDB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90FE6-B2F9-4ABF-B373-DDD79AAE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061</a:t>
            </a:r>
          </a:p>
        </p:txBody>
      </p:sp>
    </p:spTree>
    <p:extLst>
      <p:ext uri="{BB962C8B-B14F-4D97-AF65-F5344CB8AC3E}">
        <p14:creationId xmlns:p14="http://schemas.microsoft.com/office/powerpoint/2010/main" val="1436106968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D4E24-E279-4491-9DD4-578B25AD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101675-F0E6-464A-8A65-021585A7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일정 데이터와 간트 차트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7F87C-3A10-4C7A-A06C-2611461F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2711F-E3F8-4719-8719-390F6646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A19C4-2D81-4B1C-AE4C-D0252E86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062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91de65560f4d99"/>
          <a:stretch xmlns:a="http://schemas.openxmlformats.org/drawingml/2006/main"/>
        </p:blipFill>
        <p:spPr>
          <a:xfrm xmlns:a="http://schemas.openxmlformats.org/drawingml/2006/main">
            <a:off x="938630" y="1666875"/>
            <a:ext cx="10314740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DE240-19FD-44B2-A229-FF7AEFA5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WBS_Gantt.xlsx · 날짜·진척률에 반응하는 조건부서식</a:t>
            </a:r>
          </a:p>
        </p:txBody>
      </p:sp>
    </p:spTree>
    <p:extLst>
      <p:ext uri="{BB962C8B-B14F-4D97-AF65-F5344CB8AC3E}">
        <p14:creationId xmlns:p14="http://schemas.microsoft.com/office/powerpoint/2010/main" val="991781361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50FAA-56D6-4832-8228-1D135AFC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3ADFE-EEBE-4CCA-9CDB-E8F6A921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WBS의 최소 단위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47054-F0EE-4AE0-84E8-24B84A2D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23C23-A076-489E-8E88-E527A108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AC4005-0356-4678-8E23-2DA110B7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예시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용도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diff 수집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끝낼 작업의 범위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Role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Backend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 담당 역할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시작·종료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09/16–09/18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기간 계산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선행 ID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W01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먼저 끝나야 할 업무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진척률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0.8 → 80%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현재 진행 정도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5158045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AB4840-CC46-4855-95F2-5A167F19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AE091-4F5D-4204-A8E6-74EC0BAE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AI 초안과 계산의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14AD5-804A-4414-994A-A17DEED6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9C40D-DB7A-49FD-A161-F789B83B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F7147-1A7E-47FA-8981-8CA042C8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일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AI 도움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코드·수식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 분해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누락 후보와 순서 제안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필수 열·ID 검사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일정 산정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가정과 위험 설명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업무일 계산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상태 표시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지연 원인 문장 초안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날짜·진척률 조건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보고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읽기 쉬운 설명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같은 입력의 수치 재사용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6811355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19B00C-801D-4966-A585-CEFBA6FD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7B3FA-0E68-48E9-BFDA-C868D808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업무일 계산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72C77-16BC-4D02-A1FC-62F9400F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56B52-FDD4-498A-9559-2D75DD3B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2ABF5-D499-4439-BA48-53080E73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225BE-2A41-4FA7-9DF4-F9AF1D88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0589D1-94BB-4FEA-A20C-AC380AFF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=NETWORKDAYS(D9,E9)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시작일과 종료일 포함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토요일·일요일 제외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공휴일 목록은 별도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398FA6-F3FF-41D3-947C-935F6355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H열: 업무일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샘플: 대한민국 공휴일 미반영</a:t>
            </a:r>
          </a:p>
        </p:txBody>
      </p:sp>
    </p:spTree>
    <p:extLst>
      <p:ext uri="{BB962C8B-B14F-4D97-AF65-F5344CB8AC3E}">
        <p14:creationId xmlns:p14="http://schemas.microsoft.com/office/powerpoint/2010/main" val="796752244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728867-69DD-4ED4-A492-1208AAB7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08615-AAD3-4093-952F-2D766842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셀 참조의 방향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ACA81-FBB5-48A0-B7B9-E9EFC2A0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3593D-9E47-4B6E-8AD6-CA1C2398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2D933-B1C9-445B-AD7E-4178E98F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참조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고정되는 부분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간트에서의 역할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L$8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날짜가 있는 8행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가로 이동 시 다음 날짜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$D9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시작일 D열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세로 이동 시 다음 업무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$E9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종료일 E열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업무별 기간 비교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$B$4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기준일 셀 전체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모든 업무의 같은 기준일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430172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FC0B90-DA7B-4334-BDF9-1DBCFA44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453CD-00F9-4981-B2D8-AC4F6A2E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간트 표시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F630A-A206-4271-AFCA-57FDF00B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D41AD-6CA4-4864-BD35-C62C8B14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275E9-C666-49D6-ABD5-C90F515F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332F84-FF65-47F2-892A-4377EC35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E1AE3-3F93-41E2-8200-9FD09867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=AND(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L$8 &gt;= $D9,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L$8 &lt;= $E9,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WEEKDAY(L$8,2) &lt; 6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0A415-9958-42F4-9F9E-AC937FBB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기간 안쪽 + 평일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실제 파일은 입력 검증·상태 조건도 포함</a:t>
            </a:r>
          </a:p>
        </p:txBody>
      </p:sp>
    </p:spTree>
    <p:extLst>
      <p:ext uri="{BB962C8B-B14F-4D97-AF65-F5344CB8AC3E}">
        <p14:creationId xmlns:p14="http://schemas.microsoft.com/office/powerpoint/2010/main" val="2144428232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B4848A-F681-4D52-ACFB-E43C3022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F0A3F-03CA-477B-8FF6-8459D336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입력 열과 계산 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6CFB9-AE77-4141-92DA-8803BBF5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A8035-7EF2-4D2E-B0B1-F3D7A175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54A32-EE98-4612-A1B8-097838FF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020e33034249f2"/>
          <a:stretch xmlns:a="http://schemas.openxmlformats.org/drawingml/2006/main"/>
        </p:blipFill>
        <p:spPr>
          <a:xfrm xmlns:a="http://schemas.openxmlformats.org/drawingml/2006/main">
            <a:off x="609600" y="2111929"/>
            <a:ext cx="10972800" cy="305324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12DCA4-EC3B-4E8B-A941-B4E2DAF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입력 A:F 확대 · 전체 파일의 계산 H:K · 간트 L:AM</a:t>
            </a:r>
          </a:p>
        </p:txBody>
      </p:sp>
    </p:spTree>
    <p:extLst>
      <p:ext uri="{BB962C8B-B14F-4D97-AF65-F5344CB8AC3E}">
        <p14:creationId xmlns:p14="http://schemas.microsoft.com/office/powerpoint/2010/main" val="98087836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CD367-0973-4F09-9C39-C7AD3615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E1CFA-158B-4897-84FD-4CAC5438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WBS 데이터 로딩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09C47-0E99-4CF9-A83E-FAD3BBED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4889A-2C25-448E-814B-2D84219D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9B927-ED23-4F28-BAFC-FA957AC3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A0E2E4-89C1-4805-85B8-3EFACEF2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F9FB89-207B-4346-991B-407E9796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labs.day4.office_lab.sheets.student_excel import 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load_sample, calculate_wbs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tasks = load_sample("wbs_tasks.json")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rows = calculate_wbs(tasks, "2026-09-25")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3651E-D76A-4A88-B1C2-A9E53068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 4차시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원본 JSON 대신 복사본 수정</a:t>
            </a:r>
          </a:p>
        </p:txBody>
      </p:sp>
    </p:spTree>
    <p:extLst>
      <p:ext uri="{BB962C8B-B14F-4D97-AF65-F5344CB8AC3E}">
        <p14:creationId xmlns:p14="http://schemas.microsoft.com/office/powerpoint/2010/main" val="612839100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3850F9-5D86-4A35-B60B-479424EC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C15FE-8337-4468-AE4B-02766CE0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진척률 변경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CACDC-A1DE-4CDC-8908-61EF8230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300A8-7C08-43C7-9C6A-EA9A8C26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E9852-9735-4D3E-B5C2-D2101BF8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D904E-FE3C-4B92-8063-26136CC2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34B0F-E058-440E-8489-78842CD2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W04의 progress를 0.8에서 1로 변경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1F8E6-A1AD-427A-87BE-AA8DB5AC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ECC3E-63D4-4915-B0A9-10C8795D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calculate_wbs 다시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930B9-2ED5-4F03-8CE7-40FC4AAF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A02D6-595F-44D6-83A8-8D8DDE20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 XLSX 복사본을 생성해 열기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00722-7D99-4E99-9427-327A38D2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91A994-DEFE-4469-94E6-494B467A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wbs_tasks.json → 내 WBS 복사본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9776BF-8702-42EF-98B1-2716EF44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W04 지연 → 완료 · 완료 개수 변화</a:t>
            </a:r>
          </a:p>
        </p:txBody>
      </p:sp>
    </p:spTree>
    <p:extLst>
      <p:ext uri="{BB962C8B-B14F-4D97-AF65-F5344CB8AC3E}">
        <p14:creationId xmlns:p14="http://schemas.microsoft.com/office/powerpoint/2010/main" val="210937132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315B7-5050-4A33-A327-181F1DE0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3C114-9B2E-4B8E-B194-28C36904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일정 변경과 차트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13801-3BD1-4601-95C2-F57134CF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90F580-5E10-449B-AAA2-DE8CC20E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69654-606B-44B7-A45B-1D89C075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C94E1-47E0-4064-97D9-E48806E6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2EF9E-E948-4AE0-A6FA-9F3DDC67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 복사본에서 B4 기준일 변경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A135C2-01B6-4E78-A5DC-9146CA25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0D7CD9-CFBA-4E30-B8A8-AE05374C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D:E 시작·종료일 변경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6799-CD4B-4DF9-AF4A-05B79EF0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96116F-BE03-48C3-8CBB-CDC9DCCA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I 상태와 L:AM 간트 이동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4AB27-1AFB-4B29-8A8B-F38AF51F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4896B-E849-415D-8A19-EA27136B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WBS_Gantt.xlsx · 복사본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B735D4-D07D-45AD-B165-AD4954A4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입력 변화와 차트 변화의 일치</a:t>
            </a:r>
          </a:p>
        </p:txBody>
      </p:sp>
    </p:spTree>
    <p:extLst>
      <p:ext uri="{BB962C8B-B14F-4D97-AF65-F5344CB8AC3E}">
        <p14:creationId xmlns:p14="http://schemas.microsoft.com/office/powerpoint/2010/main" val="1772421216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BDDD08-9191-488C-9762-DD0E225B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B4067-840F-4376-9E3C-D5381F2C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선행 일정의 오류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8F13D-E40F-4A30-8079-8394841E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0EAE2-37E2-452D-A781-DE8BCAEC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32DFD8-D317-4CA7-9575-1F6738D7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10431-239B-4CA6-B31B-B00979BD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F9D062-FC9D-42FC-AD7B-E895F4ED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업무의 시작일을 선행 종료일 이전으로 변경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498A5-3BF2-4A56-BCA1-3E551385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0D142F-C195-49AB-B567-B9AE27BE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validate_wbs와 J열 메시지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249D40-4152-49D1-B9C3-01CF71C2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7B519D-542D-4A02-9385-7CD5407C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일정을 복구하고 재검증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7D41-8C65-4E14-814B-E273BDCF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2A40F-ACEB-48A8-9574-4379C240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 4차시 · WBS J열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90B4D1-59C6-489D-BFB8-FEB8877C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선행 일정 충돌 표시 · 복구 후 해제</a:t>
            </a:r>
          </a:p>
        </p:txBody>
      </p:sp>
    </p:spTree>
    <p:extLst>
      <p:ext uri="{BB962C8B-B14F-4D97-AF65-F5344CB8AC3E}">
        <p14:creationId xmlns:p14="http://schemas.microsoft.com/office/powerpoint/2010/main" val="1010787663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04F0B7-A64C-40E4-9F59-69EB3B4A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D7DAB-74A6-4076-B743-755F9A7A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Codex의 WBS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AE523-47C6-4627-8CAE-22C99715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89C9C-E9A4-4701-9AD5-B6B672B2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14ECC-B8BD-49C0-A7B7-333F191F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EC397-E8B8-4958-B3B0-70DC94B9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8F296-878E-4C9C-8780-C4BE70A5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ACC98C-9E40-4610-B639-08E02585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WBS 코드와 테스트를 읽어 줘. 공휴일 목록을 선택 입력으로 추가하고 싶어. 기존 기본 결과는 유지하고, 휴일이 있는 경우와 없는 경우의 테스트를 먼저 제안해 줘. 원본 XLSX는 덮어쓰지 마.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42DE3-4939-4873-9435-BCC0AB51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BE7C58-7C22-4AE9-AA39-468BBC93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기존 동작 · 추가 입력 · 테스트 두 종류</a:t>
            </a:r>
          </a:p>
        </p:txBody>
      </p:sp>
    </p:spTree>
    <p:extLst>
      <p:ext uri="{BB962C8B-B14F-4D97-AF65-F5344CB8AC3E}">
        <p14:creationId xmlns:p14="http://schemas.microsoft.com/office/powerpoint/2010/main" val="780292853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514EA-A365-4C28-8D08-5A54FE4D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17C73-3863-40D1-8C60-B786407B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수식 결과의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25EC3-ED2C-47B9-B3FD-26DEAFE1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1A1356-2DB3-4B5D-9641-7784614E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081F8-E3BC-43D1-B3DC-18921BE4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계산 정확성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작은 날짜 구간을 손으로 계산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재계산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한 셀 변경 후 상태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서식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같은 조건의 업무는 같은 표시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호환성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사용 중인 Excel·LibreOffice에서 열기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6248037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72DB5-5DD8-44D8-9F32-3085E692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5E84E-BA51-4068-B7C1-DB91D989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4차시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5A2892-34FC-44C0-993F-51D2DE52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8D8721-8DBF-4BB5-9493-FC7DBE36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71634-DD2F-46C5-8FAD-FDD40FF6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 수정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W04 진척률 변경과 새 파일 생성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동적 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날짜 변경 후 상태·간트 갱신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잘못된 입력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선행 일정 충돌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원본 보존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다른 이름의 XLSX 저장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0050180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EDDB27-05AA-4F03-82E3-1430ED4F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8FADC7-5A33-4972-BC50-EF2EC9A7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WBS의 확장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60B62-BCE1-47F5-A461-7D114157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341BE-31C9-40CA-9F20-331DFFDE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75F42-5F06-44CD-912A-B9BFB124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먼저 필요한 정의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담당자별 부하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하루 가용 시간·병행 업무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비용 산정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단가·기간·수량의 단위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의존성 자동 조정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변경 전파와 예외 허용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휴일 처리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국가·조직·근무요일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3193215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24C9EE-1C6F-4326-B1DC-E6F1A163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4차시 · 13:00–13:50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14ED0-9724-4686-B227-AC824EF1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템플릿과 생성 코드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7F69DA-88D8-4180-8070-81DBD2F3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BC613-F2F4-40ED-A7EE-126983DF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34036-17F4-45CF-A08A-07EA3F7D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78C13-4BCB-43C9-AE35-62A94263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FE827-49E7-4F8D-972A-C867DE61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안정된 레이아웃은 템플릿으로 유지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반복 입력과 계산은 코드로 분리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양식 변경도 버전과 테스트로 관리</a:t>
            </a:r>
          </a:p>
        </p:txBody>
      </p:sp>
    </p:spTree>
    <p:extLst>
      <p:ext uri="{BB962C8B-B14F-4D97-AF65-F5344CB8AC3E}">
        <p14:creationId xmlns:p14="http://schemas.microsoft.com/office/powerpoint/2010/main" val="192722742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FBF46-8E29-40D6-99D1-A78F38A5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5차시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7A4C4-6479-4C66-BE01-9E49AB1F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13:50–14:40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9B9C0-2722-4A9A-8678-28D63F5D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자동 채점과 문항 분석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5A58D-0A80-4246-9CDD-C1E048CA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정답 변경·입력 오류·동점 순위의 일관된 처리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50290-7851-41E6-9880-1FFF8749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12분  ·  시연 8분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3167F-F256-492E-B761-DC0BF783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exam_sample.json · Exam_Grading.xlsx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E70670-7984-45BA-9A5B-82A87701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F60E7-9A6F-4F56-B92C-BCCA7EEE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6107D-47D2-4F86-AF92-2408AA01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078</a:t>
            </a:r>
          </a:p>
        </p:txBody>
      </p:sp>
    </p:spTree>
    <p:extLst>
      <p:ext uri="{BB962C8B-B14F-4D97-AF65-F5344CB8AC3E}">
        <p14:creationId xmlns:p14="http://schemas.microsoft.com/office/powerpoint/2010/main" val="11009988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9CA297-8AFE-4CB4-B47A-E6E98D24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44D20-66CE-4D2C-AB98-4A4DE1DA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40문항 자동 채점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70274-1C87-47D8-B213-E4506B3D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2FA98-6CC1-465A-888B-E3F5FDB7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75E645-0F76-44DF-9D4F-17731B05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079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4627b6abf4702"/>
          <a:stretch xmlns:a="http://schemas.openxmlformats.org/drawingml/2006/main"/>
        </p:blipFill>
        <p:spPr>
          <a:xfrm xmlns:a="http://schemas.openxmlformats.org/drawingml/2006/main">
            <a:off x="2801769" y="1666875"/>
            <a:ext cx="6588462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17584-575D-45DE-A424-598C78BB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28명 합성 응답 · 실제 학생 성적과 개인정보 미포함</a:t>
            </a:r>
          </a:p>
        </p:txBody>
      </p:sp>
    </p:spTree>
    <p:extLst>
      <p:ext uri="{BB962C8B-B14F-4D97-AF65-F5344CB8AC3E}">
        <p14:creationId xmlns:p14="http://schemas.microsoft.com/office/powerpoint/2010/main" val="266661111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63B11-0987-4EAD-ACFF-23FB2B4F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1762D-B855-4581-9E06-D78732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채점 정책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63B48-672C-471E-9E09-161E8604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EA4E6-30E6-4296-862D-A3C70CFF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5EB02-BE00-488E-AF7C-ABE0E4FA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상태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점수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집계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정상 응답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 1점·오답 0점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포함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미응답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해당 문항 0점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포함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잘못된 입력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점수 확정 보류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행 제외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결시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0점과 별도 관리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제외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 미등록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전체 채점 보류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 확인 후 재계산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422731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B98E09-7401-45F7-B130-4A4608D1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6ADAD-FAE5-4254-870E-D416FF3E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채점 시트의 위치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21EFC-7FFE-45F6-AD19-0F42DE6D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651CB-4AF2-443E-BAB9-569044B6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3381B-72E2-4F3B-8D2F-497FCBA9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위치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내용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변경 여부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D8:AQ8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40개 정답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교수자 입력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D10:AQ37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응시자 답안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학생 응답 입력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AR:AS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총점·동점 등수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수식 계산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AT:AX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보류·미응답·오류 집계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 결과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43행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문항별 정답률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분모를 확인할 지표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986481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557C8-1F25-44DD-AB88-74E16EE4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91592-4738-43C5-AA1B-08D2A95F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정답 색의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D560B4-BD9E-4EA5-8E1C-0F520BDE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127DF-D091-4EC4-B3C6-7138DA53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A8BB9-5FBE-48DA-A42B-DF17D1A2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E4AD9-3798-4050-9DDF-27DE907B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73A6B-DB57-41EE-A06A-7673A459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=AND(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$C10="응시", D$45="등록",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ISNUMBER(D10),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D10=D$8,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D10&gt;=1, D10&lt;=4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32144-3DF6-4E91-9B91-6D75D4B8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적용 범위 D10:AQ37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유효한 정답 등록 + 같은 열의 8행과 비교</a:t>
            </a:r>
          </a:p>
        </p:txBody>
      </p:sp>
    </p:spTree>
    <p:extLst>
      <p:ext uri="{BB962C8B-B14F-4D97-AF65-F5344CB8AC3E}">
        <p14:creationId xmlns:p14="http://schemas.microsoft.com/office/powerpoint/2010/main" val="2092102204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2E3EC-FE30-4538-86AE-E7D4B7AD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D820D-A283-4AD2-872A-21090099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동점 순위와 정답률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F084F-8FAF-4C45-B5C8-479C550B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30C5E-2DD9-486C-A33C-216DC31A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32B3DE-3A11-477F-90BF-C3B329EB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지표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규칙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예시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동점 순위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나보다 높은 점수 인원 +1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30·30·28 → 1·1·3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정답률 분자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집계 대상 중 해당 문항 정답자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정답자 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정답률 분모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오류 없는 응시자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미응답 포함·결시 제외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분모 0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집계 보류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0%로 오해 방지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1310014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4DC0F-3557-4976-99EB-881606B8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9A7ED-9B34-44B3-BB91-C2DDFEDC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총점과 보류 상태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26F73-4642-45DE-8FD0-3AAE9BE1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641B7-F0ED-492B-8AE0-4D4FE7EF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8BB0A2-902D-4AA7-802F-14380819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084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3ce3f1ecd4d7e"/>
          <a:stretch xmlns:a="http://schemas.openxmlformats.org/drawingml/2006/main"/>
        </p:blipFill>
        <p:spPr>
          <a:xfrm xmlns:a="http://schemas.openxmlformats.org/drawingml/2006/main">
            <a:off x="609600" y="1697995"/>
            <a:ext cx="10972800" cy="76643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EBCAC-68CA-43B1-9113-C9C0C061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10–32행 생략 · 아래는 33–37행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f5656381b4e66"/>
          <a:stretch xmlns:a="http://schemas.openxmlformats.org/drawingml/2006/main"/>
        </p:blipFill>
        <p:spPr>
          <a:xfrm xmlns:a="http://schemas.openxmlformats.org/drawingml/2006/main">
            <a:off x="612103" y="3048000"/>
            <a:ext cx="10967795" cy="23812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F3A30B-252B-4377-B792-216C918E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합성 학생 24–28번 · 총점·등수·미응답·입력 오류 비교</a:t>
            </a:r>
          </a:p>
        </p:txBody>
      </p:sp>
    </p:spTree>
    <p:extLst>
      <p:ext uri="{BB962C8B-B14F-4D97-AF65-F5344CB8AC3E}">
        <p14:creationId xmlns:p14="http://schemas.microsoft.com/office/powerpoint/2010/main" val="1592221963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32DF2-88D5-40B6-A967-F6361646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9307F-35E5-43FE-BC8F-A55B8623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Python 기준값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5A07A-93DD-4B73-91EE-221DD780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508A0-5B00-4BEA-AD38-986776BE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649D9-558F-4FE4-8A17-79BFA843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475B2-A877-4DD5-8082-52554079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7EDD1-ECD4-4580-A84D-04C5F25E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labs.day4.office_lab.sheets.student_excel import 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load_sample, grade_exam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exam = load_sample("exam_sample.json")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report = grade_exam(exam)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4BDE9-6F59-4409-84D8-7FE63383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Excel 결과와 독립적으로 비교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기본 집계 대상 26명</a:t>
            </a:r>
          </a:p>
        </p:txBody>
      </p:sp>
    </p:spTree>
    <p:extLst>
      <p:ext uri="{BB962C8B-B14F-4D97-AF65-F5344CB8AC3E}">
        <p14:creationId xmlns:p14="http://schemas.microsoft.com/office/powerpoint/2010/main" val="1376422480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91D3F-5A80-499B-BC5D-79B4561E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3A1D6-9D63-4D25-B6A6-08681780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정답 변경의 영향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D0C4D-FA66-414F-AB94-EFF6DEA7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7A55C-FB8B-4465-BD23-48109B78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282FDA-15B6-4AA2-A2CE-00F44971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4C5FC-B747-46A9-83CC-29A593E2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36032F-7FBA-439A-BC10-7CF31DB0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원본을 deepcopy로 복사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1DC1A-D057-48D0-89EA-04A45637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949F1-AEAF-4412-8B62-727B0DE3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첫 문항 정답을 1에서 2로 변경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2C5A0-626A-4C2B-9692-CD022B0C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BC6E7-BC5E-40D5-B824-C738B605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Python 보고서와 새 XLSX의 총점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6633F-0121-416A-BA30-DFE9A2F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069A51-1603-41C9-947E-2FEAC78F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 5차시 · D8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4C876-4CF5-4D98-BC22-D9F6053F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총점·순위·정답률의 동시 갱신</a:t>
            </a:r>
          </a:p>
        </p:txBody>
      </p:sp>
    </p:spTree>
    <p:extLst>
      <p:ext uri="{BB962C8B-B14F-4D97-AF65-F5344CB8AC3E}">
        <p14:creationId xmlns:p14="http://schemas.microsoft.com/office/powerpoint/2010/main" val="2060974827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935B42-1041-4E66-918C-E64AD628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7954B-6053-4521-AE7C-9FF67A01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입력 오류의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D89F8-9414-47B3-B175-6D602C7F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C9452-67E0-436A-A064-ECFC24C2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1F838-E285-4D7A-A9A9-F52A63D3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EEDADB-70A1-4C52-B780-C3A5D748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38CEC-3348-42D1-A1A6-23E8733B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L35의 9 입력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388BF-A94F-4F73-A29B-49B205B4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213B7-5199-479B-A5D8-BFED4DAC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1~4의 유효한 답안으로 수정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39233-1434-4553-B205-EE04D2EB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BE628-DF30-4CCB-BEA2-7271011F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집계 대상 인원과 평균 재확인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C3C36-024B-40FE-9818-75C681BB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1ED1D9-96D9-414A-8EAB-65C19E80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Exam_Grading.xlsx · L35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54F37-D326-4CD3-9B01-1A4C6EEB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집계 대상 26 → 27명</a:t>
            </a:r>
          </a:p>
        </p:txBody>
      </p:sp>
    </p:spTree>
    <p:extLst>
      <p:ext uri="{BB962C8B-B14F-4D97-AF65-F5344CB8AC3E}">
        <p14:creationId xmlns:p14="http://schemas.microsoft.com/office/powerpoint/2010/main" val="2144637101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FC68F9-26DA-4D7A-8A59-90960C9C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FB64BD-AABD-44D3-95A6-0DA499B8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예외 입력 테스트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39781-8D14-4ADE-B28B-F5AC8CB1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E8153-FA04-4500-9CA2-F67B10B9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631C8-D8CD-41F2-BCDF-2F0DB12D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EE6DC-B450-4791-B34B-BB82EB87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EF4F9-A0B9-49FC-B59B-FB059E25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정답 한 칸을 비워 채점 보류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C52DE-134A-42BA-AE57-99829BF5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B9654-2EA3-482E-97F6-951AC071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답안에 글자 또는 9 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FAAEA-5B84-477B-8256-BD2B505D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902260-D342-4578-9FE7-C2A73E6B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정답·답안을 복구하고 재계산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371CC-C1AE-4DD3-9E4A-AEC0CC48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9E258-B13B-4D1D-86EF-58A9BDE7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 5차시 · 별도 복사본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18634B-10D1-4848-AC83-4B1C2779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오류는 보류 · 복구 후 정상 계산</a:t>
            </a:r>
          </a:p>
        </p:txBody>
      </p:sp>
    </p:spTree>
    <p:extLst>
      <p:ext uri="{BB962C8B-B14F-4D97-AF65-F5344CB8AC3E}">
        <p14:creationId xmlns:p14="http://schemas.microsoft.com/office/powerpoint/2010/main" val="1026223727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231D5-0BD6-485B-8DE8-DFC457E8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6F55B8-03F4-4A10-B396-60E1360F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문항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5CCBC-2EEB-437F-B751-3B58043E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1C090-DF43-4927-B116-CFC10CE9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A3C7FE-19C1-4F6E-9297-9D442528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089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63a5dd0224ddc"/>
          <a:stretch xmlns:a="http://schemas.openxmlformats.org/drawingml/2006/main"/>
        </p:blipFill>
        <p:spPr>
          <a:xfrm xmlns:a="http://schemas.openxmlformats.org/drawingml/2006/main">
            <a:off x="609600" y="1719773"/>
            <a:ext cx="10972800" cy="383755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14FFF-E1D0-441B-B8F0-C5640482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정답률만이 아닌 정답자 수·집계 대상·미응답 수</a:t>
            </a:r>
          </a:p>
        </p:txBody>
      </p:sp>
    </p:spTree>
    <p:extLst>
      <p:ext uri="{BB962C8B-B14F-4D97-AF65-F5344CB8AC3E}">
        <p14:creationId xmlns:p14="http://schemas.microsoft.com/office/powerpoint/2010/main" val="137261750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53511-9B4B-422B-8DF6-7EEC48CB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5F884-4DAF-4280-BCD0-BCECF597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Google Sheets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A6F79-7C93-417C-BCC5-5901B99D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B3EA7-11DF-43C2-9669-CAA808AF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12FD8-EE21-47D5-AE75-95D372D9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순서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내 연습 파일에서의 작업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합성 XLSX 업로드 → Google Sheets 사본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2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빈 문서는 제공 Code.gs로 합성 시트 생성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D10:AQ37 → 서식 → 조건부서식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맞춤 수식과 범위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정답·오답·빈칸을 바꿔 실제 결과 비교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1507892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C0B919-7433-484A-9791-1F3E03F2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7E886-EB13-411C-80C0-1E1D2CBE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채점 규칙 개선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8F77F3-AB82-4CD6-B3C1-3A09965D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3DAE4-C643-4E92-A505-9C81BBC6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8A3E5E-C4B5-4987-8E3B-51CF8370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E8DA4A-3C41-4ED8-A7D3-0D1DAC8D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FE5A92-DE7D-4935-A379-E683544B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DDE26-54C8-4972-AF4A-62D0AECF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합성 채점 코드에 대해 입력 오류, 미응답, 결시, 동점 처리 규칙을 표로 설명해 줘. 정답을 추측해서 바꾸지 마. 문항별 배점을 추가한다면 기존 1점 기본값을 유지하고 관련 테스트부터 제안해 줘.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08BB3-28AC-4B92-AECE-92DE233F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4394D-19C6-4685-B0FA-2C7E1B5E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점수 정책 · 기존 결과 · 추가 테스트</a:t>
            </a:r>
          </a:p>
        </p:txBody>
      </p:sp>
    </p:spTree>
    <p:extLst>
      <p:ext uri="{BB962C8B-B14F-4D97-AF65-F5344CB8AC3E}">
        <p14:creationId xmlns:p14="http://schemas.microsoft.com/office/powerpoint/2010/main" val="1302210643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AB8464-2120-485E-8254-32F657CE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53615-61D0-40DA-82C8-9DF2FD45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5차시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15919-C5C0-429A-B406-C5BEBF2A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37070-8AA6-4DCB-B5A8-777454AF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2D6C8-FEFF-4D4D-A7D1-8E1F4E86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정답 변경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총점·순위·정답률 갱신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오류 처리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잘못된 답안은 채점 보류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분모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결시·입력 오류 제외 규칙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결과 파일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수정된 XLSX·CSV 열기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9394125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60156-A8D4-4DEB-AB1E-B7C17C07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9D09B-D6C8-47A7-9FD4-2F59B578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맞춤 수식의 공식 안내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FE6C8-35A2-4CEB-BF01-E27C2A7F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CF3A5-6C62-467D-ADAC-6AA3B089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5F4F5-5176-46EB-AA7A-A3319CDF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093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7b38c43a8493b"/>
          <a:stretch xmlns:a="http://schemas.openxmlformats.org/drawingml/2006/main"/>
        </p:blipFill>
        <p:spPr>
          <a:xfrm xmlns:a="http://schemas.openxmlformats.org/drawingml/2006/main">
            <a:off x="2592954" y="1666875"/>
            <a:ext cx="7006092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D2F66-30B6-456A-9951-5717CD01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Google 공식 도움말 · 실제 브라우저 캡처</a:t>
            </a:r>
          </a:p>
        </p:txBody>
      </p:sp>
    </p:spTree>
    <p:extLst>
      <p:ext uri="{BB962C8B-B14F-4D97-AF65-F5344CB8AC3E}">
        <p14:creationId xmlns:p14="http://schemas.microsoft.com/office/powerpoint/2010/main" val="2058532310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DC2DE-236A-4662-AB4E-F2D4B8CE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5차시 · 13:50–14:40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CC150-7CDB-4B91-A0CA-0B203A72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Apps Script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CB3154-C2F4-494C-AF69-F7E7AC81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597EA-98B1-4776-8537-B73554DF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6BB5F-4EB7-40F9-A0A0-50E4A6D8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안전한 범위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수식·조건부서식 일괄 배치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합성 연습 시트만 생성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반복 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기존 동일 이름 시트 덮어쓰기 금지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권한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현재 문서만 접근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생성 후 직접 정답·오류 입력 변경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860784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300D9-578C-431D-B51C-C21D9686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4·5차시 수업 종료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9AF05-F7C1-4CEF-8C14-4A56CDC5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쉬는 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5AC022-2588-4B8B-9FA1-D2CD01DA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3653D-93E8-4DCF-B391-B85A2E87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2C8C2-AC3A-40FB-9ED0-5B787636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E4BCC-751C-4C00-B744-36C7724E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5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14:40–15:00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3F1E4-16E4-4DB1-8196-88540113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파일 저장 · 15시 수업 시작</a:t>
            </a:r>
          </a:p>
        </p:txBody>
      </p:sp>
    </p:spTree>
    <p:extLst>
      <p:ext uri="{BB962C8B-B14F-4D97-AF65-F5344CB8AC3E}">
        <p14:creationId xmlns:p14="http://schemas.microsoft.com/office/powerpoint/2010/main" val="2016085154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9670F0-D7AC-4398-A0ED-5F96DEE0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6차시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B233D-C4E1-491D-95F6-26E2C63D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15:00–15:50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ED75E-ADCB-4947-9595-8B4DF310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Word 이력서와 사실 검증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EE16D9-B4AF-4784-91BD-6754F479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경력 사실을 보존한 문장 개선과 Word 생성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D007D-4C9F-45AA-A79D-FA15013A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12분  ·  시연 8분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A2A485-1DCA-46B9-B373-F6408810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career_facts.json · Resume_After.docx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78581-DB6B-4259-9BF1-87ED9CC1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77D94-CCA3-4E88-9BD6-007BC907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19E61E-5492-4E91-A582-19B29D9C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096</a:t>
            </a:r>
          </a:p>
        </p:txBody>
      </p:sp>
    </p:spTree>
    <p:extLst>
      <p:ext uri="{BB962C8B-B14F-4D97-AF65-F5344CB8AC3E}">
        <p14:creationId xmlns:p14="http://schemas.microsoft.com/office/powerpoint/2010/main" val="434155876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73285-C369-4995-AD3F-EEDC8ACB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74DED-AB76-4155-B521-DB9FE14F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Word 이력서 개선 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6CFC8-9941-40E6-A52C-5A2021BD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8A370-B02D-4544-8C2E-8ABD2E82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CDB89-4575-4932-A152-F26019A1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097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6087e30a6c4c27"/>
          <a:stretch xmlns:a="http://schemas.openxmlformats.org/drawingml/2006/main"/>
        </p:blipFill>
        <p:spPr>
          <a:xfrm xmlns:a="http://schemas.openxmlformats.org/drawingml/2006/main">
            <a:off x="882015" y="1666875"/>
            <a:ext cx="10427970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E5365-E09D-4780-ABF9-BC8A7F39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개선 전 상단 확대 · 같은 경력 사실의 긴 문장·중복 표현</a:t>
            </a:r>
          </a:p>
        </p:txBody>
      </p:sp>
    </p:spTree>
    <p:extLst>
      <p:ext uri="{BB962C8B-B14F-4D97-AF65-F5344CB8AC3E}">
        <p14:creationId xmlns:p14="http://schemas.microsoft.com/office/powerpoint/2010/main" val="1015693242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2E6F9-FC28-418F-A96B-5AAD9102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B8E2E-B5F7-4A4C-8BC3-A231E7A8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경력 문장의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90A6E-13F7-4021-8EEA-2F18C3AF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8FF0E-A45F-4507-B13D-70F8594D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79FA4-BE7C-4BD9-8469-34CBF486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요소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질문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예시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상황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어떤 업무 문제였나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수작업 말하기·글쓰기 평가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Role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어떤 일을 맡았나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AI 개발·운영 총괄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무엇을 만들었나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평가 시스템과 운영 흐름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결과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무엇이 달라졌나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처리시간 단축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근거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어떤 사실에 기반하나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career_facts.json의 ID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137009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255DA-2C42-410E-A1CA-B1F6FDEB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043E7-C412-499E-83E1-4DD40091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개선과 사실 변경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329B5-7539-4FDF-91A5-777CA175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F28F6-C486-48C0-BC78-B6D080EE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D1BFE-3F2E-4195-9804-6C13B872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099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작업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허용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필요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문장 정리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중복 제거·명사 통일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의미가 달라진 표현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성과 강조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제공한 수치 재사용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수치·비율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업무 범위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제공한 Role 설명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참여를 총괄로 변경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경력 구조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산업별 묶음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재직 기간·직함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3321104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BC77C-BA81-4729-869E-4A0BE33E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4A445-E0A6-4C88-9443-1D8680F5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Fact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4A081-C417-43E2-8805-4D64C271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13B03-9E6F-4A23-99C7-0C96EE5A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C01519-63A4-48D6-9FED-D095BD2C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용도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fact_id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문장을 원래 사실에 연결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원문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사용자가 제공한 경력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개선안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더 읽기 쉬운 설명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검사 결과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숫자·누락된 근거 탐지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의미·범위·톤앤매너 검토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5081620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A4976A-0CB6-4487-B875-F7B131C6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0EE515-1BCB-4CE4-B7B0-2E1D82F1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이력서 개선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BC013-4926-461B-B4BF-88C3C583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D6D9C-1C00-4BBE-A790-50DBC8E8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FF47A-6694-4D58-B1A3-B9D7ADD2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11264-270C-4667-9D88-A99DF4F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915DC-1949-4383-8D36-FE690E6E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BEFBC-8310-4AF3-9D7F-E5E11FA4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career_facts.json의 사실만 사용해 Word 이력서를 개선해 줘. 새로운 숫자·직함·재직 기간은 만들지 마. 산업별 경험은 문제·Role·실행·결과 순서로 정리하고, 바뀐 문장마다 근거 fact_id를 함께 보여 줘.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D22A8-07CB-4A0F-9B02-592244C1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8F61C4-F6DD-4CFE-BFA5-6AD4C896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사실 연결 · 새 주장 여부 · 읽기 흐름</a:t>
            </a:r>
          </a:p>
        </p:txBody>
      </p:sp>
    </p:spTree>
    <p:extLst>
      <p:ext uri="{BB962C8B-B14F-4D97-AF65-F5344CB8AC3E}">
        <p14:creationId xmlns:p14="http://schemas.microsoft.com/office/powerpoint/2010/main" val="2098532431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9DE634-6E01-4639-B904-578D1F18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37551-F335-45B6-8955-E5E19263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Word 이력서 개선 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FEADF-DF63-4F0E-A8F0-62388DC2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9F9D71-F487-4A06-8426-9129648A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E4A89-E866-44DF-8BBB-569CE86F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102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8683e84474a20"/>
          <a:stretch xmlns:a="http://schemas.openxmlformats.org/drawingml/2006/main"/>
        </p:blipFill>
        <p:spPr>
          <a:xfrm xmlns:a="http://schemas.openxmlformats.org/drawingml/2006/main">
            <a:off x="639504" y="1666875"/>
            <a:ext cx="10912992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E0974-D85F-40EC-9791-5E733B8D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개선 후 상단 확대 · 전체 내용은 편집 가능한 DOCX 제공</a:t>
            </a:r>
          </a:p>
        </p:txBody>
      </p:sp>
    </p:spTree>
    <p:extLst>
      <p:ext uri="{BB962C8B-B14F-4D97-AF65-F5344CB8AC3E}">
        <p14:creationId xmlns:p14="http://schemas.microsoft.com/office/powerpoint/2010/main" val="576485313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86CC75-F1FF-47C7-B6DF-AFB413B4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348FD-9755-4EBE-A768-4E69A569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Word 생성 코드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41347-DCA9-4037-93BE-1EE115D7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B269C-FFA8-45E6-962F-2AAEBD97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BDECD-80D0-4A04-BE83-DABA2C6D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7C66DF-3B43-4251-9CCA-FDEBCA91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AAE2A-4E32-4F08-AD8F-F286E935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labs.day4.office_lab.documents.resume_lab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--variant after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--output outputs/day4-student/Resume_Mine.docx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0FC46-A1C0-4786-BC16-7AAABDA1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python-docx · API key 불필요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출력 폴더는 작업 공간 내부</a:t>
            </a:r>
          </a:p>
        </p:txBody>
      </p:sp>
    </p:spTree>
    <p:extLst>
      <p:ext uri="{BB962C8B-B14F-4D97-AF65-F5344CB8AC3E}">
        <p14:creationId xmlns:p14="http://schemas.microsoft.com/office/powerpoint/2010/main" val="159746733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E9F69-272F-4A3B-AFA0-C8940B35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3000A-1196-4A22-AD4C-007C6EA4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경력 문장 한 개 개선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72104A-C8F5-4382-960B-3E249B5B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97F6F-E8AB-4265-841D-A213A7DE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51086-4B60-4D08-A5C8-574E302E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F9670-BB6A-4679-8254-B4E3EB33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E628A-B3E2-4586-8C8A-FB857F38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Fact map에서 문장 하나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6E823D-1AC9-4D69-96DD-B6B644F9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C42A0-12B1-4E00-8B53-86E6BDFC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의미는 유지하고 길이·순서 개선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36DAC9-64B4-40E2-94AD-76D83FD4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62D283-59EC-433C-A76F-145937AA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audit_rewrite로 자동 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9DCE4-566D-4FB9-BF24-4CAD52A7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3FCBA9-71BD-49CF-862B-4E9EE981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career_facts.json · Notebook 6차시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2246F0-2442-499D-AC52-37F4619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fact_id 유지 · 새 숫자 없음</a:t>
            </a:r>
          </a:p>
        </p:txBody>
      </p:sp>
    </p:spTree>
    <p:extLst>
      <p:ext uri="{BB962C8B-B14F-4D97-AF65-F5344CB8AC3E}">
        <p14:creationId xmlns:p14="http://schemas.microsoft.com/office/powerpoint/2010/main" val="842994483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F51F9E-8285-44D6-A8B3-8247074B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71CD1-F711-4C27-8401-09098615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의도한 과장 검사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C23DE-1E26-46A1-B676-95EE7B33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E8E95-10D7-4CB2-9AB8-6BCD7BE9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A3B4B-FF92-4D25-A091-ADD5908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978C0-1AD6-4374-A171-AB9C2B4A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2648A-9D42-440A-9AAF-7F88A95A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복사한 개선안에 새 숫자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B0568-E975-446E-BBFD-11D538BD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A21D6-D0F6-4D59-A618-3DD9F928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자동 검사에서 차단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5CA10-9773-4BC6-A2DA-449EE2EA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34357-697F-4653-AC0E-22C46E7D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숫자를 제거하고 다시 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DE559-EFC6-4308-98A7-1BB3AA26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25753-8773-481E-9255-889F4F2A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 6차시 · audit_rewrite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56BA2-8260-45FD-A927-0E43C59B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 숫자 차단 · 통과 후에도 사람 검토</a:t>
            </a:r>
          </a:p>
        </p:txBody>
      </p:sp>
    </p:spTree>
    <p:extLst>
      <p:ext uri="{BB962C8B-B14F-4D97-AF65-F5344CB8AC3E}">
        <p14:creationId xmlns:p14="http://schemas.microsoft.com/office/powerpoint/2010/main" val="1290710254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744E5E-133E-4A7A-AC47-E21DD323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5FCAE-C498-4778-A10B-297359C5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Word 스타일 수정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9B94D-D5B8-417F-ABB8-86927F1B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4EFBD-DE16-43CB-B686-8D36206F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C2C64-6099-4D9F-980C-48E18559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99560-C0DD-4D22-833D-64E7747A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31F66-15CC-4B9D-9BC4-BEB80DBB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제목·본문·섹션 스타일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58F3F-E3D8-4B52-99AD-439BBB0A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19C58-EA75-48CC-9FEC-AF8F7B27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글꼴 또는 단락 간격 한 항목 수정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F2213E-6486-4FBB-A17B-1D01375F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69E67-3B4C-42D6-A54C-05BB0F9C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DOCX 생성 후 Word/PDF 화면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D857B-C10F-4994-AAEF-A98CAC77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4864E-ACBD-4457-9CF6-9B585FE4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resume_lab.py → 내 DOCX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E89A69-C1F5-4D10-85CB-4F5789EC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편집 가능한 본문 · 줄바꿈·페이지 확인</a:t>
            </a:r>
          </a:p>
        </p:txBody>
      </p:sp>
    </p:spTree>
    <p:extLst>
      <p:ext uri="{BB962C8B-B14F-4D97-AF65-F5344CB8AC3E}">
        <p14:creationId xmlns:p14="http://schemas.microsoft.com/office/powerpoint/2010/main" val="960778126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75BC03-E669-42A6-B1AA-9E928A2C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FAAF7-8172-43D0-85ED-82D6A18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구조와 서식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060E7-EA5B-4441-BFF7-2A13E564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51CE7-CBA5-4AE0-9613-E71E393C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D765E-CB8D-4CD2-9124-DC9CD13B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107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구조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서식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검수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제목·경력 구분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일관된 제목 크기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구분이 한눈에 보이는가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문장과 목록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단락 간격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페이지 밖으로 넘치지 않는가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사실 근거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fact_id 비교표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주장이 들어갔는가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DOCX + PDF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두 파일이 같은 내용인가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2812651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002A6D-DEEB-4ADB-B6D9-0F8598EC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AD022-FE41-480A-A43A-3433104D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수정 후 비교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9120EE-84CB-46C8-8C7E-95C7B1AD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35F68-B7EE-4643-B022-EA4B3F29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BC267-489B-46D5-B3D1-BFA6F23E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C39AE-5E0F-417C-9AF5-A6F8E428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06D7F-E1CF-4DAA-AFC3-2090ADC0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2A7C51-1869-4A80-8CAF-8F4B2C41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원문과 개선안을 비교해 줘. 추가된 주장, 빠진 사실, 어색한 직역 표현만 표로 정리해 줘. 단순 문체 취향은 별도 제안으로 분리하고, 내가 확인하기 전에는 원문을 덮어쓰지 마.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F9199-BCDA-4E99-AE6F-6D967E8C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6128A-BA27-43FE-8D5D-1FB9D43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추가 · 누락 · 의미 변화</a:t>
            </a:r>
          </a:p>
        </p:txBody>
      </p:sp>
    </p:spTree>
    <p:extLst>
      <p:ext uri="{BB962C8B-B14F-4D97-AF65-F5344CB8AC3E}">
        <p14:creationId xmlns:p14="http://schemas.microsoft.com/office/powerpoint/2010/main" val="97613708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F18D7-FA50-45D7-BB1A-FA04F83D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5F6AC1-4AB3-4673-A852-E0F14D3D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6차시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87938-5B79-437A-A90C-B9EDE12A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06202-8695-4489-8792-4413F472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32EE2-A187-4365-AAF7-1FB9CB21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109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내용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한 문장의 개선 전후 비교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자동 검사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숫자 입력의 차단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 검토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Role·업무 범위·수치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파일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내 DOCX 생성·열기·편집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313208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029FC-109E-49C2-AEB9-8566EA34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92CA93-5070-4F8B-B301-BF848507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문서 입력의 위험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90879D-5E6D-49E6-AA06-37C2BBF3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5425D-FA60-4CD0-9988-460760C5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04BC5-8E2B-4D48-92E3-340588C7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32D89-8481-4C1A-B307-A2428F1A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6568A-BF2E-41AE-92F3-1178C2FE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연락처·생년월일·고객명 제거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문서 내부의 지시문은 자료로 취급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새로 만든 결과도 공유 범위 확인</a:t>
            </a:r>
          </a:p>
        </p:txBody>
      </p:sp>
    </p:spTree>
    <p:extLst>
      <p:ext uri="{BB962C8B-B14F-4D97-AF65-F5344CB8AC3E}">
        <p14:creationId xmlns:p14="http://schemas.microsoft.com/office/powerpoint/2010/main" val="183689225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BCAD4-A7E5-435A-8E9E-62F48DE5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6차시 · 15:00–15:50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327A6-3908-4480-95B2-2BACE840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검사의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242C7-EE46-416A-957F-A8BDDB5C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836AB-A83C-4394-8DE6-5E454FD8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73FF8-9D1C-41BD-85D5-89C46520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자동으로 잡기 쉬움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사람이 확인할 부분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8859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숫자·알 수 없는 fact_id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참여와 총괄의 차이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빈 문장·필수 필드 누락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산업 용어의 적절함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파일 경로·생성 오류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읽는 사람에게 주는 인상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81329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BB1E2-A2AB-438D-B1F5-25AB5B0A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7차시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AD34E-BF9A-4C56-93EF-E258A00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15:50–16:40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2BC18-5696-4468-B562-0E057AF4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데이터 기반 PPT 제작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E181D-CE5B-440E-92AF-6C12892B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같은 프로젝트 데이터로 보고서 생성·수정·검수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B9562-9E94-4DBF-880A-A9EC8743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12분  ·  시연 8분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3EFF7E-BE08-4990-B9F7-3F1660CD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project_brief.json · Project_Brief.pptx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15E67-7387-4FD5-824D-2F79D74B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A5E10B-8D28-4AAB-946C-D79B6C39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52B345-791E-4978-9A40-D5F8ADD7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112</a:t>
            </a:r>
          </a:p>
        </p:txBody>
      </p:sp>
    </p:spTree>
    <p:extLst>
      <p:ext uri="{BB962C8B-B14F-4D97-AF65-F5344CB8AC3E}">
        <p14:creationId xmlns:p14="http://schemas.microsoft.com/office/powerpoint/2010/main" val="115353843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21894D-95C0-4E56-87A2-5D255E80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88B1F-2229-44A9-8EF8-C12F33CD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보고서의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59F8E-722A-4957-84EB-F41B7921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58661-C1B7-46DA-B2F1-B8EA6D8D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D01C7-51FF-457B-BE4D-FCFD5E8C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데이터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보고할 내용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근거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WBS 업무 목록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전체·완료·지연 업무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같은 JSON의 계산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기준일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언제 시점의 보고인지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고정 as_of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지연 업무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현재 확인할 일정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status=지연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다음 단계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변경·검토 계획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사람이 선택한 내용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7757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F3FD4-0D10-41D1-88A8-AA260EB8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9BA6D-8752-4140-A4F2-3E868853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7장 보고서의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AD0FC2-4401-4182-A356-68C175E0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3D658-3133-4D84-BD99-82118DCA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E8136-E054-442B-B602-FCBFB2F3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내용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역할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1·2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개요·일정 현황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프로젝트와 현재 상태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3·4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개발·문서·출시 일정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14개 업무의 진행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5·6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 리뷰·산출물 검토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확인할 근거와 기준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다음 작업·승인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후속 작업과 사람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9877022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C429E3-418C-4265-A710-49898650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6ACBC1-15B9-4020-B1D8-8F7126F7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좋은 생성 요청의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DAAD1-F22A-40D3-AC6C-36FF3FAE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26C8F7-1384-4E45-A0CA-AAF6A4C3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208D5-1EED-48DF-AAAC-6EFBFE76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7EF133-37D3-4CAC-A107-FBE9EEBD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DE5188-F112-4CE4-BACB-472EF81B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독자와 회의 목적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사용할 데이터와 금지할 추정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페이지별 질문과 편집 가능 형식</a:t>
            </a:r>
          </a:p>
        </p:txBody>
      </p:sp>
    </p:spTree>
    <p:extLst>
      <p:ext uri="{BB962C8B-B14F-4D97-AF65-F5344CB8AC3E}">
        <p14:creationId xmlns:p14="http://schemas.microsoft.com/office/powerpoint/2010/main" val="1502905377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156B5-1A6B-4AE4-8174-666798C1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F96AC-01FC-40E1-A5C0-FD09E360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자동화 방식의 차이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A2438-D5DC-426E-8212-8A5006F9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E1EAC-436B-40C6-B050-E533F7FA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B4292-E92E-4869-BFC9-BB94E0FB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방식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장점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확인할 점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대화형 파일 생성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초안과 구조를 빠르게 비교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계정 도구·실행 결과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템플릿 채우기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일관된 양식 반복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필드 길이와 넘침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1257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 기반 생성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같은 입력으로 재생성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글꼴·표·시각 검수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5951842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B28CA-BFA7-4195-BA4B-700543CB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4051F-E2C2-4542-B2EA-78E32E40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프로젝트 데이터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624C7-818A-439B-900B-EEE187FC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ECEB2-3725-4554-A3F2-6A747E30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3BEA6-CED0-496B-B6F9-F36A4081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6476E-019E-4C38-99AA-E51FB389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C6A2D-9033-44B3-BF95-CA40E313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labs.day4.office_lab.presentations.brief_data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--as-of 2026-09-25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--output outputs/day4-student/brief.json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B622D-33B0-490A-B7BD-84B6D6E6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WBS와 같은 기준일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검증된 계산 → 보고서 입력</a:t>
            </a:r>
          </a:p>
        </p:txBody>
      </p:sp>
    </p:spTree>
    <p:extLst>
      <p:ext uri="{BB962C8B-B14F-4D97-AF65-F5344CB8AC3E}">
        <p14:creationId xmlns:p14="http://schemas.microsoft.com/office/powerpoint/2010/main" val="116549554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5AD80C-505E-40DC-A2AF-9C3BAF4D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ACF4EB-3FE8-4488-9E1E-8DE3C11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학생용 PPT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A5C82-C518-4E22-98AC-40B91395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0F8B2-70AA-4C59-82E5-C9F06712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95F3F-3EFE-4D5F-AE87-6B307C4B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490CC-9CD4-4C96-B60F-85C01C48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1CACBB-3CDF-4AA0-BF96-E3EAF2EB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npm install --prefix labs/day4/office_lab/presentations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node labs/day4/office_lab/presentations/student_ppt.mjs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outputs/day4-student/brief.json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outputs/day4-student/Project_Brief.pptx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F4D96-6373-421A-98A5-20389D9D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저장소 루트에서 실행 · Node.js 필요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같은 파일명 재사용 시 새 이름 선택</a:t>
            </a:r>
          </a:p>
        </p:txBody>
      </p:sp>
    </p:spTree>
    <p:extLst>
      <p:ext uri="{BB962C8B-B14F-4D97-AF65-F5344CB8AC3E}">
        <p14:creationId xmlns:p14="http://schemas.microsoft.com/office/powerpoint/2010/main" val="103510686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5C32E-82C1-445B-A467-A5827530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A637D-C439-42F7-9ACB-47CF7E3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프로젝트 보고서 예시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C76CC-587E-42A7-9C86-BE45B02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8BD04-A60A-4921-AC60-2A1970BE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953BC-B9FF-4D9E-ABF6-CEC8403A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119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26cbfbcb74d38"/>
          <a:stretch xmlns:a="http://schemas.openxmlformats.org/drawingml/2006/main"/>
        </p:blipFill>
        <p:spPr>
          <a:xfrm xmlns:a="http://schemas.openxmlformats.org/drawingml/2006/main">
            <a:off x="2588609" y="1666875"/>
            <a:ext cx="7014782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2909A1-D86B-4600-BB10-CA39161A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Project_Brief.pptx · 편집 가능한 표와 수치</a:t>
            </a:r>
          </a:p>
        </p:txBody>
      </p:sp>
    </p:spTree>
    <p:extLst>
      <p:ext uri="{BB962C8B-B14F-4D97-AF65-F5344CB8AC3E}">
        <p14:creationId xmlns:p14="http://schemas.microsoft.com/office/powerpoint/2010/main" val="2115378444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BBEDAD-0F1F-4C58-9658-2FC5165E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0B79DB-E48B-42FD-9AB1-89DD1A50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보고서 재생성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B77A7-6B91-458A-8D8C-825A1DEC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5E55C-411E-4424-8813-08818E37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B2304-A650-4FAD-AE7B-0D63CCCA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B5CA9-838D-4F9B-A8B6-A328EAB9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14AF5-3C17-49C1-A928-101C7C24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W04 진척률을 바꾼 tasks 준비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BB62A-BACC-45FD-A449-65FC754F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E701D-F746-4565-A4FD-5789C30F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write_brief로 새 보고서 입력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4BD703-1E94-41C4-97A2-B0DD2B51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6D3A8-E3DB-4F4C-A5E3-7228AD52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student_ppt.mjs로 새 PPT 생성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6DAD9-4F3B-4019-9BD5-B681A491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4494EC-F599-4B6D-9A5F-2D57282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Notebook 7차시 · brief.json → PPTX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11049-0F78-4937-A6B3-CF41D8F0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전체·완료·지연 수치의 변경 반영</a:t>
            </a:r>
          </a:p>
        </p:txBody>
      </p:sp>
    </p:spTree>
    <p:extLst>
      <p:ext uri="{BB962C8B-B14F-4D97-AF65-F5344CB8AC3E}">
        <p14:creationId xmlns:p14="http://schemas.microsoft.com/office/powerpoint/2010/main" val="1295348764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441587-7723-4A17-95F7-D6583FD8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EDC08-1F6E-49F4-A1F1-228216E1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편집 가능한 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202E6-1B3F-4F03-A6B0-DCBBD3F1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882F5-83E3-45EE-8E2A-3AD66502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AE2FC-BDBF-4147-859E-A62F3245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F9EC5-EB6E-42E4-92CF-8330D103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7189D-C8FC-423C-BF5F-AF511A56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생성 PPT를 PowerPoint/LibreOffice로 열기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FF745-67AC-4AA2-8869-D2EE6E2F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4E569-7AB0-4C49-89F1-9868DAC1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표의 업무명 셀 직접 수정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8E44A-5941-4913-96D0-648BFFA5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9C59B-1E23-4A2B-B593-D8854A94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본문과 표가 이미지가 아닌지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51A678-BC6A-4794-BF14-745CFBEC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EF5E04-5B09-4EF7-B783-61AFF073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내 Project_Brief.pptx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374796-C0E6-4880-AF1C-0CFAA9E1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문자와 표 셀의 직접 편집</a:t>
            </a:r>
          </a:p>
        </p:txBody>
      </p:sp>
    </p:spTree>
    <p:extLst>
      <p:ext uri="{BB962C8B-B14F-4D97-AF65-F5344CB8AC3E}">
        <p14:creationId xmlns:p14="http://schemas.microsoft.com/office/powerpoint/2010/main" val="1414774734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2A874-BB43-4416-B650-3B9FC0A3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F34FB6-EBB1-4C3D-BCD7-ECAEBA98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Codex의 레이아웃 수정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63A6A-6258-41FE-AFCA-4FC6667E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49B8C-B04E-4FA1-B9A7-9C56414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FAFC3-BA72-4597-9C38-B343FD86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360D59-B16B-4089-AF2C-A5C69CEE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29E60-9F63-41E8-A22F-533B2ADC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8DCB6B-9CA3-4AC6-897F-EBFACCA4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student_ppt.mjs를 읽고 본문 글씨를 더 크게 조정해 줘. 수치와 문장은 brief.json을 유지해 줘. 표를 이미지로 바꾸지 말고, 긴 업무명이 넘칠 때는 행 높이 또는 열 너비를 조정해 줘. 수정 전후를 렌더해서 비교해 줘.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CDF4A-7D1F-4906-AB8A-59AC50D6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0A329C-6FA4-47DF-BCB3-F6C44480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내용 유지 · 글자 크기 · 실제 화면</a:t>
            </a:r>
          </a:p>
        </p:txBody>
      </p:sp>
    </p:spTree>
    <p:extLst>
      <p:ext uri="{BB962C8B-B14F-4D97-AF65-F5344CB8AC3E}">
        <p14:creationId xmlns:p14="http://schemas.microsoft.com/office/powerpoint/2010/main" val="842068054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EBF480-03F5-4443-92B8-E99B376D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4BBC0-3C4C-40C9-BAF5-16B6B7D8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PDF와 화면 검수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F7FCA2-6895-4591-B42A-8B1ADE2E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66A5F-A1BD-465C-B629-C5D581D2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AB7F5-DC33-4F6D-8416-D8ECCF75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007EE-D954-4243-85CB-188EDBA8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B52D5B-8928-4FE6-8FD1-4A820409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PPT를 PDF로 내보내기 또는 인쇄 저장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85101-36B9-4D43-A55E-B8C2D98E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AA1AA-ECBC-465A-9561-F6E1CDB5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모든 페이지의 글꼴·잘림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04D901-5810-4B9E-A6DF-E3A9160E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1AD94-D751-456A-BADD-6DF9E64A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한 오류를 수정하고 다시 생성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AE82A-2D2D-4367-BE3B-B92B776B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6A7B2-4697-4AB7-90F5-56C075FA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PPTX + PDF · 내 출력 폴더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F9625-1B70-48AE-A014-03D4EB4A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같은 내용 · 읽을 수 있는 글꼴</a:t>
            </a:r>
          </a:p>
        </p:txBody>
      </p:sp>
    </p:spTree>
    <p:extLst>
      <p:ext uri="{BB962C8B-B14F-4D97-AF65-F5344CB8AC3E}">
        <p14:creationId xmlns:p14="http://schemas.microsoft.com/office/powerpoint/2010/main" val="563016591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B90B99-7B79-4A52-B6ED-6C0768F9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A069A-AEF0-4537-B986-9EAA6CAF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숫자·레이아웃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D3AAE-EC60-4815-AC16-AE937AD4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982A9-C3BB-4EE8-A998-97750C65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1C187-8C24-42BB-B58D-EAEEF420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검사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비교 대상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전체 업무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WBS 데이터의 행 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완료·지연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동일 as_of의 계산 결과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긴 제목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줄바꿈과 표 높이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글꼴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다른 PC와 PDF 출력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파일 열기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PPTX 실제 편집 가능 여부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966116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21A1F-B116-40DF-B8AB-1E06BAE1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00A53-95F5-4DF8-BF89-2275BF88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7차시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F18A7-7D65-4528-B4E0-C0082668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35C8C-190A-4EF1-A31B-0C0317E0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F7741-45BB-4087-8568-E2C651E1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 실행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새 입력으로 새 PPT 생성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데이터 연결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WBS와 보고서의 숫자 일치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편집 가능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본문·표 셀 직접 수정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화면 검수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PDF의 잘림·글꼴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789776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2EAE22-53E3-4841-9DE7-5250626F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59A86-7F70-4165-9476-8F732999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반복 보고의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533FE-7572-4E14-8D3C-275C1C83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82BE8-78D0-43D8-8628-C86FBD30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A44C6-96E6-48C0-806D-40052C58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분리할 것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예시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Data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프로젝트·업무·기준일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Content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독자·핵심 질문·설명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Style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글꼴·색·간격·표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Validation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숫자·필수 페이지·렌더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348397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59F06-5F8C-406D-A79C-190D07A9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7차시 · 15:50–16:40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3FB59-7A9B-4966-A9AF-49A2B399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배포 전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F903A-895A-4413-8AFB-6B049499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D642D-7BC8-485F-84AC-3B8A3BBF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F1EEE-0D6D-48E8-9406-EEAD21D9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88D11-E8E1-48FC-A09C-0AC13551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8A5C9C-DFC0-4044-92DD-779D654D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개인정보와 비공개 프로젝트명 제거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버전·기준일·출처의 표시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메일·Drive 업로드는 별도 사람 확인</a:t>
            </a:r>
          </a:p>
        </p:txBody>
      </p:sp>
    </p:spTree>
    <p:extLst>
      <p:ext uri="{BB962C8B-B14F-4D97-AF65-F5344CB8AC3E}">
        <p14:creationId xmlns:p14="http://schemas.microsoft.com/office/powerpoint/2010/main" val="824337787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F4B4F-2539-4A7F-AB4E-CE68CACE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4주차 8차시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B05FF-6E4A-4DA9-A87B-473F3F29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16:40–17:30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2270D-DA83-4D40-9B07-3BFD0795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1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업무 도구 통합과 개인 프로젝트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1824F-A22F-413E-B572-F39FAE4F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32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반복 실행 가능한 패키지와 다음 주 제작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A6DA6D-170B-45DA-8C29-00BAE7B7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이론 10분  ·  시연 10분  ·  작업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E9DF5-405D-47CD-9F90-76DC851D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README.md · improvement.md · 실행 결과 폴더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6FD77-F7D4-4C6A-AD63-408FBBA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09D89-CD20-4642-AD53-21CA3059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CCCCCC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BBFB3D-64E7-40EF-B981-ABA93891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232958374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9E59A-9335-4959-B488-B44E2D15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4B768-0533-4EB7-A700-5B31E0C1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업무 자동화의 공통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C28B7-7D25-486B-99F9-BC69EC8A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EA455-DD3D-47A2-9E02-B28BE949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D7030-D4C9-4CB6-80E1-D8CEDAE8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129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단계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이번 예제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기준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PR·WBS·답안·경력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범위와 필수 값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처리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리뷰·계산·문장 개선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역할별 함수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테스트·수식·사실 비교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기대한 변화와 오류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HTML·XLSX·DOCX·PPTX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열기·편집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전달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개인 저장·선택 공유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사람이 대상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2118990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8AB0C-1B30-47E9-B994-BF0365DA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7173D-B2BA-4EC2-89FC-96C0D69A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서비스와 일회성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C3546-704F-44E5-9B20-9160C92B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ED9651-4C88-414D-89D9-91AC13E3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1F239B-6E9E-4C1E-958B-5FCA64E6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구분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일회성 생성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반복 가능한 도구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대화마다 다시 설명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정해진 필드·양식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작성자만 방법을 앎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실행 명령·Notebook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오류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대충 수정 후 진행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메시지·복구 방법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검증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한 번 눈으로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 + 사람 확인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전달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파일만 공유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코드·안내·샘플 함께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3872807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5F013A-964D-4E56-8FC2-C5907588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2AE02-EC67-4365-A799-EF86194A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Agent가 필요한 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FE358-87E7-4784-8BE1-99064438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AB9209-95C5-40F3-A665-3C229C9B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BF449-BAEA-46E5-97A0-CE564A8A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A06B0-5423-4EE2-9F7B-4EDB15E5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91CF6-3321-4D77-9A72-283ADD94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고정된 계산과 생성은 코드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자료 탐색과 수정 제안은 AI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필요한 도구 선택·반복·확인을 묶는 작업 흐름</a:t>
            </a:r>
          </a:p>
        </p:txBody>
      </p:sp>
    </p:spTree>
    <p:extLst>
      <p:ext uri="{BB962C8B-B14F-4D97-AF65-F5344CB8AC3E}">
        <p14:creationId xmlns:p14="http://schemas.microsoft.com/office/powerpoint/2010/main" val="512323072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A6BCA-2E1A-4672-8EB4-643ED446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4C220-F844-4EA8-83E8-DDAAF119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완성 패키지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8B2C3-A94B-49D4-AB29-0C23E80F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476EB-0E23-4D62-977B-2AE4E734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F0219-B0E0-456A-A9A1-E36B8DBC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파일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다른 사용자가 이해할 내용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README.md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시작 명령·입력·결과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requirements / package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설치할 라이브러리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sample + code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안전한 연습 데이터와 구현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tests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지켜야 할 정상·오류 규칙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improvement.md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수정 전후와 남은 제한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16317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7FC424-5768-41F1-96A4-D13876D6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1C1BE-203F-420E-A2BB-C03187DA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필수 검증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7E5824-5D38-41D0-BA58-F82289D0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69083A-7302-455F-9B49-A7844298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01067-CDCD-4219-9007-E986952D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29520-D610-4332-9D80-C3A56690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6CE3E-6418-4F23-BB51-2760655C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05156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tests/test_day4_pr_review_lab.py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tests/test_day4_excel_lab.py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tests/test_day4_document_lab.py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908958-961D-47CC-B9A9-BF087BC2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네트워크·유료 API 없는 기본 검증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학생 수정 코드는 해당 실습 폴더에서 별도 검사</a:t>
            </a:r>
          </a:p>
        </p:txBody>
      </p:sp>
    </p:spTree>
    <p:extLst>
      <p:ext uri="{BB962C8B-B14F-4D97-AF65-F5344CB8AC3E}">
        <p14:creationId xmlns:p14="http://schemas.microsoft.com/office/powerpoint/2010/main" val="1112995174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A256C7-C98E-4120-A482-769BCC91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3758BD-9008-49DC-91A0-D8D37332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Notebook의 결과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1159F-968E-4A34-A7E6-CD60A71B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2E6D91-8447-4032-87CB-82B8EA20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61868-3BEB-4F53-9118-7A14ED26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def38f2f5462c"/>
          <a:stretch xmlns:a="http://schemas.openxmlformats.org/drawingml/2006/main"/>
        </p:blipFill>
        <p:spPr>
          <a:xfrm xmlns:a="http://schemas.openxmlformats.org/drawingml/2006/main">
            <a:off x="2592954" y="1666875"/>
            <a:ext cx="7006092" cy="3943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35C1F-D447-4B8F-8E1F-D64A4E39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한 번의 실제 실행에서 생성한 파일 목록 · 로컬 HTML</a:t>
            </a:r>
          </a:p>
        </p:txBody>
      </p:sp>
    </p:spTree>
    <p:extLst>
      <p:ext uri="{BB962C8B-B14F-4D97-AF65-F5344CB8AC3E}">
        <p14:creationId xmlns:p14="http://schemas.microsoft.com/office/powerpoint/2010/main" val="1269980876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649904-79C8-4D0D-9158-C45B1A89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A7E29-9D79-4764-A770-11BD1869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다음 주 3시간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7736B-92CE-4674-B411-D77A129A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01BBD-0118-4DCA-BD67-D3318AC3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FD147-89F5-4583-B21B-418520F8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시간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개인 작업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작업 범위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15:00–15:20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문제·입력·완료 기준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기능 하나 선택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15:20–16:00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기본 기능 구현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샘플로 실제 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16:00–16:40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오류·테스트·개선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수정 전후 비교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16:40–17:10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화면·파일·사용 안내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다른 사람이 실행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17:10–17:30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패키지·개선 기록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미완료와 한계 구분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17:30–18:00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쉬는 시간·Q&amp;A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선택 공유·실습 복구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7533064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98A0BF-49A6-4D71-823D-66E451B5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94109-80A3-4C25-A45F-7E65FBF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개인 프로젝트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35EA6C-A8D8-40AB-8E1C-8A2A9905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D7E3F-BC56-482D-8D99-37692FCC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D2E72-7434-4E5E-BA3F-ED326592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476500"/>
                <a:gridCol w="4133850"/>
                <a:gridCol w="4362450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주제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최소 기능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확인할 개선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WBS 도우미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날짜·상태·간트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공휴일·선행 업무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채점 도구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점수·오류·통계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배점·입력 검증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이력서 편집기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사실 기반 DOCX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문장 비교·과장 검사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 리뷰 작업대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diff·테스트·리뷰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근거·중복·버전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보고서 생성기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같은 데이터의 PPT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수치 일치·긴 문장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9825634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3206BF-6D98-42F0-98CF-F527E537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Ideation · 작업 정의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EAEDA-E718-4D41-B210-ED115652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개인 과제의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538AA-F6EF-4C37-B9C0-7E9E98A6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054C-E881-47B2-90F6-893A2DA5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16B712-EFB6-41A0-ACAC-8E365968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F7F5E-83A9-41A3-8578-AECAFB4D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94F890-390B-4E80-AA65-29DEE1AD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다음 주 만들고 싶은 도구 하나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46AC7-6225-4A08-82FA-1F70200A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664FCE-9BAC-4704-8209-633DAF88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사용자·입력·결과를 README에 작성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BF6AC-A240-42A1-AA31-4DF0B975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CCD38-EF09-453D-A989-CC5A2485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정상 사례 1개·실패 사례 2개 정의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B922C9-7904-4611-BE01-6BFC694A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0A5B6A-C36A-4C3D-8397-1F6FE206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materials/day5/미니프로젝트_사전안내.md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530AAD-CB4D-4CF7-8AA6-1A8959BA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무엇이 실행되면 완료인지 명확한 문장</a:t>
            </a:r>
          </a:p>
        </p:txBody>
      </p:sp>
    </p:spTree>
    <p:extLst>
      <p:ext uri="{BB962C8B-B14F-4D97-AF65-F5344CB8AC3E}">
        <p14:creationId xmlns:p14="http://schemas.microsoft.com/office/powerpoint/2010/main" val="400780122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281342-72CC-4B74-AD89-39D25B9B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4F765-3DA9-41B3-AFF1-EB897BE6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ChatGPT·Claude의 제작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82926-70F1-4AC1-8825-CE50325F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C20B2-115D-40F1-A4C5-2A1E4CAB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F5ABE-6DF9-44A1-ACB6-9817D9AF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CCEA1-0DE3-438E-9ACB-ADBE0E98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대화 입력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A629D-2FB3-4125-AA4C-3C5CACEA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4A15D0-2D96-476F-A9BF-8D1DD3F0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10515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나는 비개발자 동료에게 쓸 수 있는 [도구]를 선물하려고 해. 입력은 [샘플 파일], 결과는 [형식]이야. 먼저 흐름과 완료 기준을 설명하고, 한 기능씩 구현·실행·오류 테스트를 진행해 줘. 외부 배포와 원본 덮어쓰기는 내 확인 전 금지야.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B6147-0998-44C2-B29D-CD752B73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확인할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720F3-0272-45BF-B86C-74843510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05425"/>
            <a:ext cx="886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업무 흐름 · 실행 방법 · 실패 대응</a:t>
            </a:r>
          </a:p>
        </p:txBody>
      </p:sp>
    </p:spTree>
    <p:extLst>
      <p:ext uri="{BB962C8B-B14F-4D97-AF65-F5344CB8AC3E}">
        <p14:creationId xmlns:p14="http://schemas.microsoft.com/office/powerpoint/2010/main" val="1667736070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DB561-1921-4BBE-94BE-A5CF1EF2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4F922-F4B3-4494-B3DF-A627CF57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개선 기능의 첫 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7523E-B49B-4399-A75D-93DF392B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D1E0F-4C28-4167-AB2B-578EAC7A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7D0CFA-B8C6-403E-B27A-FE355D22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60A2A-8FCB-4440-9CDC-C21A6329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62C7C6-03C2-4C66-8A0F-2557D086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이번 코드에서 작은 기능 한 가지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972AA-FAF2-49F8-8569-889409A9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75D79-59FE-4AE1-A985-C3E52EF1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Codex에 함수·테스트의 수정 계획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62596-8AF3-4F9A-A80A-9D8D3810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0CFE4-6A1B-4E0B-AFB8-26B308AD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코드를 수정하고 해당 테스트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EE5E1A-6333-4A5C-99BA-CD9462C5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3629B5-6428-44DE-8E42-A1F7B22B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내 개인 연습 폴더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6A341-1B57-4127-9160-C85B8F87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실제 변경 diff와 실행 결과</a:t>
            </a:r>
          </a:p>
        </p:txBody>
      </p:sp>
    </p:spTree>
    <p:extLst>
      <p:ext uri="{BB962C8B-B14F-4D97-AF65-F5344CB8AC3E}">
        <p14:creationId xmlns:p14="http://schemas.microsoft.com/office/powerpoint/2010/main" val="1773281593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0867E-87D9-4760-8392-D936C676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코드·파일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0C990-C72C-487F-BD50-8D5F39AD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실행 안내의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E7193-F873-4B68-983A-A452A8DA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B64AA8-3042-473F-A631-37AE7E9D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F225D-4AA1-4EB7-A8B0-694F0004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8F5D0-8E93-4FFF-B66F-FBE7B073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9B8750-3683-465A-A1C8-3D7F752A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8595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README의 명령을 그대로 복사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8FCE1-7AB0-4987-93DF-E316C435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C4C85-6B87-4C43-9D2A-BF75CF6A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67025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새 출력 폴더에 결과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5DBD74-350F-4142-8792-CC3489DB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E4B0C-5E1D-47E7-A881-0D9D1593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48100"/>
            <a:ext cx="97821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4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다른 파일을 덮지 않는지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5CB28-4B01-4C9A-8BE5-BBF0B3EF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A2F31-3F80-4FBA-BE1D-257B20FF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README.md + 새 출력 폴더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A7C07-D0DD-45DE-80E0-F46DAD43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175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설명 없이 명령만으로 재실행 가능</a:t>
            </a:r>
          </a:p>
        </p:txBody>
      </p:sp>
    </p:spTree>
    <p:extLst>
      <p:ext uri="{BB962C8B-B14F-4D97-AF65-F5344CB8AC3E}">
        <p14:creationId xmlns:p14="http://schemas.microsoft.com/office/powerpoint/2010/main" val="2101440750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B7E4FE-82A9-4EC2-8380-7CD9D6AF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이론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8DF04C-C431-4800-AE3C-9896693D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개선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BB613-3619-4EC5-84A0-E0632906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80344-74D6-4D76-9A2F-1CCC3603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C6D69-9B8D-43A7-82A2-0A27113F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141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작성 내용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Before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기존의 불편과 재현 입력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Change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바꾼 함수·수식·문장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Evidence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테스트 출력·결과 화면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After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확인한 변화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Limit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아직 못한 일과 사용 조건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9391197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766961-A275-4AB5-9201-91278E8C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2A97D-C60B-49C2-8B59-D39B878D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하루의 최종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08F0E-7B82-4DAB-B8FE-5503EDDD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071A0-181E-4691-82E9-32B8C117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46533-8DA5-49BC-BAEA-0A749907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142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항목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확인 방법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PR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코드 수정·테스트·게시 미리보기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Excel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변경·재계산·오류 복구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Word·PPT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파일 생성·내용·화면 확인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다음 주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한 기능의 개인 과제와 테스트 초안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0439621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B0AC6-C2AF-485C-9856-CC7FC727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E640D-71B5-4198-AE70-4A02DCB7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작은 도구의 운영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D7AE43-D88D-444F-9052-75DA87C1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FE1FE-4154-4DFD-BE05-C19CBAF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30F41-DCCF-41DD-8AED-2EB20EB2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143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43624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7496175"/>
              </a:tblGrid>
              <a:tr h="5905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상황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다음 개선</a:t>
                      </a:r>
                    </a:p>
                  </a:txBody>
                  <a:tcPr marL="142875" marR="133350" marT="95250" marB="95250" anchor="ctr">
                    <a:solidFill>
                      <a:srgbClr val="161616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형식 변경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버전 표시·변환 함수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다른 PC에서 실패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설치·폰트·경로 검사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반복 오류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에러 코드·재현 샘플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여러 명 사용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권한·동시 실행·개인정보</a:t>
                      </a:r>
                    </a:p>
                  </a:txBody>
                  <a:tcPr marL="142875" marR="133350" marT="95250" marB="95250" anchor="ctr">
                    <a:solidFill>
                      <a:srgbClr val="F2F3F4"/>
                    </a:solidFill>
                  </a:tcPr>
                </a:tc>
              </a:tr>
              <a:tr h="7543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배포 요청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사람 확인·되돌리기 방법</a:t>
                      </a:r>
                    </a:p>
                  </a:txBody>
                  <a:tcPr marL="142875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985602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A0100-BFF1-4F6A-8E21-97D18292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8차시 · 16:40–17:30  /  선택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D4A5F-9536-4F7E-B2B1-34D6FF20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추가 학습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6A834-960E-4582-9162-0089CDAD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D9ECB-B693-4DEB-9B28-495BE221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58F8E-255A-462D-8F53-71C7E517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484E8-E8CF-4EFF-9A8A-699C670D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47C9D-ABBD-4D62-A016-CBF00E2E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5727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GitHub: 테스트와 리뷰의 자동 실행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Google Sheets: 수식·Apps Script·입력 검증</a:t>
            </a:r>
          </a:p>
          <a:p xmlns:a="http://schemas.openxmlformats.org/drawingml/2006/main">
            <a:pPr marL="304800" indent="-152400" algn="l">
              <a:lnSpc>
                <a:spcPct val="118000"/>
              </a:lnSpc>
              <a:spcAft>
                <a:spcPts val="3000"/>
              </a:spcAft>
              <a:buNone/>
              <a:def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7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문서 도구: 구조·스타일·렌더 검증</a:t>
            </a:r>
          </a:p>
        </p:txBody>
      </p:sp>
    </p:spTree>
    <p:extLst>
      <p:ext uri="{BB962C8B-B14F-4D97-AF65-F5344CB8AC3E}">
        <p14:creationId xmlns:p14="http://schemas.microsoft.com/office/powerpoint/2010/main" val="692904130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9C576-362A-4227-9BB5-D280BBBE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4주차 수업 종료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A1AAB-06A3-4150-8284-CE4FA60E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쉬는 시간 · 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10BEA-65A2-4525-A767-E5512D6A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D12EB-0D90-482C-9294-71FED2C3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95959"/>
                </a:solidFill>
                <a:latin typeface="NanumGothic"/>
                <a:ea typeface="NanumGothic"/>
                <a:cs typeface="NanumGothic"/>
              </a:rPr>
              <a:t>LLM Agent · 업무 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E1925-C3F9-4D32-97A9-F0E4702A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05575"/>
            <a:ext cx="95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58635-9B8B-4B7E-B422-39ABEBCA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5100" b="1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17:30–18:00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09E06-ACCA-458D-B217-72FC4578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defRPr>
            </a:pPr>
            <a:r>
              <a:rPr sz="2850" b="0">
                <a:solidFill>
                  <a:srgbClr val="161616"/>
                </a:solidFill>
                <a:latin typeface="NanumGothic"/>
                <a:ea typeface="NanumGothic"/>
                <a:cs typeface="NanumGothic"/>
              </a:rPr>
              <a:t>질문 · 실행 오류 복구 · 다음 주 개인 과제</a:t>
            </a:r>
          </a:p>
        </p:txBody>
      </p:sp>
    </p:spTree>
    <p:extLst>
      <p:ext uri="{BB962C8B-B14F-4D97-AF65-F5344CB8AC3E}">
        <p14:creationId xmlns:p14="http://schemas.microsoft.com/office/powerpoint/2010/main" val="5616962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2026-09-12T00:15:42.7250000Z</dcterms:created>
  <dcterms:modified xsi:type="dcterms:W3CDTF">2026-09-12T00:15:42.7250000Z</dcterms:modified>
</coreProperties>
</file>