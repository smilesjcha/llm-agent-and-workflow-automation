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de0a372e0342ec" /><Relationship Type="http://schemas.openxmlformats.org/officeDocument/2006/relationships/extended-properties" Target="/docProps/app.xml" Id="R2a19e21cab3e4751" /><Relationship Type="http://schemas.openxmlformats.org/officeDocument/2006/relationships/officeDocument" Target="/ppt/presentation.xml" Id="Rb94238652cbe4b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44639a3d0848f1"/>
  </p:sldMasterIdLst>
  <p:notesMasterIdLst>
    <p:notesMasterId xmlns:r="http://schemas.openxmlformats.org/officeDocument/2006/relationships" r:id="Rcf2d0833822c4800"/>
  </p:notesMasterIdLst>
  <p:sldIdLst>
    <p:sldId xmlns:r="http://schemas.openxmlformats.org/officeDocument/2006/relationships" id="256" r:id="Ree664f35468e423e"/>
    <p:sldId xmlns:r="http://schemas.openxmlformats.org/officeDocument/2006/relationships" id="257" r:id="R026509585e4c4c6f"/>
    <p:sldId xmlns:r="http://schemas.openxmlformats.org/officeDocument/2006/relationships" id="258" r:id="R21474d4ac1154581"/>
    <p:sldId xmlns:r="http://schemas.openxmlformats.org/officeDocument/2006/relationships" id="259" r:id="R0a49324b29974ec8"/>
    <p:sldId xmlns:r="http://schemas.openxmlformats.org/officeDocument/2006/relationships" id="260" r:id="R9e6d9dfde7894a97"/>
    <p:sldId xmlns:r="http://schemas.openxmlformats.org/officeDocument/2006/relationships" id="261" r:id="R6610bf284dd64914"/>
    <p:sldId xmlns:r="http://schemas.openxmlformats.org/officeDocument/2006/relationships" id="262" r:id="R150ba7f8441440c3"/>
    <p:sldId xmlns:r="http://schemas.openxmlformats.org/officeDocument/2006/relationships" id="263" r:id="R270243e95bdd4d7e"/>
    <p:sldId xmlns:r="http://schemas.openxmlformats.org/officeDocument/2006/relationships" id="264" r:id="R951bb30c3e4e417d"/>
    <p:sldId xmlns:r="http://schemas.openxmlformats.org/officeDocument/2006/relationships" id="265" r:id="Redb9e9fd56624233"/>
    <p:sldId xmlns:r="http://schemas.openxmlformats.org/officeDocument/2006/relationships" id="266" r:id="Ra0b50648acfa4973"/>
    <p:sldId xmlns:r="http://schemas.openxmlformats.org/officeDocument/2006/relationships" id="267" r:id="R75f6d3a8f01b4b2e"/>
    <p:sldId xmlns:r="http://schemas.openxmlformats.org/officeDocument/2006/relationships" id="268" r:id="Rf2bbf14ac82b4a7d"/>
    <p:sldId xmlns:r="http://schemas.openxmlformats.org/officeDocument/2006/relationships" id="269" r:id="R35dc5cef4e574160"/>
    <p:sldId xmlns:r="http://schemas.openxmlformats.org/officeDocument/2006/relationships" id="270" r:id="R1bbe8cdb55e54791"/>
    <p:sldId xmlns:r="http://schemas.openxmlformats.org/officeDocument/2006/relationships" id="271" r:id="R88fc88264eb74b3b"/>
    <p:sldId xmlns:r="http://schemas.openxmlformats.org/officeDocument/2006/relationships" id="272" r:id="R50bf8b1697514c27"/>
    <p:sldId xmlns:r="http://schemas.openxmlformats.org/officeDocument/2006/relationships" id="273" r:id="R435efb6700c54ec6"/>
    <p:sldId xmlns:r="http://schemas.openxmlformats.org/officeDocument/2006/relationships" id="274" r:id="Rc96dcb9d4fe64a6f"/>
    <p:sldId xmlns:r="http://schemas.openxmlformats.org/officeDocument/2006/relationships" id="275" r:id="R84463f6083bc43b1"/>
    <p:sldId xmlns:r="http://schemas.openxmlformats.org/officeDocument/2006/relationships" id="276" r:id="R6df917ff99d04bac"/>
    <p:sldId xmlns:r="http://schemas.openxmlformats.org/officeDocument/2006/relationships" id="277" r:id="R5498362b79e9456e"/>
    <p:sldId xmlns:r="http://schemas.openxmlformats.org/officeDocument/2006/relationships" id="278" r:id="Rbeeb2be63ca94421"/>
    <p:sldId xmlns:r="http://schemas.openxmlformats.org/officeDocument/2006/relationships" id="279" r:id="Rbba039d0297147b4"/>
    <p:sldId xmlns:r="http://schemas.openxmlformats.org/officeDocument/2006/relationships" id="280" r:id="Rb552b4d17ccb437c"/>
    <p:sldId xmlns:r="http://schemas.openxmlformats.org/officeDocument/2006/relationships" id="281" r:id="R4a6c743cf84f4176"/>
    <p:sldId xmlns:r="http://schemas.openxmlformats.org/officeDocument/2006/relationships" id="282" r:id="R5b05bce7177b4e8b"/>
    <p:sldId xmlns:r="http://schemas.openxmlformats.org/officeDocument/2006/relationships" id="283" r:id="Rbee39dd31b644d03"/>
    <p:sldId xmlns:r="http://schemas.openxmlformats.org/officeDocument/2006/relationships" id="284" r:id="R73763ec0bb754c9e"/>
    <p:sldId xmlns:r="http://schemas.openxmlformats.org/officeDocument/2006/relationships" id="285" r:id="R645e8e7794af4e51"/>
    <p:sldId xmlns:r="http://schemas.openxmlformats.org/officeDocument/2006/relationships" id="286" r:id="R672c0cbc049c42f5"/>
    <p:sldId xmlns:r="http://schemas.openxmlformats.org/officeDocument/2006/relationships" id="287" r:id="R860b3ab17eda44bb"/>
    <p:sldId xmlns:r="http://schemas.openxmlformats.org/officeDocument/2006/relationships" id="288" r:id="R1cae880070e74c32"/>
    <p:sldId xmlns:r="http://schemas.openxmlformats.org/officeDocument/2006/relationships" id="289" r:id="R329d60d89ba54ff2"/>
    <p:sldId xmlns:r="http://schemas.openxmlformats.org/officeDocument/2006/relationships" id="290" r:id="Ra741840fc3b74c18"/>
    <p:sldId xmlns:r="http://schemas.openxmlformats.org/officeDocument/2006/relationships" id="291" r:id="Rdf429077052b4722"/>
    <p:sldId xmlns:r="http://schemas.openxmlformats.org/officeDocument/2006/relationships" id="292" r:id="Ra3475f439b994bc4"/>
    <p:sldId xmlns:r="http://schemas.openxmlformats.org/officeDocument/2006/relationships" id="293" r:id="R463c404458aa4ed6"/>
    <p:sldId xmlns:r="http://schemas.openxmlformats.org/officeDocument/2006/relationships" id="294" r:id="Rfd4e1f96d97b4d69"/>
    <p:sldId xmlns:r="http://schemas.openxmlformats.org/officeDocument/2006/relationships" id="295" r:id="R8aa863befdb3434d"/>
    <p:sldId xmlns:r="http://schemas.openxmlformats.org/officeDocument/2006/relationships" id="296" r:id="Raa559535f0084376"/>
    <p:sldId xmlns:r="http://schemas.openxmlformats.org/officeDocument/2006/relationships" id="297" r:id="R3266ac4f15e54a3d"/>
    <p:sldId xmlns:r="http://schemas.openxmlformats.org/officeDocument/2006/relationships" id="298" r:id="R56417e1f4d814ee2"/>
    <p:sldId xmlns:r="http://schemas.openxmlformats.org/officeDocument/2006/relationships" id="299" r:id="R86b1c7c8d4444d5f"/>
    <p:sldId xmlns:r="http://schemas.openxmlformats.org/officeDocument/2006/relationships" id="300" r:id="Rf530e7eab8b348af"/>
    <p:sldId xmlns:r="http://schemas.openxmlformats.org/officeDocument/2006/relationships" id="301" r:id="Rafa13c90fb3349a9"/>
    <p:sldId xmlns:r="http://schemas.openxmlformats.org/officeDocument/2006/relationships" id="302" r:id="R03cc359944a0478b"/>
    <p:sldId xmlns:r="http://schemas.openxmlformats.org/officeDocument/2006/relationships" id="303" r:id="R623fd741244440ef"/>
    <p:sldId xmlns:r="http://schemas.openxmlformats.org/officeDocument/2006/relationships" id="304" r:id="R08ed8d3f517c4e77"/>
    <p:sldId xmlns:r="http://schemas.openxmlformats.org/officeDocument/2006/relationships" id="305" r:id="R77a4c3ab005647fd"/>
    <p:sldId xmlns:r="http://schemas.openxmlformats.org/officeDocument/2006/relationships" id="306" r:id="R4b71fc3a20d54ba6"/>
    <p:sldId xmlns:r="http://schemas.openxmlformats.org/officeDocument/2006/relationships" id="307" r:id="R38aef7f3998c496a"/>
    <p:sldId xmlns:r="http://schemas.openxmlformats.org/officeDocument/2006/relationships" id="308" r:id="R5432954df02d4ca9"/>
    <p:sldId xmlns:r="http://schemas.openxmlformats.org/officeDocument/2006/relationships" id="309" r:id="Rbaf5593b49d64df5"/>
    <p:sldId xmlns:r="http://schemas.openxmlformats.org/officeDocument/2006/relationships" id="310" r:id="Ra40fb343e84746e7"/>
    <p:sldId xmlns:r="http://schemas.openxmlformats.org/officeDocument/2006/relationships" id="311" r:id="Rdf2cac97752a4991"/>
    <p:sldId xmlns:r="http://schemas.openxmlformats.org/officeDocument/2006/relationships" id="312" r:id="R2102d1e1658443e9"/>
    <p:sldId xmlns:r="http://schemas.openxmlformats.org/officeDocument/2006/relationships" id="313" r:id="R1f609e6058e64c99"/>
    <p:sldId xmlns:r="http://schemas.openxmlformats.org/officeDocument/2006/relationships" id="314" r:id="Rbdb828a9f28d4edc"/>
    <p:sldId xmlns:r="http://schemas.openxmlformats.org/officeDocument/2006/relationships" id="315" r:id="Rdcca639a3dd94459"/>
    <p:sldId xmlns:r="http://schemas.openxmlformats.org/officeDocument/2006/relationships" id="316" r:id="Re75a5816c7954785"/>
    <p:sldId xmlns:r="http://schemas.openxmlformats.org/officeDocument/2006/relationships" id="317" r:id="Rd5801cb4cf8e4802"/>
    <p:sldId xmlns:r="http://schemas.openxmlformats.org/officeDocument/2006/relationships" id="318" r:id="R2804dda3dc1648e0"/>
    <p:sldId xmlns:r="http://schemas.openxmlformats.org/officeDocument/2006/relationships" id="319" r:id="R96384255061141e4"/>
    <p:sldId xmlns:r="http://schemas.openxmlformats.org/officeDocument/2006/relationships" id="320" r:id="Rd73408ae622542d0"/>
    <p:sldId xmlns:r="http://schemas.openxmlformats.org/officeDocument/2006/relationships" id="321" r:id="Re2873a6122c047e2"/>
    <p:sldId xmlns:r="http://schemas.openxmlformats.org/officeDocument/2006/relationships" id="322" r:id="R15027d0f52e84454"/>
    <p:sldId xmlns:r="http://schemas.openxmlformats.org/officeDocument/2006/relationships" id="323" r:id="R150bb4117ab04cd9"/>
    <p:sldId xmlns:r="http://schemas.openxmlformats.org/officeDocument/2006/relationships" id="324" r:id="Rf05e60497d3545ea"/>
    <p:sldId xmlns:r="http://schemas.openxmlformats.org/officeDocument/2006/relationships" id="325" r:id="Rd07053b08dc64fe2"/>
    <p:sldId xmlns:r="http://schemas.openxmlformats.org/officeDocument/2006/relationships" id="326" r:id="R98218465b65f425b"/>
    <p:sldId xmlns:r="http://schemas.openxmlformats.org/officeDocument/2006/relationships" id="327" r:id="R320d868ad121456c"/>
    <p:sldId xmlns:r="http://schemas.openxmlformats.org/officeDocument/2006/relationships" id="328" r:id="R47faed8e75544186"/>
    <p:sldId xmlns:r="http://schemas.openxmlformats.org/officeDocument/2006/relationships" id="329" r:id="R4cdc5adb25b84933"/>
    <p:sldId xmlns:r="http://schemas.openxmlformats.org/officeDocument/2006/relationships" id="330" r:id="Rdd5ca0bb9ff94c65"/>
    <p:sldId xmlns:r="http://schemas.openxmlformats.org/officeDocument/2006/relationships" id="331" r:id="Rb7b6ea7e8d8b43dd"/>
    <p:sldId xmlns:r="http://schemas.openxmlformats.org/officeDocument/2006/relationships" id="332" r:id="R581d24b251e74862"/>
    <p:sldId xmlns:r="http://schemas.openxmlformats.org/officeDocument/2006/relationships" id="333" r:id="R23c6ec30a29e485e"/>
    <p:sldId xmlns:r="http://schemas.openxmlformats.org/officeDocument/2006/relationships" id="334" r:id="R81be1b5c0df84bb1"/>
    <p:sldId xmlns:r="http://schemas.openxmlformats.org/officeDocument/2006/relationships" id="335" r:id="R7d41641012824bb5"/>
    <p:sldId xmlns:r="http://schemas.openxmlformats.org/officeDocument/2006/relationships" id="336" r:id="Rc571ce9158c24d5a"/>
    <p:sldId xmlns:r="http://schemas.openxmlformats.org/officeDocument/2006/relationships" id="337" r:id="R9acbb9997c894fa1"/>
    <p:sldId xmlns:r="http://schemas.openxmlformats.org/officeDocument/2006/relationships" id="338" r:id="R9bdd13b249154aa0"/>
    <p:sldId xmlns:r="http://schemas.openxmlformats.org/officeDocument/2006/relationships" id="339" r:id="R381b3aa417c24738"/>
    <p:sldId xmlns:r="http://schemas.openxmlformats.org/officeDocument/2006/relationships" id="340" r:id="R3e5321ad1d8a467e"/>
    <p:sldId xmlns:r="http://schemas.openxmlformats.org/officeDocument/2006/relationships" id="341" r:id="R8931cc9cda674d9c"/>
    <p:sldId xmlns:r="http://schemas.openxmlformats.org/officeDocument/2006/relationships" id="342" r:id="R840e52cbf9c04853"/>
    <p:sldId xmlns:r="http://schemas.openxmlformats.org/officeDocument/2006/relationships" id="343" r:id="Rb9e4d52cd2124878"/>
    <p:sldId xmlns:r="http://schemas.openxmlformats.org/officeDocument/2006/relationships" id="344" r:id="Rf0fa068760784c4e"/>
    <p:sldId xmlns:r="http://schemas.openxmlformats.org/officeDocument/2006/relationships" id="345" r:id="R753e37d58e7d4229"/>
    <p:sldId xmlns:r="http://schemas.openxmlformats.org/officeDocument/2006/relationships" id="346" r:id="Ra7161f3f98034cf1"/>
    <p:sldId xmlns:r="http://schemas.openxmlformats.org/officeDocument/2006/relationships" id="347" r:id="R8ff99e7da6d6412a"/>
    <p:sldId xmlns:r="http://schemas.openxmlformats.org/officeDocument/2006/relationships" id="348" r:id="R2dab8edc101a4959"/>
    <p:sldId xmlns:r="http://schemas.openxmlformats.org/officeDocument/2006/relationships" id="349" r:id="R3e655d2737c14cbf"/>
    <p:sldId xmlns:r="http://schemas.openxmlformats.org/officeDocument/2006/relationships" id="350" r:id="R7c768bb62795413b"/>
    <p:sldId xmlns:r="http://schemas.openxmlformats.org/officeDocument/2006/relationships" id="351" r:id="Rdccab98209f343ca"/>
    <p:sldId xmlns:r="http://schemas.openxmlformats.org/officeDocument/2006/relationships" id="352" r:id="Re7150d9cbd454dea"/>
    <p:sldId xmlns:r="http://schemas.openxmlformats.org/officeDocument/2006/relationships" id="353" r:id="R5801bcce85054715"/>
    <p:sldId xmlns:r="http://schemas.openxmlformats.org/officeDocument/2006/relationships" id="354" r:id="R26269312db894afc"/>
    <p:sldId xmlns:r="http://schemas.openxmlformats.org/officeDocument/2006/relationships" id="355" r:id="R7a0cc40949dd4347"/>
    <p:sldId xmlns:r="http://schemas.openxmlformats.org/officeDocument/2006/relationships" id="356" r:id="R616014cfc9a641ab"/>
    <p:sldId xmlns:r="http://schemas.openxmlformats.org/officeDocument/2006/relationships" id="357" r:id="Rd9036141e94e49be"/>
    <p:sldId xmlns:r="http://schemas.openxmlformats.org/officeDocument/2006/relationships" id="358" r:id="R156aab7eb8164c4e"/>
    <p:sldId xmlns:r="http://schemas.openxmlformats.org/officeDocument/2006/relationships" id="359" r:id="R817633c6500f4f70"/>
    <p:sldId xmlns:r="http://schemas.openxmlformats.org/officeDocument/2006/relationships" id="360" r:id="R3dd0bb3938ff4642"/>
    <p:sldId xmlns:r="http://schemas.openxmlformats.org/officeDocument/2006/relationships" id="361" r:id="Rbe88b31a0f4d4c4d"/>
    <p:sldId xmlns:r="http://schemas.openxmlformats.org/officeDocument/2006/relationships" id="362" r:id="R3bdb34294d474010"/>
    <p:sldId xmlns:r="http://schemas.openxmlformats.org/officeDocument/2006/relationships" id="363" r:id="R1081aac963364b6b"/>
    <p:sldId xmlns:r="http://schemas.openxmlformats.org/officeDocument/2006/relationships" id="364" r:id="Rf313ce14b2e1488d"/>
    <p:sldId xmlns:r="http://schemas.openxmlformats.org/officeDocument/2006/relationships" id="365" r:id="Rfbae34982f9543fa"/>
    <p:sldId xmlns:r="http://schemas.openxmlformats.org/officeDocument/2006/relationships" id="366" r:id="R31b88c479eb24059"/>
    <p:sldId xmlns:r="http://schemas.openxmlformats.org/officeDocument/2006/relationships" id="367" r:id="Rf90d08c3c957450b"/>
    <p:sldId xmlns:r="http://schemas.openxmlformats.org/officeDocument/2006/relationships" id="368" r:id="Rc020a352fc0944f2"/>
    <p:sldId xmlns:r="http://schemas.openxmlformats.org/officeDocument/2006/relationships" id="369" r:id="R11d994e9a8734b1a"/>
    <p:sldId xmlns:r="http://schemas.openxmlformats.org/officeDocument/2006/relationships" id="370" r:id="R8e1f06544a0143e2"/>
    <p:sldId xmlns:r="http://schemas.openxmlformats.org/officeDocument/2006/relationships" id="371" r:id="Re909f4f78fbf4f33"/>
    <p:sldId xmlns:r="http://schemas.openxmlformats.org/officeDocument/2006/relationships" id="372" r:id="R16d5981c0569486a"/>
    <p:sldId xmlns:r="http://schemas.openxmlformats.org/officeDocument/2006/relationships" id="373" r:id="R8b12a49b386b4425"/>
    <p:sldId xmlns:r="http://schemas.openxmlformats.org/officeDocument/2006/relationships" id="374" r:id="R323a83151f6a4316"/>
    <p:sldId xmlns:r="http://schemas.openxmlformats.org/officeDocument/2006/relationships" id="375" r:id="Rb200ed7beba0443f"/>
    <p:sldId xmlns:r="http://schemas.openxmlformats.org/officeDocument/2006/relationships" id="376" r:id="R07d50c6c66b24874"/>
    <p:sldId xmlns:r="http://schemas.openxmlformats.org/officeDocument/2006/relationships" id="377" r:id="R5856fc47f078446a"/>
    <p:sldId xmlns:r="http://schemas.openxmlformats.org/officeDocument/2006/relationships" id="378" r:id="Ra163485593204b49"/>
    <p:sldId xmlns:r="http://schemas.openxmlformats.org/officeDocument/2006/relationships" id="379" r:id="Rfe48751f1ad94c56"/>
    <p:sldId xmlns:r="http://schemas.openxmlformats.org/officeDocument/2006/relationships" id="380" r:id="R7e8d07eaccfe45c6"/>
    <p:sldId xmlns:r="http://schemas.openxmlformats.org/officeDocument/2006/relationships" id="381" r:id="Rd652c98dab9348b8"/>
    <p:sldId xmlns:r="http://schemas.openxmlformats.org/officeDocument/2006/relationships" id="382" r:id="Rb5828ee4ef2f4096"/>
    <p:sldId xmlns:r="http://schemas.openxmlformats.org/officeDocument/2006/relationships" id="383" r:id="R34f5312d72644444"/>
    <p:sldId xmlns:r="http://schemas.openxmlformats.org/officeDocument/2006/relationships" id="384" r:id="R783155a7da9141ea"/>
    <p:sldId xmlns:r="http://schemas.openxmlformats.org/officeDocument/2006/relationships" id="385" r:id="R7a51d57816b04dca"/>
    <p:sldId xmlns:r="http://schemas.openxmlformats.org/officeDocument/2006/relationships" id="386" r:id="R03c9014e8d1544ed"/>
    <p:sldId xmlns:r="http://schemas.openxmlformats.org/officeDocument/2006/relationships" id="387" r:id="R8db6df8c2f5149e4"/>
    <p:sldId xmlns:r="http://schemas.openxmlformats.org/officeDocument/2006/relationships" id="388" r:id="R3750610b9d254fc5"/>
    <p:sldId xmlns:r="http://schemas.openxmlformats.org/officeDocument/2006/relationships" id="389" r:id="R6111e606507b4b18"/>
    <p:sldId xmlns:r="http://schemas.openxmlformats.org/officeDocument/2006/relationships" id="390" r:id="Ra3e28a6ba4e941b3"/>
    <p:sldId xmlns:r="http://schemas.openxmlformats.org/officeDocument/2006/relationships" id="391" r:id="R75d256abb4b94284"/>
    <p:sldId xmlns:r="http://schemas.openxmlformats.org/officeDocument/2006/relationships" id="392" r:id="Re40fa8170dd44acc"/>
    <p:sldId xmlns:r="http://schemas.openxmlformats.org/officeDocument/2006/relationships" id="393" r:id="R83dd9696d34e4788"/>
    <p:sldId xmlns:r="http://schemas.openxmlformats.org/officeDocument/2006/relationships" id="394" r:id="R94fc8655dfff498a"/>
    <p:sldId xmlns:r="http://schemas.openxmlformats.org/officeDocument/2006/relationships" id="395" r:id="R792894f5b9104e6e"/>
    <p:sldId xmlns:r="http://schemas.openxmlformats.org/officeDocument/2006/relationships" id="396" r:id="Rc9d132f921e44ab3"/>
    <p:sldId xmlns:r="http://schemas.openxmlformats.org/officeDocument/2006/relationships" id="397" r:id="R41ae33e7d28d4b4a"/>
    <p:sldId xmlns:r="http://schemas.openxmlformats.org/officeDocument/2006/relationships" id="398" r:id="Rfa4f1da393404506"/>
    <p:sldId xmlns:r="http://schemas.openxmlformats.org/officeDocument/2006/relationships" id="399" r:id="R445428226f4340af"/>
    <p:sldId xmlns:r="http://schemas.openxmlformats.org/officeDocument/2006/relationships" id="400" r:id="R6224f22843644f90"/>
    <p:sldId xmlns:r="http://schemas.openxmlformats.org/officeDocument/2006/relationships" id="401" r:id="R39bef30c055a4f23"/>
    <p:sldId xmlns:r="http://schemas.openxmlformats.org/officeDocument/2006/relationships" id="402" r:id="R139673c174bf46e4"/>
    <p:sldId xmlns:r="http://schemas.openxmlformats.org/officeDocument/2006/relationships" id="403" r:id="Recd7b1dbf7404815"/>
    <p:sldId xmlns:r="http://schemas.openxmlformats.org/officeDocument/2006/relationships" id="404" r:id="Rea068a42c16c4421"/>
    <p:sldId xmlns:r="http://schemas.openxmlformats.org/officeDocument/2006/relationships" id="405" r:id="R8ca1df75c56c4bb7"/>
    <p:sldId xmlns:r="http://schemas.openxmlformats.org/officeDocument/2006/relationships" id="406" r:id="R70f4900d680e498a"/>
    <p:sldId xmlns:r="http://schemas.openxmlformats.org/officeDocument/2006/relationships" id="407" r:id="R9e0f4de9501a459b"/>
    <p:sldId xmlns:r="http://schemas.openxmlformats.org/officeDocument/2006/relationships" id="408" r:id="Re396f212ce214170"/>
    <p:sldId xmlns:r="http://schemas.openxmlformats.org/officeDocument/2006/relationships" id="409" r:id="Rc45dbe43b9494e4d"/>
    <p:sldId xmlns:r="http://schemas.openxmlformats.org/officeDocument/2006/relationships" id="410" r:id="Rf912157da56c47dc"/>
    <p:sldId xmlns:r="http://schemas.openxmlformats.org/officeDocument/2006/relationships" id="411" r:id="Rbc29ab67cee74c46"/>
    <p:sldId xmlns:r="http://schemas.openxmlformats.org/officeDocument/2006/relationships" id="412" r:id="R46e582127c0d4433"/>
    <p:sldId xmlns:r="http://schemas.openxmlformats.org/officeDocument/2006/relationships" id="413" r:id="R69134a749a0e4278"/>
    <p:sldId xmlns:r="http://schemas.openxmlformats.org/officeDocument/2006/relationships" id="414" r:id="R0e32f4aa876c478d"/>
    <p:sldId xmlns:r="http://schemas.openxmlformats.org/officeDocument/2006/relationships" id="415" r:id="R38c8c6ed8ea34e9f"/>
    <p:sldId xmlns:r="http://schemas.openxmlformats.org/officeDocument/2006/relationships" id="416" r:id="Re5c10cb58ce54a97"/>
    <p:sldId xmlns:r="http://schemas.openxmlformats.org/officeDocument/2006/relationships" id="417" r:id="R657133d2fd994dab"/>
    <p:sldId xmlns:r="http://schemas.openxmlformats.org/officeDocument/2006/relationships" id="418" r:id="R9cf8b52792eb43e0"/>
    <p:sldId xmlns:r="http://schemas.openxmlformats.org/officeDocument/2006/relationships" id="419" r:id="R85f169e0fe4b448c"/>
    <p:sldId xmlns:r="http://schemas.openxmlformats.org/officeDocument/2006/relationships" id="420" r:id="R260898e2c8d34cd5"/>
    <p:sldId xmlns:r="http://schemas.openxmlformats.org/officeDocument/2006/relationships" id="421" r:id="R8c8230dc13af4866"/>
    <p:sldId xmlns:r="http://schemas.openxmlformats.org/officeDocument/2006/relationships" id="422" r:id="R828369c5b7134d6a"/>
    <p:sldId xmlns:r="http://schemas.openxmlformats.org/officeDocument/2006/relationships" id="423" r:id="R6bebf381a57c4563"/>
    <p:sldId xmlns:r="http://schemas.openxmlformats.org/officeDocument/2006/relationships" id="424" r:id="R7c8d67d702904204"/>
    <p:sldId xmlns:r="http://schemas.openxmlformats.org/officeDocument/2006/relationships" id="425" r:id="R33f6c81c0449440c"/>
    <p:sldId xmlns:r="http://schemas.openxmlformats.org/officeDocument/2006/relationships" id="426" r:id="Radca319dab3a4a6a"/>
    <p:sldId xmlns:r="http://schemas.openxmlformats.org/officeDocument/2006/relationships" id="427" r:id="R2c5c71048825471d"/>
    <p:sldId xmlns:r="http://schemas.openxmlformats.org/officeDocument/2006/relationships" id="428" r:id="R1cc07a767a834e77"/>
    <p:sldId xmlns:r="http://schemas.openxmlformats.org/officeDocument/2006/relationships" id="429" r:id="R6767703bd98d4864"/>
    <p:sldId xmlns:r="http://schemas.openxmlformats.org/officeDocument/2006/relationships" id="430" r:id="Rf683301507f44e78"/>
    <p:sldId xmlns:r="http://schemas.openxmlformats.org/officeDocument/2006/relationships" id="431" r:id="R31dc4d7b31994b27"/>
    <p:sldId xmlns:r="http://schemas.openxmlformats.org/officeDocument/2006/relationships" id="432" r:id="Rf58bacd7c1e84607"/>
    <p:sldId xmlns:r="http://schemas.openxmlformats.org/officeDocument/2006/relationships" id="433" r:id="Ra33da690e5c64e78"/>
    <p:sldId xmlns:r="http://schemas.openxmlformats.org/officeDocument/2006/relationships" id="434" r:id="R49bd02e362784106"/>
    <p:sldId xmlns:r="http://schemas.openxmlformats.org/officeDocument/2006/relationships" id="435" r:id="R39525a6531ac4680"/>
    <p:sldId xmlns:r="http://schemas.openxmlformats.org/officeDocument/2006/relationships" id="436" r:id="R6fc7e131928a4cad"/>
    <p:sldId xmlns:r="http://schemas.openxmlformats.org/officeDocument/2006/relationships" id="437" r:id="Rd970c160e6ad4859"/>
    <p:sldId xmlns:r="http://schemas.openxmlformats.org/officeDocument/2006/relationships" id="438" r:id="R264f85a209434de6"/>
    <p:sldId xmlns:r="http://schemas.openxmlformats.org/officeDocument/2006/relationships" id="439" r:id="R5afca422e63148b4"/>
    <p:sldId xmlns:r="http://schemas.openxmlformats.org/officeDocument/2006/relationships" id="440" r:id="R5146a0e96f254438"/>
    <p:sldId xmlns:r="http://schemas.openxmlformats.org/officeDocument/2006/relationships" id="441" r:id="Re3c9a44691634591"/>
    <p:sldId xmlns:r="http://schemas.openxmlformats.org/officeDocument/2006/relationships" id="442" r:id="R7565ae2c094f4346"/>
    <p:sldId xmlns:r="http://schemas.openxmlformats.org/officeDocument/2006/relationships" id="443" r:id="R40d57de5db44464c"/>
    <p:sldId xmlns:r="http://schemas.openxmlformats.org/officeDocument/2006/relationships" id="444" r:id="R56760a2ab09e4b0b"/>
    <p:sldId xmlns:r="http://schemas.openxmlformats.org/officeDocument/2006/relationships" id="445" r:id="Re2d3700be4934b8c"/>
    <p:sldId xmlns:r="http://schemas.openxmlformats.org/officeDocument/2006/relationships" id="446" r:id="R0ba34595048d4d8d"/>
    <p:sldId xmlns:r="http://schemas.openxmlformats.org/officeDocument/2006/relationships" id="447" r:id="Rd4378b238aa84ab5"/>
    <p:sldId xmlns:r="http://schemas.openxmlformats.org/officeDocument/2006/relationships" id="448" r:id="R8b56820a24184505"/>
    <p:sldId xmlns:r="http://schemas.openxmlformats.org/officeDocument/2006/relationships" id="449" r:id="R10bf74882cd44cec"/>
    <p:sldId xmlns:r="http://schemas.openxmlformats.org/officeDocument/2006/relationships" id="450" r:id="Rf6a1972e48bc4c9d"/>
    <p:sldId xmlns:r="http://schemas.openxmlformats.org/officeDocument/2006/relationships" id="451" r:id="R18cede50d1ce416e"/>
    <p:sldId xmlns:r="http://schemas.openxmlformats.org/officeDocument/2006/relationships" id="452" r:id="Rd590cdb6eefd424e"/>
    <p:sldId xmlns:r="http://schemas.openxmlformats.org/officeDocument/2006/relationships" id="453" r:id="Rcfecff0b92bc4ddb"/>
    <p:sldId xmlns:r="http://schemas.openxmlformats.org/officeDocument/2006/relationships" id="454" r:id="Re37664b4cd8b4e62"/>
    <p:sldId xmlns:r="http://schemas.openxmlformats.org/officeDocument/2006/relationships" id="455" r:id="Ra333e192ce33497b"/>
    <p:sldId xmlns:r="http://schemas.openxmlformats.org/officeDocument/2006/relationships" id="456" r:id="R889b8571e1584240"/>
    <p:sldId xmlns:r="http://schemas.openxmlformats.org/officeDocument/2006/relationships" id="457" r:id="R3f86a8da5b7c46ad"/>
    <p:sldId xmlns:r="http://schemas.openxmlformats.org/officeDocument/2006/relationships" id="458" r:id="R8bf7049c1806452b"/>
    <p:sldId xmlns:r="http://schemas.openxmlformats.org/officeDocument/2006/relationships" id="459" r:id="R0669092d0bc4491e"/>
    <p:sldId xmlns:r="http://schemas.openxmlformats.org/officeDocument/2006/relationships" id="460" r:id="R3cdcb323833a4bbf"/>
    <p:sldId xmlns:r="http://schemas.openxmlformats.org/officeDocument/2006/relationships" id="461" r:id="R7ef78fe2ca3c456f"/>
    <p:sldId xmlns:r="http://schemas.openxmlformats.org/officeDocument/2006/relationships" id="462" r:id="R069eefe552334c4e"/>
    <p:sldId xmlns:r="http://schemas.openxmlformats.org/officeDocument/2006/relationships" id="463" r:id="R77a9bb882fe6406d"/>
    <p:sldId xmlns:r="http://schemas.openxmlformats.org/officeDocument/2006/relationships" id="464" r:id="Rdcd5247ab406448c"/>
    <p:sldId xmlns:r="http://schemas.openxmlformats.org/officeDocument/2006/relationships" id="465" r:id="R6df943afb5614916"/>
    <p:sldId xmlns:r="http://schemas.openxmlformats.org/officeDocument/2006/relationships" id="466" r:id="Rfebaf7930f984448"/>
    <p:sldId xmlns:r="http://schemas.openxmlformats.org/officeDocument/2006/relationships" id="467" r:id="R29434d0117aa4f83"/>
    <p:sldId xmlns:r="http://schemas.openxmlformats.org/officeDocument/2006/relationships" id="468" r:id="R4b9ede5269b247bd"/>
    <p:sldId xmlns:r="http://schemas.openxmlformats.org/officeDocument/2006/relationships" id="469" r:id="Rba8ea9ea6bab4d9b"/>
    <p:sldId xmlns:r="http://schemas.openxmlformats.org/officeDocument/2006/relationships" id="470" r:id="R6d4fd779d17f497a"/>
    <p:sldId xmlns:r="http://schemas.openxmlformats.org/officeDocument/2006/relationships" id="471" r:id="Re0a1e664a53b4e5f"/>
    <p:sldId xmlns:r="http://schemas.openxmlformats.org/officeDocument/2006/relationships" id="472" r:id="R25ccbdd8aaa243c0"/>
    <p:sldId xmlns:r="http://schemas.openxmlformats.org/officeDocument/2006/relationships" id="473" r:id="R5d63382477fd4e48"/>
    <p:sldId xmlns:r="http://schemas.openxmlformats.org/officeDocument/2006/relationships" id="474" r:id="R8afa06f19ec54955"/>
    <p:sldId xmlns:r="http://schemas.openxmlformats.org/officeDocument/2006/relationships" id="475" r:id="R8aa6d06587e94731"/>
    <p:sldId xmlns:r="http://schemas.openxmlformats.org/officeDocument/2006/relationships" id="476" r:id="Rf2d0fd88019d4e1c"/>
    <p:sldId xmlns:r="http://schemas.openxmlformats.org/officeDocument/2006/relationships" id="477" r:id="R4cf643432f94474e"/>
    <p:sldId xmlns:r="http://schemas.openxmlformats.org/officeDocument/2006/relationships" id="478" r:id="R12ceb38b0e52424a"/>
    <p:sldId xmlns:r="http://schemas.openxmlformats.org/officeDocument/2006/relationships" id="479" r:id="R75a6f45b05204d4c"/>
    <p:sldId xmlns:r="http://schemas.openxmlformats.org/officeDocument/2006/relationships" id="480" r:id="R3a348bf4be0347a3"/>
    <p:sldId xmlns:r="http://schemas.openxmlformats.org/officeDocument/2006/relationships" id="481" r:id="R6946a0824ae94d16"/>
    <p:sldId xmlns:r="http://schemas.openxmlformats.org/officeDocument/2006/relationships" id="482" r:id="Ra032f70c2c234d68"/>
    <p:sldId xmlns:r="http://schemas.openxmlformats.org/officeDocument/2006/relationships" id="483" r:id="R77aa71b1a2534eb9"/>
    <p:sldId xmlns:r="http://schemas.openxmlformats.org/officeDocument/2006/relationships" id="484" r:id="R14acc4a69b804275"/>
    <p:sldId xmlns:r="http://schemas.openxmlformats.org/officeDocument/2006/relationships" id="485" r:id="R39c32f1f615f48d3"/>
    <p:sldId xmlns:r="http://schemas.openxmlformats.org/officeDocument/2006/relationships" id="486" r:id="R2804cf4714964ffd"/>
    <p:sldId xmlns:r="http://schemas.openxmlformats.org/officeDocument/2006/relationships" id="487" r:id="R9b8b40180ae940a3"/>
    <p:sldId xmlns:r="http://schemas.openxmlformats.org/officeDocument/2006/relationships" id="488" r:id="R2b87d7b41f9941f9"/>
    <p:sldId xmlns:r="http://schemas.openxmlformats.org/officeDocument/2006/relationships" id="489" r:id="Rf407023a82434021"/>
    <p:sldId xmlns:r="http://schemas.openxmlformats.org/officeDocument/2006/relationships" id="490" r:id="Rd9366c32c7f44177"/>
    <p:sldId xmlns:r="http://schemas.openxmlformats.org/officeDocument/2006/relationships" id="491" r:id="Rf230c4084f964c9d"/>
    <p:sldId xmlns:r="http://schemas.openxmlformats.org/officeDocument/2006/relationships" id="492" r:id="R8cc9b57c87484dc8"/>
    <p:sldId xmlns:r="http://schemas.openxmlformats.org/officeDocument/2006/relationships" id="493" r:id="Rba4c09ac89994270"/>
    <p:sldId xmlns:r="http://schemas.openxmlformats.org/officeDocument/2006/relationships" id="494" r:id="R9308477654ec443d"/>
    <p:sldId xmlns:r="http://schemas.openxmlformats.org/officeDocument/2006/relationships" id="495" r:id="R7d633e1084b04573"/>
    <p:sldId xmlns:r="http://schemas.openxmlformats.org/officeDocument/2006/relationships" id="496" r:id="R6c63f6e98be744eb"/>
    <p:sldId xmlns:r="http://schemas.openxmlformats.org/officeDocument/2006/relationships" id="497" r:id="Re07e746fbacb45b5"/>
    <p:sldId xmlns:r="http://schemas.openxmlformats.org/officeDocument/2006/relationships" id="498" r:id="R58a56bd8a2bc4a13"/>
    <p:sldId xmlns:r="http://schemas.openxmlformats.org/officeDocument/2006/relationships" id="499" r:id="R0c5db054a1444e1a"/>
    <p:sldId xmlns:r="http://schemas.openxmlformats.org/officeDocument/2006/relationships" id="500" r:id="R2ab762d49c3d47c6"/>
    <p:sldId xmlns:r="http://schemas.openxmlformats.org/officeDocument/2006/relationships" id="501" r:id="R5b83532d546d467d"/>
    <p:sldId xmlns:r="http://schemas.openxmlformats.org/officeDocument/2006/relationships" id="502" r:id="Rca0bebe1f2894c4d"/>
    <p:sldId xmlns:r="http://schemas.openxmlformats.org/officeDocument/2006/relationships" id="503" r:id="R9340722713154052"/>
    <p:sldId xmlns:r="http://schemas.openxmlformats.org/officeDocument/2006/relationships" id="504" r:id="Rbe41799192694be8"/>
    <p:sldId xmlns:r="http://schemas.openxmlformats.org/officeDocument/2006/relationships" id="505" r:id="R2f4d359953f24170"/>
    <p:sldId xmlns:r="http://schemas.openxmlformats.org/officeDocument/2006/relationships" id="506" r:id="R3d0207ea2f314a98"/>
    <p:sldId xmlns:r="http://schemas.openxmlformats.org/officeDocument/2006/relationships" id="507" r:id="R5972b87689e044e4"/>
    <p:sldId xmlns:r="http://schemas.openxmlformats.org/officeDocument/2006/relationships" id="508" r:id="Rfa98d54708154c82"/>
    <p:sldId xmlns:r="http://schemas.openxmlformats.org/officeDocument/2006/relationships" id="509" r:id="Rccc5647e1ec84da8"/>
    <p:sldId xmlns:r="http://schemas.openxmlformats.org/officeDocument/2006/relationships" id="510" r:id="R1c36c4589e174df1"/>
    <p:sldId xmlns:r="http://schemas.openxmlformats.org/officeDocument/2006/relationships" id="511" r:id="Reecc81efc085418d"/>
    <p:sldId xmlns:r="http://schemas.openxmlformats.org/officeDocument/2006/relationships" id="512" r:id="R5234f671b89948ce"/>
    <p:sldId xmlns:r="http://schemas.openxmlformats.org/officeDocument/2006/relationships" id="513" r:id="R16880e4101ab4785"/>
    <p:sldId xmlns:r="http://schemas.openxmlformats.org/officeDocument/2006/relationships" id="514" r:id="R774c2d87082e4218"/>
    <p:sldId xmlns:r="http://schemas.openxmlformats.org/officeDocument/2006/relationships" id="515" r:id="R6f6aa72466c74cff"/>
    <p:sldId xmlns:r="http://schemas.openxmlformats.org/officeDocument/2006/relationships" id="516" r:id="R65a16df0e92f49e0"/>
    <p:sldId xmlns:r="http://schemas.openxmlformats.org/officeDocument/2006/relationships" id="517" r:id="R0da9437de045477a"/>
    <p:sldId xmlns:r="http://schemas.openxmlformats.org/officeDocument/2006/relationships" id="518" r:id="Rbd8f6d7d08a04b04"/>
    <p:sldId xmlns:r="http://schemas.openxmlformats.org/officeDocument/2006/relationships" id="519" r:id="Rb4b8fd96bbd4497b"/>
    <p:sldId xmlns:r="http://schemas.openxmlformats.org/officeDocument/2006/relationships" id="520" r:id="Rc40e5c811f9442ad"/>
    <p:sldId xmlns:r="http://schemas.openxmlformats.org/officeDocument/2006/relationships" id="521" r:id="R5088ab22e1ce409f"/>
    <p:sldId xmlns:r="http://schemas.openxmlformats.org/officeDocument/2006/relationships" id="522" r:id="R2303aae98efa47f7"/>
    <p:sldId xmlns:r="http://schemas.openxmlformats.org/officeDocument/2006/relationships" id="523" r:id="R69ecbf1aab5f4b92"/>
    <p:sldId xmlns:r="http://schemas.openxmlformats.org/officeDocument/2006/relationships" id="524" r:id="R559a67fc1f434ab9"/>
    <p:sldId xmlns:r="http://schemas.openxmlformats.org/officeDocument/2006/relationships" id="525" r:id="R4e28410400a34e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5e75b0ce1643b5" /><Relationship Type="http://schemas.openxmlformats.org/officeDocument/2006/relationships/slideMaster" Target="/ppt/slideMasters/slideMaster1.xml" Id="R9c44639a3d0848f1" /><Relationship Type="http://schemas.openxmlformats.org/officeDocument/2006/relationships/notesMaster" Target="/ppt/notesMasters/notesMaster1.xml" Id="Rcf2d0833822c4800" /><Relationship Type="http://schemas.openxmlformats.org/officeDocument/2006/relationships/presProps" Target="/ppt/presProps.xml" Id="Ra8e56fadb6cc4415" /><Relationship Type="http://schemas.openxmlformats.org/officeDocument/2006/relationships/tableStyles" Target="/ppt/tableStyles.xml" Id="R41b77624adeb4e55" /><Relationship Type="http://schemas.openxmlformats.org/officeDocument/2006/relationships/slide" Target="/ppt/slides/slide1.xml" Id="Ree664f35468e423e" /><Relationship Type="http://schemas.openxmlformats.org/officeDocument/2006/relationships/slide" Target="/ppt/slides/slide2.xml" Id="R026509585e4c4c6f" /><Relationship Type="http://schemas.openxmlformats.org/officeDocument/2006/relationships/slide" Target="/ppt/slides/slide3.xml" Id="R21474d4ac1154581" /><Relationship Type="http://schemas.openxmlformats.org/officeDocument/2006/relationships/slide" Target="/ppt/slides/slide4.xml" Id="R0a49324b29974ec8" /><Relationship Type="http://schemas.openxmlformats.org/officeDocument/2006/relationships/slide" Target="/ppt/slides/slide5.xml" Id="R9e6d9dfde7894a97" /><Relationship Type="http://schemas.openxmlformats.org/officeDocument/2006/relationships/slide" Target="/ppt/slides/slide6.xml" Id="R6610bf284dd64914" /><Relationship Type="http://schemas.openxmlformats.org/officeDocument/2006/relationships/slide" Target="/ppt/slides/slide7.xml" Id="R150ba7f8441440c3" /><Relationship Type="http://schemas.openxmlformats.org/officeDocument/2006/relationships/slide" Target="/ppt/slides/slide8.xml" Id="R270243e95bdd4d7e" /><Relationship Type="http://schemas.openxmlformats.org/officeDocument/2006/relationships/slide" Target="/ppt/slides/slide9.xml" Id="R951bb30c3e4e417d" /><Relationship Type="http://schemas.openxmlformats.org/officeDocument/2006/relationships/slide" Target="/ppt/slides/slide10.xml" Id="Redb9e9fd56624233" /><Relationship Type="http://schemas.openxmlformats.org/officeDocument/2006/relationships/slide" Target="/ppt/slides/slide11.xml" Id="Ra0b50648acfa4973" /><Relationship Type="http://schemas.openxmlformats.org/officeDocument/2006/relationships/slide" Target="/ppt/slides/slide12.xml" Id="R75f6d3a8f01b4b2e" /><Relationship Type="http://schemas.openxmlformats.org/officeDocument/2006/relationships/slide" Target="/ppt/slides/slide13.xml" Id="Rf2bbf14ac82b4a7d" /><Relationship Type="http://schemas.openxmlformats.org/officeDocument/2006/relationships/slide" Target="/ppt/slides/slide14.xml" Id="R35dc5cef4e574160" /><Relationship Type="http://schemas.openxmlformats.org/officeDocument/2006/relationships/slide" Target="/ppt/slides/slide15.xml" Id="R1bbe8cdb55e54791" /><Relationship Type="http://schemas.openxmlformats.org/officeDocument/2006/relationships/slide" Target="/ppt/slides/slide16.xml" Id="R88fc88264eb74b3b" /><Relationship Type="http://schemas.openxmlformats.org/officeDocument/2006/relationships/slide" Target="/ppt/slides/slide17.xml" Id="R50bf8b1697514c27" /><Relationship Type="http://schemas.openxmlformats.org/officeDocument/2006/relationships/slide" Target="/ppt/slides/slide18.xml" Id="R435efb6700c54ec6" /><Relationship Type="http://schemas.openxmlformats.org/officeDocument/2006/relationships/slide" Target="/ppt/slides/slide19.xml" Id="Rc96dcb9d4fe64a6f" /><Relationship Type="http://schemas.openxmlformats.org/officeDocument/2006/relationships/slide" Target="/ppt/slides/slide20.xml" Id="R84463f6083bc43b1" /><Relationship Type="http://schemas.openxmlformats.org/officeDocument/2006/relationships/slide" Target="/ppt/slides/slide21.xml" Id="R6df917ff99d04bac" /><Relationship Type="http://schemas.openxmlformats.org/officeDocument/2006/relationships/slide" Target="/ppt/slides/slide22.xml" Id="R5498362b79e9456e" /><Relationship Type="http://schemas.openxmlformats.org/officeDocument/2006/relationships/slide" Target="/ppt/slides/slide23.xml" Id="Rbeeb2be63ca94421" /><Relationship Type="http://schemas.openxmlformats.org/officeDocument/2006/relationships/slide" Target="/ppt/slides/slide24.xml" Id="Rbba039d0297147b4" /><Relationship Type="http://schemas.openxmlformats.org/officeDocument/2006/relationships/slide" Target="/ppt/slides/slide25.xml" Id="Rb552b4d17ccb437c" /><Relationship Type="http://schemas.openxmlformats.org/officeDocument/2006/relationships/slide" Target="/ppt/slides/slide26.xml" Id="R4a6c743cf84f4176" /><Relationship Type="http://schemas.openxmlformats.org/officeDocument/2006/relationships/slide" Target="/ppt/slides/slide27.xml" Id="R5b05bce7177b4e8b" /><Relationship Type="http://schemas.openxmlformats.org/officeDocument/2006/relationships/slide" Target="/ppt/slides/slide28.xml" Id="Rbee39dd31b644d03" /><Relationship Type="http://schemas.openxmlformats.org/officeDocument/2006/relationships/slide" Target="/ppt/slides/slide29.xml" Id="R73763ec0bb754c9e" /><Relationship Type="http://schemas.openxmlformats.org/officeDocument/2006/relationships/slide" Target="/ppt/slides/slide30.xml" Id="R645e8e7794af4e51" /><Relationship Type="http://schemas.openxmlformats.org/officeDocument/2006/relationships/slide" Target="/ppt/slides/slide31.xml" Id="R672c0cbc049c42f5" /><Relationship Type="http://schemas.openxmlformats.org/officeDocument/2006/relationships/slide" Target="/ppt/slides/slide32.xml" Id="R860b3ab17eda44bb" /><Relationship Type="http://schemas.openxmlformats.org/officeDocument/2006/relationships/slide" Target="/ppt/slides/slide33.xml" Id="R1cae880070e74c32" /><Relationship Type="http://schemas.openxmlformats.org/officeDocument/2006/relationships/slide" Target="/ppt/slides/slide34.xml" Id="R329d60d89ba54ff2" /><Relationship Type="http://schemas.openxmlformats.org/officeDocument/2006/relationships/slide" Target="/ppt/slides/slide35.xml" Id="Ra741840fc3b74c18" /><Relationship Type="http://schemas.openxmlformats.org/officeDocument/2006/relationships/slide" Target="/ppt/slides/slide36.xml" Id="Rdf429077052b4722" /><Relationship Type="http://schemas.openxmlformats.org/officeDocument/2006/relationships/slide" Target="/ppt/slides/slide37.xml" Id="Ra3475f439b994bc4" /><Relationship Type="http://schemas.openxmlformats.org/officeDocument/2006/relationships/slide" Target="/ppt/slides/slide38.xml" Id="R463c404458aa4ed6" /><Relationship Type="http://schemas.openxmlformats.org/officeDocument/2006/relationships/slide" Target="/ppt/slides/slide39.xml" Id="Rfd4e1f96d97b4d69" /><Relationship Type="http://schemas.openxmlformats.org/officeDocument/2006/relationships/slide" Target="/ppt/slides/slide40.xml" Id="R8aa863befdb3434d" /><Relationship Type="http://schemas.openxmlformats.org/officeDocument/2006/relationships/slide" Target="/ppt/slides/slide41.xml" Id="Raa559535f0084376" /><Relationship Type="http://schemas.openxmlformats.org/officeDocument/2006/relationships/slide" Target="/ppt/slides/slide42.xml" Id="R3266ac4f15e54a3d" /><Relationship Type="http://schemas.openxmlformats.org/officeDocument/2006/relationships/slide" Target="/ppt/slides/slide43.xml" Id="R56417e1f4d814ee2" /><Relationship Type="http://schemas.openxmlformats.org/officeDocument/2006/relationships/slide" Target="/ppt/slides/slide44.xml" Id="R86b1c7c8d4444d5f" /><Relationship Type="http://schemas.openxmlformats.org/officeDocument/2006/relationships/slide" Target="/ppt/slides/slide45.xml" Id="Rf530e7eab8b348af" /><Relationship Type="http://schemas.openxmlformats.org/officeDocument/2006/relationships/slide" Target="/ppt/slides/slide46.xml" Id="Rafa13c90fb3349a9" /><Relationship Type="http://schemas.openxmlformats.org/officeDocument/2006/relationships/slide" Target="/ppt/slides/slide47.xml" Id="R03cc359944a0478b" /><Relationship Type="http://schemas.openxmlformats.org/officeDocument/2006/relationships/slide" Target="/ppt/slides/slide48.xml" Id="R623fd741244440ef" /><Relationship Type="http://schemas.openxmlformats.org/officeDocument/2006/relationships/slide" Target="/ppt/slides/slide49.xml" Id="R08ed8d3f517c4e77" /><Relationship Type="http://schemas.openxmlformats.org/officeDocument/2006/relationships/slide" Target="/ppt/slides/slide50.xml" Id="R77a4c3ab005647fd" /><Relationship Type="http://schemas.openxmlformats.org/officeDocument/2006/relationships/slide" Target="/ppt/slides/slide51.xml" Id="R4b71fc3a20d54ba6" /><Relationship Type="http://schemas.openxmlformats.org/officeDocument/2006/relationships/slide" Target="/ppt/slides/slide52.xml" Id="R38aef7f3998c496a" /><Relationship Type="http://schemas.openxmlformats.org/officeDocument/2006/relationships/slide" Target="/ppt/slides/slide53.xml" Id="R5432954df02d4ca9" /><Relationship Type="http://schemas.openxmlformats.org/officeDocument/2006/relationships/slide" Target="/ppt/slides/slide54.xml" Id="Rbaf5593b49d64df5" /><Relationship Type="http://schemas.openxmlformats.org/officeDocument/2006/relationships/slide" Target="/ppt/slides/slide55.xml" Id="Ra40fb343e84746e7" /><Relationship Type="http://schemas.openxmlformats.org/officeDocument/2006/relationships/slide" Target="/ppt/slides/slide56.xml" Id="Rdf2cac97752a4991" /><Relationship Type="http://schemas.openxmlformats.org/officeDocument/2006/relationships/slide" Target="/ppt/slides/slide57.xml" Id="R2102d1e1658443e9" /><Relationship Type="http://schemas.openxmlformats.org/officeDocument/2006/relationships/slide" Target="/ppt/slides/slide58.xml" Id="R1f609e6058e64c99" /><Relationship Type="http://schemas.openxmlformats.org/officeDocument/2006/relationships/slide" Target="/ppt/slides/slide59.xml" Id="Rbdb828a9f28d4edc" /><Relationship Type="http://schemas.openxmlformats.org/officeDocument/2006/relationships/slide" Target="/ppt/slides/slide60.xml" Id="Rdcca639a3dd94459" /><Relationship Type="http://schemas.openxmlformats.org/officeDocument/2006/relationships/slide" Target="/ppt/slides/slide61.xml" Id="Re75a5816c7954785" /><Relationship Type="http://schemas.openxmlformats.org/officeDocument/2006/relationships/slide" Target="/ppt/slides/slide62.xml" Id="Rd5801cb4cf8e4802" /><Relationship Type="http://schemas.openxmlformats.org/officeDocument/2006/relationships/slide" Target="/ppt/slides/slide63.xml" Id="R2804dda3dc1648e0" /><Relationship Type="http://schemas.openxmlformats.org/officeDocument/2006/relationships/slide" Target="/ppt/slides/slide64.xml" Id="R96384255061141e4" /><Relationship Type="http://schemas.openxmlformats.org/officeDocument/2006/relationships/slide" Target="/ppt/slides/slide65.xml" Id="Rd73408ae622542d0" /><Relationship Type="http://schemas.openxmlformats.org/officeDocument/2006/relationships/slide" Target="/ppt/slides/slide66.xml" Id="Re2873a6122c047e2" /><Relationship Type="http://schemas.openxmlformats.org/officeDocument/2006/relationships/slide" Target="/ppt/slides/slide67.xml" Id="R15027d0f52e84454" /><Relationship Type="http://schemas.openxmlformats.org/officeDocument/2006/relationships/slide" Target="/ppt/slides/slide68.xml" Id="R150bb4117ab04cd9" /><Relationship Type="http://schemas.openxmlformats.org/officeDocument/2006/relationships/slide" Target="/ppt/slides/slide69.xml" Id="Rf05e60497d3545ea" /><Relationship Type="http://schemas.openxmlformats.org/officeDocument/2006/relationships/slide" Target="/ppt/slides/slide70.xml" Id="Rd07053b08dc64fe2" /><Relationship Type="http://schemas.openxmlformats.org/officeDocument/2006/relationships/slide" Target="/ppt/slides/slide71.xml" Id="R98218465b65f425b" /><Relationship Type="http://schemas.openxmlformats.org/officeDocument/2006/relationships/slide" Target="/ppt/slides/slide72.xml" Id="R320d868ad121456c" /><Relationship Type="http://schemas.openxmlformats.org/officeDocument/2006/relationships/slide" Target="/ppt/slides/slide73.xml" Id="R47faed8e75544186" /><Relationship Type="http://schemas.openxmlformats.org/officeDocument/2006/relationships/slide" Target="/ppt/slides/slide74.xml" Id="R4cdc5adb25b84933" /><Relationship Type="http://schemas.openxmlformats.org/officeDocument/2006/relationships/slide" Target="/ppt/slides/slide75.xml" Id="Rdd5ca0bb9ff94c65" /><Relationship Type="http://schemas.openxmlformats.org/officeDocument/2006/relationships/slide" Target="/ppt/slides/slide76.xml" Id="Rb7b6ea7e8d8b43dd" /><Relationship Type="http://schemas.openxmlformats.org/officeDocument/2006/relationships/slide" Target="/ppt/slides/slide77.xml" Id="R581d24b251e74862" /><Relationship Type="http://schemas.openxmlformats.org/officeDocument/2006/relationships/slide" Target="/ppt/slides/slide78.xml" Id="R23c6ec30a29e485e" /><Relationship Type="http://schemas.openxmlformats.org/officeDocument/2006/relationships/slide" Target="/ppt/slides/slide79.xml" Id="R81be1b5c0df84bb1" /><Relationship Type="http://schemas.openxmlformats.org/officeDocument/2006/relationships/slide" Target="/ppt/slides/slide80.xml" Id="R7d41641012824bb5" /><Relationship Type="http://schemas.openxmlformats.org/officeDocument/2006/relationships/slide" Target="/ppt/slides/slide81.xml" Id="Rc571ce9158c24d5a" /><Relationship Type="http://schemas.openxmlformats.org/officeDocument/2006/relationships/slide" Target="/ppt/slides/slide82.xml" Id="R9acbb9997c894fa1" /><Relationship Type="http://schemas.openxmlformats.org/officeDocument/2006/relationships/slide" Target="/ppt/slides/slide83.xml" Id="R9bdd13b249154aa0" /><Relationship Type="http://schemas.openxmlformats.org/officeDocument/2006/relationships/slide" Target="/ppt/slides/slide84.xml" Id="R381b3aa417c24738" /><Relationship Type="http://schemas.openxmlformats.org/officeDocument/2006/relationships/slide" Target="/ppt/slides/slide85.xml" Id="R3e5321ad1d8a467e" /><Relationship Type="http://schemas.openxmlformats.org/officeDocument/2006/relationships/slide" Target="/ppt/slides/slide86.xml" Id="R8931cc9cda674d9c" /><Relationship Type="http://schemas.openxmlformats.org/officeDocument/2006/relationships/slide" Target="/ppt/slides/slide87.xml" Id="R840e52cbf9c04853" /><Relationship Type="http://schemas.openxmlformats.org/officeDocument/2006/relationships/slide" Target="/ppt/slides/slide88.xml" Id="Rb9e4d52cd2124878" /><Relationship Type="http://schemas.openxmlformats.org/officeDocument/2006/relationships/slide" Target="/ppt/slides/slide89.xml" Id="Rf0fa068760784c4e" /><Relationship Type="http://schemas.openxmlformats.org/officeDocument/2006/relationships/slide" Target="/ppt/slides/slide90.xml" Id="R753e37d58e7d4229" /><Relationship Type="http://schemas.openxmlformats.org/officeDocument/2006/relationships/slide" Target="/ppt/slides/slide91.xml" Id="Ra7161f3f98034cf1" /><Relationship Type="http://schemas.openxmlformats.org/officeDocument/2006/relationships/slide" Target="/ppt/slides/slide92.xml" Id="R8ff99e7da6d6412a" /><Relationship Type="http://schemas.openxmlformats.org/officeDocument/2006/relationships/slide" Target="/ppt/slides/slide93.xml" Id="R2dab8edc101a4959" /><Relationship Type="http://schemas.openxmlformats.org/officeDocument/2006/relationships/slide" Target="/ppt/slides/slide94.xml" Id="R3e655d2737c14cbf" /><Relationship Type="http://schemas.openxmlformats.org/officeDocument/2006/relationships/slide" Target="/ppt/slides/slide95.xml" Id="R7c768bb62795413b" /><Relationship Type="http://schemas.openxmlformats.org/officeDocument/2006/relationships/slide" Target="/ppt/slides/slide96.xml" Id="Rdccab98209f343ca" /><Relationship Type="http://schemas.openxmlformats.org/officeDocument/2006/relationships/slide" Target="/ppt/slides/slide97.xml" Id="Re7150d9cbd454dea" /><Relationship Type="http://schemas.openxmlformats.org/officeDocument/2006/relationships/slide" Target="/ppt/slides/slide98.xml" Id="R5801bcce85054715" /><Relationship Type="http://schemas.openxmlformats.org/officeDocument/2006/relationships/slide" Target="/ppt/slides/slide99.xml" Id="R26269312db894afc" /><Relationship Type="http://schemas.openxmlformats.org/officeDocument/2006/relationships/slide" Target="/ppt/slides/slide100.xml" Id="R7a0cc40949dd4347" /><Relationship Type="http://schemas.openxmlformats.org/officeDocument/2006/relationships/slide" Target="/ppt/slides/slide101.xml" Id="R616014cfc9a641ab" /><Relationship Type="http://schemas.openxmlformats.org/officeDocument/2006/relationships/slide" Target="/ppt/slides/slide102.xml" Id="Rd9036141e94e49be" /><Relationship Type="http://schemas.openxmlformats.org/officeDocument/2006/relationships/slide" Target="/ppt/slides/slide103.xml" Id="R156aab7eb8164c4e" /><Relationship Type="http://schemas.openxmlformats.org/officeDocument/2006/relationships/slide" Target="/ppt/slides/slide104.xml" Id="R817633c6500f4f70" /><Relationship Type="http://schemas.openxmlformats.org/officeDocument/2006/relationships/slide" Target="/ppt/slides/slide105.xml" Id="R3dd0bb3938ff4642" /><Relationship Type="http://schemas.openxmlformats.org/officeDocument/2006/relationships/slide" Target="/ppt/slides/slide106.xml" Id="Rbe88b31a0f4d4c4d" /><Relationship Type="http://schemas.openxmlformats.org/officeDocument/2006/relationships/slide" Target="/ppt/slides/slide107.xml" Id="R3bdb34294d474010" /><Relationship Type="http://schemas.openxmlformats.org/officeDocument/2006/relationships/slide" Target="/ppt/slides/slide108.xml" Id="R1081aac963364b6b" /><Relationship Type="http://schemas.openxmlformats.org/officeDocument/2006/relationships/slide" Target="/ppt/slides/slide109.xml" Id="Rf313ce14b2e1488d" /><Relationship Type="http://schemas.openxmlformats.org/officeDocument/2006/relationships/slide" Target="/ppt/slides/slide110.xml" Id="Rfbae34982f9543fa" /><Relationship Type="http://schemas.openxmlformats.org/officeDocument/2006/relationships/slide" Target="/ppt/slides/slide111.xml" Id="R31b88c479eb24059" /><Relationship Type="http://schemas.openxmlformats.org/officeDocument/2006/relationships/slide" Target="/ppt/slides/slide112.xml" Id="Rf90d08c3c957450b" /><Relationship Type="http://schemas.openxmlformats.org/officeDocument/2006/relationships/slide" Target="/ppt/slides/slide113.xml" Id="Rc020a352fc0944f2" /><Relationship Type="http://schemas.openxmlformats.org/officeDocument/2006/relationships/slide" Target="/ppt/slides/slide114.xml" Id="R11d994e9a8734b1a" /><Relationship Type="http://schemas.openxmlformats.org/officeDocument/2006/relationships/slide" Target="/ppt/slides/slide115.xml" Id="R8e1f06544a0143e2" /><Relationship Type="http://schemas.openxmlformats.org/officeDocument/2006/relationships/slide" Target="/ppt/slides/slide116.xml" Id="Re909f4f78fbf4f33" /><Relationship Type="http://schemas.openxmlformats.org/officeDocument/2006/relationships/slide" Target="/ppt/slides/slide117.xml" Id="R16d5981c0569486a" /><Relationship Type="http://schemas.openxmlformats.org/officeDocument/2006/relationships/slide" Target="/ppt/slides/slide118.xml" Id="R8b12a49b386b4425" /><Relationship Type="http://schemas.openxmlformats.org/officeDocument/2006/relationships/slide" Target="/ppt/slides/slide119.xml" Id="R323a83151f6a4316" /><Relationship Type="http://schemas.openxmlformats.org/officeDocument/2006/relationships/slide" Target="/ppt/slides/slide120.xml" Id="Rb200ed7beba0443f" /><Relationship Type="http://schemas.openxmlformats.org/officeDocument/2006/relationships/slide" Target="/ppt/slides/slide121.xml" Id="R07d50c6c66b24874" /><Relationship Type="http://schemas.openxmlformats.org/officeDocument/2006/relationships/slide" Target="/ppt/slides/slide122.xml" Id="R5856fc47f078446a" /><Relationship Type="http://schemas.openxmlformats.org/officeDocument/2006/relationships/slide" Target="/ppt/slides/slide123.xml" Id="Ra163485593204b49" /><Relationship Type="http://schemas.openxmlformats.org/officeDocument/2006/relationships/slide" Target="/ppt/slides/slide124.xml" Id="Rfe48751f1ad94c56" /><Relationship Type="http://schemas.openxmlformats.org/officeDocument/2006/relationships/slide" Target="/ppt/slides/slide125.xml" Id="R7e8d07eaccfe45c6" /><Relationship Type="http://schemas.openxmlformats.org/officeDocument/2006/relationships/slide" Target="/ppt/slides/slide126.xml" Id="Rd652c98dab9348b8" /><Relationship Type="http://schemas.openxmlformats.org/officeDocument/2006/relationships/slide" Target="/ppt/slides/slide127.xml" Id="Rb5828ee4ef2f4096" /><Relationship Type="http://schemas.openxmlformats.org/officeDocument/2006/relationships/slide" Target="/ppt/slides/slide128.xml" Id="R34f5312d72644444" /><Relationship Type="http://schemas.openxmlformats.org/officeDocument/2006/relationships/slide" Target="/ppt/slides/slide129.xml" Id="R783155a7da9141ea" /><Relationship Type="http://schemas.openxmlformats.org/officeDocument/2006/relationships/slide" Target="/ppt/slides/slide130.xml" Id="R7a51d57816b04dca" /><Relationship Type="http://schemas.openxmlformats.org/officeDocument/2006/relationships/slide" Target="/ppt/slides/slide131.xml" Id="R03c9014e8d1544ed" /><Relationship Type="http://schemas.openxmlformats.org/officeDocument/2006/relationships/slide" Target="/ppt/slides/slide132.xml" Id="R8db6df8c2f5149e4" /><Relationship Type="http://schemas.openxmlformats.org/officeDocument/2006/relationships/slide" Target="/ppt/slides/slide133.xml" Id="R3750610b9d254fc5" /><Relationship Type="http://schemas.openxmlformats.org/officeDocument/2006/relationships/slide" Target="/ppt/slides/slide134.xml" Id="R6111e606507b4b18" /><Relationship Type="http://schemas.openxmlformats.org/officeDocument/2006/relationships/slide" Target="/ppt/slides/slide135.xml" Id="Ra3e28a6ba4e941b3" /><Relationship Type="http://schemas.openxmlformats.org/officeDocument/2006/relationships/slide" Target="/ppt/slides/slide136.xml" Id="R75d256abb4b94284" /><Relationship Type="http://schemas.openxmlformats.org/officeDocument/2006/relationships/slide" Target="/ppt/slides/slide137.xml" Id="Re40fa8170dd44acc" /><Relationship Type="http://schemas.openxmlformats.org/officeDocument/2006/relationships/slide" Target="/ppt/slides/slide138.xml" Id="R83dd9696d34e4788" /><Relationship Type="http://schemas.openxmlformats.org/officeDocument/2006/relationships/slide" Target="/ppt/slides/slide139.xml" Id="R94fc8655dfff498a" /><Relationship Type="http://schemas.openxmlformats.org/officeDocument/2006/relationships/slide" Target="/ppt/slides/slide140.xml" Id="R792894f5b9104e6e" /><Relationship Type="http://schemas.openxmlformats.org/officeDocument/2006/relationships/slide" Target="/ppt/slides/slide141.xml" Id="Rc9d132f921e44ab3" /><Relationship Type="http://schemas.openxmlformats.org/officeDocument/2006/relationships/slide" Target="/ppt/slides/slide142.xml" Id="R41ae33e7d28d4b4a" /><Relationship Type="http://schemas.openxmlformats.org/officeDocument/2006/relationships/slide" Target="/ppt/slides/slide143.xml" Id="Rfa4f1da393404506" /><Relationship Type="http://schemas.openxmlformats.org/officeDocument/2006/relationships/slide" Target="/ppt/slides/slide144.xml" Id="R445428226f4340af" /><Relationship Type="http://schemas.openxmlformats.org/officeDocument/2006/relationships/slide" Target="/ppt/slides/slide145.xml" Id="R6224f22843644f90" /><Relationship Type="http://schemas.openxmlformats.org/officeDocument/2006/relationships/slide" Target="/ppt/slides/slide146.xml" Id="R39bef30c055a4f23" /><Relationship Type="http://schemas.openxmlformats.org/officeDocument/2006/relationships/slide" Target="/ppt/slides/slide147.xml" Id="R139673c174bf46e4" /><Relationship Type="http://schemas.openxmlformats.org/officeDocument/2006/relationships/slide" Target="/ppt/slides/slide148.xml" Id="Recd7b1dbf7404815" /><Relationship Type="http://schemas.openxmlformats.org/officeDocument/2006/relationships/slide" Target="/ppt/slides/slide149.xml" Id="Rea068a42c16c4421" /><Relationship Type="http://schemas.openxmlformats.org/officeDocument/2006/relationships/slide" Target="/ppt/slides/slide150.xml" Id="R8ca1df75c56c4bb7" /><Relationship Type="http://schemas.openxmlformats.org/officeDocument/2006/relationships/slide" Target="/ppt/slides/slide151.xml" Id="R70f4900d680e498a" /><Relationship Type="http://schemas.openxmlformats.org/officeDocument/2006/relationships/slide" Target="/ppt/slides/slide152.xml" Id="R9e0f4de9501a459b" /><Relationship Type="http://schemas.openxmlformats.org/officeDocument/2006/relationships/slide" Target="/ppt/slides/slide153.xml" Id="Re396f212ce214170" /><Relationship Type="http://schemas.openxmlformats.org/officeDocument/2006/relationships/slide" Target="/ppt/slides/slide154.xml" Id="Rc45dbe43b9494e4d" /><Relationship Type="http://schemas.openxmlformats.org/officeDocument/2006/relationships/slide" Target="/ppt/slides/slide155.xml" Id="Rf912157da56c47dc" /><Relationship Type="http://schemas.openxmlformats.org/officeDocument/2006/relationships/slide" Target="/ppt/slides/slide156.xml" Id="Rbc29ab67cee74c46" /><Relationship Type="http://schemas.openxmlformats.org/officeDocument/2006/relationships/slide" Target="/ppt/slides/slide157.xml" Id="R46e582127c0d4433" /><Relationship Type="http://schemas.openxmlformats.org/officeDocument/2006/relationships/slide" Target="/ppt/slides/slide158.xml" Id="R69134a749a0e4278" /><Relationship Type="http://schemas.openxmlformats.org/officeDocument/2006/relationships/slide" Target="/ppt/slides/slide159.xml" Id="R0e32f4aa876c478d" /><Relationship Type="http://schemas.openxmlformats.org/officeDocument/2006/relationships/slide" Target="/ppt/slides/slide160.xml" Id="R38c8c6ed8ea34e9f" /><Relationship Type="http://schemas.openxmlformats.org/officeDocument/2006/relationships/slide" Target="/ppt/slides/slide161.xml" Id="Re5c10cb58ce54a97" /><Relationship Type="http://schemas.openxmlformats.org/officeDocument/2006/relationships/slide" Target="/ppt/slides/slide162.xml" Id="R657133d2fd994dab" /><Relationship Type="http://schemas.openxmlformats.org/officeDocument/2006/relationships/slide" Target="/ppt/slides/slide163.xml" Id="R9cf8b52792eb43e0" /><Relationship Type="http://schemas.openxmlformats.org/officeDocument/2006/relationships/slide" Target="/ppt/slides/slide164.xml" Id="R85f169e0fe4b448c" /><Relationship Type="http://schemas.openxmlformats.org/officeDocument/2006/relationships/slide" Target="/ppt/slides/slide165.xml" Id="R260898e2c8d34cd5" /><Relationship Type="http://schemas.openxmlformats.org/officeDocument/2006/relationships/slide" Target="/ppt/slides/slide166.xml" Id="R8c8230dc13af4866" /><Relationship Type="http://schemas.openxmlformats.org/officeDocument/2006/relationships/slide" Target="/ppt/slides/slide167.xml" Id="R828369c5b7134d6a" /><Relationship Type="http://schemas.openxmlformats.org/officeDocument/2006/relationships/slide" Target="/ppt/slides/slide168.xml" Id="R6bebf381a57c4563" /><Relationship Type="http://schemas.openxmlformats.org/officeDocument/2006/relationships/slide" Target="/ppt/slides/slide169.xml" Id="R7c8d67d702904204" /><Relationship Type="http://schemas.openxmlformats.org/officeDocument/2006/relationships/slide" Target="/ppt/slides/slide170.xml" Id="R33f6c81c0449440c" /><Relationship Type="http://schemas.openxmlformats.org/officeDocument/2006/relationships/slide" Target="/ppt/slides/slide171.xml" Id="Radca319dab3a4a6a" /><Relationship Type="http://schemas.openxmlformats.org/officeDocument/2006/relationships/slide" Target="/ppt/slides/slide172.xml" Id="R2c5c71048825471d" /><Relationship Type="http://schemas.openxmlformats.org/officeDocument/2006/relationships/slide" Target="/ppt/slides/slide173.xml" Id="R1cc07a767a834e77" /><Relationship Type="http://schemas.openxmlformats.org/officeDocument/2006/relationships/slide" Target="/ppt/slides/slide174.xml" Id="R6767703bd98d4864" /><Relationship Type="http://schemas.openxmlformats.org/officeDocument/2006/relationships/slide" Target="/ppt/slides/slide175.xml" Id="Rf683301507f44e78" /><Relationship Type="http://schemas.openxmlformats.org/officeDocument/2006/relationships/slide" Target="/ppt/slides/slide176.xml" Id="R31dc4d7b31994b27" /><Relationship Type="http://schemas.openxmlformats.org/officeDocument/2006/relationships/slide" Target="/ppt/slides/slide177.xml" Id="Rf58bacd7c1e84607" /><Relationship Type="http://schemas.openxmlformats.org/officeDocument/2006/relationships/slide" Target="/ppt/slides/slide178.xml" Id="Ra33da690e5c64e78" /><Relationship Type="http://schemas.openxmlformats.org/officeDocument/2006/relationships/slide" Target="/ppt/slides/slide179.xml" Id="R49bd02e362784106" /><Relationship Type="http://schemas.openxmlformats.org/officeDocument/2006/relationships/slide" Target="/ppt/slides/slide180.xml" Id="R39525a6531ac4680" /><Relationship Type="http://schemas.openxmlformats.org/officeDocument/2006/relationships/slide" Target="/ppt/slides/slide181.xml" Id="R6fc7e131928a4cad" /><Relationship Type="http://schemas.openxmlformats.org/officeDocument/2006/relationships/slide" Target="/ppt/slides/slide182.xml" Id="Rd970c160e6ad4859" /><Relationship Type="http://schemas.openxmlformats.org/officeDocument/2006/relationships/slide" Target="/ppt/slides/slide183.xml" Id="R264f85a209434de6" /><Relationship Type="http://schemas.openxmlformats.org/officeDocument/2006/relationships/slide" Target="/ppt/slides/slide184.xml" Id="R5afca422e63148b4" /><Relationship Type="http://schemas.openxmlformats.org/officeDocument/2006/relationships/slide" Target="/ppt/slides/slide185.xml" Id="R5146a0e96f254438" /><Relationship Type="http://schemas.openxmlformats.org/officeDocument/2006/relationships/slide" Target="/ppt/slides/slide186.xml" Id="Re3c9a44691634591" /><Relationship Type="http://schemas.openxmlformats.org/officeDocument/2006/relationships/slide" Target="/ppt/slides/slide187.xml" Id="R7565ae2c094f4346" /><Relationship Type="http://schemas.openxmlformats.org/officeDocument/2006/relationships/slide" Target="/ppt/slides/slide188.xml" Id="R40d57de5db44464c" /><Relationship Type="http://schemas.openxmlformats.org/officeDocument/2006/relationships/slide" Target="/ppt/slides/slide189.xml" Id="R56760a2ab09e4b0b" /><Relationship Type="http://schemas.openxmlformats.org/officeDocument/2006/relationships/slide" Target="/ppt/slides/slide190.xml" Id="Re2d3700be4934b8c" /><Relationship Type="http://schemas.openxmlformats.org/officeDocument/2006/relationships/slide" Target="/ppt/slides/slide191.xml" Id="R0ba34595048d4d8d" /><Relationship Type="http://schemas.openxmlformats.org/officeDocument/2006/relationships/slide" Target="/ppt/slides/slide192.xml" Id="Rd4378b238aa84ab5" /><Relationship Type="http://schemas.openxmlformats.org/officeDocument/2006/relationships/slide" Target="/ppt/slides/slide193.xml" Id="R8b56820a24184505" /><Relationship Type="http://schemas.openxmlformats.org/officeDocument/2006/relationships/slide" Target="/ppt/slides/slide194.xml" Id="R10bf74882cd44cec" /><Relationship Type="http://schemas.openxmlformats.org/officeDocument/2006/relationships/slide" Target="/ppt/slides/slide195.xml" Id="Rf6a1972e48bc4c9d" /><Relationship Type="http://schemas.openxmlformats.org/officeDocument/2006/relationships/slide" Target="/ppt/slides/slide196.xml" Id="R18cede50d1ce416e" /><Relationship Type="http://schemas.openxmlformats.org/officeDocument/2006/relationships/slide" Target="/ppt/slides/slide197.xml" Id="Rd590cdb6eefd424e" /><Relationship Type="http://schemas.openxmlformats.org/officeDocument/2006/relationships/slide" Target="/ppt/slides/slide198.xml" Id="Rcfecff0b92bc4ddb" /><Relationship Type="http://schemas.openxmlformats.org/officeDocument/2006/relationships/slide" Target="/ppt/slides/slide199.xml" Id="Re37664b4cd8b4e62" /><Relationship Type="http://schemas.openxmlformats.org/officeDocument/2006/relationships/slide" Target="/ppt/slides/slide200.xml" Id="Ra333e192ce33497b" /><Relationship Type="http://schemas.openxmlformats.org/officeDocument/2006/relationships/slide" Target="/ppt/slides/slide201.xml" Id="R889b8571e1584240" /><Relationship Type="http://schemas.openxmlformats.org/officeDocument/2006/relationships/slide" Target="/ppt/slides/slide202.xml" Id="R3f86a8da5b7c46ad" /><Relationship Type="http://schemas.openxmlformats.org/officeDocument/2006/relationships/slide" Target="/ppt/slides/slide203.xml" Id="R8bf7049c1806452b" /><Relationship Type="http://schemas.openxmlformats.org/officeDocument/2006/relationships/slide" Target="/ppt/slides/slide204.xml" Id="R0669092d0bc4491e" /><Relationship Type="http://schemas.openxmlformats.org/officeDocument/2006/relationships/slide" Target="/ppt/slides/slide205.xml" Id="R3cdcb323833a4bbf" /><Relationship Type="http://schemas.openxmlformats.org/officeDocument/2006/relationships/slide" Target="/ppt/slides/slide206.xml" Id="R7ef78fe2ca3c456f" /><Relationship Type="http://schemas.openxmlformats.org/officeDocument/2006/relationships/slide" Target="/ppt/slides/slide207.xml" Id="R069eefe552334c4e" /><Relationship Type="http://schemas.openxmlformats.org/officeDocument/2006/relationships/slide" Target="/ppt/slides/slide208.xml" Id="R77a9bb882fe6406d" /><Relationship Type="http://schemas.openxmlformats.org/officeDocument/2006/relationships/slide" Target="/ppt/slides/slide209.xml" Id="Rdcd5247ab406448c" /><Relationship Type="http://schemas.openxmlformats.org/officeDocument/2006/relationships/slide" Target="/ppt/slides/slide210.xml" Id="R6df943afb5614916" /><Relationship Type="http://schemas.openxmlformats.org/officeDocument/2006/relationships/slide" Target="/ppt/slides/slide211.xml" Id="Rfebaf7930f984448" /><Relationship Type="http://schemas.openxmlformats.org/officeDocument/2006/relationships/slide" Target="/ppt/slides/slide212.xml" Id="R29434d0117aa4f83" /><Relationship Type="http://schemas.openxmlformats.org/officeDocument/2006/relationships/slide" Target="/ppt/slides/slide213.xml" Id="R4b9ede5269b247bd" /><Relationship Type="http://schemas.openxmlformats.org/officeDocument/2006/relationships/slide" Target="/ppt/slides/slide214.xml" Id="Rba8ea9ea6bab4d9b" /><Relationship Type="http://schemas.openxmlformats.org/officeDocument/2006/relationships/slide" Target="/ppt/slides/slide215.xml" Id="R6d4fd779d17f497a" /><Relationship Type="http://schemas.openxmlformats.org/officeDocument/2006/relationships/slide" Target="/ppt/slides/slide216.xml" Id="Re0a1e664a53b4e5f" /><Relationship Type="http://schemas.openxmlformats.org/officeDocument/2006/relationships/slide" Target="/ppt/slides/slide217.xml" Id="R25ccbdd8aaa243c0" /><Relationship Type="http://schemas.openxmlformats.org/officeDocument/2006/relationships/slide" Target="/ppt/slides/slide218.xml" Id="R5d63382477fd4e48" /><Relationship Type="http://schemas.openxmlformats.org/officeDocument/2006/relationships/slide" Target="/ppt/slides/slide219.xml" Id="R8afa06f19ec54955" /><Relationship Type="http://schemas.openxmlformats.org/officeDocument/2006/relationships/slide" Target="/ppt/slides/slide220.xml" Id="R8aa6d06587e94731" /><Relationship Type="http://schemas.openxmlformats.org/officeDocument/2006/relationships/slide" Target="/ppt/slides/slide221.xml" Id="Rf2d0fd88019d4e1c" /><Relationship Type="http://schemas.openxmlformats.org/officeDocument/2006/relationships/slide" Target="/ppt/slides/slide222.xml" Id="R4cf643432f94474e" /><Relationship Type="http://schemas.openxmlformats.org/officeDocument/2006/relationships/slide" Target="/ppt/slides/slide223.xml" Id="R12ceb38b0e52424a" /><Relationship Type="http://schemas.openxmlformats.org/officeDocument/2006/relationships/slide" Target="/ppt/slides/slide224.xml" Id="R75a6f45b05204d4c" /><Relationship Type="http://schemas.openxmlformats.org/officeDocument/2006/relationships/slide" Target="/ppt/slides/slide225.xml" Id="R3a348bf4be0347a3" /><Relationship Type="http://schemas.openxmlformats.org/officeDocument/2006/relationships/slide" Target="/ppt/slides/slide226.xml" Id="R6946a0824ae94d16" /><Relationship Type="http://schemas.openxmlformats.org/officeDocument/2006/relationships/slide" Target="/ppt/slides/slide227.xml" Id="Ra032f70c2c234d68" /><Relationship Type="http://schemas.openxmlformats.org/officeDocument/2006/relationships/slide" Target="/ppt/slides/slide228.xml" Id="R77aa71b1a2534eb9" /><Relationship Type="http://schemas.openxmlformats.org/officeDocument/2006/relationships/slide" Target="/ppt/slides/slide229.xml" Id="R14acc4a69b804275" /><Relationship Type="http://schemas.openxmlformats.org/officeDocument/2006/relationships/slide" Target="/ppt/slides/slide230.xml" Id="R39c32f1f615f48d3" /><Relationship Type="http://schemas.openxmlformats.org/officeDocument/2006/relationships/slide" Target="/ppt/slides/slide231.xml" Id="R2804cf4714964ffd" /><Relationship Type="http://schemas.openxmlformats.org/officeDocument/2006/relationships/slide" Target="/ppt/slides/slide232.xml" Id="R9b8b40180ae940a3" /><Relationship Type="http://schemas.openxmlformats.org/officeDocument/2006/relationships/slide" Target="/ppt/slides/slide233.xml" Id="R2b87d7b41f9941f9" /><Relationship Type="http://schemas.openxmlformats.org/officeDocument/2006/relationships/slide" Target="/ppt/slides/slide234.xml" Id="Rf407023a82434021" /><Relationship Type="http://schemas.openxmlformats.org/officeDocument/2006/relationships/slide" Target="/ppt/slides/slide235.xml" Id="Rd9366c32c7f44177" /><Relationship Type="http://schemas.openxmlformats.org/officeDocument/2006/relationships/slide" Target="/ppt/slides/slide236.xml" Id="Rf230c4084f964c9d" /><Relationship Type="http://schemas.openxmlformats.org/officeDocument/2006/relationships/slide" Target="/ppt/slides/slide237.xml" Id="R8cc9b57c87484dc8" /><Relationship Type="http://schemas.openxmlformats.org/officeDocument/2006/relationships/slide" Target="/ppt/slides/slide238.xml" Id="Rba4c09ac89994270" /><Relationship Type="http://schemas.openxmlformats.org/officeDocument/2006/relationships/slide" Target="/ppt/slides/slide239.xml" Id="R9308477654ec443d" /><Relationship Type="http://schemas.openxmlformats.org/officeDocument/2006/relationships/slide" Target="/ppt/slides/slide240.xml" Id="R7d633e1084b04573" /><Relationship Type="http://schemas.openxmlformats.org/officeDocument/2006/relationships/slide" Target="/ppt/slides/slide241.xml" Id="R6c63f6e98be744eb" /><Relationship Type="http://schemas.openxmlformats.org/officeDocument/2006/relationships/slide" Target="/ppt/slides/slide242.xml" Id="Re07e746fbacb45b5" /><Relationship Type="http://schemas.openxmlformats.org/officeDocument/2006/relationships/slide" Target="/ppt/slides/slide243.xml" Id="R58a56bd8a2bc4a13" /><Relationship Type="http://schemas.openxmlformats.org/officeDocument/2006/relationships/slide" Target="/ppt/slides/slide244.xml" Id="R0c5db054a1444e1a" /><Relationship Type="http://schemas.openxmlformats.org/officeDocument/2006/relationships/slide" Target="/ppt/slides/slide245.xml" Id="R2ab762d49c3d47c6" /><Relationship Type="http://schemas.openxmlformats.org/officeDocument/2006/relationships/slide" Target="/ppt/slides/slide246.xml" Id="R5b83532d546d467d" /><Relationship Type="http://schemas.openxmlformats.org/officeDocument/2006/relationships/slide" Target="/ppt/slides/slide247.xml" Id="Rca0bebe1f2894c4d" /><Relationship Type="http://schemas.openxmlformats.org/officeDocument/2006/relationships/slide" Target="/ppt/slides/slide248.xml" Id="R9340722713154052" /><Relationship Type="http://schemas.openxmlformats.org/officeDocument/2006/relationships/slide" Target="/ppt/slides/slide249.xml" Id="Rbe41799192694be8" /><Relationship Type="http://schemas.openxmlformats.org/officeDocument/2006/relationships/slide" Target="/ppt/slides/slide250.xml" Id="R2f4d359953f24170" /><Relationship Type="http://schemas.openxmlformats.org/officeDocument/2006/relationships/slide" Target="/ppt/slides/slide251.xml" Id="R3d0207ea2f314a98" /><Relationship Type="http://schemas.openxmlformats.org/officeDocument/2006/relationships/slide" Target="/ppt/slides/slide252.xml" Id="R5972b87689e044e4" /><Relationship Type="http://schemas.openxmlformats.org/officeDocument/2006/relationships/slide" Target="/ppt/slides/slide253.xml" Id="Rfa98d54708154c82" /><Relationship Type="http://schemas.openxmlformats.org/officeDocument/2006/relationships/slide" Target="/ppt/slides/slide254.xml" Id="Rccc5647e1ec84da8" /><Relationship Type="http://schemas.openxmlformats.org/officeDocument/2006/relationships/slide" Target="/ppt/slides/slide255.xml" Id="R1c36c4589e174df1" /><Relationship Type="http://schemas.openxmlformats.org/officeDocument/2006/relationships/slide" Target="/ppt/slides/slide256.xml" Id="Reecc81efc085418d" /><Relationship Type="http://schemas.openxmlformats.org/officeDocument/2006/relationships/slide" Target="/ppt/slides/slide257.xml" Id="R5234f671b89948ce" /><Relationship Type="http://schemas.openxmlformats.org/officeDocument/2006/relationships/slide" Target="/ppt/slides/slide258.xml" Id="R16880e4101ab4785" /><Relationship Type="http://schemas.openxmlformats.org/officeDocument/2006/relationships/slide" Target="/ppt/slides/slide259.xml" Id="R774c2d87082e4218" /><Relationship Type="http://schemas.openxmlformats.org/officeDocument/2006/relationships/slide" Target="/ppt/slides/slide260.xml" Id="R6f6aa72466c74cff" /><Relationship Type="http://schemas.openxmlformats.org/officeDocument/2006/relationships/slide" Target="/ppt/slides/slide261.xml" Id="R65a16df0e92f49e0" /><Relationship Type="http://schemas.openxmlformats.org/officeDocument/2006/relationships/slide" Target="/ppt/slides/slide262.xml" Id="R0da9437de045477a" /><Relationship Type="http://schemas.openxmlformats.org/officeDocument/2006/relationships/slide" Target="/ppt/slides/slide263.xml" Id="Rbd8f6d7d08a04b04" /><Relationship Type="http://schemas.openxmlformats.org/officeDocument/2006/relationships/slide" Target="/ppt/slides/slide264.xml" Id="Rb4b8fd96bbd4497b" /><Relationship Type="http://schemas.openxmlformats.org/officeDocument/2006/relationships/slide" Target="/ppt/slides/slide265.xml" Id="Rc40e5c811f9442ad" /><Relationship Type="http://schemas.openxmlformats.org/officeDocument/2006/relationships/slide" Target="/ppt/slides/slide266.xml" Id="R5088ab22e1ce409f" /><Relationship Type="http://schemas.openxmlformats.org/officeDocument/2006/relationships/slide" Target="/ppt/slides/slide267.xml" Id="R2303aae98efa47f7" /><Relationship Type="http://schemas.openxmlformats.org/officeDocument/2006/relationships/slide" Target="/ppt/slides/slide268.xml" Id="R69ecbf1aab5f4b92" /><Relationship Type="http://schemas.openxmlformats.org/officeDocument/2006/relationships/slide" Target="/ppt/slides/slide269.xml" Id="R559a67fc1f434ab9" /><Relationship Type="http://schemas.openxmlformats.org/officeDocument/2006/relationships/slide" Target="/ppt/slides/slide270.xml" Id="R4e28410400a34e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926e8669bf4e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a3019a21ce4f73" /><Relationship Type="http://schemas.openxmlformats.org/officeDocument/2006/relationships/notesMaster" Target="/ppt/notesMasters/notesMaster1.xml" Id="R2fa7b76ec40440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d5227794d64e8e" /><Relationship Type="http://schemas.openxmlformats.org/officeDocument/2006/relationships/notesMaster" Target="/ppt/notesMasters/notesMaster1.xml" Id="Rea2b74a3432248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e1931fd59e4fb3" /><Relationship Type="http://schemas.openxmlformats.org/officeDocument/2006/relationships/notesMaster" Target="/ppt/notesMasters/notesMaster1.xml" Id="R875890b275964e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57ee0cc4444477" /><Relationship Type="http://schemas.openxmlformats.org/officeDocument/2006/relationships/notesMaster" Target="/ppt/notesMasters/notesMaster1.xml" Id="R03805a7af50c46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c83217090e45f5" /><Relationship Type="http://schemas.openxmlformats.org/officeDocument/2006/relationships/notesMaster" Target="/ppt/notesMasters/notesMaster1.xml" Id="R9643a1df970144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c9569a29d0472b" /><Relationship Type="http://schemas.openxmlformats.org/officeDocument/2006/relationships/notesMaster" Target="/ppt/notesMasters/notesMaster1.xml" Id="R9871344737844b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3c63a50d9f4a8c" /><Relationship Type="http://schemas.openxmlformats.org/officeDocument/2006/relationships/notesMaster" Target="/ppt/notesMasters/notesMaster1.xml" Id="R489b10f27ea344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bb155a70344b23" /><Relationship Type="http://schemas.openxmlformats.org/officeDocument/2006/relationships/notesMaster" Target="/ppt/notesMasters/notesMaster1.xml" Id="Rbcb223f5ddfc42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c206906dbf4c3b" /><Relationship Type="http://schemas.openxmlformats.org/officeDocument/2006/relationships/notesMaster" Target="/ppt/notesMasters/notesMaster1.xml" Id="Rf87324d5e43246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c6be0a79b242f4" /><Relationship Type="http://schemas.openxmlformats.org/officeDocument/2006/relationships/notesMaster" Target="/ppt/notesMasters/notesMaster1.xml" Id="Rf0519fc2eda241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0f0d043a59416a" /><Relationship Type="http://schemas.openxmlformats.org/officeDocument/2006/relationships/notesMaster" Target="/ppt/notesMasters/notesMaster1.xml" Id="Re3e193efe99645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154e912b484e51" /><Relationship Type="http://schemas.openxmlformats.org/officeDocument/2006/relationships/notesMaster" Target="/ppt/notesMasters/notesMaster1.xml" Id="R63a1dd0ac09c4b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6e8b60967849e7" /><Relationship Type="http://schemas.openxmlformats.org/officeDocument/2006/relationships/notesMaster" Target="/ppt/notesMasters/notesMaster1.xml" Id="Rd79662254cae42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74ccc9a0a24f1e" /><Relationship Type="http://schemas.openxmlformats.org/officeDocument/2006/relationships/notesMaster" Target="/ppt/notesMasters/notesMaster1.xml" Id="R0bb3e961c30d47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22dbda0832444a" /><Relationship Type="http://schemas.openxmlformats.org/officeDocument/2006/relationships/notesMaster" Target="/ppt/notesMasters/notesMaster1.xml" Id="R81bd3b2bfd554e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c68841de6c4bfa" /><Relationship Type="http://schemas.openxmlformats.org/officeDocument/2006/relationships/notesMaster" Target="/ppt/notesMasters/notesMaster1.xml" Id="R58a9bbb4d7f142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2cc726ed7174204" /><Relationship Type="http://schemas.openxmlformats.org/officeDocument/2006/relationships/notesMaster" Target="/ppt/notesMasters/notesMaster1.xml" Id="Rcf16afb69b2543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ca747ec9e843af" /><Relationship Type="http://schemas.openxmlformats.org/officeDocument/2006/relationships/notesMaster" Target="/ppt/notesMasters/notesMaster1.xml" Id="R543f242a416f42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769869d17d4ff6" /><Relationship Type="http://schemas.openxmlformats.org/officeDocument/2006/relationships/notesMaster" Target="/ppt/notesMasters/notesMaster1.xml" Id="Rf1c9b411c83d4c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ec5087196349fc" /><Relationship Type="http://schemas.openxmlformats.org/officeDocument/2006/relationships/notesMaster" Target="/ppt/notesMasters/notesMaster1.xml" Id="Rfb1f9110a89d46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387abc44f1407e" /><Relationship Type="http://schemas.openxmlformats.org/officeDocument/2006/relationships/notesMaster" Target="/ppt/notesMasters/notesMaster1.xml" Id="Rc8989b4e5b6f4a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4c0bf4548244f9" /><Relationship Type="http://schemas.openxmlformats.org/officeDocument/2006/relationships/notesMaster" Target="/ppt/notesMasters/notesMaster1.xml" Id="R14e1ecf930334b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89a317c53a45d7" /><Relationship Type="http://schemas.openxmlformats.org/officeDocument/2006/relationships/notesMaster" Target="/ppt/notesMasters/notesMaster1.xml" Id="R3ec591dfd1be45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b4119ec03a443f" /><Relationship Type="http://schemas.openxmlformats.org/officeDocument/2006/relationships/notesMaster" Target="/ppt/notesMasters/notesMaster1.xml" Id="Re4f012ed3db944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662a74192a423f" /><Relationship Type="http://schemas.openxmlformats.org/officeDocument/2006/relationships/notesMaster" Target="/ppt/notesMasters/notesMaster1.xml" Id="R8984269a6df449f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f44193948d44b2a" /><Relationship Type="http://schemas.openxmlformats.org/officeDocument/2006/relationships/notesMaster" Target="/ppt/notesMasters/notesMaster1.xml" Id="R3db63d0eedfa43c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4e12291b0194473" /><Relationship Type="http://schemas.openxmlformats.org/officeDocument/2006/relationships/notesMaster" Target="/ppt/notesMasters/notesMaster1.xml" Id="Rd365ca966a10439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0dbf2175a34df7" /><Relationship Type="http://schemas.openxmlformats.org/officeDocument/2006/relationships/notesMaster" Target="/ppt/notesMasters/notesMaster1.xml" Id="R04599fa3f1b443b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605182779d8434d" /><Relationship Type="http://schemas.openxmlformats.org/officeDocument/2006/relationships/notesMaster" Target="/ppt/notesMasters/notesMaster1.xml" Id="R9a78cb19cca14ac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6ee80f3306945d5" /><Relationship Type="http://schemas.openxmlformats.org/officeDocument/2006/relationships/notesMaster" Target="/ppt/notesMasters/notesMaster1.xml" Id="R77a06611088744e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10277c90d7b43d7" /><Relationship Type="http://schemas.openxmlformats.org/officeDocument/2006/relationships/notesMaster" Target="/ppt/notesMasters/notesMaster1.xml" Id="Re86937d1ce474fa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f4867aba4b04b17" /><Relationship Type="http://schemas.openxmlformats.org/officeDocument/2006/relationships/notesMaster" Target="/ppt/notesMasters/notesMaster1.xml" Id="R4c622de28d0b4af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5b374d379f5406c" /><Relationship Type="http://schemas.openxmlformats.org/officeDocument/2006/relationships/notesMaster" Target="/ppt/notesMasters/notesMaster1.xml" Id="R78381d4ebf424a5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140289e745849a7" /><Relationship Type="http://schemas.openxmlformats.org/officeDocument/2006/relationships/notesMaster" Target="/ppt/notesMasters/notesMaster1.xml" Id="R150cb96a129b4b2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06a5cb2d62b4cd6" /><Relationship Type="http://schemas.openxmlformats.org/officeDocument/2006/relationships/notesMaster" Target="/ppt/notesMasters/notesMaster1.xml" Id="R5307681b013e4ea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8cfd3d97a264933" /><Relationship Type="http://schemas.openxmlformats.org/officeDocument/2006/relationships/notesMaster" Target="/ppt/notesMasters/notesMaster1.xml" Id="R27d5ca41415e426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5028b215c664b0a" /><Relationship Type="http://schemas.openxmlformats.org/officeDocument/2006/relationships/notesMaster" Target="/ppt/notesMasters/notesMaster1.xml" Id="R5508cd651756407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f6329ecc49a43c6" /><Relationship Type="http://schemas.openxmlformats.org/officeDocument/2006/relationships/notesMaster" Target="/ppt/notesMasters/notesMaster1.xml" Id="R9ba49f5e8f6e4ca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3b7cddf3d6d40d8" /><Relationship Type="http://schemas.openxmlformats.org/officeDocument/2006/relationships/notesMaster" Target="/ppt/notesMasters/notesMaster1.xml" Id="Rf3850c3b9ab34aa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0ccfbff39ff489d" /><Relationship Type="http://schemas.openxmlformats.org/officeDocument/2006/relationships/notesMaster" Target="/ppt/notesMasters/notesMaster1.xml" Id="R78d23e3a3043430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91af1a17a4c4003" /><Relationship Type="http://schemas.openxmlformats.org/officeDocument/2006/relationships/notesMaster" Target="/ppt/notesMasters/notesMaster1.xml" Id="R3137f580bdb0458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1945e48e007467d" /><Relationship Type="http://schemas.openxmlformats.org/officeDocument/2006/relationships/notesMaster" Target="/ppt/notesMasters/notesMaster1.xml" Id="R14a3d49b5ee0458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29a1a527e3c4ed2" /><Relationship Type="http://schemas.openxmlformats.org/officeDocument/2006/relationships/notesMaster" Target="/ppt/notesMasters/notesMaster1.xml" Id="R9e38aa8f56f44e4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56942ab6a604c97" /><Relationship Type="http://schemas.openxmlformats.org/officeDocument/2006/relationships/notesMaster" Target="/ppt/notesMasters/notesMaster1.xml" Id="R286d2798dc944a5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bb30d736cae4801" /><Relationship Type="http://schemas.openxmlformats.org/officeDocument/2006/relationships/notesMaster" Target="/ppt/notesMasters/notesMaster1.xml" Id="R00cef4f32ad64e7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53232d0e6bd4ad5" /><Relationship Type="http://schemas.openxmlformats.org/officeDocument/2006/relationships/notesMaster" Target="/ppt/notesMasters/notesMaster1.xml" Id="R265c13dab21d45f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1002b8ec9c64e71" /><Relationship Type="http://schemas.openxmlformats.org/officeDocument/2006/relationships/notesMaster" Target="/ppt/notesMasters/notesMaster1.xml" Id="R59012777bce546c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797d83e85234c29" /><Relationship Type="http://schemas.openxmlformats.org/officeDocument/2006/relationships/notesMaster" Target="/ppt/notesMasters/notesMaster1.xml" Id="R45ebfc27d84b46a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b64b351928d44d5" /><Relationship Type="http://schemas.openxmlformats.org/officeDocument/2006/relationships/notesMaster" Target="/ppt/notesMasters/notesMaster1.xml" Id="R7500d0ef81e345b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05dd50ddc0145e7" /><Relationship Type="http://schemas.openxmlformats.org/officeDocument/2006/relationships/notesMaster" Target="/ppt/notesMasters/notesMaster1.xml" Id="R5571d0651aa343a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669616f8e5641b7" /><Relationship Type="http://schemas.openxmlformats.org/officeDocument/2006/relationships/notesMaster" Target="/ppt/notesMasters/notesMaster1.xml" Id="Re27bea38bb8541c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1304e228ff2480a" /><Relationship Type="http://schemas.openxmlformats.org/officeDocument/2006/relationships/notesMaster" Target="/ppt/notesMasters/notesMaster1.xml" Id="R7eacc53f6280466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3b9c46e057f4310" /><Relationship Type="http://schemas.openxmlformats.org/officeDocument/2006/relationships/notesMaster" Target="/ppt/notesMasters/notesMaster1.xml" Id="Rff6f04f99e414c5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3d40f24be6b417d" /><Relationship Type="http://schemas.openxmlformats.org/officeDocument/2006/relationships/notesMaster" Target="/ppt/notesMasters/notesMaster1.xml" Id="R6ba3ad2f7e6a425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321ca357a3b4049" /><Relationship Type="http://schemas.openxmlformats.org/officeDocument/2006/relationships/notesMaster" Target="/ppt/notesMasters/notesMaster1.xml" Id="Ra5f46a6324cb418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831374d7d5542ea" /><Relationship Type="http://schemas.openxmlformats.org/officeDocument/2006/relationships/notesMaster" Target="/ppt/notesMasters/notesMaster1.xml" Id="Rd915c305841c426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bf49ba9063644cc" /><Relationship Type="http://schemas.openxmlformats.org/officeDocument/2006/relationships/notesMaster" Target="/ppt/notesMasters/notesMaster1.xml" Id="R6d8565a3fffb45f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61dd85f06ba41c4" /><Relationship Type="http://schemas.openxmlformats.org/officeDocument/2006/relationships/notesMaster" Target="/ppt/notesMasters/notesMaster1.xml" Id="Re1ff2da2f60c441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7e6d344c31340cf" /><Relationship Type="http://schemas.openxmlformats.org/officeDocument/2006/relationships/notesMaster" Target="/ppt/notesMasters/notesMaster1.xml" Id="Re4ddd68f7ac9419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6f590a85f784921" /><Relationship Type="http://schemas.openxmlformats.org/officeDocument/2006/relationships/notesMaster" Target="/ppt/notesMasters/notesMaster1.xml" Id="Re07f9117bedc43ef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442a10c89784e06" /><Relationship Type="http://schemas.openxmlformats.org/officeDocument/2006/relationships/notesMaster" Target="/ppt/notesMasters/notesMaster1.xml" Id="R584010053314454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96183f8d4f94858" /><Relationship Type="http://schemas.openxmlformats.org/officeDocument/2006/relationships/notesMaster" Target="/ppt/notesMasters/notesMaster1.xml" Id="R5f4691f630e7499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f629e9cd68874477" /><Relationship Type="http://schemas.openxmlformats.org/officeDocument/2006/relationships/notesMaster" Target="/ppt/notesMasters/notesMaster1.xml" Id="R0870709fcb14432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b7fdc50f859422c" /><Relationship Type="http://schemas.openxmlformats.org/officeDocument/2006/relationships/notesMaster" Target="/ppt/notesMasters/notesMaster1.xml" Id="R57a076f3e68f4a7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30cb4022e55473c" /><Relationship Type="http://schemas.openxmlformats.org/officeDocument/2006/relationships/notesMaster" Target="/ppt/notesMasters/notesMaster1.xml" Id="R188fc72977824b9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238bde63d024e2e" /><Relationship Type="http://schemas.openxmlformats.org/officeDocument/2006/relationships/notesMaster" Target="/ppt/notesMasters/notesMaster1.xml" Id="R2801786a097e46c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ec94ffbebea4b58" /><Relationship Type="http://schemas.openxmlformats.org/officeDocument/2006/relationships/notesMaster" Target="/ppt/notesMasters/notesMaster1.xml" Id="R2b578044b379473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49fbfaeffd44196" /><Relationship Type="http://schemas.openxmlformats.org/officeDocument/2006/relationships/notesMaster" Target="/ppt/notesMasters/notesMaster1.xml" Id="R46e0c86d4a93475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9b7e670a66cc426e" /><Relationship Type="http://schemas.openxmlformats.org/officeDocument/2006/relationships/notesMaster" Target="/ppt/notesMasters/notesMaster1.xml" Id="R2aa306e1b14f48f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b6d4fa4633b44b23" /><Relationship Type="http://schemas.openxmlformats.org/officeDocument/2006/relationships/notesMaster" Target="/ppt/notesMasters/notesMaster1.xml" Id="Ra494e6e34632492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36df2c65f9f4e81" /><Relationship Type="http://schemas.openxmlformats.org/officeDocument/2006/relationships/notesMaster" Target="/ppt/notesMasters/notesMaster1.xml" Id="R59620751055b47b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ff21e2c105c4417" /><Relationship Type="http://schemas.openxmlformats.org/officeDocument/2006/relationships/notesMaster" Target="/ppt/notesMasters/notesMaster1.xml" Id="R1d965b9021a64b2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d7624fb6f3a4da0" /><Relationship Type="http://schemas.openxmlformats.org/officeDocument/2006/relationships/notesMaster" Target="/ppt/notesMasters/notesMaster1.xml" Id="Rdf47c6a2c104491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fbb278b174e3442c" /><Relationship Type="http://schemas.openxmlformats.org/officeDocument/2006/relationships/notesMaster" Target="/ppt/notesMasters/notesMaster1.xml" Id="Rf4ba40edf5894935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b48f193010b74f8b" /><Relationship Type="http://schemas.openxmlformats.org/officeDocument/2006/relationships/notesMaster" Target="/ppt/notesMasters/notesMaster1.xml" Id="R9d96628ea5734bd1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0e6f947465cb4a1c" /><Relationship Type="http://schemas.openxmlformats.org/officeDocument/2006/relationships/notesMaster" Target="/ppt/notesMasters/notesMaster1.xml" Id="R2d7cd5ccfa01426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90ec1c7825f14033" /><Relationship Type="http://schemas.openxmlformats.org/officeDocument/2006/relationships/notesMaster" Target="/ppt/notesMasters/notesMaster1.xml" Id="R6686aff83e0144c5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ba958677bb134706" /><Relationship Type="http://schemas.openxmlformats.org/officeDocument/2006/relationships/notesMaster" Target="/ppt/notesMasters/notesMaster1.xml" Id="Rfbf01317dd48407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162847558aba4fa0" /><Relationship Type="http://schemas.openxmlformats.org/officeDocument/2006/relationships/notesMaster" Target="/ppt/notesMasters/notesMaster1.xml" Id="Rf0862a32287548c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0538e83eac8e46ed" /><Relationship Type="http://schemas.openxmlformats.org/officeDocument/2006/relationships/notesMaster" Target="/ppt/notesMasters/notesMaster1.xml" Id="Rf13df39e0252488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ecad1b5f7f024070" /><Relationship Type="http://schemas.openxmlformats.org/officeDocument/2006/relationships/notesMaster" Target="/ppt/notesMasters/notesMaster1.xml" Id="R403da2525a374726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1c13b683a5ef4f94" /><Relationship Type="http://schemas.openxmlformats.org/officeDocument/2006/relationships/notesMaster" Target="/ppt/notesMasters/notesMaster1.xml" Id="Ra6c6d8fc4aec4e8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975e5886bb174147" /><Relationship Type="http://schemas.openxmlformats.org/officeDocument/2006/relationships/notesMaster" Target="/ppt/notesMasters/notesMaster1.xml" Id="Rb652579a0965437e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f8bafac323244cd1" /><Relationship Type="http://schemas.openxmlformats.org/officeDocument/2006/relationships/notesMaster" Target="/ppt/notesMasters/notesMaster1.xml" Id="Rcec60adb15f543af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7872ed4fb2174d92" /><Relationship Type="http://schemas.openxmlformats.org/officeDocument/2006/relationships/notesMaster" Target="/ppt/notesMasters/notesMaster1.xml" Id="R7bace2ea19f4453f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519eecdb73b24c88" /><Relationship Type="http://schemas.openxmlformats.org/officeDocument/2006/relationships/notesMaster" Target="/ppt/notesMasters/notesMaster1.xml" Id="R5d222421e5674474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243bd560c1bf4c53" /><Relationship Type="http://schemas.openxmlformats.org/officeDocument/2006/relationships/notesMaster" Target="/ppt/notesMasters/notesMaster1.xml" Id="R700a711cd908480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b55ec3614c854ce9" /><Relationship Type="http://schemas.openxmlformats.org/officeDocument/2006/relationships/notesMaster" Target="/ppt/notesMasters/notesMaster1.xml" Id="Rc6fbc964685747ba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29f0839ce92d4468" /><Relationship Type="http://schemas.openxmlformats.org/officeDocument/2006/relationships/notesMaster" Target="/ppt/notesMasters/notesMaster1.xml" Id="R9f89421d35e44657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63bc9affaae435a" /><Relationship Type="http://schemas.openxmlformats.org/officeDocument/2006/relationships/notesMaster" Target="/ppt/notesMasters/notesMaster1.xml" Id="R7f48336e606c4961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d50434a14fb04b54" /><Relationship Type="http://schemas.openxmlformats.org/officeDocument/2006/relationships/notesMaster" Target="/ppt/notesMasters/notesMaster1.xml" Id="R4bde55d264954c33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c77908b468e48c9" /><Relationship Type="http://schemas.openxmlformats.org/officeDocument/2006/relationships/notesMaster" Target="/ppt/notesMasters/notesMaster1.xml" Id="Rede8c20d71e34277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a40ae9e70e8b4ff7" /><Relationship Type="http://schemas.openxmlformats.org/officeDocument/2006/relationships/notesMaster" Target="/ppt/notesMasters/notesMaster1.xml" Id="R7d73274479614b5a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0b3cbb500f0b4919" /><Relationship Type="http://schemas.openxmlformats.org/officeDocument/2006/relationships/notesMaster" Target="/ppt/notesMasters/notesMaster1.xml" Id="Ra921455876194e27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1673facc09b4838" /><Relationship Type="http://schemas.openxmlformats.org/officeDocument/2006/relationships/notesMaster" Target="/ppt/notesMasters/notesMaster1.xml" Id="Rbbb6d876ea4f4e3c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c719c6ded0014fcf" /><Relationship Type="http://schemas.openxmlformats.org/officeDocument/2006/relationships/notesMaster" Target="/ppt/notesMasters/notesMaster1.xml" Id="R63d3401da78e4557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43600ff9b15c4da4" /><Relationship Type="http://schemas.openxmlformats.org/officeDocument/2006/relationships/notesMaster" Target="/ppt/notesMasters/notesMaster1.xml" Id="R31fc83d4c0854e2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0db8a084808c48a9" /><Relationship Type="http://schemas.openxmlformats.org/officeDocument/2006/relationships/notesMaster" Target="/ppt/notesMasters/notesMaster1.xml" Id="R221460be5aa84d23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0b8cfdcb73f24377" /><Relationship Type="http://schemas.openxmlformats.org/officeDocument/2006/relationships/notesMaster" Target="/ppt/notesMasters/notesMaster1.xml" Id="R4cc99db973b94c18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2a94043a69854810" /><Relationship Type="http://schemas.openxmlformats.org/officeDocument/2006/relationships/notesMaster" Target="/ppt/notesMasters/notesMaster1.xml" Id="Rb2ac493872164f2b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662970cd6ccb4970" /><Relationship Type="http://schemas.openxmlformats.org/officeDocument/2006/relationships/notesMaster" Target="/ppt/notesMasters/notesMaster1.xml" Id="Rf0062e1a46b54b47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6391cd813683451f" /><Relationship Type="http://schemas.openxmlformats.org/officeDocument/2006/relationships/notesMaster" Target="/ppt/notesMasters/notesMaster1.xml" Id="R1d90cdf74ce24db2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bc241d6499564b7e" /><Relationship Type="http://schemas.openxmlformats.org/officeDocument/2006/relationships/notesMaster" Target="/ppt/notesMasters/notesMaster1.xml" Id="Rdb81d6c62b774a9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b44437b59ef943a8" /><Relationship Type="http://schemas.openxmlformats.org/officeDocument/2006/relationships/notesMaster" Target="/ppt/notesMasters/notesMaster1.xml" Id="R28dede3812764ef8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4051056e4baa4522" /><Relationship Type="http://schemas.openxmlformats.org/officeDocument/2006/relationships/notesMaster" Target="/ppt/notesMasters/notesMaster1.xml" Id="R0514976eb8fd4e06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97a6122e5b514b2c" /><Relationship Type="http://schemas.openxmlformats.org/officeDocument/2006/relationships/notesMaster" Target="/ppt/notesMasters/notesMaster1.xml" Id="R3c7e68e157d14b53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da35dd9263734815" /><Relationship Type="http://schemas.openxmlformats.org/officeDocument/2006/relationships/notesMaster" Target="/ppt/notesMasters/notesMaster1.xml" Id="Rb185aa38a6d445fe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75f654391c54045" /><Relationship Type="http://schemas.openxmlformats.org/officeDocument/2006/relationships/notesMaster" Target="/ppt/notesMasters/notesMaster1.xml" Id="Rd0d1bca6450d43fc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ad63298b149f4179" /><Relationship Type="http://schemas.openxmlformats.org/officeDocument/2006/relationships/notesMaster" Target="/ppt/notesMasters/notesMaster1.xml" Id="R77627606dc994283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61cf2b990ca144e9" /><Relationship Type="http://schemas.openxmlformats.org/officeDocument/2006/relationships/notesMaster" Target="/ppt/notesMasters/notesMaster1.xml" Id="R48436b435b3f4ef8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37fe652115e143af" /><Relationship Type="http://schemas.openxmlformats.org/officeDocument/2006/relationships/notesMaster" Target="/ppt/notesMasters/notesMaster1.xml" Id="Rfbc370a117654eb5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0ad7ca934dc64a71" /><Relationship Type="http://schemas.openxmlformats.org/officeDocument/2006/relationships/notesMaster" Target="/ppt/notesMasters/notesMaster1.xml" Id="R0da1d2e7758b46b5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220e3ebf16f1421a" /><Relationship Type="http://schemas.openxmlformats.org/officeDocument/2006/relationships/notesMaster" Target="/ppt/notesMasters/notesMaster1.xml" Id="Rbf4d0c38e4404b22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a3b14e16d58748e9" /><Relationship Type="http://schemas.openxmlformats.org/officeDocument/2006/relationships/notesMaster" Target="/ppt/notesMasters/notesMaster1.xml" Id="R2bbedd4a3897470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f5d96ea9434f46d9" /><Relationship Type="http://schemas.openxmlformats.org/officeDocument/2006/relationships/notesMaster" Target="/ppt/notesMasters/notesMaster1.xml" Id="R9b9c1949215c404e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a922094e15334736" /><Relationship Type="http://schemas.openxmlformats.org/officeDocument/2006/relationships/notesMaster" Target="/ppt/notesMasters/notesMaster1.xml" Id="R68958666f0014cd1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0f151392e3a145af" /><Relationship Type="http://schemas.openxmlformats.org/officeDocument/2006/relationships/notesMaster" Target="/ppt/notesMasters/notesMaster1.xml" Id="R003630c10cb04f77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18e9765837834b3f" /><Relationship Type="http://schemas.openxmlformats.org/officeDocument/2006/relationships/notesMaster" Target="/ppt/notesMasters/notesMaster1.xml" Id="R6bc3d7c83e9e41c6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04c0b4dede064c4b" /><Relationship Type="http://schemas.openxmlformats.org/officeDocument/2006/relationships/notesMaster" Target="/ppt/notesMasters/notesMaster1.xml" Id="R8ddf0e9f41f64af9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e9f30b95a7494452" /><Relationship Type="http://schemas.openxmlformats.org/officeDocument/2006/relationships/notesMaster" Target="/ppt/notesMasters/notesMaster1.xml" Id="R431f11a7edd145b6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3c65c89951244ee4" /><Relationship Type="http://schemas.openxmlformats.org/officeDocument/2006/relationships/notesMaster" Target="/ppt/notesMasters/notesMaster1.xml" Id="R2f3ae3a58db44f91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772d8ff43ce74bc3" /><Relationship Type="http://schemas.openxmlformats.org/officeDocument/2006/relationships/notesMaster" Target="/ppt/notesMasters/notesMaster1.xml" Id="R3cd62af0df0f450f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8140a31401944c91" /><Relationship Type="http://schemas.openxmlformats.org/officeDocument/2006/relationships/notesMaster" Target="/ppt/notesMasters/notesMaster1.xml" Id="R3b833fbecf554801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f4d684bf6de74a75" /><Relationship Type="http://schemas.openxmlformats.org/officeDocument/2006/relationships/notesMaster" Target="/ppt/notesMasters/notesMaster1.xml" Id="Rf908326a808746ad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09602337d62d42ec" /><Relationship Type="http://schemas.openxmlformats.org/officeDocument/2006/relationships/notesMaster" Target="/ppt/notesMasters/notesMaster1.xml" Id="R8860cdb4983f4fda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2bc4716c7a9e4dd2" /><Relationship Type="http://schemas.openxmlformats.org/officeDocument/2006/relationships/notesMaster" Target="/ppt/notesMasters/notesMaster1.xml" Id="R4ea53d6b527d4caa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1cf701d8e67649d7" /><Relationship Type="http://schemas.openxmlformats.org/officeDocument/2006/relationships/notesMaster" Target="/ppt/notesMasters/notesMaster1.xml" Id="R57f5e7e9063e4daf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acd85f7c02e64008" /><Relationship Type="http://schemas.openxmlformats.org/officeDocument/2006/relationships/notesMaster" Target="/ppt/notesMasters/notesMaster1.xml" Id="Rf5f168458f6e4c70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422926b043024681" /><Relationship Type="http://schemas.openxmlformats.org/officeDocument/2006/relationships/notesMaster" Target="/ppt/notesMasters/notesMaster1.xml" Id="Rdd78fe7dcd064291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0b391fb9c02f40b1" /><Relationship Type="http://schemas.openxmlformats.org/officeDocument/2006/relationships/notesMaster" Target="/ppt/notesMasters/notesMaster1.xml" Id="Re74cbeab10454bad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294f280cc1fe4475" /><Relationship Type="http://schemas.openxmlformats.org/officeDocument/2006/relationships/notesMaster" Target="/ppt/notesMasters/notesMaster1.xml" Id="R6b616977cfd04cab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d3d56a9390594895" /><Relationship Type="http://schemas.openxmlformats.org/officeDocument/2006/relationships/notesMaster" Target="/ppt/notesMasters/notesMaster1.xml" Id="R8129b1a6c5e643b1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fbf9b222389844f0" /><Relationship Type="http://schemas.openxmlformats.org/officeDocument/2006/relationships/notesMaster" Target="/ppt/notesMasters/notesMaster1.xml" Id="R7fecf49bf317436a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019f423523e8426b" /><Relationship Type="http://schemas.openxmlformats.org/officeDocument/2006/relationships/notesMaster" Target="/ppt/notesMasters/notesMaster1.xml" Id="R069d19c2d18d4dd2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e9c097d242954aff" /><Relationship Type="http://schemas.openxmlformats.org/officeDocument/2006/relationships/notesMaster" Target="/ppt/notesMasters/notesMaster1.xml" Id="R2e0efcb1ee7e4980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81e3520da686484e" /><Relationship Type="http://schemas.openxmlformats.org/officeDocument/2006/relationships/notesMaster" Target="/ppt/notesMasters/notesMaster1.xml" Id="R93548910099b476d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595e97105fb542e6" /><Relationship Type="http://schemas.openxmlformats.org/officeDocument/2006/relationships/notesMaster" Target="/ppt/notesMasters/notesMaster1.xml" Id="R51ce44dd01364e98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d2fe0dcb2f774d78" /><Relationship Type="http://schemas.openxmlformats.org/officeDocument/2006/relationships/notesMaster" Target="/ppt/notesMasters/notesMaster1.xml" Id="R82087f48c34d43ac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56b45246063c4dab" /><Relationship Type="http://schemas.openxmlformats.org/officeDocument/2006/relationships/notesMaster" Target="/ppt/notesMasters/notesMaster1.xml" Id="Rff0fad01c87f4622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a3452f7d44f9426d" /><Relationship Type="http://schemas.openxmlformats.org/officeDocument/2006/relationships/notesMaster" Target="/ppt/notesMasters/notesMaster1.xml" Id="R7f25632f92254667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8f0750a8d98f47d8" /><Relationship Type="http://schemas.openxmlformats.org/officeDocument/2006/relationships/notesMaster" Target="/ppt/notesMasters/notesMaster1.xml" Id="R3450d0b41dfc4547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196ab13e15674c97" /><Relationship Type="http://schemas.openxmlformats.org/officeDocument/2006/relationships/notesMaster" Target="/ppt/notesMasters/notesMaster1.xml" Id="R8abc6acdff874c2a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ceea933eb1d84bae" /><Relationship Type="http://schemas.openxmlformats.org/officeDocument/2006/relationships/notesMaster" Target="/ppt/notesMasters/notesMaster1.xml" Id="Rd3c011bfa2254d39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6200b6b1e6c24fdb" /><Relationship Type="http://schemas.openxmlformats.org/officeDocument/2006/relationships/notesMaster" Target="/ppt/notesMasters/notesMaster1.xml" Id="Rbd6d0a2c84404c36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dc7eaa0d89a94f8a" /><Relationship Type="http://schemas.openxmlformats.org/officeDocument/2006/relationships/notesMaster" Target="/ppt/notesMasters/notesMaster1.xml" Id="Rf2fb08ea889d405c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19a02ace61294d96" /><Relationship Type="http://schemas.openxmlformats.org/officeDocument/2006/relationships/notesMaster" Target="/ppt/notesMasters/notesMaster1.xml" Id="R0481837342c84cdc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d3aedb6ad4a24e8d" /><Relationship Type="http://schemas.openxmlformats.org/officeDocument/2006/relationships/notesMaster" Target="/ppt/notesMasters/notesMaster1.xml" Id="R667e77178ca74220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a8df92d9d2ac4b30" /><Relationship Type="http://schemas.openxmlformats.org/officeDocument/2006/relationships/notesMaster" Target="/ppt/notesMasters/notesMaster1.xml" Id="R50711074eb1c45d0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4e2a3613dc8c4d7c" /><Relationship Type="http://schemas.openxmlformats.org/officeDocument/2006/relationships/notesMaster" Target="/ppt/notesMasters/notesMaster1.xml" Id="R441ea680c99948cb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a9e0f643b6c64e15" /><Relationship Type="http://schemas.openxmlformats.org/officeDocument/2006/relationships/notesMaster" Target="/ppt/notesMasters/notesMaster1.xml" Id="Rfa9dac06ee9f49db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27a901edac1b4c42" /><Relationship Type="http://schemas.openxmlformats.org/officeDocument/2006/relationships/notesMaster" Target="/ppt/notesMasters/notesMaster1.xml" Id="Rfbeccca5dfd94f03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b1120ec247a14cb4" /><Relationship Type="http://schemas.openxmlformats.org/officeDocument/2006/relationships/notesMaster" Target="/ppt/notesMasters/notesMaster1.xml" Id="Rd7aa2955499740d7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b1050a58730f41cb" /><Relationship Type="http://schemas.openxmlformats.org/officeDocument/2006/relationships/notesMaster" Target="/ppt/notesMasters/notesMaster1.xml" Id="R5c84f6bf74494275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28642329d46b4eda" /><Relationship Type="http://schemas.openxmlformats.org/officeDocument/2006/relationships/notesMaster" Target="/ppt/notesMasters/notesMaster1.xml" Id="R230ef14b42ec45d5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3db5edec14914e41" /><Relationship Type="http://schemas.openxmlformats.org/officeDocument/2006/relationships/notesMaster" Target="/ppt/notesMasters/notesMaster1.xml" Id="Rdd7ca9f9d01c4588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c3515598f06440c0" /><Relationship Type="http://schemas.openxmlformats.org/officeDocument/2006/relationships/notesMaster" Target="/ppt/notesMasters/notesMaster1.xml" Id="Rba91816bd8254988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3703e12b3f1549a1" /><Relationship Type="http://schemas.openxmlformats.org/officeDocument/2006/relationships/notesMaster" Target="/ppt/notesMasters/notesMaster1.xml" Id="R83250469ea154242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f447722e8c7e48d7" /><Relationship Type="http://schemas.openxmlformats.org/officeDocument/2006/relationships/notesMaster" Target="/ppt/notesMasters/notesMaster1.xml" Id="R58e32816b7f2470a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bbbaa425b4494ec9" /><Relationship Type="http://schemas.openxmlformats.org/officeDocument/2006/relationships/notesMaster" Target="/ppt/notesMasters/notesMaster1.xml" Id="R14dfa8208c434bb6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79576055e22f4ef0" /><Relationship Type="http://schemas.openxmlformats.org/officeDocument/2006/relationships/notesMaster" Target="/ppt/notesMasters/notesMaster1.xml" Id="Re568404b8c1e4705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029bda235a4540bf" /><Relationship Type="http://schemas.openxmlformats.org/officeDocument/2006/relationships/notesMaster" Target="/ppt/notesMasters/notesMaster1.xml" Id="Ra81c7f2baeb846b1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83be4160ace744cb" /><Relationship Type="http://schemas.openxmlformats.org/officeDocument/2006/relationships/notesMaster" Target="/ppt/notesMasters/notesMaster1.xml" Id="R5277a5e3b08f45ce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5cd7f660385a4066" /><Relationship Type="http://schemas.openxmlformats.org/officeDocument/2006/relationships/notesMaster" Target="/ppt/notesMasters/notesMaster1.xml" Id="Rafbd212bd5bd4ca0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92c5563958894407" /><Relationship Type="http://schemas.openxmlformats.org/officeDocument/2006/relationships/notesMaster" Target="/ppt/notesMasters/notesMaster1.xml" Id="R9613cd99ef96463e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99a7ee23f55e46e7" /><Relationship Type="http://schemas.openxmlformats.org/officeDocument/2006/relationships/notesMaster" Target="/ppt/notesMasters/notesMaster1.xml" Id="R40370446459f4edf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e53f9b71b1a9477f" /><Relationship Type="http://schemas.openxmlformats.org/officeDocument/2006/relationships/notesMaster" Target="/ppt/notesMasters/notesMaster1.xml" Id="Rd5e08a62458e4298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f4e9d56bc20e47d6" /><Relationship Type="http://schemas.openxmlformats.org/officeDocument/2006/relationships/notesMaster" Target="/ppt/notesMasters/notesMaster1.xml" Id="R3ba255f123fc42d2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cc93710ea9a14178" /><Relationship Type="http://schemas.openxmlformats.org/officeDocument/2006/relationships/notesMaster" Target="/ppt/notesMasters/notesMaster1.xml" Id="R50a7b7b7c8fc46a0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945dd9c85b7f4985" /><Relationship Type="http://schemas.openxmlformats.org/officeDocument/2006/relationships/notesMaster" Target="/ppt/notesMasters/notesMaster1.xml" Id="Raebf6cfb1cd24ba1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6ccf7f468d9c42f3" /><Relationship Type="http://schemas.openxmlformats.org/officeDocument/2006/relationships/notesMaster" Target="/ppt/notesMasters/notesMaster1.xml" Id="R73c287f9fcb74b99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f4c2618d9ce84fca" /><Relationship Type="http://schemas.openxmlformats.org/officeDocument/2006/relationships/notesMaster" Target="/ppt/notesMasters/notesMaster1.xml" Id="R5d0ae5435ec14065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fefcf209985a43b9" /><Relationship Type="http://schemas.openxmlformats.org/officeDocument/2006/relationships/notesMaster" Target="/ppt/notesMasters/notesMaster1.xml" Id="R7888b9cda6754fe5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abf71fb4bc4a4e5d" /><Relationship Type="http://schemas.openxmlformats.org/officeDocument/2006/relationships/notesMaster" Target="/ppt/notesMasters/notesMaster1.xml" Id="R88cb458ecdc54cfc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816a30e101874bc8" /><Relationship Type="http://schemas.openxmlformats.org/officeDocument/2006/relationships/notesMaster" Target="/ppt/notesMasters/notesMaster1.xml" Id="Raf3b673fbc85467d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8d57e56ede994a1e" /><Relationship Type="http://schemas.openxmlformats.org/officeDocument/2006/relationships/notesMaster" Target="/ppt/notesMasters/notesMaster1.xml" Id="Rcdbdd4152e0848ef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8bb889cebc5f4d8a" /><Relationship Type="http://schemas.openxmlformats.org/officeDocument/2006/relationships/notesMaster" Target="/ppt/notesMasters/notesMaster1.xml" Id="R594c370b52524762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1431c30cd8e64dd3" /><Relationship Type="http://schemas.openxmlformats.org/officeDocument/2006/relationships/notesMaster" Target="/ppt/notesMasters/notesMaster1.xml" Id="R14e48c3618f14ca4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405a12079921494f" /><Relationship Type="http://schemas.openxmlformats.org/officeDocument/2006/relationships/notesMaster" Target="/ppt/notesMasters/notesMaster1.xml" Id="R3d7be3d202ab4be0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1d572e40fbf64d04" /><Relationship Type="http://schemas.openxmlformats.org/officeDocument/2006/relationships/notesMaster" Target="/ppt/notesMasters/notesMaster1.xml" Id="R7d764590e1e24953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d2f215c5f5c44293" /><Relationship Type="http://schemas.openxmlformats.org/officeDocument/2006/relationships/notesMaster" Target="/ppt/notesMasters/notesMaster1.xml" Id="Rb746c3cd99d24d32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f8fb5bc4163d41c8" /><Relationship Type="http://schemas.openxmlformats.org/officeDocument/2006/relationships/notesMaster" Target="/ppt/notesMasters/notesMaster1.xml" Id="Rcfdeaf33686d4975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59cbc4ddfda74cec" /><Relationship Type="http://schemas.openxmlformats.org/officeDocument/2006/relationships/notesMaster" Target="/ppt/notesMasters/notesMaster1.xml" Id="Rb03b001be23e4277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909afc5a23b84d53" /><Relationship Type="http://schemas.openxmlformats.org/officeDocument/2006/relationships/notesMaster" Target="/ppt/notesMasters/notesMaster1.xml" Id="Re7c928e5fb474a36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f3db972f57554486" /><Relationship Type="http://schemas.openxmlformats.org/officeDocument/2006/relationships/notesMaster" Target="/ppt/notesMasters/notesMaster1.xml" Id="Ra705507fba674f10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4f012cfdd9a543d7" /><Relationship Type="http://schemas.openxmlformats.org/officeDocument/2006/relationships/notesMaster" Target="/ppt/notesMasters/notesMaster1.xml" Id="R693e1cb27ca64b40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7502cfa7d1c3405d" /><Relationship Type="http://schemas.openxmlformats.org/officeDocument/2006/relationships/notesMaster" Target="/ppt/notesMasters/notesMaster1.xml" Id="Rf6010cffe3154e4a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6391746b29384f9b" /><Relationship Type="http://schemas.openxmlformats.org/officeDocument/2006/relationships/notesMaster" Target="/ppt/notesMasters/notesMaster1.xml" Id="R21f42a2d9fba4992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9afe1b47131c49bb" /><Relationship Type="http://schemas.openxmlformats.org/officeDocument/2006/relationships/notesMaster" Target="/ppt/notesMasters/notesMaster1.xml" Id="R75d68ea43c1e47be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97815ac3bb2f4d8b" /><Relationship Type="http://schemas.openxmlformats.org/officeDocument/2006/relationships/notesMaster" Target="/ppt/notesMasters/notesMaster1.xml" Id="R2aee60912b294cc2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2a46ecd231d148fb" /><Relationship Type="http://schemas.openxmlformats.org/officeDocument/2006/relationships/notesMaster" Target="/ppt/notesMasters/notesMaster1.xml" Id="Rc5492a6d5f7d4e66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9743fc8cfa0c4f79" /><Relationship Type="http://schemas.openxmlformats.org/officeDocument/2006/relationships/notesMaster" Target="/ppt/notesMasters/notesMaster1.xml" Id="R98e17dbbe0ae4a60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878b30ff8d804aad" /><Relationship Type="http://schemas.openxmlformats.org/officeDocument/2006/relationships/notesMaster" Target="/ppt/notesMasters/notesMaster1.xml" Id="Rf53bb5647ec54071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b5c1148de72a41f6" /><Relationship Type="http://schemas.openxmlformats.org/officeDocument/2006/relationships/notesMaster" Target="/ppt/notesMasters/notesMaster1.xml" Id="Rb1ee1e14da0d4695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297b69bcd5244eb2" /><Relationship Type="http://schemas.openxmlformats.org/officeDocument/2006/relationships/notesMaster" Target="/ppt/notesMasters/notesMaster1.xml" Id="Rd85fc3f6337449cd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9516540399f24e48" /><Relationship Type="http://schemas.openxmlformats.org/officeDocument/2006/relationships/notesMaster" Target="/ppt/notesMasters/notesMaster1.xml" Id="R738528605bbd4426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56b4b45d2ad44704" /><Relationship Type="http://schemas.openxmlformats.org/officeDocument/2006/relationships/notesMaster" Target="/ppt/notesMasters/notesMaster1.xml" Id="R544512ac843447bd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d7e6a78f25184fa7" /><Relationship Type="http://schemas.openxmlformats.org/officeDocument/2006/relationships/notesMaster" Target="/ppt/notesMasters/notesMaster1.xml" Id="Rcd9e50ba577f4474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32cc653f3335499f" /><Relationship Type="http://schemas.openxmlformats.org/officeDocument/2006/relationships/notesMaster" Target="/ppt/notesMasters/notesMaster1.xml" Id="R7ec1db83840c4913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7ff25a08b343426a" /><Relationship Type="http://schemas.openxmlformats.org/officeDocument/2006/relationships/notesMaster" Target="/ppt/notesMasters/notesMaster1.xml" Id="R7748d17f3ae644ba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464a30bc7d3b4c85" /><Relationship Type="http://schemas.openxmlformats.org/officeDocument/2006/relationships/notesMaster" Target="/ppt/notesMasters/notesMaster1.xml" Id="R8057ab9cc65e4d0f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c2cbf340b0904182" /><Relationship Type="http://schemas.openxmlformats.org/officeDocument/2006/relationships/notesMaster" Target="/ppt/notesMasters/notesMaster1.xml" Id="Ra4042adcab534caa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60261d38d20e41ac" /><Relationship Type="http://schemas.openxmlformats.org/officeDocument/2006/relationships/notesMaster" Target="/ppt/notesMasters/notesMaster1.xml" Id="R718883d559e24709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e75c068f62ff47fb" /><Relationship Type="http://schemas.openxmlformats.org/officeDocument/2006/relationships/notesMaster" Target="/ppt/notesMasters/notesMaster1.xml" Id="R80f5e2f132bd4544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eba3b6f4dc554415" /><Relationship Type="http://schemas.openxmlformats.org/officeDocument/2006/relationships/notesMaster" Target="/ppt/notesMasters/notesMaster1.xml" Id="Rbc04cf104ce94088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133ef879cd6e4d7a" /><Relationship Type="http://schemas.openxmlformats.org/officeDocument/2006/relationships/notesMaster" Target="/ppt/notesMasters/notesMaster1.xml" Id="Rcd1d43c4003d4eb1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879ad92f79104046" /><Relationship Type="http://schemas.openxmlformats.org/officeDocument/2006/relationships/notesMaster" Target="/ppt/notesMasters/notesMaster1.xml" Id="Rb37baeae6e354bf7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d43a8b9efbbf4b05" /><Relationship Type="http://schemas.openxmlformats.org/officeDocument/2006/relationships/notesMaster" Target="/ppt/notesMasters/notesMaster1.xml" Id="Rf51a992644c2412a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c5d7d91e9f5d4f70" /><Relationship Type="http://schemas.openxmlformats.org/officeDocument/2006/relationships/notesMaster" Target="/ppt/notesMasters/notesMaster1.xml" Id="Rf1559058c05a4281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71e9e9418fc14353" /><Relationship Type="http://schemas.openxmlformats.org/officeDocument/2006/relationships/notesMaster" Target="/ppt/notesMasters/notesMaster1.xml" Id="R403578e67e954b6b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351eb17be0e04493" /><Relationship Type="http://schemas.openxmlformats.org/officeDocument/2006/relationships/notesMaster" Target="/ppt/notesMasters/notesMaster1.xml" Id="Rf46427c4d70b44d0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c2db6fa854e44759" /><Relationship Type="http://schemas.openxmlformats.org/officeDocument/2006/relationships/notesMaster" Target="/ppt/notesMasters/notesMaster1.xml" Id="Ra2e808b5c96f4288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2348178b5335419f" /><Relationship Type="http://schemas.openxmlformats.org/officeDocument/2006/relationships/notesMaster" Target="/ppt/notesMasters/notesMaster1.xml" Id="R99ae2cfbc79e4066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b4e877398968418d" /><Relationship Type="http://schemas.openxmlformats.org/officeDocument/2006/relationships/notesMaster" Target="/ppt/notesMasters/notesMaster1.xml" Id="Re224da24a4114718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a5ae46b77ff94097" /><Relationship Type="http://schemas.openxmlformats.org/officeDocument/2006/relationships/notesMaster" Target="/ppt/notesMasters/notesMaster1.xml" Id="R43da841535284443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1bd58504ad9c4073" /><Relationship Type="http://schemas.openxmlformats.org/officeDocument/2006/relationships/notesMaster" Target="/ppt/notesMasters/notesMaster1.xml" Id="R94b810cf462342cb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6aeaf268675842dc" /><Relationship Type="http://schemas.openxmlformats.org/officeDocument/2006/relationships/notesMaster" Target="/ppt/notesMasters/notesMaster1.xml" Id="R76eb5a295fe34f96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abb7431affd94b48" /><Relationship Type="http://schemas.openxmlformats.org/officeDocument/2006/relationships/notesMaster" Target="/ppt/notesMasters/notesMaster1.xml" Id="R33edbffcbed14946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bc9fe28192ff43b3" /><Relationship Type="http://schemas.openxmlformats.org/officeDocument/2006/relationships/notesMaster" Target="/ppt/notesMasters/notesMaster1.xml" Id="R6be31c8ec6a14c29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06bb88be4655491e" /><Relationship Type="http://schemas.openxmlformats.org/officeDocument/2006/relationships/notesMaster" Target="/ppt/notesMasters/notesMaster1.xml" Id="R3c8508bd14f548cd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6270cee87af44aa4" /><Relationship Type="http://schemas.openxmlformats.org/officeDocument/2006/relationships/notesMaster" Target="/ppt/notesMasters/notesMaster1.xml" Id="R2ea66b24cd404cc1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b2d00129ba53440e" /><Relationship Type="http://schemas.openxmlformats.org/officeDocument/2006/relationships/notesMaster" Target="/ppt/notesMasters/notesMaster1.xml" Id="R5f5063b99c524be9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beaac3adf2104cad" /><Relationship Type="http://schemas.openxmlformats.org/officeDocument/2006/relationships/notesMaster" Target="/ppt/notesMasters/notesMaster1.xml" Id="R7c7af073bc734094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5500a5b32ad44f88" /><Relationship Type="http://schemas.openxmlformats.org/officeDocument/2006/relationships/notesMaster" Target="/ppt/notesMasters/notesMaster1.xml" Id="Rd17b17cb3dfd4e10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e1976e21e6334d60" /><Relationship Type="http://schemas.openxmlformats.org/officeDocument/2006/relationships/notesMaster" Target="/ppt/notesMasters/notesMaster1.xml" Id="Ra37eb08e247c4183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4ce5f06bc1e547d4" /><Relationship Type="http://schemas.openxmlformats.org/officeDocument/2006/relationships/notesMaster" Target="/ppt/notesMasters/notesMaster1.xml" Id="Rc21def4224fe4918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a6e77f36cf6d43e4" /><Relationship Type="http://schemas.openxmlformats.org/officeDocument/2006/relationships/notesMaster" Target="/ppt/notesMasters/notesMaster1.xml" Id="R6d0acdd770ce4164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c27e11c7ba0e451b" /><Relationship Type="http://schemas.openxmlformats.org/officeDocument/2006/relationships/notesMaster" Target="/ppt/notesMasters/notesMaster1.xml" Id="Rd79e3d8ff8714079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997248165b31413d" /><Relationship Type="http://schemas.openxmlformats.org/officeDocument/2006/relationships/notesMaster" Target="/ppt/notesMasters/notesMaster1.xml" Id="Rd42e5235976d4d96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5361b0630d1e416f" /><Relationship Type="http://schemas.openxmlformats.org/officeDocument/2006/relationships/notesMaster" Target="/ppt/notesMasters/notesMaster1.xml" Id="R51b76bed406d4378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d501a67d0bf64923" /><Relationship Type="http://schemas.openxmlformats.org/officeDocument/2006/relationships/notesMaster" Target="/ppt/notesMasters/notesMaster1.xml" Id="R4d18d144d0a64710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016ad4de990a4be2" /><Relationship Type="http://schemas.openxmlformats.org/officeDocument/2006/relationships/notesMaster" Target="/ppt/notesMasters/notesMaster1.xml" Id="R752b6eca85b6413f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ad42adf2c46245b0" /><Relationship Type="http://schemas.openxmlformats.org/officeDocument/2006/relationships/notesMaster" Target="/ppt/notesMasters/notesMaster1.xml" Id="R1d666fb6ab9d497b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1bb42d9f123e4abf" /><Relationship Type="http://schemas.openxmlformats.org/officeDocument/2006/relationships/notesMaster" Target="/ppt/notesMasters/notesMaster1.xml" Id="R575bffa41ca5479b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8d46128ed602403d" /><Relationship Type="http://schemas.openxmlformats.org/officeDocument/2006/relationships/notesMaster" Target="/ppt/notesMasters/notesMaster1.xml" Id="R76dd59528b934e8d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f57b16a72d6c4498" /><Relationship Type="http://schemas.openxmlformats.org/officeDocument/2006/relationships/notesMaster" Target="/ppt/notesMasters/notesMaster1.xml" Id="R1b43022c9a014add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c65fce8012f7408c" /><Relationship Type="http://schemas.openxmlformats.org/officeDocument/2006/relationships/notesMaster" Target="/ppt/notesMasters/notesMaster1.xml" Id="Re3fc54e6dd2c43ab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f5a515aa78d5487a" /><Relationship Type="http://schemas.openxmlformats.org/officeDocument/2006/relationships/notesMaster" Target="/ppt/notesMasters/notesMaster1.xml" Id="R6e2aca4c1a5c4712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ecbb2c3442364188" /><Relationship Type="http://schemas.openxmlformats.org/officeDocument/2006/relationships/notesMaster" Target="/ppt/notesMasters/notesMaster1.xml" Id="R24db1d35958e4015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92370485caca4506" /><Relationship Type="http://schemas.openxmlformats.org/officeDocument/2006/relationships/notesMaster" Target="/ppt/notesMasters/notesMaster1.xml" Id="R04c2d38401284ecf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6cb6cc5c163f4e4a" /><Relationship Type="http://schemas.openxmlformats.org/officeDocument/2006/relationships/notesMaster" Target="/ppt/notesMasters/notesMaster1.xml" Id="R34088e6b27a5421a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33ff873233044976" /><Relationship Type="http://schemas.openxmlformats.org/officeDocument/2006/relationships/notesMaster" Target="/ppt/notesMasters/notesMaster1.xml" Id="R632497b134a74f87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2d38f7daf8784064" /><Relationship Type="http://schemas.openxmlformats.org/officeDocument/2006/relationships/notesMaster" Target="/ppt/notesMasters/notesMaster1.xml" Id="Re68e86f0b4ed416d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5738ba22e00b4408" /><Relationship Type="http://schemas.openxmlformats.org/officeDocument/2006/relationships/notesMaster" Target="/ppt/notesMasters/notesMaster1.xml" Id="R91763c6879974a0f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e8208bd6156045e4" /><Relationship Type="http://schemas.openxmlformats.org/officeDocument/2006/relationships/notesMaster" Target="/ppt/notesMasters/notesMaster1.xml" Id="R09b830eebce649c8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0a1ea8654ffa4dbd" /><Relationship Type="http://schemas.openxmlformats.org/officeDocument/2006/relationships/notesMaster" Target="/ppt/notesMasters/notesMaster1.xml" Id="R6472ed49f80741aa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5987642b2076405c" /><Relationship Type="http://schemas.openxmlformats.org/officeDocument/2006/relationships/notesMaster" Target="/ppt/notesMasters/notesMaster1.xml" Id="R03a040109bb54616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160ebbd8f17d48e5" /><Relationship Type="http://schemas.openxmlformats.org/officeDocument/2006/relationships/notesMaster" Target="/ppt/notesMasters/notesMaster1.xml" Id="R5c2f74d671294ecc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78ed88a3ef5a47e4" /><Relationship Type="http://schemas.openxmlformats.org/officeDocument/2006/relationships/notesMaster" Target="/ppt/notesMasters/notesMaster1.xml" Id="R9a70b27fcf6d4cbd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b6607bd331454fda" /><Relationship Type="http://schemas.openxmlformats.org/officeDocument/2006/relationships/notesMaster" Target="/ppt/notesMasters/notesMaster1.xml" Id="R16ad1ed173f443b5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5627beb6f4074ffd" /><Relationship Type="http://schemas.openxmlformats.org/officeDocument/2006/relationships/notesMaster" Target="/ppt/notesMasters/notesMaster1.xml" Id="Re8859523c3ad441a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341ec0283aee43a5" /><Relationship Type="http://schemas.openxmlformats.org/officeDocument/2006/relationships/notesMaster" Target="/ppt/notesMasters/notesMaster1.xml" Id="R787d566d8c5148bc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cb8c0139561d4913" /><Relationship Type="http://schemas.openxmlformats.org/officeDocument/2006/relationships/notesMaster" Target="/ppt/notesMasters/notesMaster1.xml" Id="R486ffe6601f2452e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ee136f04fb1340ae" /><Relationship Type="http://schemas.openxmlformats.org/officeDocument/2006/relationships/notesMaster" Target="/ppt/notesMasters/notesMaster1.xml" Id="R82619b50fae4474f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ffcd34a437f040c0" /><Relationship Type="http://schemas.openxmlformats.org/officeDocument/2006/relationships/notesMaster" Target="/ppt/notesMasters/notesMaster1.xml" Id="Rfd6da073cd534c9d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5c1dfd20f2414ce7" /><Relationship Type="http://schemas.openxmlformats.org/officeDocument/2006/relationships/notesMaster" Target="/ppt/notesMasters/notesMaster1.xml" Id="R1d1fb0be9b80402c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d2fe9c21919f4f6b" /><Relationship Type="http://schemas.openxmlformats.org/officeDocument/2006/relationships/notesMaster" Target="/ppt/notesMasters/notesMaster1.xml" Id="R46b2717074d34fc0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d5f717c9a0cf4ee0" /><Relationship Type="http://schemas.openxmlformats.org/officeDocument/2006/relationships/notesMaster" Target="/ppt/notesMasters/notesMaster1.xml" Id="Rbf03f001f17f4632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beee4db733604332" /><Relationship Type="http://schemas.openxmlformats.org/officeDocument/2006/relationships/notesMaster" Target="/ppt/notesMasters/notesMaster1.xml" Id="R9e3614ea645f42d1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fda28da571904529" /><Relationship Type="http://schemas.openxmlformats.org/officeDocument/2006/relationships/notesMaster" Target="/ppt/notesMasters/notesMaster1.xml" Id="R74c21d3a47714bce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565574f9ee58427b" /><Relationship Type="http://schemas.openxmlformats.org/officeDocument/2006/relationships/notesMaster" Target="/ppt/notesMasters/notesMaster1.xml" Id="Red0a6ca6818a4756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2d5ca8f3206145d2" /><Relationship Type="http://schemas.openxmlformats.org/officeDocument/2006/relationships/notesMaster" Target="/ppt/notesMasters/notesMaster1.xml" Id="Ra2d114f1c3714cc7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bb4a776848194105" /><Relationship Type="http://schemas.openxmlformats.org/officeDocument/2006/relationships/notesMaster" Target="/ppt/notesMasters/notesMaster1.xml" Id="R1f3b07d48ba146f0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b232bf6c6a704864" /><Relationship Type="http://schemas.openxmlformats.org/officeDocument/2006/relationships/notesMaster" Target="/ppt/notesMasters/notesMaster1.xml" Id="R6d4d9828177e4f0d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27d8f79c21e540d9" /><Relationship Type="http://schemas.openxmlformats.org/officeDocument/2006/relationships/notesMaster" Target="/ppt/notesMasters/notesMaster1.xml" Id="R210d5eb3b06c4298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7382448d5f404e1b" /><Relationship Type="http://schemas.openxmlformats.org/officeDocument/2006/relationships/notesMaster" Target="/ppt/notesMasters/notesMaster1.xml" Id="Rce75f7e2242c4c80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989803b9c81c4d51" /><Relationship Type="http://schemas.openxmlformats.org/officeDocument/2006/relationships/notesMaster" Target="/ppt/notesMasters/notesMaster1.xml" Id="Rddb3594a232e487e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bb8bcaa97f73443b" /><Relationship Type="http://schemas.openxmlformats.org/officeDocument/2006/relationships/notesMaster" Target="/ppt/notesMasters/notesMaster1.xml" Id="R0709925ee4164070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5012903d2e3e462d" /><Relationship Type="http://schemas.openxmlformats.org/officeDocument/2006/relationships/notesMaster" Target="/ppt/notesMasters/notesMaster1.xml" Id="R60995033483e4f02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d75e8eba0faa4835" /><Relationship Type="http://schemas.openxmlformats.org/officeDocument/2006/relationships/notesMaster" Target="/ppt/notesMasters/notesMaster1.xml" Id="R6f61ccdc36d444ad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08602744080746d9" /><Relationship Type="http://schemas.openxmlformats.org/officeDocument/2006/relationships/notesMaster" Target="/ppt/notesMasters/notesMaster1.xml" Id="Re66df528bc404d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첫날 운영 안내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강사의 오후 주요 일정 때문에 이번 주만 점심시간을 14:00-15:00에 운영한다. 11:30-12:00에는 빠른 점심 또는 간식을 미리 섭취하도록 안내한다. 쉬는 시간은 각 수업 구간의 맨 끝에 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머신러닝·딥러닝·LLM을 거쳐, 지금은 Agent 제품을 만듭니다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금융→의료→교육→이커머스를 데이터 형태와 제품 책임의 확장으로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먼저 네 단어의 역할만 잡고 갑니다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40시간 뒤 남아야 할 것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수업은 네 번의 움직임을 반복합니다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막히면 “안 돼요”보다 네 가지를 알려주세요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속도가 달라도, 다음 행동은 분명합니다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완료는 “작동했다”가 아니라 “다시 확인할 수 있다”입니다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AI Agent를 만드는 일은, 책임 경계를 그리는 일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완성보다 작은 checkpoint를 먼저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1 · 내 반복 업무 한 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2 · 재직자/구직자 트랙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Gate 1 · 범위를 줄일 수 있습니까?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실행 전에 알아야 할 네 가지 계약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Audit event가 설명 가능성을 만든다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실제 실행 · 9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call_id로 중복을 판별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Gate 2 · 이 Tool Call을 실행할까요?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 데이터를 읽는 네 가지 단위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K-Work Copilot의 첫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샘플 합성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 데이터의 핵심은 맥락과 책임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간단한 개인정보 mask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3 · 합성 회의 8문장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4 · Golden JSON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Gate 3 · 이 Action Item을 믿어도 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설치보다 먼저 구분할 네 가지 환경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Git은 제출 도구가 아니라 사고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Engineering은 작업 환경을 설계하는 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작업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Git의 안전한 첫 commit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.env.example과 .gitignore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4 · Git 상태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Gate 4 · 옆자리 PC에서 다시 시작하기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Agent 실행 루프를 나누는 네 역할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4 · pytest 9개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Gate 5 · 14:00 점심 전 실행 증거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시작하고 14:55 복귀를 공지한다. 점심 변경 사유와 사과는 오프닝 운영 장표에서 이미 전달했으므로 여기서는 반복하지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모델을 교체하기 위한 네 가지 층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무료 실습의 핵심은 교체 가능한 구조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Gate 6 · Local LLM이 꺼져도 계속하기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중단과 재개를 설명하는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Interrupt는 “잠깐 멈춤”이 아니라 업무 상태다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공식 튜토리얼의 workflow를 보며 어디에서 중단하고 사람이 개입하는지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https://www.ibm.com/think/tutorials/human-in-the-loop-ai-agent-langraph-watsonx-ai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LangGraph는 중단과 재시작을 설계한다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Gate 7 · 승인 뒤 같은 요청이 다시 왔습니다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관측과 배포 판단을 잇는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LangSmith는 배포 결정을 위한 증거다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17:30–18:00 · Q&amp;A와 Exit Ticket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17:30부터 30분을 Q&amp;A·실습 복구·Exit Ticket에 사용한다. 여기서만 Day 1 전체 구조를 짧게 회수한다. Day2–5는 일반 점심 12:00–13:00으로 운영한다고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dcec06e2a4e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aa5db360504dc9" /><Relationship Type="http://schemas.openxmlformats.org/officeDocument/2006/relationships/slideLayout" Target="/ppt/slideLayouts/slideLayout1.xml" Id="R3d7e591bf60f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7e591bf60f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5343e462d4345" /><Relationship Type="http://schemas.openxmlformats.org/officeDocument/2006/relationships/notesSlide" Target="/ppt/notesSlides/notesSlide1.xml" Id="Rde8932372a4c43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dc31e529b4d09" /><Relationship Type="http://schemas.openxmlformats.org/officeDocument/2006/relationships/image" Target="/ppt/media/image.png" Id="Rcc4b516f4d5f4269" /><Relationship Type="http://schemas.openxmlformats.org/officeDocument/2006/relationships/image" Target="/ppt/media/image.svg" Id="R34e0a9c2ba874221" /><Relationship Type="http://schemas.openxmlformats.org/officeDocument/2006/relationships/notesSlide" Target="/ppt/notesSlides/notesSlide2.xml" Id="R010e2d1658a544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eb72d5e344422" /><Relationship Type="http://schemas.openxmlformats.org/officeDocument/2006/relationships/notesSlide" Target="/ppt/notesSlides/notesSlide3.xml" Id="R45f2e145b10e40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2320df9f84b4c" /><Relationship Type="http://schemas.openxmlformats.org/officeDocument/2006/relationships/notesSlide" Target="/ppt/notesSlides/notesSlide4.xml" Id="R55fbb578a13f41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2a227c7364120" /><Relationship Type="http://schemas.openxmlformats.org/officeDocument/2006/relationships/image" Target="/ppt/media/image2.png" Id="R900d3ae7e31b41d7" /><Relationship Type="http://schemas.openxmlformats.org/officeDocument/2006/relationships/image" Target="/ppt/media/image2.svg" Id="R2904e0ccad584e5d" /><Relationship Type="http://schemas.openxmlformats.org/officeDocument/2006/relationships/notesSlide" Target="/ppt/notesSlides/notesSlide5.xml" Id="Ra94ecd4c0d5745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cdaf94bb74d6a" /><Relationship Type="http://schemas.openxmlformats.org/officeDocument/2006/relationships/notesSlide" Target="/ppt/notesSlides/notesSlide6.xml" Id="R83a6720f14954c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2823b75b64986" /><Relationship Type="http://schemas.openxmlformats.org/officeDocument/2006/relationships/notesSlide" Target="/ppt/notesSlides/notesSlide7.xml" Id="R42b6bfd667ce43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161e3f19649ce" /><Relationship Type="http://schemas.openxmlformats.org/officeDocument/2006/relationships/image" Target="/ppt/media/image3.png" Id="R8c26487141f943da" /><Relationship Type="http://schemas.openxmlformats.org/officeDocument/2006/relationships/image" Target="/ppt/media/image3.svg" Id="Rdea9b6bfa69b4e6c" /><Relationship Type="http://schemas.openxmlformats.org/officeDocument/2006/relationships/notesSlide" Target="/ppt/notesSlides/notesSlide8.xml" Id="R6481186a347b4c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dd39a5d424446" /><Relationship Type="http://schemas.openxmlformats.org/officeDocument/2006/relationships/notesSlide" Target="/ppt/notesSlides/notesSlide9.xml" Id="Rbe11c754a31d4d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f125bfea1443c" /><Relationship Type="http://schemas.openxmlformats.org/officeDocument/2006/relationships/notesSlide" Target="/ppt/notesSlides/notesSlide10.xml" Id="Rc561fd38d08648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f2fc3ddad4249" /><Relationship Type="http://schemas.openxmlformats.org/officeDocument/2006/relationships/notesSlide" Target="/ppt/notesSlides/notesSlide11.xml" Id="R496e856dbe9941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dad92bc804d79" /><Relationship Type="http://schemas.openxmlformats.org/officeDocument/2006/relationships/image" Target="/ppt/media/image.jpeg" Id="R235427b5751f4671" /><Relationship Type="http://schemas.openxmlformats.org/officeDocument/2006/relationships/notesSlide" Target="/ppt/notesSlides/notesSlide12.xml" Id="R6cb592fb9f254b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706e0d6974181" /><Relationship Type="http://schemas.openxmlformats.org/officeDocument/2006/relationships/image" Target="/ppt/media/image2.jpeg" Id="Ra86d4c7ad9d6495d" /><Relationship Type="http://schemas.openxmlformats.org/officeDocument/2006/relationships/notesSlide" Target="/ppt/notesSlides/notesSlide13.xml" Id="R8c742a0cc44b4a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90019ef224445" /><Relationship Type="http://schemas.openxmlformats.org/officeDocument/2006/relationships/image" Target="/ppt/media/image3.jpeg" Id="Ra409ffa697644831" /><Relationship Type="http://schemas.openxmlformats.org/officeDocument/2006/relationships/notesSlide" Target="/ppt/notesSlides/notesSlide14.xml" Id="R8763c886275b4b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4266aa64d4b1e" /><Relationship Type="http://schemas.openxmlformats.org/officeDocument/2006/relationships/image" Target="/ppt/media/image4.jpeg" Id="Rc4bc83e663584f51" /><Relationship Type="http://schemas.openxmlformats.org/officeDocument/2006/relationships/notesSlide" Target="/ppt/notesSlides/notesSlide15.xml" Id="R801d09ac6fed4c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96e792eb4492d" /><Relationship Type="http://schemas.openxmlformats.org/officeDocument/2006/relationships/notesSlide" Target="/ppt/notesSlides/notesSlide16.xml" Id="R7b78229326a64b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154beaaf74cbf" /><Relationship Type="http://schemas.openxmlformats.org/officeDocument/2006/relationships/notesSlide" Target="/ppt/notesSlides/notesSlide17.xml" Id="R4bf81deed2cd46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b2f00cc4842ca" /><Relationship Type="http://schemas.openxmlformats.org/officeDocument/2006/relationships/notesSlide" Target="/ppt/notesSlides/notesSlide18.xml" Id="R9d2631d8dafe4e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7e94b5464dcd" /><Relationship Type="http://schemas.openxmlformats.org/officeDocument/2006/relationships/notesSlide" Target="/ppt/notesSlides/notesSlide19.xml" Id="R42d81feb424948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448b6925d4f26" /><Relationship Type="http://schemas.openxmlformats.org/officeDocument/2006/relationships/notesSlide" Target="/ppt/notesSlides/notesSlide20.xml" Id="Rc83387c7c81348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41f4f59b749b8" /><Relationship Type="http://schemas.openxmlformats.org/officeDocument/2006/relationships/notesSlide" Target="/ppt/notesSlides/notesSlide21.xml" Id="R6581ecdeb60749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aab0431b542b4" /><Relationship Type="http://schemas.openxmlformats.org/officeDocument/2006/relationships/notesSlide" Target="/ppt/notesSlides/notesSlide22.xml" Id="Rdb018859959e403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d96420092475a" /><Relationship Type="http://schemas.openxmlformats.org/officeDocument/2006/relationships/notesSlide" Target="/ppt/notesSlides/notesSlide23.xml" Id="Rfabb18e884804b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8266bcd504bb6" /><Relationship Type="http://schemas.openxmlformats.org/officeDocument/2006/relationships/notesSlide" Target="/ppt/notesSlides/notesSlide24.xml" Id="R8ee12d98acf740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5f2bade344668" /><Relationship Type="http://schemas.openxmlformats.org/officeDocument/2006/relationships/notesSlide" Target="/ppt/notesSlides/notesSlide25.xml" Id="R54e080eea59745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c36ebc7984b40" /><Relationship Type="http://schemas.openxmlformats.org/officeDocument/2006/relationships/notesSlide" Target="/ppt/notesSlides/notesSlide26.xml" Id="Rb899cf0106ac4ce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5a69e89124645" /><Relationship Type="http://schemas.openxmlformats.org/officeDocument/2006/relationships/notesSlide" Target="/ppt/notesSlides/notesSlide27.xml" Id="Rcd86f0bd0b274bf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477903a814a2c" /><Relationship Type="http://schemas.openxmlformats.org/officeDocument/2006/relationships/notesSlide" Target="/ppt/notesSlides/notesSlide28.xml" Id="Raf390b2ec1f54ad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4cf6cf8654146" /><Relationship Type="http://schemas.openxmlformats.org/officeDocument/2006/relationships/notesSlide" Target="/ppt/notesSlides/notesSlide29.xml" Id="R108d61258bf24c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0faf385764d5e" /><Relationship Type="http://schemas.openxmlformats.org/officeDocument/2006/relationships/notesSlide" Target="/ppt/notesSlides/notesSlide30.xml" Id="Re37803a47bf546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3af59227746a9" /><Relationship Type="http://schemas.openxmlformats.org/officeDocument/2006/relationships/notesSlide" Target="/ppt/notesSlides/notesSlide31.xml" Id="R3d1435415ce7414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f4e8d92844115" /><Relationship Type="http://schemas.openxmlformats.org/officeDocument/2006/relationships/notesSlide" Target="/ppt/notesSlides/notesSlide32.xml" Id="Rb52894664b564e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02276839a48f8" /><Relationship Type="http://schemas.openxmlformats.org/officeDocument/2006/relationships/image" Target="/ppt/media/image4.png" Id="R1fb930f5ee7b40c2" /><Relationship Type="http://schemas.openxmlformats.org/officeDocument/2006/relationships/image" Target="/ppt/media/image4.svg" Id="Rfbfa5085b67d4596" /><Relationship Type="http://schemas.openxmlformats.org/officeDocument/2006/relationships/notesSlide" Target="/ppt/notesSlides/notesSlide33.xml" Id="Ra21547efed804fb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ec88708d34783" /><Relationship Type="http://schemas.openxmlformats.org/officeDocument/2006/relationships/notesSlide" Target="/ppt/notesSlides/notesSlide34.xml" Id="R57ed22f4c19842c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70d63eb23407c" /><Relationship Type="http://schemas.openxmlformats.org/officeDocument/2006/relationships/notesSlide" Target="/ppt/notesSlides/notesSlide35.xml" Id="R37ba7ce3e9bd4ad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dfe1af0e54fc0" /><Relationship Type="http://schemas.openxmlformats.org/officeDocument/2006/relationships/notesSlide" Target="/ppt/notesSlides/notesSlide36.xml" Id="R76144dd167b4436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f7ce4a1fa4abe" /><Relationship Type="http://schemas.openxmlformats.org/officeDocument/2006/relationships/notesSlide" Target="/ppt/notesSlides/notesSlide37.xml" Id="Rc706956276c446a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47ffb6d704005" /><Relationship Type="http://schemas.openxmlformats.org/officeDocument/2006/relationships/notesSlide" Target="/ppt/notesSlides/notesSlide38.xml" Id="Rc5d96df3b1694d8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40aaf6f4c44c8" /><Relationship Type="http://schemas.openxmlformats.org/officeDocument/2006/relationships/notesSlide" Target="/ppt/notesSlides/notesSlide39.xml" Id="R74e3cfb7405c47b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3a1aed39e4cd5" /><Relationship Type="http://schemas.openxmlformats.org/officeDocument/2006/relationships/notesSlide" Target="/ppt/notesSlides/notesSlide40.xml" Id="R96ff48809b4d4ac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edcbe64084c52" /><Relationship Type="http://schemas.openxmlformats.org/officeDocument/2006/relationships/notesSlide" Target="/ppt/notesSlides/notesSlide41.xml" Id="R88c79193e95e417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5efa38c7d4d90" /><Relationship Type="http://schemas.openxmlformats.org/officeDocument/2006/relationships/notesSlide" Target="/ppt/notesSlides/notesSlide42.xml" Id="R0d2504ae5a234d9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b0e70e9d84cda" /><Relationship Type="http://schemas.openxmlformats.org/officeDocument/2006/relationships/notesSlide" Target="/ppt/notesSlides/notesSlide43.xml" Id="R8500b5b448e74ba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e4d5eb56c4d28" /><Relationship Type="http://schemas.openxmlformats.org/officeDocument/2006/relationships/notesSlide" Target="/ppt/notesSlides/notesSlide44.xml" Id="R62dab1306b8948b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4cbfb92184c14" /><Relationship Type="http://schemas.openxmlformats.org/officeDocument/2006/relationships/notesSlide" Target="/ppt/notesSlides/notesSlide45.xml" Id="R90707441aa7d40c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fac808b494f58" /><Relationship Type="http://schemas.openxmlformats.org/officeDocument/2006/relationships/notesSlide" Target="/ppt/notesSlides/notesSlide46.xml" Id="Refc9657ea6e54ed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126982c6147aa" /><Relationship Type="http://schemas.openxmlformats.org/officeDocument/2006/relationships/image" Target="/ppt/media/image5.jpeg" Id="R69914c4d411947cf" /><Relationship Type="http://schemas.openxmlformats.org/officeDocument/2006/relationships/notesSlide" Target="/ppt/notesSlides/notesSlide47.xml" Id="R296dc6be6771461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6c219ad514def" /><Relationship Type="http://schemas.openxmlformats.org/officeDocument/2006/relationships/image" Target="/ppt/media/image6.jpeg" Id="Rc26426e763a54c15" /><Relationship Type="http://schemas.openxmlformats.org/officeDocument/2006/relationships/notesSlide" Target="/ppt/notesSlides/notesSlide48.xml" Id="Rc6367bc9c1d14a4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2a8b4c23b43c5" /><Relationship Type="http://schemas.openxmlformats.org/officeDocument/2006/relationships/image" Target="/ppt/media/image7.jpeg" Id="Ra1947eb3ac9443b8" /><Relationship Type="http://schemas.openxmlformats.org/officeDocument/2006/relationships/notesSlide" Target="/ppt/notesSlides/notesSlide49.xml" Id="Rc7300e17dbcb499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088a40ec242f7" /><Relationship Type="http://schemas.openxmlformats.org/officeDocument/2006/relationships/image" Target="/ppt/media/image8.jpeg" Id="Rb5571b84ab964729" /><Relationship Type="http://schemas.openxmlformats.org/officeDocument/2006/relationships/notesSlide" Target="/ppt/notesSlides/notesSlide50.xml" Id="R0a47afe6b269437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95177cc87493d" /><Relationship Type="http://schemas.openxmlformats.org/officeDocument/2006/relationships/notesSlide" Target="/ppt/notesSlides/notesSlide51.xml" Id="R1196a597635f400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41ad24dce40cc" /><Relationship Type="http://schemas.openxmlformats.org/officeDocument/2006/relationships/notesSlide" Target="/ppt/notesSlides/notesSlide52.xml" Id="R34ee444d8dc04ca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3c65858fb4e4d" /><Relationship Type="http://schemas.openxmlformats.org/officeDocument/2006/relationships/notesSlide" Target="/ppt/notesSlides/notesSlide53.xml" Id="R3cb72ccc44b1436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df0f2100b4546" /><Relationship Type="http://schemas.openxmlformats.org/officeDocument/2006/relationships/notesSlide" Target="/ppt/notesSlides/notesSlide54.xml" Id="Rc2a7352624d9468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d224eeebc4579" /><Relationship Type="http://schemas.openxmlformats.org/officeDocument/2006/relationships/notesSlide" Target="/ppt/notesSlides/notesSlide55.xml" Id="R3f16a1d4054840e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80e5fd2e2472e" /><Relationship Type="http://schemas.openxmlformats.org/officeDocument/2006/relationships/notesSlide" Target="/ppt/notesSlides/notesSlide56.xml" Id="R3ae4249c4dde46d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2abf50c84441d" /><Relationship Type="http://schemas.openxmlformats.org/officeDocument/2006/relationships/notesSlide" Target="/ppt/notesSlides/notesSlide57.xml" Id="Rc2901c413777414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26dfdb2014add" /><Relationship Type="http://schemas.openxmlformats.org/officeDocument/2006/relationships/notesSlide" Target="/ppt/notesSlides/notesSlide58.xml" Id="Rda2e393bd88b408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f9d2edcef4171" /><Relationship Type="http://schemas.openxmlformats.org/officeDocument/2006/relationships/notesSlide" Target="/ppt/notesSlides/notesSlide59.xml" Id="R194bdba103184f4f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5b810adb94d46" /><Relationship Type="http://schemas.openxmlformats.org/officeDocument/2006/relationships/notesSlide" Target="/ppt/notesSlides/notesSlide60.xml" Id="R045b4f25bcd14b2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c132f94ab42e4" /><Relationship Type="http://schemas.openxmlformats.org/officeDocument/2006/relationships/notesSlide" Target="/ppt/notesSlides/notesSlide61.xml" Id="R4a847fe9af7b434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924607e824f2c" /><Relationship Type="http://schemas.openxmlformats.org/officeDocument/2006/relationships/notesSlide" Target="/ppt/notesSlides/notesSlide62.xml" Id="R71107a3f8be2448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c8c005e774551" /><Relationship Type="http://schemas.openxmlformats.org/officeDocument/2006/relationships/notesSlide" Target="/ppt/notesSlides/notesSlide63.xml" Id="R916ec0bcb430456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b4fcc5f95457a" /><Relationship Type="http://schemas.openxmlformats.org/officeDocument/2006/relationships/notesSlide" Target="/ppt/notesSlides/notesSlide64.xml" Id="R4e41b1745f6a4d9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8168d3db1424f" /><Relationship Type="http://schemas.openxmlformats.org/officeDocument/2006/relationships/notesSlide" Target="/ppt/notesSlides/notesSlide65.xml" Id="R227a8f4ac64246e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51bce943d47b2" /><Relationship Type="http://schemas.openxmlformats.org/officeDocument/2006/relationships/notesSlide" Target="/ppt/notesSlides/notesSlide66.xml" Id="Rbdd47679dd714a2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5ad85a19c43b3" /><Relationship Type="http://schemas.openxmlformats.org/officeDocument/2006/relationships/notesSlide" Target="/ppt/notesSlides/notesSlide67.xml" Id="R59edfaac2fd7402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c138065324e6d" /><Relationship Type="http://schemas.openxmlformats.org/officeDocument/2006/relationships/image" Target="/ppt/media/image5.png" Id="R0f4b868db06c4b91" /><Relationship Type="http://schemas.openxmlformats.org/officeDocument/2006/relationships/image" Target="/ppt/media/image5.svg" Id="R0fc210cfc7fd4389" /><Relationship Type="http://schemas.openxmlformats.org/officeDocument/2006/relationships/notesSlide" Target="/ppt/notesSlides/notesSlide68.xml" Id="R00ddf1ab3185446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65e350d0046d5" /><Relationship Type="http://schemas.openxmlformats.org/officeDocument/2006/relationships/notesSlide" Target="/ppt/notesSlides/notesSlide69.xml" Id="R53300a01911f440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11f8a48f04dd3" /><Relationship Type="http://schemas.openxmlformats.org/officeDocument/2006/relationships/notesSlide" Target="/ppt/notesSlides/notesSlide70.xml" Id="R403259f101344c2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97fb0cd6b44c0" /><Relationship Type="http://schemas.openxmlformats.org/officeDocument/2006/relationships/notesSlide" Target="/ppt/notesSlides/notesSlide71.xml" Id="R01dfa331397c454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176ba262e4327" /><Relationship Type="http://schemas.openxmlformats.org/officeDocument/2006/relationships/notesSlide" Target="/ppt/notesSlides/notesSlide72.xml" Id="Rcb4d0eab04594ed4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9ede801ad4ef9" /><Relationship Type="http://schemas.openxmlformats.org/officeDocument/2006/relationships/notesSlide" Target="/ppt/notesSlides/notesSlide73.xml" Id="R8a69490f24fe4596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0cf32797a45a8" /><Relationship Type="http://schemas.openxmlformats.org/officeDocument/2006/relationships/notesSlide" Target="/ppt/notesSlides/notesSlide74.xml" Id="R73c21d874db24134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5bdddd1da4ce4" /><Relationship Type="http://schemas.openxmlformats.org/officeDocument/2006/relationships/notesSlide" Target="/ppt/notesSlides/notesSlide75.xml" Id="R2849361e067c42c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24f5ace7940ad" /><Relationship Type="http://schemas.openxmlformats.org/officeDocument/2006/relationships/notesSlide" Target="/ppt/notesSlides/notesSlide76.xml" Id="Rf7b0ac9487874e8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5ef103eb3472c" /><Relationship Type="http://schemas.openxmlformats.org/officeDocument/2006/relationships/notesSlide" Target="/ppt/notesSlides/notesSlide77.xml" Id="R56df846a5b6f448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0affdd5da4aec" /><Relationship Type="http://schemas.openxmlformats.org/officeDocument/2006/relationships/notesSlide" Target="/ppt/notesSlides/notesSlide78.xml" Id="R31abaa54debb448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a7444fc1d470f" /><Relationship Type="http://schemas.openxmlformats.org/officeDocument/2006/relationships/notesSlide" Target="/ppt/notesSlides/notesSlide79.xml" Id="R46b45d1bfe8045e1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dbea12ac0493c" /><Relationship Type="http://schemas.openxmlformats.org/officeDocument/2006/relationships/notesSlide" Target="/ppt/notesSlides/notesSlide80.xml" Id="R53e9b5e1fd15436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5abaeefcc475a" /><Relationship Type="http://schemas.openxmlformats.org/officeDocument/2006/relationships/notesSlide" Target="/ppt/notesSlides/notesSlide81.xml" Id="Rc68257e42bd3424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4ae5efbcd4413" /><Relationship Type="http://schemas.openxmlformats.org/officeDocument/2006/relationships/image" Target="/ppt/media/image9.jpeg" Id="R3af2a9ee7379428b" /><Relationship Type="http://schemas.openxmlformats.org/officeDocument/2006/relationships/notesSlide" Target="/ppt/notesSlides/notesSlide82.xml" Id="R5b4c2c53e78f4673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201bca36842ff" /><Relationship Type="http://schemas.openxmlformats.org/officeDocument/2006/relationships/image" Target="/ppt/media/image10.jpeg" Id="R5cae6aaaf75747e9" /><Relationship Type="http://schemas.openxmlformats.org/officeDocument/2006/relationships/notesSlide" Target="/ppt/notesSlides/notesSlide83.xml" Id="R543aefc313ef452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d9a754dc472a" /><Relationship Type="http://schemas.openxmlformats.org/officeDocument/2006/relationships/image" Target="/ppt/media/image11.jpeg" Id="R3f2d27bc5309494b" /><Relationship Type="http://schemas.openxmlformats.org/officeDocument/2006/relationships/notesSlide" Target="/ppt/notesSlides/notesSlide84.xml" Id="Rb173cc187ffb42ab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ad4d33be6460c" /><Relationship Type="http://schemas.openxmlformats.org/officeDocument/2006/relationships/image" Target="/ppt/media/image12.jpeg" Id="Rceb93cd7020f48cd" /><Relationship Type="http://schemas.openxmlformats.org/officeDocument/2006/relationships/notesSlide" Target="/ppt/notesSlides/notesSlide85.xml" Id="Ra34500ea11b7465b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60d155cd54e59" /><Relationship Type="http://schemas.openxmlformats.org/officeDocument/2006/relationships/notesSlide" Target="/ppt/notesSlides/notesSlide86.xml" Id="R0ea846ca40014c88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14b01a00e481c" /><Relationship Type="http://schemas.openxmlformats.org/officeDocument/2006/relationships/notesSlide" Target="/ppt/notesSlides/notesSlide87.xml" Id="Rf155fcaae51146f3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29ec3d97c4e81" /><Relationship Type="http://schemas.openxmlformats.org/officeDocument/2006/relationships/notesSlide" Target="/ppt/notesSlides/notesSlide88.xml" Id="R44873797960c4ed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34b6470274961" /><Relationship Type="http://schemas.openxmlformats.org/officeDocument/2006/relationships/notesSlide" Target="/ppt/notesSlides/notesSlide89.xml" Id="Rab3f595721a34d70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ddc548a204a93" /><Relationship Type="http://schemas.openxmlformats.org/officeDocument/2006/relationships/notesSlide" Target="/ppt/notesSlides/notesSlide90.xml" Id="R53e3dfc56f454058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34137d59a436c" /><Relationship Type="http://schemas.openxmlformats.org/officeDocument/2006/relationships/notesSlide" Target="/ppt/notesSlides/notesSlide91.xml" Id="Rc3b3147d1fe4440c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de324b38343fe" /><Relationship Type="http://schemas.openxmlformats.org/officeDocument/2006/relationships/notesSlide" Target="/ppt/notesSlides/notesSlide92.xml" Id="R1f834e9b7b5644db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bb3213b2743de" /><Relationship Type="http://schemas.openxmlformats.org/officeDocument/2006/relationships/notesSlide" Target="/ppt/notesSlides/notesSlide93.xml" Id="R3ef7009d8542400b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b1f24195e421f" /><Relationship Type="http://schemas.openxmlformats.org/officeDocument/2006/relationships/notesSlide" Target="/ppt/notesSlides/notesSlide94.xml" Id="Rcd7243a9de6946f3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f12c779d949f8" /><Relationship Type="http://schemas.openxmlformats.org/officeDocument/2006/relationships/notesSlide" Target="/ppt/notesSlides/notesSlide95.xml" Id="R4c6c9326990f4441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049c02c5e442a" /><Relationship Type="http://schemas.openxmlformats.org/officeDocument/2006/relationships/notesSlide" Target="/ppt/notesSlides/notesSlide96.xml" Id="R58eb68e291fe4210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5284309264309" /><Relationship Type="http://schemas.openxmlformats.org/officeDocument/2006/relationships/notesSlide" Target="/ppt/notesSlides/notesSlide97.xml" Id="Rcc2390d4bb81405b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af9ad20654060" /><Relationship Type="http://schemas.openxmlformats.org/officeDocument/2006/relationships/notesSlide" Target="/ppt/notesSlides/notesSlide98.xml" Id="R0903696474484ac6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0c7414e8d4208" /><Relationship Type="http://schemas.openxmlformats.org/officeDocument/2006/relationships/notesSlide" Target="/ppt/notesSlides/notesSlide99.xml" Id="Re960b372362c446e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41770ee344b2f" /><Relationship Type="http://schemas.openxmlformats.org/officeDocument/2006/relationships/notesSlide" Target="/ppt/notesSlides/notesSlide100.xml" Id="R2ebbb41bf1494702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8a0f85c674d8f" /><Relationship Type="http://schemas.openxmlformats.org/officeDocument/2006/relationships/notesSlide" Target="/ppt/notesSlides/notesSlide101.xml" Id="Rf3d6acf712d24a2c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b3c93fa2543c5" /><Relationship Type="http://schemas.openxmlformats.org/officeDocument/2006/relationships/notesSlide" Target="/ppt/notesSlides/notesSlide102.xml" Id="Re75ca41ed28b43b9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46adb46c64c22" /><Relationship Type="http://schemas.openxmlformats.org/officeDocument/2006/relationships/image" Target="/ppt/media/image6.png" Id="R5988e5458ec34caa" /><Relationship Type="http://schemas.openxmlformats.org/officeDocument/2006/relationships/image" Target="/ppt/media/image6.svg" Id="R72734ee9ab714fd6" /><Relationship Type="http://schemas.openxmlformats.org/officeDocument/2006/relationships/notesSlide" Target="/ppt/notesSlides/notesSlide103.xml" Id="Rfd0ef83a9f8043e9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307c0aec2451e" /><Relationship Type="http://schemas.openxmlformats.org/officeDocument/2006/relationships/notesSlide" Target="/ppt/notesSlides/notesSlide104.xml" Id="R610e7d1c0cec4e4c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138e96a44816" /><Relationship Type="http://schemas.openxmlformats.org/officeDocument/2006/relationships/notesSlide" Target="/ppt/notesSlides/notesSlide105.xml" Id="Raf4f4ab95fd44a71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8a36aa6f8478c" /><Relationship Type="http://schemas.openxmlformats.org/officeDocument/2006/relationships/notesSlide" Target="/ppt/notesSlides/notesSlide106.xml" Id="R5060c2b6ffd140fb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9d6f894c04655" /><Relationship Type="http://schemas.openxmlformats.org/officeDocument/2006/relationships/notesSlide" Target="/ppt/notesSlides/notesSlide107.xml" Id="Rd79d7eab4aaa4cbd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bc0dbda4c43df" /><Relationship Type="http://schemas.openxmlformats.org/officeDocument/2006/relationships/notesSlide" Target="/ppt/notesSlides/notesSlide108.xml" Id="R0a4ac5c22e4040cd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8ba48bddd4e37" /><Relationship Type="http://schemas.openxmlformats.org/officeDocument/2006/relationships/notesSlide" Target="/ppt/notesSlides/notesSlide109.xml" Id="Rd9e8d3611c1643d6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ab90121364085" /><Relationship Type="http://schemas.openxmlformats.org/officeDocument/2006/relationships/notesSlide" Target="/ppt/notesSlides/notesSlide110.xml" Id="Rb4e21804e2b743d1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52677770d4632" /><Relationship Type="http://schemas.openxmlformats.org/officeDocument/2006/relationships/notesSlide" Target="/ppt/notesSlides/notesSlide111.xml" Id="R1ba6c1f28be8411b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5a58c7e9943cb" /><Relationship Type="http://schemas.openxmlformats.org/officeDocument/2006/relationships/notesSlide" Target="/ppt/notesSlides/notesSlide112.xml" Id="R730fd4240cad4f58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fcb30214e418a" /><Relationship Type="http://schemas.openxmlformats.org/officeDocument/2006/relationships/notesSlide" Target="/ppt/notesSlides/notesSlide113.xml" Id="Rdac30614c1504706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ce19a1abc4b06" /><Relationship Type="http://schemas.openxmlformats.org/officeDocument/2006/relationships/notesSlide" Target="/ppt/notesSlides/notesSlide114.xml" Id="R06443dae09da4434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b692155574c67" /><Relationship Type="http://schemas.openxmlformats.org/officeDocument/2006/relationships/notesSlide" Target="/ppt/notesSlides/notesSlide115.xml" Id="R8cf38d3a98de445f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c14aa73f14d28" /><Relationship Type="http://schemas.openxmlformats.org/officeDocument/2006/relationships/notesSlide" Target="/ppt/notesSlides/notesSlide116.xml" Id="R1a651590efb1406f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61b221fba4d7a" /><Relationship Type="http://schemas.openxmlformats.org/officeDocument/2006/relationships/image" Target="/ppt/media/image13.jpeg" Id="Rb4d92e3408384b9a" /><Relationship Type="http://schemas.openxmlformats.org/officeDocument/2006/relationships/notesSlide" Target="/ppt/notesSlides/notesSlide117.xml" Id="R7bf4b67140fa4b33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e6a01560a4045" /><Relationship Type="http://schemas.openxmlformats.org/officeDocument/2006/relationships/image" Target="/ppt/media/image14.jpeg" Id="Rf422472730fa4187" /><Relationship Type="http://schemas.openxmlformats.org/officeDocument/2006/relationships/notesSlide" Target="/ppt/notesSlides/notesSlide118.xml" Id="Rae70f8fae1114196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e2b5fd0574adf" /><Relationship Type="http://schemas.openxmlformats.org/officeDocument/2006/relationships/image" Target="/ppt/media/image15.jpeg" Id="Raf42b17ab71a424b" /><Relationship Type="http://schemas.openxmlformats.org/officeDocument/2006/relationships/notesSlide" Target="/ppt/notesSlides/notesSlide119.xml" Id="R7e5e8abf174e4ab4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c7d556a2f4bba" /><Relationship Type="http://schemas.openxmlformats.org/officeDocument/2006/relationships/image" Target="/ppt/media/image16.jpeg" Id="R9a34da943acd42ef" /><Relationship Type="http://schemas.openxmlformats.org/officeDocument/2006/relationships/notesSlide" Target="/ppt/notesSlides/notesSlide120.xml" Id="Raefff69ac19c407e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722ada6fc4b62" /><Relationship Type="http://schemas.openxmlformats.org/officeDocument/2006/relationships/notesSlide" Target="/ppt/notesSlides/notesSlide121.xml" Id="R575b2869ab0b4a81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947c1f0344922" /><Relationship Type="http://schemas.openxmlformats.org/officeDocument/2006/relationships/notesSlide" Target="/ppt/notesSlides/notesSlide122.xml" Id="R4e55b3972dc544fa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e590e71d64423" /><Relationship Type="http://schemas.openxmlformats.org/officeDocument/2006/relationships/notesSlide" Target="/ppt/notesSlides/notesSlide123.xml" Id="R2c4cda07801546fa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22f37b211445e" /><Relationship Type="http://schemas.openxmlformats.org/officeDocument/2006/relationships/notesSlide" Target="/ppt/notesSlides/notesSlide124.xml" Id="R67b76201f15a42a4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0ef5305f248be" /><Relationship Type="http://schemas.openxmlformats.org/officeDocument/2006/relationships/notesSlide" Target="/ppt/notesSlides/notesSlide125.xml" Id="R5211f6f48f504cc3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5cdd458634fe6" /><Relationship Type="http://schemas.openxmlformats.org/officeDocument/2006/relationships/notesSlide" Target="/ppt/notesSlides/notesSlide126.xml" Id="R65588f5faea54152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0226f56914ebd" /><Relationship Type="http://schemas.openxmlformats.org/officeDocument/2006/relationships/notesSlide" Target="/ppt/notesSlides/notesSlide127.xml" Id="Rf5ad22dcd3434b2d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36df8bfbb4966" /><Relationship Type="http://schemas.openxmlformats.org/officeDocument/2006/relationships/notesSlide" Target="/ppt/notesSlides/notesSlide128.xml" Id="R8a8d970ad0ff4834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c7399fffd4fd6" /><Relationship Type="http://schemas.openxmlformats.org/officeDocument/2006/relationships/notesSlide" Target="/ppt/notesSlides/notesSlide129.xml" Id="Rf1802c0a56744c93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1940d7b77435a" /><Relationship Type="http://schemas.openxmlformats.org/officeDocument/2006/relationships/notesSlide" Target="/ppt/notesSlides/notesSlide130.xml" Id="Rafab9e5d1b674ad2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6fadf9dd7452a" /><Relationship Type="http://schemas.openxmlformats.org/officeDocument/2006/relationships/notesSlide" Target="/ppt/notesSlides/notesSlide131.xml" Id="Rb153d369d5ba4e39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5e0e2673f4146" /><Relationship Type="http://schemas.openxmlformats.org/officeDocument/2006/relationships/notesSlide" Target="/ppt/notesSlides/notesSlide132.xml" Id="Rc6a204b0805c40e1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90953ba554fb0" /><Relationship Type="http://schemas.openxmlformats.org/officeDocument/2006/relationships/notesSlide" Target="/ppt/notesSlides/notesSlide133.xml" Id="R46c864d78a444bbd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c443e9bee4656" /><Relationship Type="http://schemas.openxmlformats.org/officeDocument/2006/relationships/notesSlide" Target="/ppt/notesSlides/notesSlide134.xml" Id="R60cc7180e0774efa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368305a5f4a28" /><Relationship Type="http://schemas.openxmlformats.org/officeDocument/2006/relationships/notesSlide" Target="/ppt/notesSlides/notesSlide135.xml" Id="R1f0de5d61fa843dc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81d0676714b7d" /><Relationship Type="http://schemas.openxmlformats.org/officeDocument/2006/relationships/notesSlide" Target="/ppt/notesSlides/notesSlide136.xml" Id="R1392d4634a164e24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942f6b1f84543" /><Relationship Type="http://schemas.openxmlformats.org/officeDocument/2006/relationships/notesSlide" Target="/ppt/notesSlides/notesSlide137.xml" Id="Re93779c489b843d4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b2c4d0b6e4e31" /><Relationship Type="http://schemas.openxmlformats.org/officeDocument/2006/relationships/image" Target="/ppt/media/image7.png" Id="Rea5a17685d544664" /><Relationship Type="http://schemas.openxmlformats.org/officeDocument/2006/relationships/image" Target="/ppt/media/image7.svg" Id="R47ad90bf6b884210" /><Relationship Type="http://schemas.openxmlformats.org/officeDocument/2006/relationships/notesSlide" Target="/ppt/notesSlides/notesSlide138.xml" Id="R5937a1f2f4ec445b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abcd711ad4a85" /><Relationship Type="http://schemas.openxmlformats.org/officeDocument/2006/relationships/notesSlide" Target="/ppt/notesSlides/notesSlide139.xml" Id="R41c243029c6e4f9e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a4d4c9d194e43" /><Relationship Type="http://schemas.openxmlformats.org/officeDocument/2006/relationships/notesSlide" Target="/ppt/notesSlides/notesSlide140.xml" Id="R9f3656e29cd244df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0c763b7cc4aed" /><Relationship Type="http://schemas.openxmlformats.org/officeDocument/2006/relationships/notesSlide" Target="/ppt/notesSlides/notesSlide141.xml" Id="R81cbe34793404e97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fa99b926b493b" /><Relationship Type="http://schemas.openxmlformats.org/officeDocument/2006/relationships/notesSlide" Target="/ppt/notesSlides/notesSlide142.xml" Id="R6c04b9f270304981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5b5e95c1346b3" /><Relationship Type="http://schemas.openxmlformats.org/officeDocument/2006/relationships/notesSlide" Target="/ppt/notesSlides/notesSlide143.xml" Id="R7d066a8f5bad4db8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67e5b2ca340fd" /><Relationship Type="http://schemas.openxmlformats.org/officeDocument/2006/relationships/notesSlide" Target="/ppt/notesSlides/notesSlide144.xml" Id="Rda0cad413bf04880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b8d86a99d4716" /><Relationship Type="http://schemas.openxmlformats.org/officeDocument/2006/relationships/notesSlide" Target="/ppt/notesSlides/notesSlide145.xml" Id="Rc9bb619a8e2b49cd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e84a2caf34b56" /><Relationship Type="http://schemas.openxmlformats.org/officeDocument/2006/relationships/notesSlide" Target="/ppt/notesSlides/notesSlide146.xml" Id="Rd28055d8fa234979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ea5d3fc5247b0" /><Relationship Type="http://schemas.openxmlformats.org/officeDocument/2006/relationships/notesSlide" Target="/ppt/notesSlides/notesSlide147.xml" Id="R40d406e7ad414160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3254c50dd4a1f" /><Relationship Type="http://schemas.openxmlformats.org/officeDocument/2006/relationships/notesSlide" Target="/ppt/notesSlides/notesSlide148.xml" Id="R53f84077f2004a26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5ee2e7a764d95" /><Relationship Type="http://schemas.openxmlformats.org/officeDocument/2006/relationships/notesSlide" Target="/ppt/notesSlides/notesSlide149.xml" Id="Rce69dd17a6034c88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23e661d274e8f" /><Relationship Type="http://schemas.openxmlformats.org/officeDocument/2006/relationships/notesSlide" Target="/ppt/notesSlides/notesSlide150.xml" Id="Rd1d5d2a2f11e4cfa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03e4b496c4c7c" /><Relationship Type="http://schemas.openxmlformats.org/officeDocument/2006/relationships/image" Target="/ppt/media/image17.jpeg" Id="Re9cdb3043f484ff2" /><Relationship Type="http://schemas.openxmlformats.org/officeDocument/2006/relationships/notesSlide" Target="/ppt/notesSlides/notesSlide151.xml" Id="Rb55255928e844e22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e4f6d86664c9a" /><Relationship Type="http://schemas.openxmlformats.org/officeDocument/2006/relationships/image" Target="/ppt/media/image18.jpeg" Id="R7a127a0090c947ae" /><Relationship Type="http://schemas.openxmlformats.org/officeDocument/2006/relationships/notesSlide" Target="/ppt/notesSlides/notesSlide152.xml" Id="R5dee543a696f4d71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6103d47924a76" /><Relationship Type="http://schemas.openxmlformats.org/officeDocument/2006/relationships/image" Target="/ppt/media/image19.jpeg" Id="Re8e40d2d136d4fcc" /><Relationship Type="http://schemas.openxmlformats.org/officeDocument/2006/relationships/notesSlide" Target="/ppt/notesSlides/notesSlide153.xml" Id="R661d807b68244770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2ab42ed864630" /><Relationship Type="http://schemas.openxmlformats.org/officeDocument/2006/relationships/image" Target="/ppt/media/image20.jpeg" Id="Rd112285ae6f44160" /><Relationship Type="http://schemas.openxmlformats.org/officeDocument/2006/relationships/notesSlide" Target="/ppt/notesSlides/notesSlide154.xml" Id="Rf76ffc4f8f7041c1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99ef5dbf64212" /><Relationship Type="http://schemas.openxmlformats.org/officeDocument/2006/relationships/notesSlide" Target="/ppt/notesSlides/notesSlide155.xml" Id="Rc112d5f089bd4bba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f6d2604244cf4" /><Relationship Type="http://schemas.openxmlformats.org/officeDocument/2006/relationships/notesSlide" Target="/ppt/notesSlides/notesSlide156.xml" Id="Rdda93e5d685c4315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f89718adc4d1f" /><Relationship Type="http://schemas.openxmlformats.org/officeDocument/2006/relationships/notesSlide" Target="/ppt/notesSlides/notesSlide157.xml" Id="Rf25997b275474ae7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47a3ffb5e43e6" /><Relationship Type="http://schemas.openxmlformats.org/officeDocument/2006/relationships/notesSlide" Target="/ppt/notesSlides/notesSlide158.xml" Id="R43716001450f4f20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fab7128684615" /><Relationship Type="http://schemas.openxmlformats.org/officeDocument/2006/relationships/notesSlide" Target="/ppt/notesSlides/notesSlide159.xml" Id="R07e2f41c14ac4c78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dccb40e834beb" /><Relationship Type="http://schemas.openxmlformats.org/officeDocument/2006/relationships/notesSlide" Target="/ppt/notesSlides/notesSlide160.xml" Id="Re350ebc7f7b947fc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27eb4f4f74fdc" /><Relationship Type="http://schemas.openxmlformats.org/officeDocument/2006/relationships/notesSlide" Target="/ppt/notesSlides/notesSlide161.xml" Id="Rcbfdc450ccfa4839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1fd62ab184bc0" /><Relationship Type="http://schemas.openxmlformats.org/officeDocument/2006/relationships/notesSlide" Target="/ppt/notesSlides/notesSlide162.xml" Id="Rcaf20c8932f4497d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eded13b5a47ec" /><Relationship Type="http://schemas.openxmlformats.org/officeDocument/2006/relationships/notesSlide" Target="/ppt/notesSlides/notesSlide163.xml" Id="R917c092730b64b48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b61f10f0542e1" /><Relationship Type="http://schemas.openxmlformats.org/officeDocument/2006/relationships/notesSlide" Target="/ppt/notesSlides/notesSlide164.xml" Id="Rd1b5616a667c49bb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85a7c919445be" /><Relationship Type="http://schemas.openxmlformats.org/officeDocument/2006/relationships/notesSlide" Target="/ppt/notesSlides/notesSlide165.xml" Id="R8b37741a027d45c3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d4634f7894b76" /><Relationship Type="http://schemas.openxmlformats.org/officeDocument/2006/relationships/notesSlide" Target="/ppt/notesSlides/notesSlide166.xml" Id="R9453ea7abd404575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92c0cd86140d9" /><Relationship Type="http://schemas.openxmlformats.org/officeDocument/2006/relationships/notesSlide" Target="/ppt/notesSlides/notesSlide167.xml" Id="R0ed7c66c21a54159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7a3f71db94f34" /><Relationship Type="http://schemas.openxmlformats.org/officeDocument/2006/relationships/notesSlide" Target="/ppt/notesSlides/notesSlide168.xml" Id="R9b5332141f1749ff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060e07dcb4b30" /><Relationship Type="http://schemas.openxmlformats.org/officeDocument/2006/relationships/notesSlide" Target="/ppt/notesSlides/notesSlide169.xml" Id="R0ecf956992784b25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a2cb517d94465" /><Relationship Type="http://schemas.openxmlformats.org/officeDocument/2006/relationships/notesSlide" Target="/ppt/notesSlides/notesSlide170.xml" Id="R7e8009b3591a4fb1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b0c4985d146cf" /><Relationship Type="http://schemas.openxmlformats.org/officeDocument/2006/relationships/notesSlide" Target="/ppt/notesSlides/notesSlide171.xml" Id="Rb3796e22741e42cf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065bb6bb5494f" /><Relationship Type="http://schemas.openxmlformats.org/officeDocument/2006/relationships/image" Target="/ppt/media/image8.png" Id="R79deb8e59fb349ca" /><Relationship Type="http://schemas.openxmlformats.org/officeDocument/2006/relationships/image" Target="/ppt/media/image8.svg" Id="R67c811126c894e8d" /><Relationship Type="http://schemas.openxmlformats.org/officeDocument/2006/relationships/notesSlide" Target="/ppt/notesSlides/notesSlide172.xml" Id="R0d6d10b4709a4029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61f8cd6114e05" /><Relationship Type="http://schemas.openxmlformats.org/officeDocument/2006/relationships/notesSlide" Target="/ppt/notesSlides/notesSlide173.xml" Id="R5a7efd302d6642a0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2b9e648ab4a0e" /><Relationship Type="http://schemas.openxmlformats.org/officeDocument/2006/relationships/notesSlide" Target="/ppt/notesSlides/notesSlide174.xml" Id="R580b3334819e4e95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f93aef1594396" /><Relationship Type="http://schemas.openxmlformats.org/officeDocument/2006/relationships/notesSlide" Target="/ppt/notesSlides/notesSlide175.xml" Id="R3e855013767d4b72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79b1bd6544a3a" /><Relationship Type="http://schemas.openxmlformats.org/officeDocument/2006/relationships/notesSlide" Target="/ppt/notesSlides/notesSlide176.xml" Id="R0a1629eb2e3742b5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d87bc3cca409c" /><Relationship Type="http://schemas.openxmlformats.org/officeDocument/2006/relationships/notesSlide" Target="/ppt/notesSlides/notesSlide177.xml" Id="R40d650d774154d94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aa2b09175489b" /><Relationship Type="http://schemas.openxmlformats.org/officeDocument/2006/relationships/notesSlide" Target="/ppt/notesSlides/notesSlide178.xml" Id="R18aa69a1359c4457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a9b33a48b49af" /><Relationship Type="http://schemas.openxmlformats.org/officeDocument/2006/relationships/notesSlide" Target="/ppt/notesSlides/notesSlide179.xml" Id="Rb4f045dc92634f9b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578d6810d41c5" /><Relationship Type="http://schemas.openxmlformats.org/officeDocument/2006/relationships/notesSlide" Target="/ppt/notesSlides/notesSlide180.xml" Id="R74645537c9524c61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b462cd980431b" /><Relationship Type="http://schemas.openxmlformats.org/officeDocument/2006/relationships/notesSlide" Target="/ppt/notesSlides/notesSlide181.xml" Id="Rb63d63c741164bca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88c27ac684e13" /><Relationship Type="http://schemas.openxmlformats.org/officeDocument/2006/relationships/notesSlide" Target="/ppt/notesSlides/notesSlide182.xml" Id="R401011da00904283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80163478b4864" /><Relationship Type="http://schemas.openxmlformats.org/officeDocument/2006/relationships/notesSlide" Target="/ppt/notesSlides/notesSlide183.xml" Id="Rb18ad19eba674615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b92b6e7f64a95" /><Relationship Type="http://schemas.openxmlformats.org/officeDocument/2006/relationships/notesSlide" Target="/ppt/notesSlides/notesSlide184.xml" Id="Rdf640591619149eb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8619f87314558" /><Relationship Type="http://schemas.openxmlformats.org/officeDocument/2006/relationships/image" Target="/ppt/media/image21.jpeg" Id="Reccdcd29f9d74815" /><Relationship Type="http://schemas.openxmlformats.org/officeDocument/2006/relationships/notesSlide" Target="/ppt/notesSlides/notesSlide185.xml" Id="R295ae387fe744b1b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a305da0944cdf" /><Relationship Type="http://schemas.openxmlformats.org/officeDocument/2006/relationships/image" Target="/ppt/media/image22.jpeg" Id="Rc77d79f8b9a64dc1" /><Relationship Type="http://schemas.openxmlformats.org/officeDocument/2006/relationships/notesSlide" Target="/ppt/notesSlides/notesSlide186.xml" Id="R1dff00de4b2c4155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63a8d54134c80" /><Relationship Type="http://schemas.openxmlformats.org/officeDocument/2006/relationships/image" Target="/ppt/media/image23.jpeg" Id="R6d1803ab031749bf" /><Relationship Type="http://schemas.openxmlformats.org/officeDocument/2006/relationships/notesSlide" Target="/ppt/notesSlides/notesSlide187.xml" Id="Ra88802ce35d445ef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464fc5ecf4a87" /><Relationship Type="http://schemas.openxmlformats.org/officeDocument/2006/relationships/image" Target="/ppt/media/image24.jpeg" Id="Rd0d195bb26224881" /><Relationship Type="http://schemas.openxmlformats.org/officeDocument/2006/relationships/notesSlide" Target="/ppt/notesSlides/notesSlide188.xml" Id="R5aad8a7037fb48d5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d79ba1b6a4194" /><Relationship Type="http://schemas.openxmlformats.org/officeDocument/2006/relationships/notesSlide" Target="/ppt/notesSlides/notesSlide189.xml" Id="Rfd1214842c56400f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b6cee9ff44ddb" /><Relationship Type="http://schemas.openxmlformats.org/officeDocument/2006/relationships/notesSlide" Target="/ppt/notesSlides/notesSlide190.xml" Id="Red2b9d19367d4697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b06e82af1498a" /><Relationship Type="http://schemas.openxmlformats.org/officeDocument/2006/relationships/notesSlide" Target="/ppt/notesSlides/notesSlide191.xml" Id="R57d6389c3da74b9f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c624fece242fc" /><Relationship Type="http://schemas.openxmlformats.org/officeDocument/2006/relationships/notesSlide" Target="/ppt/notesSlides/notesSlide192.xml" Id="Rc5a9fe5f1fc54d47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0813629ad404b" /><Relationship Type="http://schemas.openxmlformats.org/officeDocument/2006/relationships/notesSlide" Target="/ppt/notesSlides/notesSlide193.xml" Id="Rfda038b1f71b4ff2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7f4c9beb143bc" /><Relationship Type="http://schemas.openxmlformats.org/officeDocument/2006/relationships/notesSlide" Target="/ppt/notesSlides/notesSlide194.xml" Id="Raac483d82f004b22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04d6832ba41f0" /><Relationship Type="http://schemas.openxmlformats.org/officeDocument/2006/relationships/notesSlide" Target="/ppt/notesSlides/notesSlide195.xml" Id="Ra6d4a60860ce468f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5d2030b5c4b13" /><Relationship Type="http://schemas.openxmlformats.org/officeDocument/2006/relationships/notesSlide" Target="/ppt/notesSlides/notesSlide196.xml" Id="R7017f4c5ea9e4b86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cc715d2ec4b09" /><Relationship Type="http://schemas.openxmlformats.org/officeDocument/2006/relationships/notesSlide" Target="/ppt/notesSlides/notesSlide197.xml" Id="Rcc995b6380604fd6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671efd193482c" /><Relationship Type="http://schemas.openxmlformats.org/officeDocument/2006/relationships/notesSlide" Target="/ppt/notesSlides/notesSlide198.xml" Id="Rbacb50eb0d4c450f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14a3a57894a11" /><Relationship Type="http://schemas.openxmlformats.org/officeDocument/2006/relationships/notesSlide" Target="/ppt/notesSlides/notesSlide199.xml" Id="R380b3affe1fd4162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b593d1d8f4b58" /><Relationship Type="http://schemas.openxmlformats.org/officeDocument/2006/relationships/notesSlide" Target="/ppt/notesSlides/notesSlide200.xml" Id="R670d423fd3fa43a1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35ff72c9348b4" /><Relationship Type="http://schemas.openxmlformats.org/officeDocument/2006/relationships/notesSlide" Target="/ppt/notesSlides/notesSlide201.xml" Id="R6391b71cf4b34e14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462295ed249db" /><Relationship Type="http://schemas.openxmlformats.org/officeDocument/2006/relationships/notesSlide" Target="/ppt/notesSlides/notesSlide202.xml" Id="Rd45a33f1ecca4e1a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78623c1584e32" /><Relationship Type="http://schemas.openxmlformats.org/officeDocument/2006/relationships/notesSlide" Target="/ppt/notesSlides/notesSlide203.xml" Id="R538c7fdf10a44612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09101656a49af" /><Relationship Type="http://schemas.openxmlformats.org/officeDocument/2006/relationships/notesSlide" Target="/ppt/notesSlides/notesSlide204.xml" Id="Rbfeb5e02a23f48f6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97b2703c74614" /><Relationship Type="http://schemas.openxmlformats.org/officeDocument/2006/relationships/notesSlide" Target="/ppt/notesSlides/notesSlide205.xml" Id="R772214c0ac564f53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435079c4f480e" /><Relationship Type="http://schemas.openxmlformats.org/officeDocument/2006/relationships/image" Target="/ppt/media/image9.png" Id="Rd7942521252e4626" /><Relationship Type="http://schemas.openxmlformats.org/officeDocument/2006/relationships/image" Target="/ppt/media/image9.svg" Id="R33c119b56b8f4fbc" /><Relationship Type="http://schemas.openxmlformats.org/officeDocument/2006/relationships/notesSlide" Target="/ppt/notesSlides/notesSlide206.xml" Id="R48c8b54076004d38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6c84f95694756" /><Relationship Type="http://schemas.openxmlformats.org/officeDocument/2006/relationships/notesSlide" Target="/ppt/notesSlides/notesSlide207.xml" Id="Rf98f8fd3e0864419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86c8bb13a42f6" /><Relationship Type="http://schemas.openxmlformats.org/officeDocument/2006/relationships/notesSlide" Target="/ppt/notesSlides/notesSlide208.xml" Id="R7a786603d0fb4c97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faa06283b46cf" /><Relationship Type="http://schemas.openxmlformats.org/officeDocument/2006/relationships/notesSlide" Target="/ppt/notesSlides/notesSlide209.xml" Id="Rac6b76de1fc34d79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37fae15644e67" /><Relationship Type="http://schemas.openxmlformats.org/officeDocument/2006/relationships/image" Target="/ppt/media/image10.png" Id="Rf725e9fef5d1457a" /><Relationship Type="http://schemas.openxmlformats.org/officeDocument/2006/relationships/notesSlide" Target="/ppt/notesSlides/notesSlide210.xml" Id="Rb3280ceb32224a88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1f6248e84475f" /><Relationship Type="http://schemas.openxmlformats.org/officeDocument/2006/relationships/notesSlide" Target="/ppt/notesSlides/notesSlide211.xml" Id="R43980b4240d04ec6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a8dd5942a4515" /><Relationship Type="http://schemas.openxmlformats.org/officeDocument/2006/relationships/notesSlide" Target="/ppt/notesSlides/notesSlide212.xml" Id="R97c195b4ac2840dd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ded7416c64cfb" /><Relationship Type="http://schemas.openxmlformats.org/officeDocument/2006/relationships/notesSlide" Target="/ppt/notesSlides/notesSlide213.xml" Id="R2e2260f90a234839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d55d97d104ca4" /><Relationship Type="http://schemas.openxmlformats.org/officeDocument/2006/relationships/notesSlide" Target="/ppt/notesSlides/notesSlide214.xml" Id="Re967cd443df64154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efdf2c92d46a3" /><Relationship Type="http://schemas.openxmlformats.org/officeDocument/2006/relationships/notesSlide" Target="/ppt/notesSlides/notesSlide215.xml" Id="Reb23c92d6e544024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14ddb3361437b" /><Relationship Type="http://schemas.openxmlformats.org/officeDocument/2006/relationships/notesSlide" Target="/ppt/notesSlides/notesSlide216.xml" Id="R37b32791331a48ac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5644de5014b05" /><Relationship Type="http://schemas.openxmlformats.org/officeDocument/2006/relationships/notesSlide" Target="/ppt/notesSlides/notesSlide217.xml" Id="R2db3b5aa9df74156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af6350fce4d99" /><Relationship Type="http://schemas.openxmlformats.org/officeDocument/2006/relationships/notesSlide" Target="/ppt/notesSlides/notesSlide218.xml" Id="Rf515e4e56d174084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8ca1457654d04" /><Relationship Type="http://schemas.openxmlformats.org/officeDocument/2006/relationships/image" Target="/ppt/media/image25.jpeg" Id="Rbd395f2a5be14b2c" /><Relationship Type="http://schemas.openxmlformats.org/officeDocument/2006/relationships/notesSlide" Target="/ppt/notesSlides/notesSlide219.xml" Id="Rb2f49282df7049a9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0c6c3d5504643" /><Relationship Type="http://schemas.openxmlformats.org/officeDocument/2006/relationships/image" Target="/ppt/media/image26.jpeg" Id="R5f50420eee0f42ac" /><Relationship Type="http://schemas.openxmlformats.org/officeDocument/2006/relationships/notesSlide" Target="/ppt/notesSlides/notesSlide220.xml" Id="Re2321e8fdcff47a1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ce66f9bd24e8a" /><Relationship Type="http://schemas.openxmlformats.org/officeDocument/2006/relationships/image" Target="/ppt/media/image27.jpeg" Id="Raf2c6b52cdcb4b8e" /><Relationship Type="http://schemas.openxmlformats.org/officeDocument/2006/relationships/notesSlide" Target="/ppt/notesSlides/notesSlide221.xml" Id="Rc196000fdf684f6b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41d37754949c2" /><Relationship Type="http://schemas.openxmlformats.org/officeDocument/2006/relationships/image" Target="/ppt/media/image28.jpeg" Id="R9851ce8876ec467c" /><Relationship Type="http://schemas.openxmlformats.org/officeDocument/2006/relationships/notesSlide" Target="/ppt/notesSlides/notesSlide222.xml" Id="R11984f8b65134050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7191341624342" /><Relationship Type="http://schemas.openxmlformats.org/officeDocument/2006/relationships/notesSlide" Target="/ppt/notesSlides/notesSlide223.xml" Id="Rc0c49e8795bb4889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93b9b625e4393" /><Relationship Type="http://schemas.openxmlformats.org/officeDocument/2006/relationships/notesSlide" Target="/ppt/notesSlides/notesSlide224.xml" Id="R0235adc0808245de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a00a255d54a92" /><Relationship Type="http://schemas.openxmlformats.org/officeDocument/2006/relationships/notesSlide" Target="/ppt/notesSlides/notesSlide225.xml" Id="R41cc5bd22eee4c35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ca155d5094b7c" /><Relationship Type="http://schemas.openxmlformats.org/officeDocument/2006/relationships/notesSlide" Target="/ppt/notesSlides/notesSlide226.xml" Id="R60f744c310d34bbf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2295bd0b4479e" /><Relationship Type="http://schemas.openxmlformats.org/officeDocument/2006/relationships/notesSlide" Target="/ppt/notesSlides/notesSlide227.xml" Id="R2a569250c09e465d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6266d109543b9" /><Relationship Type="http://schemas.openxmlformats.org/officeDocument/2006/relationships/notesSlide" Target="/ppt/notesSlides/notesSlide228.xml" Id="R91979eaf8b3346bc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3e4446eb24100" /><Relationship Type="http://schemas.openxmlformats.org/officeDocument/2006/relationships/notesSlide" Target="/ppt/notesSlides/notesSlide229.xml" Id="Rfd666de13bfd4430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d2260f1234292" /><Relationship Type="http://schemas.openxmlformats.org/officeDocument/2006/relationships/notesSlide" Target="/ppt/notesSlides/notesSlide230.xml" Id="R994bd68f46c8402b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d5bcd36bd41ee" /><Relationship Type="http://schemas.openxmlformats.org/officeDocument/2006/relationships/notesSlide" Target="/ppt/notesSlides/notesSlide231.xml" Id="R7f46bc27ba5b4340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ef856c50b4d93" /><Relationship Type="http://schemas.openxmlformats.org/officeDocument/2006/relationships/notesSlide" Target="/ppt/notesSlides/notesSlide232.xml" Id="Re173186510044511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03e54322f4260" /><Relationship Type="http://schemas.openxmlformats.org/officeDocument/2006/relationships/notesSlide" Target="/ppt/notesSlides/notesSlide233.xml" Id="R360d376041684c93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b6380bcbd4afd" /><Relationship Type="http://schemas.openxmlformats.org/officeDocument/2006/relationships/notesSlide" Target="/ppt/notesSlides/notesSlide234.xml" Id="Rfe016e6e177142f3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e6344c1dd4dfc" /><Relationship Type="http://schemas.openxmlformats.org/officeDocument/2006/relationships/notesSlide" Target="/ppt/notesSlides/notesSlide235.xml" Id="Rbe5a6e0b46fd445d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83a7ffa6a4913" /><Relationship Type="http://schemas.openxmlformats.org/officeDocument/2006/relationships/notesSlide" Target="/ppt/notesSlides/notesSlide236.xml" Id="R755155e0a21f4946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704eb6a674762" /><Relationship Type="http://schemas.openxmlformats.org/officeDocument/2006/relationships/notesSlide" Target="/ppt/notesSlides/notesSlide237.xml" Id="R10288afbda29441c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6ebe975a4427a" /><Relationship Type="http://schemas.openxmlformats.org/officeDocument/2006/relationships/notesSlide" Target="/ppt/notesSlides/notesSlide238.xml" Id="Re11c10f5a3d74b76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9c834edfe4475" /><Relationship Type="http://schemas.openxmlformats.org/officeDocument/2006/relationships/notesSlide" Target="/ppt/notesSlides/notesSlide239.xml" Id="Racf0f36f022c40aa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7a9a7fa614299" /><Relationship Type="http://schemas.openxmlformats.org/officeDocument/2006/relationships/image" Target="/ppt/media/image11.png" Id="Rdbe72425cfe34619" /><Relationship Type="http://schemas.openxmlformats.org/officeDocument/2006/relationships/image" Target="/ppt/media/image10.svg" Id="R870fa043fe7f4864" /><Relationship Type="http://schemas.openxmlformats.org/officeDocument/2006/relationships/notesSlide" Target="/ppt/notesSlides/notesSlide240.xml" Id="Rd9cfa04fedd645a3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62d26a8f84719" /><Relationship Type="http://schemas.openxmlformats.org/officeDocument/2006/relationships/notesSlide" Target="/ppt/notesSlides/notesSlide241.xml" Id="R19f2d026eb82426b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06d1607c44710" /><Relationship Type="http://schemas.openxmlformats.org/officeDocument/2006/relationships/notesSlide" Target="/ppt/notesSlides/notesSlide242.xml" Id="Rc8861a5e18ff4cce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5a6b84990474c" /><Relationship Type="http://schemas.openxmlformats.org/officeDocument/2006/relationships/notesSlide" Target="/ppt/notesSlides/notesSlide243.xml" Id="R964120407e1a42db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8166c5a174886" /><Relationship Type="http://schemas.openxmlformats.org/officeDocument/2006/relationships/notesSlide" Target="/ppt/notesSlides/notesSlide244.xml" Id="R10a0e9fe5ae34a2c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30fd6c4fd451e" /><Relationship Type="http://schemas.openxmlformats.org/officeDocument/2006/relationships/notesSlide" Target="/ppt/notesSlides/notesSlide245.xml" Id="Rc2962bae7514409f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416356a5b44c7" /><Relationship Type="http://schemas.openxmlformats.org/officeDocument/2006/relationships/notesSlide" Target="/ppt/notesSlides/notesSlide246.xml" Id="Rf1757713620341f1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434d038554895" /><Relationship Type="http://schemas.openxmlformats.org/officeDocument/2006/relationships/notesSlide" Target="/ppt/notesSlides/notesSlide247.xml" Id="R862778a14ea64c6c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105dbb8af4274" /><Relationship Type="http://schemas.openxmlformats.org/officeDocument/2006/relationships/notesSlide" Target="/ppt/notesSlides/notesSlide248.xml" Id="R3ade5cd23fbb43c8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c2d82f2c7407c" /><Relationship Type="http://schemas.openxmlformats.org/officeDocument/2006/relationships/notesSlide" Target="/ppt/notesSlides/notesSlide249.xml" Id="Rdf36614599b14b55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864a900da4dca" /><Relationship Type="http://schemas.openxmlformats.org/officeDocument/2006/relationships/notesSlide" Target="/ppt/notesSlides/notesSlide250.xml" Id="R05578ab818384a6f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c90198b0a4fee" /><Relationship Type="http://schemas.openxmlformats.org/officeDocument/2006/relationships/notesSlide" Target="/ppt/notesSlides/notesSlide251.xml" Id="R1bf92eee345046ab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4a5508c404fff" /><Relationship Type="http://schemas.openxmlformats.org/officeDocument/2006/relationships/image" Target="/ppt/media/image29.jpeg" Id="R9e2871d7fbb44df1" /><Relationship Type="http://schemas.openxmlformats.org/officeDocument/2006/relationships/notesSlide" Target="/ppt/notesSlides/notesSlide252.xml" Id="Ra861666fa6dd4357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ba45b9f78434a" /><Relationship Type="http://schemas.openxmlformats.org/officeDocument/2006/relationships/image" Target="/ppt/media/image30.jpeg" Id="R76810ff12d65499d" /><Relationship Type="http://schemas.openxmlformats.org/officeDocument/2006/relationships/notesSlide" Target="/ppt/notesSlides/notesSlide253.xml" Id="Rf5e6d99f339c4b3a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cb39813d849c1" /><Relationship Type="http://schemas.openxmlformats.org/officeDocument/2006/relationships/image" Target="/ppt/media/image31.jpeg" Id="Reec3c06fd44c4893" /><Relationship Type="http://schemas.openxmlformats.org/officeDocument/2006/relationships/notesSlide" Target="/ppt/notesSlides/notesSlide254.xml" Id="Rabbb98fc550b4473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28d58b92e4db0" /><Relationship Type="http://schemas.openxmlformats.org/officeDocument/2006/relationships/image" Target="/ppt/media/image32.jpeg" Id="R68194b018dd34a6f" /><Relationship Type="http://schemas.openxmlformats.org/officeDocument/2006/relationships/notesSlide" Target="/ppt/notesSlides/notesSlide255.xml" Id="R8b1cd3f318e740ed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b0432f8d84453" /><Relationship Type="http://schemas.openxmlformats.org/officeDocument/2006/relationships/image" Target="/ppt/media/image33.jpeg" Id="R0d53637e2fbd471a" /><Relationship Type="http://schemas.openxmlformats.org/officeDocument/2006/relationships/notesSlide" Target="/ppt/notesSlides/notesSlide256.xml" Id="R0467293398da48cf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7b04133f0481a" /><Relationship Type="http://schemas.openxmlformats.org/officeDocument/2006/relationships/notesSlide" Target="/ppt/notesSlides/notesSlide257.xml" Id="R8e3dcf3f5f5d4f5e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ba30795844716" /><Relationship Type="http://schemas.openxmlformats.org/officeDocument/2006/relationships/notesSlide" Target="/ppt/notesSlides/notesSlide258.xml" Id="R495dbc6c6ba34b0c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7c8905286449a" /><Relationship Type="http://schemas.openxmlformats.org/officeDocument/2006/relationships/notesSlide" Target="/ppt/notesSlides/notesSlide259.xml" Id="R68c433b323ae4f19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57dc782bf44c1" /><Relationship Type="http://schemas.openxmlformats.org/officeDocument/2006/relationships/notesSlide" Target="/ppt/notesSlides/notesSlide260.xml" Id="R5ec2699b67774fd4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ff3d72f034ffa" /><Relationship Type="http://schemas.openxmlformats.org/officeDocument/2006/relationships/notesSlide" Target="/ppt/notesSlides/notesSlide261.xml" Id="R86242a486cde455b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e23384fbb4331" /><Relationship Type="http://schemas.openxmlformats.org/officeDocument/2006/relationships/notesSlide" Target="/ppt/notesSlides/notesSlide262.xml" Id="R73f34cbb66694ac3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f2db9f14a4fb3" /><Relationship Type="http://schemas.openxmlformats.org/officeDocument/2006/relationships/notesSlide" Target="/ppt/notesSlides/notesSlide263.xml" Id="Rb52bb019dce94412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533c912bd4f0a" /><Relationship Type="http://schemas.openxmlformats.org/officeDocument/2006/relationships/notesSlide" Target="/ppt/notesSlides/notesSlide264.xml" Id="Reba95a0edb724410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bcd2d340c4e8d" /><Relationship Type="http://schemas.openxmlformats.org/officeDocument/2006/relationships/notesSlide" Target="/ppt/notesSlides/notesSlide265.xml" Id="Rbccb1d906f68483a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97c6447f04ed9" /><Relationship Type="http://schemas.openxmlformats.org/officeDocument/2006/relationships/notesSlide" Target="/ppt/notesSlides/notesSlide266.xml" Id="Rb4c2fc15e7f54c78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305ffc1e2446c" /><Relationship Type="http://schemas.openxmlformats.org/officeDocument/2006/relationships/notesSlide" Target="/ppt/notesSlides/notesSlide267.xml" Id="R712a7d9630074519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718c4e6d44020" /><Relationship Type="http://schemas.openxmlformats.org/officeDocument/2006/relationships/notesSlide" Target="/ppt/notesSlides/notesSlide268.xml" Id="Ra4e5d9e0a96d40c1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9bfc831c54075" /><Relationship Type="http://schemas.openxmlformats.org/officeDocument/2006/relationships/notesSlide" Target="/ppt/notesSlides/notesSlide269.xml" Id="R903429d56d194038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d2cbb68b74a93" /><Relationship Type="http://schemas.openxmlformats.org/officeDocument/2006/relationships/image" Target="/ppt/media/image12.png" Id="R843df693669c479d" /><Relationship Type="http://schemas.openxmlformats.org/officeDocument/2006/relationships/image" Target="/ppt/media/image11.svg" Id="Ra9cd0793da314910" /><Relationship Type="http://schemas.openxmlformats.org/officeDocument/2006/relationships/notesSlide" Target="/ppt/notesSlides/notesSlide270.xml" Id="R2b0871d4575c4e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FBCE6-E8EF-428C-B740-033E12A3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80F3D-926E-4F32-B34E-2FC84473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4F601-099C-4092-B815-67E20081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09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CD7D8-D3CD-4898-A1E2-0F85A965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답을 잘하는 AI에서, 일을 끝내는 Workflow로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4EC18-5741-4448-B3AA-69F545D6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4B6AA-B7D9-4779-9BB7-91E07621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서울시립대·아주대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9ABF1-9CED-44C7-91A8-8F7978DA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2026.08.23 SUN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09:00-18:00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LUNCH 14:00-15:00</a:t>
            </a:r>
          </a:p>
        </p:txBody>
      </p:sp>
    </p:spTree>
    <p:extLst>
      <p:ext uri="{BB962C8B-B14F-4D97-AF65-F5344CB8AC3E}">
        <p14:creationId xmlns:p14="http://schemas.microsoft.com/office/powerpoint/2010/main" val="437421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60796C-6FC2-495A-B344-A510AAD9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DAY 1 · 운영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FB2EA-4F4C-431E-BD71-257EAEAA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첫날은 점심시간이 14시입니다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5862B-50EA-402D-8361-FA2BE945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993F9-BF08-4B37-BBFD-3BAF638B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55BDD-2888-416E-8FEA-2A0F5B54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6C9F7-6646-43B5-9A20-6495A8A5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002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b516f4d5f4269">
            <a:extLst>
              <a:ext uri="{96DAC541-7B7A-43D3-8B79-37D633B846F1}">
                <asvg:svgBlip xmlns:asvg="http://schemas.microsoft.com/office/drawing/2016/SVG/main" r:embed="R34e0a9c2ba8742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F428F-D423-4EB7-A1CE-7DD4209C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오후 주요 일정으로 이번 주만 1시간 점심시간을 14:00-15:00에 운영합니다.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DB3CA-F462-4B92-B264-441C8386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55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80764-76F4-4EE1-95A3-6B566CDA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11:30-12:00 쉬는 시간에는 빠른 점심 또는 간식을 미리 드시길 권합니다.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42990-428A-48F5-9A03-4582D3C5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12-13시에 점심시간을 드리지 못하게 되었습니다. 불편을 드려 죄송합니다. ㅠ.ㅠ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86F66-6ADD-48B9-8DD7-34F37994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DC0D7-0B77-4654-B8CA-03D1F138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09:00-12:00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7AF94-54CB-44CA-A272-8D6CFB6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B2036-841A-465B-A6FA-1FB55FB1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57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09:00-11:30 수업 (11:30-12:00 쉬는 시간)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3573F-E19B-4B5A-B78F-7531758C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빠른 점심·간식 권장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37F02-2E42-4DF4-9E8D-38685947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575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2E405-FDE9-4495-8B26-E114CB5A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27B7D-B206-48E1-A01D-CFED0D15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12:00-14:00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FFBE4-EB41-4CF7-8972-3358AB21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99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4D732-21A7-44B0-A586-8B27E103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12:00-13:40 수업 (13:40-14:00 쉬는 시간)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97F41-C470-4410-A03D-FB059772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99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총 2시간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A4447-E202-4431-B8BB-57AE3AAB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00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CA92C-CBA2-4F7B-80E0-BD83FA1F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6567E4-6A1B-43C8-A5FB-2D7B38C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14:00-15:00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809D4-6DC0-45C1-960B-9C21CA91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624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84066-74CB-42C7-883B-531D6148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624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점심시간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70EF2-C51E-42DC-9F79-F7722119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624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이번 주만 14시 시작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C1F4A-17CC-49D7-B373-B2BE9097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D7CE33-8869-451A-BDBB-FA51BEB6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15D59A-8FC4-4AAC-B9D8-C5ECD27A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15:00-17:30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FFB954-D2B0-4B85-9D64-0BEACDF7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BFB5E8-5CC7-48DB-B42E-B5F07E03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15:00-17:00 수업 (17:00-17:30 쉬는 시간)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43A27C-8666-4BDB-9124-858DFE75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총 2시간 30분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AF2733-B532-421C-8984-53E6E565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149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FB0FDE-BFDD-4115-8663-C22C523C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0ABF6-D1A9-464A-9CCF-9594D825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17:30-18:00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B9BB36-F033-4946-BA68-FA257F69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673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AAB94A-1AD4-4536-BE57-75BDEEF2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67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질문·실습 복구·Exit Ticket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FDE5A7-7001-4A30-9E8A-ED8018C6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67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쉬는 시간 뒤 시작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ECE3A2-7937-42B9-8AC9-7DBC5C4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673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1190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75B391-F26B-4FB8-BCDC-3FB3E54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강사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3450F-5B19-47C6-BBDE-5724C422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머신러닝·딥러닝·LLM을 거쳐, 지금은 Agent 제품을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87889-7317-4EAF-9D12-DD08531A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4BE1D-BA22-46D3-948E-2F98B471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CC69B-57F8-4217-B427-F4278D61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05F34-A270-491C-AD61-3B38A6DE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E64EC-F41F-4B41-AA45-012A10FE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 · 서울시립대/아주대학교 AI 부문 겸임교수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4C427-BC6E-492C-9075-4F036A83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55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3299A-05FF-4060-8120-9853A43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CFD57-47AF-4E76-B128-08EDB4AC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데이터·AI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0D0ED-2696-4E51-B9D0-3E4E89C7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풀었던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5CB8E-AC56-48AB-8AA2-7E2553D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0DC8A-6F5C-4C0D-A13C-09FD8B7D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금융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5CB8B-D92D-498B-A5B7-A9B26BC2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38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정형 데이터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AutoML·MLOps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4A4A6-D644-4198-931B-8B70C784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은행·카드·보험사의 예측과 의사결정을 자체 AutoML 솔루션으로 자동화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5F78B-36C9-4642-A736-C376D104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에이젠글로벌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ML Team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F82AF-46FC-4709-B64E-6112A3AF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22383-B817-403B-A993-03DA878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F2749-D843-4C5B-8C50-A971BB94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의료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EDA56-70EF-42C2-902D-9911A88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대장내시경 영상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DL·CVOps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E0775-B2C4-4B0D-B3B6-F0F9A995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실시간 영상에서 용종 탐지·진단을 보조하는 의료 AI 서비스를 제작·운영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3ACE5-1C70-4385-9609-9CFB911D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아이넥스코퍼레이션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 Engineer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352DD1-3B42-4201-907A-3CC2E6C9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FF1D3-9322-4C14-A6A6-F3A8915A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교육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5238E-E7BE-46B1-963E-E19BC678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말하기·글쓰기·상담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LLMOps·AICC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084BC-1AFF-49D6-B106-6F87318F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7만 명 영어 평가를 3-5일에서 약 10초로 단축하고 상담 전·중·후 AI를 총괄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C4AFF-F044-4506-B28F-F053B1D2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크레버스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 Engineer·AI PM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8D02E5-CA4A-4673-8EC4-06278E6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3DC227-A250-4391-8182-559E1F4C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5D6BC-47E6-4E7B-858C-C02EF76D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이커머스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03942-A91E-453F-9F6E-7A57732D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고객·상품 맥락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Agentic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C78465-13D4-4F79-8141-7B93FF20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AID Chat·쇼핑 탐색·Voice·AI 해설·SEO/GEO 등 고객 접점 Agent 제품을 담당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3B2FB-5F26-43EC-B8CE-210D915E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무신사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Agentic AI Side PM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D5215A-EA50-418E-9A0C-77C53603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1BC36A-1706-453A-A58A-88E7B3B2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116EA4-730F-4729-84F8-4851AD16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17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강의·멘토 · 2개 대학원 AI 겸임교수 / KT·Kakao AX / 연구 AX / 재직자·취준생 AI Native / 출제·심사</a:t>
            </a:r>
          </a:p>
        </p:txBody>
      </p:sp>
    </p:spTree>
    <p:extLst>
      <p:ext uri="{BB962C8B-B14F-4D97-AF65-F5344CB8AC3E}">
        <p14:creationId xmlns:p14="http://schemas.microsoft.com/office/powerpoint/2010/main" val="1665303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B0A57B-255B-4C10-A121-D12948C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5397E-7593-4895-B822-D0BED85F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먼저 네 단어의 역할만 잡고 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2FAB5-4DA7-44D3-99C1-0DB8BAE0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AB23A-ABAC-4E26-9A80-D98DC90B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CAA2D-D807-4857-ABC0-9D8FDF7C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B99E7-DB27-4CC5-91BE-391EFBA1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A1D62-DA8E-493A-B171-CE00FD5C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19803-7F22-4694-A893-1E490FDE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3677C-6FDB-4146-AD28-75549A1E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4AD89-C29E-413E-88B8-52490C65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82BCF-7F96-4D4A-B794-B13A44C5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생성형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Generative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C765D-CB6D-43D0-9A33-C2B2AD1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학습한 패턴을 바탕으로 새로운 텍스트·이미지·코드를 만들어내는 AI이다.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736E4-43AB-4189-8A78-6E3D1A6F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원문을 읽고 요약 초안을 만든 뒤 사람이 검토한다.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6860E-652C-4CEE-857D-D613B402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C2416-99A5-4D0D-AEDA-981D7584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119DD-236D-4186-A32C-D5BC3D19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Large Language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C8330-60EE-4BD7-AD09-2D21301B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아주 많은 텍스트로 학습해 다음에 올 말의 가능성을 계산하는 언어 모델이다.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F5DB1-9AC0-4422-9FFF-24A857FA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회의에서 결정·담당자·기한 후보를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E7618-EF30-4DAE-84FB-C6CD9AA3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82713-AFEB-41AA-914C-09F15BC3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Goal + State + Tools +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34C74-A44C-40DA-8064-678CD8B9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받아 현재 상태를 보고, 도구를 선택하고, 결과를 확인하며 다음 행동을 정하는 실행 구조이다.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EB438-4DC8-491F-834C-AA2D2AAA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읽기 → 요약 → 검증 → 승인 →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187D0-17C8-4782-A22B-E0F963F1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F8C01-AF0C-4655-81B0-A064ED40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A70662-75C9-49B0-83A9-739AE55F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Instructions + Tools +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20F7F-4472-41CE-92B8-196315D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주변에 지시문·도구·권한·테스트·관측 장치를 설계하는 방식이다.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A2C61-885D-4206-ABD1-FA37A4D0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Codex·Claude에 작은 작업을 주고 테스트와 diff로 결과를 확인한다.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1D93C-6A15-4DB6-9E08-6814F86D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7468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E046A-88B1-4D11-A2C4-D8CDA84B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40시간 뒤 남아야 할 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2A6EA-D1A0-4971-8E08-2F631DDF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DB833-3ED3-4BE2-A1D1-C755C9E7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E5F12-E324-43CE-8100-02016B65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D3A73-E238-4A82-B312-96947CB4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1559E-D339-4767-9A9E-D749E2A3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63DFF-1479-40F3-8E2C-A29E62C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“AI를 써봤다”가 아니라 “검증 가능한 업무 Agent를 운영했다”.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d3ae7e31b41d7">
            <a:extLst>
              <a:ext uri="{96DAC541-7B7A-43D3-8B79-37D633B846F1}">
                <asvg:svgBlip xmlns:asvg="http://schemas.microsoft.com/office/drawing/2016/SVG/main" r:embed="R2904e0ccad584e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CB67F-665C-49D9-A8E3-70D9DB29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3FF5E-5BB9-441C-86B8-B32C0997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FD965-D2CC-44FA-98AE-ABAB01D9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BC8CB-BCA0-4B10-BB6A-DE2354B9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LangChain·LangGraph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E9AFB-0DCB-447D-8AEE-26D58AC2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7DC86-C84E-4782-AA4B-19DC7768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Approval·LangSmith·Git 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85658-65E7-4856-98B0-75CCEBC4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80B46-5885-4271-B761-20C6FDCC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데모는 ‘된다’를 보여주고, 제품은 ‘안 될 때’를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20711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9BB4B-90A7-4D03-A055-3AE987D0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재직자와 구직자는 같은 기술을 다르게 증명한다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8DA09-4BFF-4365-B824-66DB6ADB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E4108-E77F-471A-93C3-17812E93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D00C9-AAE1-46CD-8283-EC3F20AB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3784E-4E1B-449D-9352-2727C7D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489AA-1F97-49AD-BEBC-74000591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재직자는 도입 통제, 구직자는 재현 가능한 포트폴리오를 강조한다.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5E05B-805F-4200-AF37-A710A38E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9475F-E5A8-410C-9D3C-A2DC2906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재직자: 보안·업무시간·승인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01438-9DC1-434F-B4AF-3D21C68C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94EF7-21F8-4F6B-B9CE-46CC6ABF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구직자: README·테스트·Git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0FC8B-4F6D-482E-9C53-032D1015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6E88D-016C-47BC-ABE3-52B337A7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실제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F3F38-C180-4C0B-A76F-F8F9B15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D3A17-BADE-4D56-91CB-BE3CFFF4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포트폴리오의 차이는 모델명이 아니라 실패를 다룬 증거에서 난다.</a:t>
            </a:r>
          </a:p>
        </p:txBody>
      </p:sp>
    </p:spTree>
    <p:extLst>
      <p:ext uri="{BB962C8B-B14F-4D97-AF65-F5344CB8AC3E}">
        <p14:creationId xmlns:p14="http://schemas.microsoft.com/office/powerpoint/2010/main" val="1710966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01039C-6679-481C-B94F-D9D7AD4E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5293D-2124-4FAE-B6F0-424837B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네 번의 움직임을 반복합니다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F15C4-2FE4-4A88-A25C-ADA7F8F7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C5FF2-1AD6-4227-867B-E8B5F70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BA620-EDA4-4331-A3DD-2505F35E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73E61-5EEB-43AC-93B7-6D666323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3943A-0E7A-405D-AA48-BDBCC47A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먼저 보고, 그대로 따라하고, 일부러 틀려본 뒤, 성공 증거를 남깁니다.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E1D94-552C-4734-92C5-AFD95DD9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40B5A-A296-47DF-8D79-403117CB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3F0B9-B99E-4FA7-938C-3A4D9E5E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050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먼저 봅니다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EDB76-C318-4026-983D-3E613FC1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050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완성 결과와 클릭·명령 순서를 먼저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54B98-AD09-4ABC-82B4-C3FBEEC3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622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05C52-7AA4-4A07-9640-90D7D3D3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E7BF6-2EE5-4318-AD06-667D39EF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D47B4-B990-4749-93B7-3E5E5776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화면을 따라 만듭니다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50F4D-83BA-4B57-B596-756C6876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432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단계씩 멈추며 내 화면과 비교합니다.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C4127-8F1F-40D9-939F-FB2F8671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D76A0-7062-431D-938A-3CEBDF15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9B736-2904-40B2-9702-87FDA63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F7C10-40EB-4F64-BEB0-96DA1575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814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일부러 한 번 틀려봅니다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7135F-6CF8-4E5F-B7DF-B7CA86C9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814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입력값 하나를 바꿔 실패 메시지를 직접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D1D61-0315-4875-AF47-600CDBA9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38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CFB7D-BCB1-4856-9386-D8C5D629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DDA66-1784-440E-88E9-354734B0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2B479-8859-4522-A069-3A1C32C6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96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다시 실행해 확인합니다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F6673C-B05E-446F-BD69-C752022B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원상 복구한 뒤 test와 결과 파일을 남깁니다.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0AB93-99EB-414E-B526-535A2A95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5823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BAEC1C-3793-4C3A-95E5-59B21E39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FD5DB-0280-40C3-86E2-A8967D94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막히면 “안 돼요”보다 네 가지를 알려주세요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93F33-D2D8-421F-AE1A-469443C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211F8-C35A-4E36-948A-9CF036A8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27582-C950-476F-9C3B-EE2912A4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0B1CB-1C84-4F3A-A34C-6DCF592F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CD6DF-7FCE-4B84-A835-B5F8B650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3733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6487141f943da">
            <a:extLst>
              <a:ext uri="{96DAC541-7B7A-43D3-8B79-37D633B846F1}">
                <asvg:svgBlip xmlns:asvg="http://schemas.microsoft.com/office/drawing/2016/SVG/main" r:embed="Rdea9b6bfa69b4e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19812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D7114-D0E2-4FA8-BC91-B627BD0A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“안 돼요”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A609C-08D4-4122-86C0-2C6CF17E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어디서부터 확인해야 할지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알기 어렵습니다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AC5D7-C466-4CF7-A7AB-71E881B5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811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대신 아래 네 가지를 알려주세요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12EEF-4A5E-4B0A-8D82-FEA35A8E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717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EC30D-463F-46C8-B78D-D4D7644A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71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오류 문장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15813-2323-4DE4-AD44-22B1BBA3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화면에 보이는 그대로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2A7C5-A264-4FD5-BBED-7B7CB7C0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F815D-E42A-49CF-90C5-A38B2B80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9E8B4-2D14-4A0A-97DF-9617A962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직전 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9C659-3E5F-47ED-84CB-977DCE78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누른 버튼 또는 입력한 명령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9C9AE-4CE1-4FA6-88BA-110D166E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55B9E-DABA-4059-B1A4-DCF48AE8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3F731-5D13-4C6A-844B-15F820BD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19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실행 환경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7F37E-ADA0-46E7-8403-F6218065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운영체제와 Python 버전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0D47E-9FA6-43F6-871C-B2C7E38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DB51B-D717-4A99-95FA-BD46A91D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434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BAE92-2620-468B-B5DA-85F5247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434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기대한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D087E-8937-4BC0-A0E9-311BDFB8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원래 나와야 했던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8E2DDC-085E-43A7-9907-971A82B9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006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705565-1842-4300-BBB7-F480DB4A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7994BB-ABBC-456A-8200-9CA9D0A7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예시  |  macOS · Python 3.11 · pip install 뒤 ModuleNotFoundError · notebook가 열릴 것으로 기대</a:t>
            </a:r>
          </a:p>
        </p:txBody>
      </p:sp>
    </p:spTree>
    <p:extLst>
      <p:ext uri="{BB962C8B-B14F-4D97-AF65-F5344CB8AC3E}">
        <p14:creationId xmlns:p14="http://schemas.microsoft.com/office/powerpoint/2010/main" val="11257515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F63322-E051-4EE2-992C-89BD36CA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7BB3E-F13C-4691-A10B-933E785D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속도가 달라도, 다음 행동은 분명합니다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8E64B-7CA0-4276-9C85-EEE4179C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65F18-B083-4C2B-BFB1-40C7557A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12D0A-74BC-4054-9F3A-78BDCD35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415D9-7B08-44E9-BD75-DB99D91A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5D2B7-3806-4782-A6D0-D8A3DE5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빠르거나 느린 것이 아니라, 지금 내 상태에 맞는 행동 하나를 고르면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BF247-42E4-407A-95C2-A4A98BC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346E2-7D0A-436A-A34B-32ABEAFD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내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C59A5-4E96-4D8B-BB0F-862D1BDF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할 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18DD4-2E87-4BB2-BAD6-1DB1FACA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다음에 남길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14DC8-716C-404A-BDFF-3CB7AA3B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바로 다시 실행할 수 있어요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C6A99-10E1-4163-AC84-D971B359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혼자 한 번 더 실행하고 결과를 비교합니다.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5F1CE-9F95-417F-9F60-99B5DE15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성공 화면 1장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ACF0F-7DE3-4F1D-BB6A-6FAC5279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8BF30-5D40-4C8A-BB95-3F1C09F6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8A3DC-7F1B-47D5-853B-98FFA989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장표를 따라가는 중이에요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21996-9B16-4586-B287-51293B26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표시된 단계까지만 끝내고 옆 화면과 비교합니다.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448D7-4128-4FF3-B80A-B82E6D1B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단계 체크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827BF-754B-4BF3-AC87-B83C08D8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2EB00-E685-4064-98D2-7A66A09A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오류에서 멈췄어요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3CD26-D6A6-4DDD-81C5-38ADCCCB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81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손을 들고 첫 오류 한 줄을 공유한 뒤 복구 파일에서 다시 시작합니다.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A3D73-30A9-46C1-AA3E-18A582CE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문장 1줄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E1765-8C8C-4F02-9975-95B07E2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B14AC-CCA4-4A7B-8005-4FB8413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9E447C-9271-41BE-9FB2-E61CA157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먼저 끝냈어요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1638E-644B-405A-8CF6-69A262CE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053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입력을 하나 더 넣고 왜 막혔는지 기록합니다.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1D45D7-84E4-4783-9B29-8219E8AA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반례와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971A5B-E3D2-4E0A-9429-A2BAF850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55B21-F187-4664-B792-58D96095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막혔을 때 조용히 기다리지 않아도 됩니다. 첫 오류 한 줄이 가장 좋은 질문입니다.</a:t>
            </a:r>
          </a:p>
        </p:txBody>
      </p:sp>
    </p:spTree>
    <p:extLst>
      <p:ext uri="{BB962C8B-B14F-4D97-AF65-F5344CB8AC3E}">
        <p14:creationId xmlns:p14="http://schemas.microsoft.com/office/powerpoint/2010/main" val="15012329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E723AE-B3FD-4E79-AFA7-7B7FFF30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0DE39-8F61-4C86-877B-08A7AE9B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완료는 “작동했다”가 아니라 “다시 확인할 수 있다”입니다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3E010-AD4D-44EF-87BF-8F1C8961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9E4C2-5A6E-47C1-B15C-78367181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8EA63-EF36-4740-AA10-9CF61D5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A08DC-ADCA-4DAD-9CE8-CABC870E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83BCE-A883-4BAC-8C4B-CCB9902A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네 가지 중 하나라도 없으면, 아직 실습이 끝난 것이 아닙니다.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8C59E-2F39-48DA-9D1F-8BB1FAF8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체크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BD188-659A-4D1F-820F-649D39C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E1E2C-AE12-4D6D-B971-7AC4994E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FED89-0ECA-447A-B154-27C8D97B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파일이 저장되어 있습니다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1A5AE-5082-4D54-BEB3-67033616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252A4-E7F8-4CED-B130-37EB797E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955EA-7F3C-46A1-9411-A906EBE0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명령을 다시 실행해도 성공합니다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2F81C-EDA6-425C-9FC2-6BCF8F2D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45ADC-7C70-44A4-8117-908CA376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7730B-AB24-49C6-9FC8-D4242D88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또는 schema 검사가 통과합니다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C9A13-8516-4EFA-8FF5-53B9CBEE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35EE6-4465-4C55-8FE8-492A15DA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CCF91-9D3A-4945-B093-C73DBCEE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왜 안전한지 한 문장으로 설명할 수 있습니다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53816-95E2-4394-88C3-502CAAAD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5816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785DC-78CB-41E8-9DAC-C12CE9F7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E33BE-5373-4BAC-BAA1-E37E3C0F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다시 확인할 수 있는 화면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151B6-C702-46E3-9DB9-05667AD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python3 -m src.day1_agent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status: SUCCESS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python3 -m pytest -q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9 passed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git status --short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src/day1_agent.py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EFB5F-0CED-436D-A55F-E74A3E34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F3B22-A0EA-4E0E-9435-99ED9B2E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 남길 것  |  실행 화면 1장 + test 결과 1줄 + 내가 설명한 안전 기준 1문장</a:t>
            </a:r>
          </a:p>
        </p:txBody>
      </p:sp>
    </p:spTree>
    <p:extLst>
      <p:ext uri="{BB962C8B-B14F-4D97-AF65-F5344CB8AC3E}">
        <p14:creationId xmlns:p14="http://schemas.microsoft.com/office/powerpoint/2010/main" val="4811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1B90A3-33AB-4661-AF44-9B6844B7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137DA-D550-4FC2-B5C9-F3F5F698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완성 흐름은 이 네 화면에서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79C26-FAF1-4745-9BB6-FB40129D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6CEF2-3BD2-4DE6-94DD-089A101F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59CB5-C166-4B60-944D-D5F322F3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159BA-63D4-47A3-843A-A6FFD9AA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33D37-2433-48D8-B45D-CD6A617C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Agent 도구 → 저장소 → 실제 코드 → test 증거로 이어지는 출발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521E1-BBC0-49A4-A726-2C923A22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BB5C7-75BC-47BA-80B7-3A27B941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728DA-07C7-4A76-B9D7-952DDE98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C2D50-2C94-4970-B601-F3371122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2E53C-C634-4802-B8CD-A08FE901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EADB4-D476-4490-B45C-DD0EDDB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D5F15-8FA9-4D08-B058-59E81B3E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IDE·주 실습 공간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89F85-DCB8-49F3-8E1F-DB5165F6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코드·터미널·Notebook·Git을 한 화면에서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898CF-7162-4E52-94D4-F853EF16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PyCharm보다 가볍고 확장 기반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16C08-5459-41CD-9B8D-4CDD410A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F6453-13B6-4CD0-8B6C-B5AD0D3D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B6515-00ED-4424-A2D9-EE1482AA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Jupyter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9C219-7900-4710-812B-AF1A797D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설명과 셀 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2AD7C-C723-4792-BAE9-BB8B1C5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 배우는 사람이 단계별 결과를 바로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C3A78-18F4-4270-A199-7CFD105B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Colab은 설치가 없지만 세션·자원 제약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782C0-D7AD-4070-A802-75EDD2C1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ADA4C-9F78-4D9D-B54B-46452889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Git·GitHub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6AEF8-AA85-48BC-97BF-2D12794D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버전·포트폴리오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D3C10-8D94-4ACA-9A13-57E62A42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diff·commit·README로 완료 증거를 남김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78C2A7-77F5-41C8-9F96-9414BB86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Drive 공유보다 변경 이력이 선명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0F4186-06F3-4755-98D5-09D9E422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EE674-68E3-44EA-A248-8FE06489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4F577D-7BA7-4473-8262-ED2779DF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Codex·Claude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BEC21F-E856-4E8C-94EE-A2A85A70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Coding Agent·가속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B0AFE2-C51D-4DB0-ABB5-62EBDA0D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spec→diff→test 데모와 코드 검토를 빠르게 반복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88ADA-4CC8-495B-8803-8D9FDA36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도구가 아닌 선택적 Harness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F67C89-AE3B-4D02-9369-EB90EEEC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4049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C73F9-862E-453E-AFEC-140C5CF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62601-45AF-4458-830B-4FB7801E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A8D17-4363-4158-B921-B1BCD137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864DA-DD16-485B-B732-8CBB853D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B76B3-BF8F-4A30-B19B-49BA262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AA7EE-C729-40F9-8D58-612FCB3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DA34D-2131-4AD8-9210-85E4A280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7E31B-DC4B-4024-9B40-AC15E05A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745F9-28BF-476F-8CE1-D4F0EF8A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28883-6651-4163-97C0-93C5F2F0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F2A4F-B4C5-4EDA-A0FD-24681DD5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9485B-FEA2-4132-A094-A7960749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6C233-8B70-4835-859F-6BFE0402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191B0-4F01-4011-81D3-46CD4FDF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0F6FD-EED2-41B8-BA2F-8387ACF1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92D66-0423-4122-8C28-4DCC0C62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427b5751f4671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F575A-4B04-4779-AE37-BC0345CD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17044978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246AF-1A07-4EC7-88B4-84E62164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85A53-163E-4983-BA18-B28979DF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B0B97-2EB8-4F3F-AC46-ADBFDC54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75E38-5B2C-4893-B2ED-B0C5D262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58215-B2CD-4024-9A5B-CF7690C5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46193-7D44-4A36-BF73-87FC8713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B4FC6-5F08-43E0-B5D6-FD8AB23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22D9A-9F90-4565-8E01-84FF30E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2ADF6-BD6C-4E17-B97B-B34E5E86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C855D-BBA2-4DC8-9A14-728C3112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180B2-551F-425A-AB4A-C835C472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493FC-C8AE-495D-B20B-370E137D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ABDF2-A4F3-4A13-BBA5-95D64F76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72D8B-2E1B-49A3-9B85-633506D4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A2585-C848-4890-95BA-1F62D9E1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ABFA7-D51D-4A8D-AF21-32096D7A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d4c7ad9d6495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30795-22C8-4C80-9A71-3B33C9B7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11714634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270D1-FC9B-4E3C-BECF-DF84BCF1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B5037-34DD-44B3-A2B9-16AD5C0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F9F26-3B20-4006-9EA4-9BA29DB1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D89C1-5F9B-489C-82F0-1463345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2B588-F2EA-40C1-AFCD-779447AD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7900B-0CCA-467B-A92D-D5E8AAB1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05E3B-35C6-4018-89B0-4D6124CB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7303E-AE44-41F2-BB55-1A9FC847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A84A3-D397-4A4B-9445-7A7DC839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E960B-9EC6-4736-B194-3AD7E6F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7D98F-B8D5-4162-A309-2DEEC235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80086-54A6-434E-A929-1FBA31F5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CF5D4-4FD7-4450-B9F6-B9F6E624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87A2A-2473-4B3B-ACF4-54981803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82919-C74C-4E99-8C46-BAAB7C21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E1D02-6816-4661-AAB7-E4550210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9ffa697644831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1F04F-B9B7-436E-96CD-44E4CCA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5464693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642F9-86D4-41E8-AA13-08BDA4F1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19E67-F27C-4A92-8832-56019795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B27AA-7E17-4917-84C8-D5EA671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10338-94A4-409D-8178-7D42D8DA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7F061-B970-4A79-AC21-F26898A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8E021-C9E0-4B35-947E-A4046B4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F2545-0DAE-4FF2-9851-61F06851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EDB28-6D73-4918-A7DD-E6CC090C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41DB9-29AD-492E-A447-E15F578F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D65B4-AAF3-4E4C-9F71-154AFFB3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0AAEA-74E8-4603-9715-12FA5A27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6D425-8E80-413A-9D61-E075673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9423D-6A21-4FAD-9E8D-6D3C1BB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4E4B4-CA99-44F7-A3C5-AF7C2F9D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2812D-5FFA-4A85-A60B-E249A576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FCF2B-E38D-4805-A388-6735B116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c83e663584f51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52023-DD26-4783-8EC5-FD97CD41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18328996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D38E8-0910-49B0-9411-A138D841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19FCD-4D85-462A-9E2B-25BBF947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FF1F4-E08E-44EC-8E2A-2B3DD1F6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F41D0-B375-4663-B9F1-190FD24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382BB-4220-41F6-9DE9-C43DBA7C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B29F-793D-47F7-A609-AAB10E04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FDC09-548B-4981-9530-A72035A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BFB55-CB9C-4197-8EF9-8E0324FB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3CEB3-A067-455E-A141-9AEF6311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74EE4-9C9F-4FF2-9A2A-FB8B0BC8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6D87E-035F-4ADC-9967-15ED4D9D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입력·출력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094F7-C2E2-455E-B47A-221A17D6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7B89A-AAC5-40A7-9880-F7E5EBE0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AEB71-4F73-43B5-AFA7-7AEB9D63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E5BD4-7386-4166-B019-2943EC11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E959F-6EC9-4E4E-A6C6-EC2F94EA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1DF29-37A9-49C7-AA14-BCF5B6F7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DA7E1-5AA6-4BB9-B4F2-4D8C148E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5115516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FC58C-7573-455E-83FC-AFD2CD0D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F926B-352F-4173-B6E3-24B11FC4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E1955-AAB0-46FF-9819-B4918A79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15375-9FC3-4634-91AC-61FF955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C26AE-DC64-4D32-ACFA-4A7F6066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3447F-B80B-432A-B0C0-8F9A2D71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6546A-9C14-4B47-8FC3-36701D77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57157-FE10-4733-A3B2-E443A85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DF7F9-741E-4820-B7BB-5406043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판단과 실행을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D8B93-83D7-48E2-B0F4-89E8060A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98A1F-6008-4D82-9639-695F727B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 step 결과 관찰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67453-93C4-464C-81A0-07D6D06C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7462A-E98A-45E5-8B5C-3E76EDBF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반복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6B6E2-4539-44C8-9148-70C2E221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B9DC0-A56B-4BD9-B249-4112083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state로 감사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7F785-E5E6-41F3-B52D-95FB4925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B309C-5720-422D-BDCF-545F5327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A460A-77E1-4F55-946A-568DDEAC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9257387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D5489-B943-4A3D-8A48-3B877158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C8A04-F9BF-4547-BE3E-F674D313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9CC38-037C-4DFF-8716-DFE2882A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55101-8A1C-4C31-86BB-D29B823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71563-90AD-49EF-AC3E-84489F59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2B0C5-BD40-479F-BAF2-EC5BDCA1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2E00C-7F00-4FCF-B62D-FC8573BE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585E9-4F87-46E1-AB13-02A4179A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40783-C329-4557-8F69-0F6F5C56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3DC5A-9A38-4602-81E5-B317BA86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669C1-694C-43BB-AAA6-8F62AFE7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A0D0F-BA73-49F3-B57E-9F79E92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ABC3C-BA28-4727-B3A6-B6950521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8D67C-42E5-43E4-B9BD-05952826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A8C5F-517C-480E-B84C-0473AA5E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 가능한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4E670-3FC0-474A-A69B-1D9244A4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B94CC-23E5-4D20-B16C-4A3CE514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92E34-4511-4A60-AE5A-9EC10F7D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success: 9 passed</a:t>
            </a:r>
          </a:p>
        </p:txBody>
      </p:sp>
    </p:spTree>
    <p:extLst>
      <p:ext uri="{BB962C8B-B14F-4D97-AF65-F5344CB8AC3E}">
        <p14:creationId xmlns:p14="http://schemas.microsoft.com/office/powerpoint/2010/main" val="7736271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F4B61-9C3A-4F8C-BAB3-F41E02F7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CF4CC-D245-4EB0-B271-5393D9FB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2EB23-B27F-4073-89D7-4F793516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D17C0-69E6-443A-A5B0-62DDCCA7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78132-9001-4BE2-916B-C6AB128C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7AB93-584D-405A-85DC-AE14A242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8D30F-3E56-4BF7-ACC6-FBBFC8D1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7A4F2-7B4A-4DD2-9112-34860F19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F03DD-79FF-4911-9B8B-0978DC5F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코드와 데이터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09C72-8AAC-47C8-AC1D-8D25CACD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A03F0-2242-4ABC-BE4B-5188113E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노트북과 모듈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797DE-B57E-4D9F-88C1-E4EF729C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54804-C1AD-47BF-BD87-3FAC78E9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테스트를 1급 산출물로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0D9DD-9AF4-4C18-A320-71E93871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368A5-F530-4F10-9A1A-85B74609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장표와 파일명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6C79-6FB8-4056-AF65-081EAB54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40F9A-5086-4270-B23D-110F51B0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08F54-4838-443B-92A7-3C20CC71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3470889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03C5C-022A-4E48-9BD3-88649BF7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55871-0A49-4ED6-B0B6-B80FDB3C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완성보다 작은 checkpoint를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835B2-CC0E-46D9-85C4-022101CB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4D504-C706-47B0-BE4E-043B756B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96229-681A-4FA5-B504-55B3DF19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FE178-D7AD-49C2-A51A-EEAC5F04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7C07D-6CD8-4175-858C-F714F51F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0A756-9F1C-4BA5-A9D8-31DDCF78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60E81-B518-4BA7-BF68-A9BCFD16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화면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C0550-53AB-4996-A5FD-E58615FD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2A2E6-F14F-4C02-B27B-F40316D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확인 명령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A0EBA-DC0D-477D-8A55-BA8E3A1C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2B07B-AF18-4EC5-BFAD-7C28CAE1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66C9C-9615-4194-A6FF-C7D6E763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F0287-2E46-4ACF-9797-C4924959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지원 지점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09F7B-4B11-4EF2-9571-3C482E1D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C2B6A-9AA4-46E7-BE2C-9736B1D0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7BB96-25E5-43C2-B8EF-49C7945B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checkpoint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"name": "day1-env-ready",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"command": "python3 --version",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"expected": "3.10+",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"fallback": "provided fixture"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75945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48676C-E2C3-4CF4-82D7-1BA0029D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A4288-DBC8-478E-90BB-CDD4AB2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내 반복 업무 한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9CC18-F5DD-4A4F-9A67-B7056B91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EC3FF-F1E5-4855-9CE9-644A9702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39728-F8AA-41B5-978A-A2D33071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3ED40-16DE-447E-B8C6-18FE338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8B039-B4DA-455D-8448-F250DF0B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DE7EE-3A63-4045-983B-D6878BCB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07939-6FF7-4D4C-91E5-05AAC148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56BF2-55FA-4780-B5AE-E3E9CA52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ABEA1-E742-46A8-AC14-39272EE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A17B4-2208-44F1-893A-B7A8B094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매주 반복하는 입력을 하나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FC59B-345A-44DC-8FA7-C3C8751A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4A238-4AFA-4821-9554-DC1AB5D1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49CF0-FEB9-4234-A9AC-6305B1B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결과를 받는 사람을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B4171-50E5-4E3B-ADFC-C31DF24F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7A4B0-38FF-44CB-911A-096E296F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08AD8-F89F-4BD6-BAC2-38C73E4A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실패했을 때 피해를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A7074-E41D-4FB6-AA31-5D0B7F90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0A49D-90EB-4EB0-86C5-712968B9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B7590-256B-4A69-8F32-638C13F0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해도 되는 범위를 한 줄로 제한한다.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B5A69-A56A-41AC-94B0-1DB4FE40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6DD7D-5D5C-4F5B-B0AB-7710841A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8EDC3-0790-41CF-9E77-E4561557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문제 문장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5448258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670F9-17FF-48FB-860D-756FA9E3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14DE0-415F-485A-B979-6E07C540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재직자/구직자 트랙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08DD0-3BE6-4709-8873-A5661D02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AC6AC-3D33-455C-B9D5-0826E717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EE2A2-9645-4665-BE5E-F5727931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28EA4-12D0-4FFE-A1D7-42B7D2D0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B9165-53E3-4439-A1F2-67B365EE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C363E-BFCE-4AF9-AAC7-123145E0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97C0E-644E-4F39-8A68-FFA95ADA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52F55-33F4-42D6-AA40-9E2501B1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D0080-50FC-4483-A958-666243A5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C27DD-9BD9-489D-B3FE-CC047D4C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공개 가능한 업무 추상화를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C2183-2A2E-4917-88FA-3947888F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A5BDC-6C3D-4C01-BD4E-B306D99F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9FBE3-D940-47CA-A8A8-28C2D020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구직자는 공개 데이터 사례를 고른다.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FA7B2-FC9E-4D38-9EC5-7E788AB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F1FC1-ADB1-4E5E-957E-4EB1693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E111B-1206-4994-875C-142F647E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발표 형식을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139DF-815F-43D5-92B8-6F86B8B2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31347-0319-46B8-9310-5068A52A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AC2A8-3B52-4C10-B454-8125BB09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짝에게 선택 이유를 30초 설명한다.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C8570-DDB1-4F5C-A6AF-82C82E5D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ED75A-6449-40F3-8998-41905E67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A810E-8FF2-4DEF-AD5B-7D85093E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트랙 카드 + 발표 목표</a:t>
            </a:r>
          </a:p>
        </p:txBody>
      </p:sp>
    </p:spTree>
    <p:extLst>
      <p:ext uri="{BB962C8B-B14F-4D97-AF65-F5344CB8AC3E}">
        <p14:creationId xmlns:p14="http://schemas.microsoft.com/office/powerpoint/2010/main" val="20912969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10D46-411B-4236-B438-688BE9A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44507-0409-4FA2-BD27-865C1B22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FD683-1291-4814-8C2C-0E88DC83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052E3-29AE-4469-8E4C-94E44D16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320ED-1231-400D-BC71-7CFF1970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58FF1-5A97-4F13-9B30-9B0408EA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E6B42-77DB-42E6-8A15-3FE5B31A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56BC8-AB5F-48DA-8A3E-F22DE025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99272-403B-405B-9191-3E511461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BBBE4-0469-4671-B03B-34E98B61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41B84-B7F2-47ED-8526-8C0C56F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2EA81-3CA8-4721-B051-0CB7AFCF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706C0-FCE7-46D8-9616-DE58DC7E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D81E3-3428-4C84-9989-E8BA2AB8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F8968-153D-490A-8E82-575E3957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6A115-FBC2-40E0-B046-7DB6255D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AFDB5-0436-44A9-8FE6-9FD004A7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BCCC8-99A1-4092-A5E9-3831FCE3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93D08-3971-4D24-A242-BB84550C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35CE2-F8C1-4AA8-B954-6B97E423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DE6EB-6473-4E5E-B649-B6F193F9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C9D1A-7A37-4FF6-A230-C5A21E07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8C150-F21B-44EE-8109-FFFDA07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D6E4D4-90DA-48F9-BB8F-E549A456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12817620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2B584-4E79-4E70-A1D7-782D0B98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F979C-68BC-4713-85BA-00B8173E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BBB8B-A475-42B1-BAEB-5385F681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43FED-E99B-42F6-BCC9-30EA6FE5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BDF87-A2D7-4A46-972A-D30A9363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EA9CE-84D2-4414-9C93-8ABB1946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7E332-0359-4505-AA83-1D4BDD0F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E3B18-7F10-4992-8E7C-8514E019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AA359-CAF2-4D8E-B599-80A440F5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8C27A-E5C3-4FAD-BB39-19E37D56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BEE44-8075-4746-9CC3-5089888F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84C6A-4C48-40C6-92BD-755BFC2B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03988-723A-46CE-94B6-18EF2D2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533F6-9538-4AE3-B830-C93223E7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454D6-6A9C-47B8-A143-5DD8601D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70D48-685C-4384-9474-FBD62296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0743D-70E9-4B51-A12D-26475962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161D8-C72F-4736-8CCC-AD3E7CC2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B44F8-9817-4402-9A39-0FCFAC18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EDF96-24EC-4C8F-9762-AD19510E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349F4-8E42-4DF6-8E39-EB41F150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9F94F-28F3-4017-808D-D03BC661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DF1BE-C544-44C0-BD41-ADF50AA0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05B5B-7EA8-4FA3-BA83-4C032E35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2136526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13CE7-A834-4E30-A866-6E0F011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7811A-7076-4CBB-9143-B755CC81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9C86B-AF22-4964-AB0C-2B46D346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0DB5D-5E5A-4736-A330-501F8363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A9730-EE40-4845-9DEA-97FCC283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8569F-E490-43B2-B102-ED47A7DB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97BCF-3071-4D3E-BFEA-C4FD3420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59426-9DAB-4ACE-8277-69A7ABD3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32399-3A2B-422B-B9BA-0339BB34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74C7F-3EA8-47D9-AE54-86AF9E20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374D1-249C-433A-B78D-BB8C20BB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F3025-110D-4518-96E1-1D8BF337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17A31-95D4-41C3-B57C-B2B4BD84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F30FA-B68B-4EBF-BB34-9AEBEB4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902A8-B9D4-46C1-9CF0-ABF7777D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3E0E8-CE8F-4D2E-BF8A-51AB449C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700D2-23F1-4ABA-A151-FA86EEEC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CA6FC-07DB-41AC-8682-7B95603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95459-B4FB-48DF-BAF4-53308CBD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DE152-9009-4D4E-9FA8-CA777B0D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83346-8F47-47C1-81ED-97A7361F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DF8A0-8FF9-4EAC-B0C5-556425C2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C7637-9421-4789-A075-B341BD55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6580C-4B66-4E42-A47E-8C8F04E5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73D49-6C88-4306-B2B1-6B2BC659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3875343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5E14B-85DE-4CD5-8F24-F24BA7B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8F36E-D580-44F3-B7CD-18ADFDF8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1AB86-E288-49BF-ABA8-40127E65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9FBD7-5504-4CEC-B782-AA1064CE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E7C12-972C-4EF4-8FE9-03334352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E2AF1-E918-4B66-8175-BBF098F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F9188-AD69-4737-8575-DA675491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0F471-0E18-47DB-AFE2-0616D8F0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28729-011A-448C-BBCA-1C353E72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9E4DA-525A-4916-A08F-CC6F1203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B65CD-937B-4E89-9747-98C6E55D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CE680-C659-48E6-9670-2BF018CE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9A3AA-F4A6-4A35-9251-868AB1C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2F6CB-12D3-4249-B067-9502BD34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922EF-C9D3-42F0-8527-7DC805BC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D4286-28EE-43DE-A831-C5355B79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3A707-8545-4E6C-8C48-1B636EB8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AA030-6598-4555-BAF7-2471CBF4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27B7B-10A1-42CB-B4BF-B54FE639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CC47C-DD2C-4BB0-A668-9B53CF03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8D775-2810-4308-8EFC-3E2766B9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52C0F-5F5C-4E5C-BD5D-0C6EE70F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8CA69-3C0E-4A4E-89EE-865F9476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39FFB-75B5-428B-9AA8-CCE223DF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7F605-DA10-451A-80A6-61F15950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4646490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8A2E38-A6F3-4D31-9592-82CBDBD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D6E27-55A8-44D9-A8CE-9C269A3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CE7BE-E68A-4C42-8BA4-1530A60E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589C9-4643-4EDB-80E6-1A3FE793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FEE59-5A1B-4B90-8E9A-72033777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001AB-112D-4827-8EB6-AFF9C18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394CA-CCB1-41DD-92CB-37B251BB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A100B-6231-4D05-AB1D-3DAD2FC2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86A55-9EBA-4628-A099-F8004023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5D9C3-285A-4DA6-B7D6-72B36B35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20DAF-9B41-4B2C-880E-DE871E2F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EE8D3-2B4E-4483-959E-8D44CC64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69AF6-AAC0-45E3-820B-BCC10602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3506A-C6F3-4AE3-999B-84597561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9CB7C-AD20-4267-A811-215143D9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BFC11-422A-4774-B556-668FCB4C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77B4B-C38E-4786-B801-77EF380F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7DF85-C3DF-4B2C-8AD3-6FD89CA5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5897C-44D4-45BA-90F0-B51DACD0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388AF-B4AC-462F-899C-7A82354C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62CD8-61A0-498F-84EA-89A7141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D157F-DE70-4357-95A1-7818A8B6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4BEC5-4D07-4EEC-8A92-0B0863F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126F8-07AD-4B19-8CAC-42DF8F98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5094E-6A59-4F30-9339-E8D872C2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20493284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42ABE-2C9C-483F-A692-E675A834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CC9A1-C7FF-48D1-8F9E-5F0A67EE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71A1C-B9E2-4DF3-BB4A-F563B249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F402B-B44E-46C2-A0A2-0EFCA8AF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6E2F4-15AB-4E99-8E00-831C0FB9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6F4C4-0379-446A-847F-EA8E5626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65134-FD42-4EC5-8F06-394822C0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B5E5C-474A-4EE4-9124-A4AD1489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4FA28-41F6-4061-9262-EA816D99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E0269-4D64-4B7B-97D9-7F761F7B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ED62F-C54D-40B6-99AC-F59426C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B2BED-D36E-49B0-8548-925408CB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FAB48-8B79-475B-8069-15C36DD4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A8DC3-E96F-4B90-B65F-8321E786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0778A-5322-41CB-AF0B-A6092276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42219-D20C-46A8-ABC2-AEF659E9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F3C83-388B-4477-B0DF-DF472F9C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FD2F6-CCF2-48FF-ABBB-8B252AC5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C7952-FFC9-4288-980D-CCBD4541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05FD9-5A9A-4A35-8CDA-73CB2B5C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A7E0D-3F00-4560-8BAB-AD5C4498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A886B-54F6-4D9C-9AC4-A3682072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9F80B-51DF-4F0C-8B67-619CC8A0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6A640-3305-4828-8484-CF16B76E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46DB6-9CDB-4ADC-9EDE-E6A73ABC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16367825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A412F-4084-45E1-9EF9-ED4EA20C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58CD0-C588-4FED-94C8-F0E58A4F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1 · 범위를 줄일 수 있습니까?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DC28E-419B-47A1-B843-CA44FA4C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2AF3F-5DDA-4007-8842-F0F7BA11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839F5-E323-4FB4-A347-A08C9629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BC3B9-9BC4-433B-9A70-80B09F4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B6ACC-DD2E-440C-9C47-6B5EC09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“회의 업무를 전부 자동화하자”는 요청을 받았습니다. 오늘 만들 수 있는 한 조각으로 잘라봅니다.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AE4BC-3CDE-4A3D-A878-77BB039A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BF078-5EE4-4FD8-9937-185398BD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0DE5F-C77B-4FB5-8D84-AA552C4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한 명과 입력 한 건을 무엇으로 정할까?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F4BB1-1F72-47C0-A88A-FFFFCC94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25D9B-2F75-4367-84B7-3964EBEB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7F9D0-08B7-4E77-B688-A4EB30E2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하면 안 되는 행동을 어디까지 막을까?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2BAC0-4CFB-4460-86D6-C8F5E358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F70A7-07D6-449A-91A0-87ACFFED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EF90A-FD48-423F-A7CF-68C574FD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완료를 증명할 파일·test·demo는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210952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77168-B171-4CB4-A873-EFB33E83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49698-3C4B-4292-A279-876B24C0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F76FB-20D0-43F6-B26A-77A0CA38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Tool Calling은 실행 권한을 설계하는 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209F0-A214-4B10-B75D-10FB1BB8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모델이 만든 호출을 바로 실행하지 않고 schema·권한·정책·오류로 감쌉니다.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166E1-9836-413D-AA3D-269E7B3A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0078D-2109-46B6-B55C-5389912E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모델이 무엇을 원했는지보다, 애플리케이션이 무엇을 허용했는지가 중요하다.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FB09A-0408-4F66-BF06-2A367A28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A694B-55FA-4E05-86B9-E331BF1F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Tool schema · SafeToolExecutor · 정상/실패 테스트</a:t>
            </a:r>
          </a:p>
        </p:txBody>
      </p:sp>
    </p:spTree>
    <p:extLst>
      <p:ext uri="{BB962C8B-B14F-4D97-AF65-F5344CB8AC3E}">
        <p14:creationId xmlns:p14="http://schemas.microsoft.com/office/powerpoint/2010/main" val="13587595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DE972-1402-4C29-88BC-8F1BAB0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52446-5735-4C24-9043-573B6B4C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아직 실행이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C3943-3C87-4C76-805B-173BCDC2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75054-797A-4DD6-A17D-04B60B35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20B39-CA20-4DA1-BBCE-7A6891FE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9D586-949E-4A76-A4D1-D60F9AAA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C359A-FA40-4636-B2C3-4603FE8D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제안을 실제 행동으로 바꾸기 전에 누가 마지막으로 검사하는가?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056A8-2F11-4337-B1D9-2298837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70454-4350-42D9-AB27-5D302B44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52B44-C974-452B-B2E1-E380341A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name과 arguments를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95BD0-DBEF-4385-902A-13658B83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4AA6F-6022-41DD-A519-FF7F779F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0CE3F-6FC6-421E-9591-5052FB9F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required·type·추가 필드를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6C8C4-8068-4198-A3C1-EB663BC2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DF112-A862-4CB5-A613-D985D490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305C8-DC99-4EB9-BFEB-684C1A48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allowlist와 workspace 경계를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2D65C-649F-455E-9A94-03C340F3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D24A0-F1FD-4F02-B68E-5A75F45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9CD80-8A5C-499C-8823-2D3EEC54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등록된 함수만 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C6DE0-A57C-4433-9EFC-F010E5C4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0726D-1FA6-4791-BA7C-9ACDFB9D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A2ED4-7CE7-48E1-BB7B-A81409BF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result와 audit event를 함께 남김</a:t>
            </a:r>
          </a:p>
        </p:txBody>
      </p:sp>
    </p:spTree>
    <p:extLst>
      <p:ext uri="{BB962C8B-B14F-4D97-AF65-F5344CB8AC3E}">
        <p14:creationId xmlns:p14="http://schemas.microsoft.com/office/powerpoint/2010/main" val="82308244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61320-3697-4532-AEF6-49724705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AF794-D3FB-4755-A6F1-4FDE8335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알아야 할 네 가지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17715-CD5F-43D0-9290-16E299EA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B1A22-B852-489F-B711-56B56924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9553F-7D2B-4D93-8B03-941C0C23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5CEE8-28FC-4E0B-A7C0-11C8F832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3040B-FA88-4492-B7CD-72B2B020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309A5-FBC5-4C30-A492-78E90E72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AD7AA-21B2-4503-89E5-5EF2688C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3FC82-56B7-4E52-BC7A-36C4948C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44447-59F9-48C7-9640-D33F446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Tool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EBFE-ED08-4D9A-9060-40FD71F2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자유문장 대신 도구 이름과 인자를 구조화해 요청하는 방식이다.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9499C-02CA-46F4-9FBE-93DEBCA3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read_public_text(path=...) 요청을 만들고 실행기는 따로 검증한다.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1799F-7838-4994-9516-FB12C938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57B4F-E808-45A5-95A5-BF637BC3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67999-9BB9-49B6-BCC5-BD83333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8970C-DA52-4DC5-A89A-38E861B0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입력과 출력에 어떤 필드가 필요하고 어떤 타입인지 정한 계약이다.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C312F-8A3D-4356-AA3D-B96647E8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path는 문자열, action_items는 배열, due는 날짜 또는 null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266D6-8514-4A74-93AE-705BC7A2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8B27B-3582-4AEB-BAE9-5E7E290E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Contract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F3F5C-DDCA-43F8-AC1E-04722EA3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입력이 Schema와 정책을 지키는지 검사하는 단계이다.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8D54B-5A74-4ECD-BCF3-F265F3A3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확장자가 txt/md가 아니면 validation_error로 중단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3DB53-9E94-49FA-AE08-809A595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8FB43-C17D-4D21-A824-DBF84FFD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88E50F-B692-4857-93BF-508C2D45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Side Effect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External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0A64B8-6EB3-4302-AC04-A785C324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쓰기·메일 발송·DB 변경처럼 외부 상태를 바꾸는 행동이다.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5442E-0F82-4FA0-8C06-E2935B6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요약을 Slack에 게시하는 행동은 승인 뒤 한 번만 실행한다.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D496A-B81F-422A-847F-6DEDC2D0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58647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0E07F-9FD6-41F2-9E77-D3D3096C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Calling은 실행 권한의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7196C-9C02-43F4-B8FC-DB331E29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FF634-1DCA-45D7-83B5-4323C602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58A3E-FB9F-49A1-8759-71E75F68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F46A5-3575-49C3-9236-D38E0769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3C54E-39D1-45CF-8166-341CC52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A680C-03DB-4A9F-97FC-262BF363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제안일 뿐, 실행 허가는 애플리케이션이 결정한다.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930f5ee7b40c2">
            <a:extLst>
              <a:ext uri="{96DAC541-7B7A-43D3-8B79-37D633B846F1}">
                <asvg:svgBlip xmlns:asvg="http://schemas.microsoft.com/office/drawing/2016/SVG/main" r:embed="Rfbfa5085b67d45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3BEC1-4B4A-44E6-ADAB-2A38CDAA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310D3-3017-466A-9CF0-93F35492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name·description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29F24-77F1-435D-BF71-561EE38F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1C05E-B997-4B52-AA6D-91421289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arguments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E5FEA-995B-49EA-B965-51C67417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472E7-E782-4A7B-9082-2AC51574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CB988-8A69-4240-B0ED-4D31844F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755E3-47E7-469E-918F-E616152C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권한 설계의 핵심  |  Tool schema가 친절할수록 모델은 똑똑해 보이고, allowlist가 단단할수록 제품은 안전해진다.</a:t>
            </a:r>
          </a:p>
        </p:txBody>
      </p:sp>
    </p:spTree>
    <p:extLst>
      <p:ext uri="{BB962C8B-B14F-4D97-AF65-F5344CB8AC3E}">
        <p14:creationId xmlns:p14="http://schemas.microsoft.com/office/powerpoint/2010/main" val="19211086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C4CAC-2486-4A33-B20D-413750A0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Schema는 문서이자 방화벽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6F4A8-8E7C-4A2B-85E8-CA34E6B8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226C6-6A30-4B41-AFF1-29CC1CE2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4BC62-28B5-4448-9A02-CAB92F25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16E2B-2C70-4359-81DB-1E5721C9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C46D0-5CAF-46FB-A429-F63C1F9E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 필드·타입·열거값·추가 필드 금지를 코드로 고정한다.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231DF-BF3F-422B-B231-FF2D720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8374B-9E6E-45BE-BACD-9A85505D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8E1A2-930D-475C-A955-73366AD1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CC8B2-EB70-4E17-BE3C-8C79195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type·enum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3F89F-503D-4538-A090-7A80184B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77BD4-54B4-4260-A1C1-5D9A0FC6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19058717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A0A17-E852-4026-A5D5-A925A60B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Registry가 실행 가능한 세계를 제한한다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71DF4-6282-4966-8897-E8173BAB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83A30-9100-4023-AB10-BF944B44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E7A0E-9AC3-4CE5-97FD-88E0BBBF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9108E-5BE4-4065-BE61-23FE34CE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EEEE8-E865-4CDA-9C6E-98CCDEB7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0BE0C-EB1A-4A79-BC9C-E4F41982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아는 도구와 실제로 등록된 도구를 분리한다.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B3153-EF9D-4CCC-8948-FD7D5FC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F8245-8408-4D15-9D57-EA9233EE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TOOL_SCHEMAS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8B5F4-B481-490E-85C4-FFBCAB15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83DEB-3FAB-4651-82E4-5F3F75BB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CD1F9-11C9-4469-88A7-1CA87E53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DF201-B1C4-4053-8CF5-BB2AE0A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10396289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15620-0881-44EB-8FC0-9E4DEE51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권한은 기능을 줄이는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0E040-1CAD-42B4-A703-DE3EDEC5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A6522-A304-4199-938A-F3910AC9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65929-9D6B-4589-A921-B732EDC6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8EF15-2277-4143-87BC-F602D37A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842C9-6993-42D6-8F77-05586D55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범용 shell보다 목적별 좁은 도구가 더 안전하고 평가하기 쉽다.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3CD63-B67F-4AEB-A2C3-71694BD7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54902-3A01-45AC-9FBE-00182430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013C-D43C-4460-807D-15A3B578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60B3B-278B-4FC0-9812-D1592606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확장자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6D097-F73C-4C91-B666-0BCB0169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ED39A-F027-4CDA-9DF4-A5597D55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workspace 경계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671BB-4288-47AF-A376-2960575F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301EB-FE77-4C69-BF03-3A49DAA3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오류 메시지도 제품 계약이다. 복구할 수 없는 오류는 관측되지 않은 오류다.</a:t>
            </a:r>
          </a:p>
        </p:txBody>
      </p:sp>
    </p:spTree>
    <p:extLst>
      <p:ext uri="{BB962C8B-B14F-4D97-AF65-F5344CB8AC3E}">
        <p14:creationId xmlns:p14="http://schemas.microsoft.com/office/powerpoint/2010/main" val="466242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6C985-2055-48F6-A5A3-E8E089BD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Validation은 실행 전에 끝낸다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38EC4-C7A8-4F9A-8111-8B3066D9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FF250-211F-49F1-8142-320DBD9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D7AD2-63AB-4547-861D-8A26665D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C06AC-6861-4B5A-A678-B33FBAC8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BD9F1-A1EE-4039-8DE1-EABBEC26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B6414-85A9-4A69-845B-957A837E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누락·타입·예상 밖 인자는 side effect 전에 거부한다.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A1FF3-8E9E-4F05-89FF-2A02EEDF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9E77B-7890-43D7-B931-B06BFCC8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AAB2E-5998-409D-AE47-DBDF5DE6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B2B4A-D282-45A5-AA3E-916AC819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unexpected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82499-299F-42CD-B956-5EA67570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5AEDD-089C-4BB0-A994-D1EA7D7E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wrong type</a:t>
            </a:r>
          </a:p>
        </p:txBody>
      </p:sp>
    </p:spTree>
    <p:extLst>
      <p:ext uri="{BB962C8B-B14F-4D97-AF65-F5344CB8AC3E}">
        <p14:creationId xmlns:p14="http://schemas.microsoft.com/office/powerpoint/2010/main" val="69650896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CA588-6408-4682-9FCC-1BFB804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오류도 정상적인 결과 형식이다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C7F0C-33E3-40CC-A785-47DF7FD6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017AE-BFA7-4F34-8154-4EC69F4E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D6EEC-99B7-4D9A-BD99-A84488A9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09AB6-7CA9-4484-BD46-75621857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FDDF5-12AA-4846-8E17-225863D3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traceback 대신 ok·error_code·message를 downstream에 전달한다.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D6EF1-24EE-49B2-A62A-578BA4A3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02464-4F18-41DF-9810-446712FF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VALIDATION_ERROR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886C5-FDC8-4C0F-85AA-174626A2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F64D6-31D2-4DFD-9265-59F00E08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NOT_FOUND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D86E3-6679-40D0-B219-35EB6312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EEB89-BBCC-4D73-A1EA-B1A8D7C1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569EA-8B94-46AA-85C5-C867B703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4E879-BE29-4527-B750-37B9AF63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175564633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C863D-2826-411D-A4A6-2CFD5D1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Read와 Write는 위험도가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C6D9B-E5FB-454F-A568-5FEEC71C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E6FDC-818E-4010-9D1B-01D626D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5ACD5-DC66-4B8B-A802-61BA3B07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C2639-2C27-4860-84D8-BE8BFD9B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1458F-E9D5-45C3-9103-22BBDD3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5A127-99F3-4CC0-B89D-F78A4EDD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쓰기는 승인·중복 방지·감사 로그가 추가로 필요하다.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5088E-8704-4BE8-8F6E-A4AFFD3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B4058-9DD1-4380-8601-2057DEE7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read: 자동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CC5AD-22F5-45FD-8819-36C79FF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2E6A4-F7B0-4665-A708-7538B23C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draft: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3431A-883C-4FF7-8619-BFABAC9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21BA4-7E6F-4F3A-B273-B57FD626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138260355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5C6E1-99A9-4E00-A5A0-AA6EFACA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event가 설명 가능성을 만든다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A66DB-2CA3-4EFF-BFF0-1016A4F9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7760F-F763-44CA-A340-AEBB3AF0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733BD-208E-4A5A-88D9-016170B4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81F08-6928-4568-AB75-3F366CBF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97AE3-6739-4BA6-972C-F70A3626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무엇을 요청했고 무엇이 차단됐는지 구조화해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961A3-20AE-4B64-AEF0-5AA80AA9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55DE9-F7EB-4882-BDA8-6EAD90FD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8B811-95F8-4730-9FE2-1B5A23D4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06238-0772-4C17-82B5-A8B9108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tool·args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DC316-24F7-4FE0-ADB1-88DF6BC6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23F1D-5A28-4B42-AA44-6B802E43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decision·result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C62E6-3219-42BD-B4F3-E0FCB6D6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F81D4-1EC5-4A03-8E9C-EB022B63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242B6-BD39-4080-8AC4-4DF2F245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D3D51-7021-4AE6-ADA9-9445B528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외부 쓰기 권한은 기능이 아니라 책임의 이전이다.</a:t>
            </a:r>
          </a:p>
        </p:txBody>
      </p:sp>
    </p:spTree>
    <p:extLst>
      <p:ext uri="{BB962C8B-B14F-4D97-AF65-F5344CB8AC3E}">
        <p14:creationId xmlns:p14="http://schemas.microsoft.com/office/powerpoint/2010/main" val="121174704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67B46-40C3-49F9-890C-30EF7EF1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46068-3E55-4C2B-BEE3-0CA7085D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C2C98-737F-4C77-AB3A-36C866F9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BCF75-0669-49BD-9F72-90939DF7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148F3-2A24-4331-99B7-DAEB4B96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84A9A-F7FF-4FED-A760-61536E79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FB79B-8E1A-4A33-9588-EE4F189C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199DE-D309-471C-94A6-753066BB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13AFD-C326-4A48-B4A1-EBC5C91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04833-A285-4773-9ACA-F2E4C002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21A7B-8624-42FF-A8BE-C43336B3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F5347-D4FA-4EFC-B9A1-F638ACE8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11EEB-DB02-49E7-992E-F0F2D2B9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DEE24-9AA7-424B-9287-A358409D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918E5-86AF-4AE0-B3DB-5C234A4C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4D170-C8D7-4D7F-BA07-A871E629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4B3E6-D351-4506-BDC8-025798BA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10833-DF6A-4106-B15B-BB90FD2D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3631E-789F-4ED6-BB28-C25D9A70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29734-94B7-41CF-AFFD-39D111A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102E6-A54E-4058-ADD6-3FE8D1FB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AB1EF-0980-4911-A177-694277E7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183174321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EB4D9E-E286-4BE1-B62E-517BDC47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AEBBD-26F8-409C-85F4-C565D816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050F1-AAED-4E4E-8723-D8815BB7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13789-4AF3-4DF7-9216-C285D5F6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711C8-2630-49F2-BD57-23D04D5E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87C33-4E6A-4676-8A32-A6D0B64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FBF01-EE85-4BD0-98EE-9CFF5EF6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7910C-1114-47B7-B88E-E9477FE1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B01E4-EC19-49BD-BD90-F8CD9777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1A666-8F5A-469A-A904-38E4F67C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책임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365EF-32CA-4BD0-A877-7E82F693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D87BB-30F6-4DF4-920B-2E9894F6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CA14D-16C1-41AE-A804-1075E9AD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5556C-D581-4B70-9A1C-A00A49D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필수·타입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2BAB8-71E3-4C97-A5FD-C2DDA3F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B8F0F-4DC1-4609-B24F-E58F2CE3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AFA25-5E69-4190-98A0-A186ACCE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CCB34-437F-4FBC-9C28-9A987818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enum·길이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25FD7-3E9E-405F-B904-DCACADA8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241A7-C704-4DCE-AFFC-FA035DA7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BFF9F-874A-4FC2-91DD-7C53F8DF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F0CE9-D67F-4497-9A37-FBB4CB58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정상·실패</a:t>
            </a:r>
          </a:p>
        </p:txBody>
      </p:sp>
    </p:spTree>
    <p:extLst>
      <p:ext uri="{BB962C8B-B14F-4D97-AF65-F5344CB8AC3E}">
        <p14:creationId xmlns:p14="http://schemas.microsoft.com/office/powerpoint/2010/main" val="162098445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91625-59AC-4CE9-AD8A-DFC173BC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1563A-4825-4A18-9C50-03057AE3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60FD8-7BA9-46DE-97B3-81ED170B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5C12C-8394-4EE9-AA2B-C38C2F60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2735C-621E-41CF-ACA1-C7364B64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C4D70-3D26-4BD1-974C-4FD81584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09F26-E05D-4D37-B504-D2A78495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B3BB7-B19F-4951-BB22-E9EE701E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BD5F1-A6F0-42E3-B2B9-77091AB4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41622-56D6-4CAE-8264-0F4B1E2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E0276-AB27-40FF-B015-504EC5B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5533F-B2E2-4091-BD9B-887CC94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1BC4E-3E05-4336-8221-B256742A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FBB91-2D74-4E9C-BA06-794AC5F2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1AAB9-4CEF-4F4E-B89E-75710EC6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FFB7E-42D7-4EA1-A24B-76CBED82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BBAEB-C101-4D0A-B71F-FC957419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960F5-2F8F-4357-8414-1A17107C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61798-3C7D-48D9-87C8-57E6B4DF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F479E-6DEE-49CE-9653-0838D3A2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9E345-1E56-4EB3-8207-474AE869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64A72-F059-4DE1-A24E-B3D878CF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127249140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C5DC9-F1D3-4321-BAE9-B0C6B78A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56EDB-D8C7-48DA-9613-4C89BAC4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46512-2EA7-495E-9A88-503EE36F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B6D47-AC61-478A-897C-DB15C52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B3E35-012B-4B7C-8D17-6C6493A4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3801F-FA2A-4B17-B9A8-37BF9BA4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FE4D7-753B-49AF-AAA0-2A266B47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C356C-3201-4F80-824E-948DD4BA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B667B-25AC-4450-B8D4-1F70489C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04B78-5088-480E-97E6-9EFF2413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A1B30-496E-429C-BD2F-CB47A111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7409E-73E9-4BD2-9581-9D347850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312D1-EF16-428E-A305-D0E26327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479ED-FBA7-49C0-B0BA-18404FE0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42995-0D73-4F63-8638-19C95066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BE5F9-D9AC-404C-9CC2-BD009C8F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CABCC-88B3-449C-9952-A1048F84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DAA3-79EB-4274-8E94-2CF15FE7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A9E33-4CAE-4567-B475-51E7C885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83C45-6CC0-4CC0-B21B-9E23FA6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9DA09-B4B4-4F09-A95F-1D3A0FA7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225EB-A245-4ED3-A9C5-3B5F236F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210240759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E86D2-6FF9-4588-B960-F8C43A30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C5801-A0EB-4417-9729-1C1F45D1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67D21-97E0-4346-9423-DA5BAEB3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4CA52-F4D0-4BBC-8B7A-0DFECD4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A4399-0C18-41D9-B5B5-90F8D176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AAFB0-75C4-475E-8AE8-735DFFBA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14AD6-EB22-4419-8253-179D2162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587FF-7C20-4F00-A7E3-9DBC37EA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643B0-8FE5-419E-A1D2-5CAEE9B0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0A2C6-0E9C-443E-9A54-2F04B084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697F7-793C-4BC8-8AFC-2C81FC84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247A4-FADD-4DB0-805A-633A0BC8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37F47-1CBA-47A9-94C4-C668A532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1DB8F-35A2-4365-A379-AFA722C2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5791C-045B-45E2-A1D6-F8A9963B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E44F2-4FA1-4A90-B026-4EBFAFFB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651A9-053A-4153-AF16-0C70FE6E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224EC-3046-4675-A3F5-BE80CD60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4A398-6685-45FA-8D6F-DC794CA4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7AD18-6402-4D90-BCD8-025159B0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19AD6-C51B-449A-A081-A0852218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30BF6-665D-445E-AFD3-2AF6538D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197024653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8AA91-41C2-461C-AF05-D0565410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73413-AF26-4B6F-B978-FB1ABF58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‘실행 허가’가 생기는 화면을 순서대로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ACB5-28F6-480C-9740-568D742F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E4571-7ADA-45C9-83DF-C3D9EEA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361A1-53C1-4CE4-BFA6-D1BB042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3A734-C4D5-4585-9620-741AD44B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86E1F-961F-4A0F-B815-57D766CD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형식 → 인증 경계 → test 규칙 → 실제 통과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86F78-B423-4C9A-AB7C-7F8C82E7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0E732-60F6-4FCC-A37A-956BEE43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6B537-907D-43C1-8BFD-9B8D1E38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요청·응답 형식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17C4-BDB0-47D6-8510-0BC34E26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base URL·payload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D8912-CBA9-4CEB-ABEE-670DD2FC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1B15D-0124-4C83-91DE-0D3EA525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E1F16-DFD1-4D22-BA9A-D43758B8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8707B-0EEB-4F80-9DDF-6057B326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인증을 코드 밖으로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2895F-1590-4C05-B345-75B1A17F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환경 변수·최소 권한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051BB-DB2E-4B2C-9F75-45BFDA0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31A34-313C-4246-99E3-B6AE11EC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5F5F5-646F-4836-904D-4171E2BF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C1B4E-09E8-4C3E-9FFF-30B7C594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실패를 test 함수로 고정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7887A-20E0-4C3A-A119-FDB942F4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assert·error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B67FD-6BC9-4C22-948A-03684698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A6C2C-BF4B-474D-940C-549979F9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81F3A-F888-44F3-BCF6-0ABB2384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4C9184-255F-4F67-94FD-F14AF7A8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정상·예외를 한 번에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4CB45-A11B-41B2-905C-220288FD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9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99CD4-4407-4E29-89ED-504FED95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938736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41AD3-BA4E-4A3D-BFB5-837BB5BB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34C3F-0628-458E-A379-4B5F144C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CBCCB-C4E9-45D4-9245-6B44107E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10D6A-0B9D-4EA7-A7C0-66B6145B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2861E-8C10-47D2-B5DE-DC120AEA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442BD-030D-46F3-8C86-530421FC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D99C5-1368-400F-95FD-BC6F959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10FE6-5F4B-4122-B6F6-AB17AFC1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37703-8F20-4AAC-A92B-DC2D0C8D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2664B-1B69-4CEB-B27D-C4655A62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1283-72E8-45FF-BD6B-D04ACAF6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618AF-18BB-4789-8153-06E6387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FEACF-A517-4E51-80EE-7C19FCB3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A070F-D4FC-46A5-8BDE-955C18DA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5A5A0-94D7-46F6-84C8-9D845365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F1C23-C1FA-43E5-BCD5-4E749B6C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14c4d411947c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F9F20-23CD-41A8-8E71-A9D7D4CF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25784768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A76B6-865C-4DFE-AB74-84BDBC9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E056C-F6C6-4B30-88F4-E79CA237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F2466-E8A3-44CB-A70D-3CF090D3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DAF82-D0C6-4084-A2A5-D8E60C7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DD5D0-F77E-45DA-AE86-D2E87346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64D99-ACB6-4EB1-9523-6EF8A126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201A2-4772-4279-B86C-1CFC55C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C224E-95C9-49FD-BD11-6470C5AB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F194F-7EED-4CA3-831D-860CC198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D8A44-77D4-4DC7-BD14-FA6583E9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B43C6-C4EB-4A95-A48D-E57F483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실습은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FE657-5396-4FED-87A1-9B9B0C58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E46D9-34D4-4E33-B938-9A7CA5DD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9D03E-19A4-4A9D-9134-8ABE3D27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00A79-2B8D-456E-AE62-24DDA61B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FEE7C-1371-4C3C-90B8-370A24DF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426e763a54c1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4EAE2-C10E-42D4-9F19-1F6AE8F4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49037193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B1320-3BE2-4126-8854-107787C8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97B37-058B-4924-9F38-01AD07CC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35DEC-1A89-44B9-824D-80E868CE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2C84C-2CB1-4D8D-BFD9-F8261098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94F52-F8ED-493B-8B14-90DBB95D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D7354-7702-4672-A1A8-419AA707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4672B-DBC0-4D8D-B62C-45E51A56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04228-B72B-45C7-A0B2-33E3F9D2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1797A-B5DA-46A3-8476-05B507EC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27E6F-297E-4771-9EEB-60EF211F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FDD7C-7DBC-4B70-ADE8-953EAFD2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5E921-B700-4888-8FCC-CE7FD65D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756CE-72F5-49B5-BB26-F44E9BD6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E0115-7CDB-412F-9C15-54D1BD97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C36B1-F60B-4C51-922F-4015F24A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AB4EF-BF6B-404B-8BD0-CCCEC87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47eb3ac9443b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80FA5-CAB6-48AF-9059-2ED8605E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04696187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85A2F-DA73-4149-8EE8-A8E9C88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68563-F445-4FC5-AE79-9657C1D8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EAC78-25CA-40C2-93F6-202FC4E2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E6085-E3D2-4BA7-989E-0BA4CB4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3D508-76F9-4DDB-BF49-5D1FC7F1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3E120-B19B-4CA9-B0C4-67C83183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4FFAC-C0B1-4748-A081-A97D094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04DD8-1FF8-470A-B02D-1A955CE4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F102E-24D9-435B-AFF9-A408ECF9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......... 9개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765A3-8A80-45B5-BC3F-8ECC1C31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4A165-0F1E-4AE4-BBA2-6397302D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4B2D8-E134-4A3D-866F-B1EF09DA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B6CCD-6B86-44D8-998A-C7F07ECC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20720-7FD8-4266-8461-2D42134C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F63C8-66C0-4253-8C62-6F1C728D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806BC-AEA9-415D-B324-9993D68C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71b84ab964729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D6754-55C9-4746-B1F1-A556C4BA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102117203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E2246-2116-4DDF-83DA-C0BF0C84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A4F84-CB4A-4D67-ACE3-21120AF0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CA742-0AE6-4B55-A20D-9E84CFB1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5CBC7-5AE9-4690-95BB-C81E2EE5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49D1C-573F-485C-911A-FEB460E6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09BC9-81BF-4CFD-B98D-8571DB43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E948E-9EB2-4B13-8058-3680D7E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E0160-9557-4AEE-8F30-8253320D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D3B32-E332-41D2-BA28-206EC3DF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도구 한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E2453-0E81-4CB6-9A3B-EE78704A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6291F-461C-4299-BF51-FC6A24BD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871AB-D919-4D8C-B36A-F6921B8C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47F9F-E351-4765-87BE-1036B4D2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설명은 모델용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DD698-5348-403D-814E-605B93EA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0EE33-7258-45D6-8198-2F3C551E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함수와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7A4BC-3417-4635-BEAD-252DF663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DEDE9-2FD7-45C6-94B1-367F2246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33394-25EC-482D-BFCD-A15C3670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075734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FFA1A-4E27-48BB-B423-9D9F86F5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CB874-665D-4D17-A1FA-213E8EA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7DC29-6A5B-4214-90BA-197A8E94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B6429-177C-42C3-B8EC-42FB457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EA9CD-A4FA-45F9-99C7-0D04D8DE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EF5A3-ABD1-47DE-BE90-629445E5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99DF6-74C7-4EC3-B8DD-E7CEBCA0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C3919-0B4D-4172-851F-A7CBAB6B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E1C01-64D7-42AF-9299-7253C4C6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C8D2B-C3F0-4CA6-AFE9-C495407E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A8773-8B8C-4BCD-82AA-ADFC22C3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필드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5F605-98D6-4711-B1B2-3E9826D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EBEEC-E1F9-4438-9448-2925D54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554F5-8F3D-48C0-871C-81003202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B7FA2-3B3E-4C60-B13F-2D19BDA0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77D2D-A950-4F26-A0F7-B73F8FC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680BB-33E0-4111-B166-01E98AB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37178-B70E-4CFC-8CC7-86CBE370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77705978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88C6B-4A72-4A29-9D5E-1CBE9FF7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B97D5-2BFB-4150-A42A-A657DDB8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CD6EB-80CA-4B4F-9D00-EF1B38CB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F544B-8633-414E-8A9D-6B98B1BB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82838-1ED9-42D7-A103-6AAA0748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CB4D8-85D3-4DCD-BC69-CAD1BA29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09B4B-44E5-4BFF-B9F3-BE1E157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522E9-2084-4C92-9143-4C8A742B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FB4BE-08FA-4B1D-8EA1-6A0F553E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정규화 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EAEE0-B672-4EAE-A5F7-79859F86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FE0C8-ECA2-46C5-9D36-67E5FD2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절대경로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3C236-8D56-4C18-B78B-E0FD5EE8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0431A-2747-483C-9F49-135D69AF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symlink 고려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5C890-77EE-44F4-98DB-DC90B844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AC1D4-1EF3-4E5E-9446-742E4344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테스트로 공격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9F8AC-993A-4D62-873A-3ED7D711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8D742-BDD5-4034-B8EF-C1AF2411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30339-37D4-41AE-A8DB-EFB4B77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107845766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BD744-6DD0-48E2-B740-FAF79DD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77266-9D9A-4CC7-ABA8-747C2DFB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39808-4969-4DDA-AD18-498AF99C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87BBA-FAA6-439D-A78C-A2FB1AE6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A8635-0D77-4B1E-A69C-EF3CD6EE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01D85-DBBF-4B28-8416-0EEFCF3C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063E2-5160-4A9C-850A-A2258A9D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D74B3-1434-4E5C-A432-E15234E1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9F6FF-1964-4056-870C-E7680E82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E046F-BB58-40A5-BEAE-9DEEA89A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5C0A4-F7E6-4C9D-943A-6094DF7F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error_code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E5750-618E-4D33-A44C-5D841CE5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90CDC-41E0-40A8-9D8E-45D78511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62D72-CAEE-482B-860E-9ACAD060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54AA3-8E74-4D41-859C-55242EE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trace에는 상세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20AF3-22CC-4AE1-B98D-AF498DDC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7E87F-DBC0-4627-9B13-CAAF2962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4C8E7-2154-4B8B-BCB9-5E77EDE6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542994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77266-E84E-4575-A7F0-B18D4E03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AF55A-69F6-4878-82C6-38819804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call_id로 중복을 판별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ADA57-B310-4D7B-A6F3-526BA01F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02046-F2F0-4680-AF57-28DBF3EF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62FC8-57EE-49CE-AE02-2C095E0A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703F1-3C17-4BF5-B7C7-7073F16E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0C2A5-EACA-42B9-98F5-45763D63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78CB4-1F5E-49D5-92CE-2431C17D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5DF94-9EBD-4C2C-8E8F-23BD6CAC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정렬된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698A0-86F5-4F56-A51F-D079F84C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B4993-DAED-4D3A-ADA4-6DE551E0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1AFFE-1870-4C49-984A-948C2064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77B48-8CE5-4A3E-9B5B-13C063FC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B8131-DF57-4AAB-8DD5-D80CF7A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95EA5-3A2A-484B-9588-BE07D885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쓰기에도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406CC-CEAA-465B-9637-7E69AED1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77577-9B41-4411-97A8-D047344B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0EB53-1C25-431F-8582-B2FD7688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json.dumps(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{"tool": name, "arguments": args},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sort_keys=True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sha256(raw.encode()).hexdigest()[:16]</a:t>
            </a:r>
          </a:p>
        </p:txBody>
      </p:sp>
    </p:spTree>
    <p:extLst>
      <p:ext uri="{BB962C8B-B14F-4D97-AF65-F5344CB8AC3E}">
        <p14:creationId xmlns:p14="http://schemas.microsoft.com/office/powerpoint/2010/main" val="192364518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3E214-3438-47F9-9417-862BE3B2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7B48C-A0A8-436C-9826-F9763B26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70916-0B37-406D-A75D-0913F54C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63CB5-7797-4788-95FB-EAA64A00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D337E-386D-472E-9FAD-DD62E9AF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72371-A464-46E2-8507-35E970F8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F2568-A3B2-4012-A90B-F8299051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8D96E-CA9C-4F0F-926A-F070D594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293C9-24EA-4DCC-949E-D937F79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108F1-465E-4910-AF44-1F18A79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6C175-6A7B-466D-BD97-CE0D1586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0D78A-B92C-4BB6-BF1C-EA79C94F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E8145-20C0-4336-8C07-2D279E9A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3C778-8B28-41C6-846F-0B5FA65F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2B512-E7CA-4592-B0E4-1214702E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1-2개로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5A842-A9FD-4193-82D4-81A3FDED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269AD-54FA-4DA2-83EE-86910EB0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B7F7D-C7D1-4430-8A58-4B2A1278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2A81D-79B5-4252-BFEA-D284AD2A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1DFE6-3C68-4861-8007-B0EF53A4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5ED56-8F7F-499C-9EAA-09978529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83FD1-76D1-41D9-9C64-0E3459A2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F652F-84C9-4A94-8902-78412493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5B599D-63B9-4581-A9ED-545DC55C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157647263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2C3B2-6311-4315-9AB9-4D6BA9F0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E38FF-A2A0-48EF-ADBC-D54C80A1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522DF-598C-473E-9133-269A41D6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E8620-F1C3-4FA9-8552-45ACC865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71F7A-2B13-4D09-AC65-3AC575ED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C1A8D-78D5-4642-B246-48C5C6FA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C304E-A59F-47B4-894A-7F2848D9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A6A4C-8883-4E21-9062-28BDADE1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16F00-7E23-4415-893F-AF5F4D9C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FC1E9-E41F-43B2-BB20-E5BCEDC4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541F0-7A43-48F7-99E4-C6511486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E69B2-61CC-4E87-A275-AB5BFB67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6E931-99C6-4527-BD58-8078E434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7146A-B251-4516-86D3-A71991AE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B126F-16A5-4F74-A4DB-DBCD9D34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하나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CB1F5-94AD-43F2-88D8-187FECEB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C8575-129C-45AE-92B9-06F61E9B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88222-5D3B-40CE-8AE3-FD48CA4E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하나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971DD-9805-4AE3-9AD2-C645795C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10507-DA05-4EF0-8632-658CE2A5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6F448-E216-4DCE-8D63-19E06437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error_code를 예상한다.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D431E-96D3-42B4-B46A-CF52BF16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C7602-3050-4A7B-A793-17B777E7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A6AF6-B7EA-4870-882E-79A01DBB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69233204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C36BF-F1FE-45D4-BA87-32DCE963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EB3F7-93F2-43C6-98C2-41B6EEB8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F2461-AA07-4829-88C0-D884F575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E5D79-DF30-4937-AD57-42B9C319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6A784-837A-4979-B4D0-38F15C22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772CA-FDAD-4E62-A0F7-9CB09C04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6F66B-4F4D-49F9-BFCD-11F63EEE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BF57D-B07E-48E6-94F1-3D08AE3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68C68-4E10-488A-A0EC-E49122E4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2C6AC-A46C-40C9-9ED9-8C595363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65CED-C5C7-4AA4-8949-32B55F0E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15363-B0A9-49E0-ACF3-BC767A07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65616-2F2D-4E11-A022-C6FBE465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EFBEF-B493-49CD-A327-6F396486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AC6D0-872A-4790-ACCF-B2CDCFA5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../를 포함한 경로를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5AA2C-09C9-4A86-843F-04357D8F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9FACE-4F92-4B51-87C4-07ED0F57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5CC54-7C0C-43C1-B205-4DDE9C88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.py 확장자를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DDDE3-2E1A-4FA8-B107-67C1AAEB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C7646-71CF-4585-9192-BD4F63C1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941E5-1B4B-4BC2-A992-A456E9B0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어느 단계에서 차단되는지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2D8EF-4100-4C5D-B156-74EF85B6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A4088-A9A5-40D4-880C-0CFA9FC1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46A05-0B2D-4267-BC0D-FA70AA16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78974891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47B6F-7034-47F2-8BB9-9278FC43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D21ED-B248-46E1-9721-CD9B92E0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74366-2C83-48A3-B04E-1814B5D1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12A0D-1F9F-486A-B825-A8D437BA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8553C-F1FC-4B23-AC5D-CF3B1AAD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1A087-769E-4A96-A6BA-2BEB8704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50213-DFF5-43C6-A659-4FD8D79F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7F468-99E0-4392-A443-C7663676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9F0E7-3C64-4AB8-9B46-21B48888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F5624-0540-48B9-AFA1-841E618D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60F18-DDFA-4B34-B869-550C8AA5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8591C-6ADF-46B4-ADF2-4FBB9B89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70F75-DB56-4FA0-BC4A-50C3EA24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AB311-324F-42D4-A37B-E994C433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99966-1A11-4589-AEC1-6EC41F70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B117E-7905-4697-BC37-8635EF89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C7EF9-462A-4344-A8E7-41A0CDE7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A6D48-7E16-4F5E-B8BE-94943925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exception을 몰라도 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90D72-DB61-41AF-8DEC-F8141F7D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74E5D-D3AD-4EC5-8AE9-8C0ACAAF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FF9B1-2DDD-40BA-BA4E-D8EAF2F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needs_human_review 조건을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A199A-8703-4A89-80A7-48FB9A8B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76E86-9496-4570-A95D-58DD97FC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EEBAB-4A32-4D48-9EED-5F27234F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140587076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1387CA-42EA-42AB-88B8-3C010034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305ED-5548-479E-856F-5319AF9D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20AFF-1B37-4C36-83EF-C3BF55CD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00AE8-B1A0-42DC-A0F7-F91FAA14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F40D7-3F99-4695-B8CB-1CC365E6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E3D1F-44B1-49CD-B30B-B4ABEDDC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4D4B9-48D4-4521-8424-575C69E8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39683-4D16-4201-9F87-E4342C6E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C4528-E880-46C8-B752-906FE2BD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51389-BAA7-4545-B10F-F5F4D61B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42ECF-294A-423F-A0E1-D258EC7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6A411-19F7-4AD2-90A5-3E723C7B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5EF9F-3682-47F6-B833-61F43583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DED36-142B-4111-9F87-8D032D80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4D7B5-FB3B-4AA2-8C3E-D27ED463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362A0-6FD6-43B1-AE3F-0D72DBDB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A22F2-D72F-43BD-A018-0E368D48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7234D-C226-4C10-A09D-2EC4DDCA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3A92A-A2A2-4B8D-9DB8-1BDEC833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E6991-72F4-47D4-8C8E-E5261672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12403-1E69-4E15-A215-AF2C926E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4434A-6F63-495A-A41B-EA339B76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D2AD24-7E6E-489B-9F6F-7BC459E1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3667A-FC72-4A70-B5C9-47330DC4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F7016-8F87-4178-975B-305C4DCB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26984008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93C03-74E9-4D8D-A65D-FBAB5F59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FA715-D71D-4A28-A47C-E178852F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3DE7F-FE2D-4E2B-B69F-D81DF0F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90ECF-C0B9-433B-A2CE-9D4FA9F5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7FCA6-6926-49C0-98AB-2FA21C0C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CF534-A3F5-49D6-959C-19FB63BE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11568-1F62-4385-8532-0AAC80F4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5C7B9-1062-4346-BA7F-FB8C1300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B7B94-2CB8-47DB-A7AF-BE61C120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F43E1-0FE0-4CB0-B499-13FBEACB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3EF21-7493-4D37-AD68-365E6101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37197-C3AF-44AA-8298-0A935190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CD6D1-A71F-4C67-A0C6-D3CE47D4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84EF1-6AD7-4A32-8F06-46C3D8BE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E7091-766C-468D-8F40-A6C39349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6D98E-EECD-413E-808F-F59BAE2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274BD-3A91-48A6-8A6B-4EAB6C25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D3F5C-CFAD-4DE6-9315-68257155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015A1-0CC3-4E57-9A38-E562B011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3E1D6-FDB4-422F-A27C-346B1932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62A5E-5EA9-4FC3-A4EB-A123395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A7094-F0EA-49BF-8CAD-EB7C8CFC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658E2-3007-4BC0-8C56-610CB6A8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71A25-3A6E-4D56-A027-B3DF0AA2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F847BB-967C-4FAF-952D-3DF8E3BE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43844907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DB672-3A40-4CBA-8400-191C7BAC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5278C-C670-4D7D-8DD3-A80DEA60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305DF-DB60-49C0-9C22-E06F2DCB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B4E9D-EF75-45E9-BFB0-B3B7F57E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8A6F6-05EE-4646-9BEA-B161C447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5CF3F-BE4D-4A20-902C-B5667B80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12799-8660-49D2-AF36-E74D4053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412D3-BA5C-4A22-A337-5E7BB7C8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CBCF5-E509-476C-ACB1-21B7447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76962-15CA-4B65-A214-6986BCCF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10C6E-33B7-45DE-90D8-7FE7879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8783F-9815-42F8-B224-2885D185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17057-EAE5-40B2-A435-8BF1ACEF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A7845-FB5A-4788-BE30-02231DB6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7AE7A-7E88-4BB8-BE72-780F9DA1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6C316-F7DD-4816-975A-D541AA02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E4BEC-AF82-4483-A19F-F25A2708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457D8-3706-4E86-BFD7-A7BE3B8D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3ACC6-4F3D-4E1B-8BBE-834CE37C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575A1-F9AA-47CD-857D-EB66D287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87744-4171-419E-8DA3-912F9A0F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5A3EB-DDD8-4563-BF77-CE766DB2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090B1-9124-4379-B1A0-62996735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BFE89-4AEB-4C4D-BDE2-034D8E84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2E438-CC9D-49A5-973A-0EE2030D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70132205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19BEE-0DBA-4531-A75B-B36EFF5D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0DB9C-47C5-4C09-9054-A4636C19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492CF-2A25-460A-BE95-0F0202A3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553B3-7D1F-4FDF-A427-5FCC2E41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4E07F-6C26-4583-836A-7A82122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13C0F-EE07-4F9E-B1DB-049F504A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E00D3-93A2-4287-9B2F-EF063A95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9F9B9-241B-48CF-BB11-B88AADD9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6C304-759F-4C2D-94DC-DC81A77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E1FF9-47EE-4B7C-AF1E-D433CEB7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C4439-4A78-4417-919D-5F5926DD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D2A38-6077-4F9F-A9F1-74EE8DC8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9ECDB-B20A-4940-9A9C-85CCF828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9FC62-E512-4580-8E1D-B9ECFE1B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BCDC9-E0AB-4D71-8DDE-6D764A0B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E11E3-80D5-4F5F-886D-6F0E8D20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7BC44-6F62-4FF2-92AA-CFC00935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D1602-F437-42C6-9565-F22FC39A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39934-F9CA-43BB-8195-4DC218A8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56907-A341-48A7-A7F3-11E140F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D9E95-C8A5-4E74-83F3-5293A9FD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4C776-F37B-4B6E-BD03-AC7FB89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004D7-B478-4342-B6FB-AFAA2CE1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116D9-EBEF-40C3-B2A1-DE879638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BEED1-8081-4078-8F52-0AE33974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91349095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018E0-9FC7-4D5B-BC90-A8AA9B54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37566-98AF-44F0-8799-92780030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2 · 이 Tool Call을 실행할까요?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915D9-D3F8-4E7B-9F47-B27A0944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959AB-8C6E-4727-89FF-C17CD82B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0B23D-7CA1-4068-8302-4E4EC71C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B80C0-5819-4987-A5D4-CF5C0B03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2C649-460C-4F24-8951-DD6DB822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등록되지 않은 send_email 도구에 예상 밖의 admin=true 인자가 들어왔습니다.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DDC38-7A41-40C1-8D96-4BA572E9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1024A-32AF-4F04-BF79-4CA3FEA3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A5901-1FA2-4585-A923-A6A4533F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실행·차단·사람 검토 중 무엇을 선택할까?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6F2BD-6BBB-44C6-B54A-8AD891A6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8737C-B88E-477A-8BCE-873628E8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42894-9517-4060-AB0A-56BC46A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downstream에 돌려줄 error_code는 무엇일까?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AF64A-4EA5-42FE-9881-68003FDB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40417-29F1-41CA-A632-91820891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62D6C-28F5-40C3-AE69-802EA026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event에 어떤 요청·판단·결과를 남길까?</a:t>
            </a:r>
          </a:p>
        </p:txBody>
      </p:sp>
    </p:spTree>
    <p:extLst>
      <p:ext uri="{BB962C8B-B14F-4D97-AF65-F5344CB8AC3E}">
        <p14:creationId xmlns:p14="http://schemas.microsoft.com/office/powerpoint/2010/main" val="151975156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AB253-998B-4F1F-B308-D3F02EDD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65C0E-E67B-4EEF-BBC6-2EA6486B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4D6C6-56C1-4FE4-8A2D-0418CF68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한국어 데이터의 핵심은 맥락과 책임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7D420-FBC3-4165-A9E9-9857F5C9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실제처럼 보이되 공개·비식별·재현 가능한 한국어 자료로 프로젝트 범위를 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13563-A949-422D-B10C-86F3F851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6D2D2-C9CC-4879-AC82-847BCAFB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문장이 자연스러운가보다, 누가 무엇을 언제 하기로 했는지가 보존돼야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E438F-CDBE-4E9A-A12D-3DFB4E14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3D385-6827-4264-8FE3-1CC91A62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K-Work Copilot canvas · dataset card ·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3520022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B1556-85C6-42EF-9B22-A6E6BB07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E98EA-E9AB-47C4-9E51-012A5F08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요약보다 먼저 근거 단위를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EC68B-16C3-456D-8B7B-5CE6912C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F7DE4-B3A7-45B5-AB19-3C3CF0C6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45F1B-C597-46DE-984A-9360B3F3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362D5-58AC-4ADB-966E-267F48F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8F518-897C-4A5D-A2CB-A3B223F4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그럴듯해도 원문 근거를 찾지 못하면 업무 결과라고 부를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20675-0F43-4CD4-9F2E-FE639DA5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C9F60-A8D5-4D1E-AF91-523F3DB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59F51-6617-461D-B545-1CF1BAD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원문과 이용 조건을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B297E-8620-4EF1-BDB0-147F5F02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DE889-026D-4412-B028-0A4BDE16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A94C0-7B54-4EF6-8C61-030AEB37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발화를 segment와 timestamp로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0B5DB-4CF0-4A2A-8AD3-EA69690C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F9DE7-B06D-4628-9AC9-A24A5AE9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1D1EE-A0DA-49E3-875C-A35D4753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개인정보와 회사 정보를 비식별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C1030-5A9F-48B9-A360-D47253D0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7BC91-ED49-4D36-A920-74DCB4E6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69F4D-CD55-4B32-99E1-BD4DCE5E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결정·담당자·기한·근거를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BA22A-E125-4F9D-96C5-6B4F6B61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01940-1D0D-423E-B2F5-8BB694E7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AC042-9D97-4615-9FE7-1BEDE0C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대표 실패를 Golden Dataset에 추가</a:t>
            </a:r>
          </a:p>
        </p:txBody>
      </p:sp>
    </p:spTree>
    <p:extLst>
      <p:ext uri="{BB962C8B-B14F-4D97-AF65-F5344CB8AC3E}">
        <p14:creationId xmlns:p14="http://schemas.microsoft.com/office/powerpoint/2010/main" val="61330661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9AFBC-06F2-4568-8092-13219EFA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334A-788D-488F-9458-CE81B141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데이터를 읽는 네 가지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27D43-7C95-47CD-8655-3131ECCD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7C9DF-0D31-440A-9DC3-D346771D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9564B-B94F-439C-BCC9-9CDEDE3A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5FBA8-2E10-464D-982F-CE2CB2C4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E1C7A-552B-434F-AB1A-CB05B103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DC6DF-E6B6-415F-9597-916B3C52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703F3-E5F7-43C4-993F-662F2154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F1D3C-313C-45FB-9714-F9693A22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F7F7E-D926-49CD-911B-5F1BBF43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Speech as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18BDC-F7E8-4593-9CFA-2E1417B5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음성 내용을 시간 순서대로 문자로 옮긴 기록이다.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CCC11-75B6-454F-B66D-55835635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발언과 타임스탬프를 함께 저장한다.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E6D1C-25FF-44D5-91AD-EBF13906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5A082-93D4-4A9B-8747-D15FDBE3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D7183-6D07-4C83-9C9C-DB7D8E28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Timed Utterance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A785F-68A2-4EB8-A5FB-5E410DCE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Transcript를 시작·종료 시각이 있는 짧은 발화 단위로 나눈 것이다.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D238D-69A4-473F-B986-36A3251B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41.2-48.7초의 ‘금요일까지 초안’ 발화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CCEA2-4603-48D8-B9F0-F0D0D194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5763A-FF80-4CE1-8790-D824AC3B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Dataset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03829-7723-4B1D-A51B-0DD7F2A4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또는 검토 기준이 붙은 소량의 대표 예시 모음이다.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8AD58-8E17-407C-8519-5FDA8033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회의·무음·모호한 기한·근거 누락 5건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5EE7D-D7D7-4E69-B6BF-3EDDDD24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D2883-640A-4FC1-AE7F-F3CDD348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69990-052E-465A-A4A9-035C179A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Source Grounding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7E9D2-7436-4636-AA24-EF0B2C84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결론이나 Action Item이 어디에서 나왔는지 가리키는 원문 근거이다.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4FF3DB-E99D-4441-9312-80920A96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Item마다 segment_id를 연결한다.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8ED3E3-5906-4DF9-96E5-ECBD5D89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740581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CBE34-A8E3-490F-AC54-D1BD59B2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PBL은 기술 목록이 아니라 사용자 문제에서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668EF-1A09-4B71-8EC7-ED177C3C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E41F9-C282-4B2C-A582-BCC53259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05B4D-94F8-4A6E-A799-BB28264A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BB50C-90D3-40FF-B49A-64541883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C58F5-D706-4627-9156-91DBFA39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FB4AB-9789-4A87-8321-EA00CEB8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STT·LLM·LangGraph를 모두 쓰되, 한 사용자의 한 업무 흐름에 묶는다.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b868db06c4b91">
            <a:extLst>
              <a:ext uri="{96DAC541-7B7A-43D3-8B79-37D633B846F1}">
                <asvg:svgBlip xmlns:asvg="http://schemas.microsoft.com/office/drawing/2016/SVG/main" r:embed="R0fc210cfc7fd43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B4372-B5C2-46B2-9B0A-A88188B6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62642-DCD2-4C58-B5C8-7EE961D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사용자·상황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7F3BD-596B-4AA2-AB27-E4345C2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1E6AF-12C4-4307-9AD9-0C11A8CA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AA381-FBF6-4013-A58C-2F32F4C2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89B8B-96BB-40CA-B7F2-5EECBCB8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원하는 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DD827-1485-41D5-AA30-3C780448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5018F-8C4B-481C-ACC6-036B4363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한국어 회의록에서 가장 비싼 오류는 문법이 아니라 사람·숫자·날짜 오류다.</a:t>
            </a:r>
          </a:p>
        </p:txBody>
      </p:sp>
    </p:spTree>
    <p:extLst>
      <p:ext uri="{BB962C8B-B14F-4D97-AF65-F5344CB8AC3E}">
        <p14:creationId xmlns:p14="http://schemas.microsoft.com/office/powerpoint/2010/main" val="182238711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D32A0-EBCE-41F9-980A-F48CEC48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K-Work Copilot의 첫 입력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D5BBE-0ED6-41A9-8DA4-3F662ED9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4B83F-761E-493E-AA80-1F73D430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47FF7-03BF-472F-B623-FAB97E77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7AB17-8785-4F36-BE8C-7128E162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E5C5F-355F-47C8-96A0-294278A9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2-3분 한국어 회의 또는 정답 transcript 한 건으로 시작한다.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AAA4A-B007-4E04-BD6E-75E2FD4D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FDDC3-A343-4F32-9FAD-2C3D0217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9E22B-5301-48B8-9863-3A3740E3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00415-6366-4546-9BB8-B12F401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transcript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A1EA8-BB45-4184-AE5B-E48ED9B7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E82D3-F9AE-44ED-BF35-A44AA280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summary·decision·action item</a:t>
            </a:r>
          </a:p>
        </p:txBody>
      </p:sp>
    </p:spTree>
    <p:extLst>
      <p:ext uri="{BB962C8B-B14F-4D97-AF65-F5344CB8AC3E}">
        <p14:creationId xmlns:p14="http://schemas.microsoft.com/office/powerpoint/2010/main" val="132697510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71828-8F41-4B3F-8299-CB5BC979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한국어는 띄어쓰기보다 업무 맥락이 어렵다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FCCAE-B096-47F7-A48E-2EDBAC94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F370C-B9F0-4C29-BC50-F917106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3BE8F-CC2E-468E-AF9D-0881506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A2623-44E1-40DF-8687-9EB200A9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77C47-8BF7-4908-A3D4-84F8E82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905A4-4511-43F6-B78F-493DD2D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존칭·생략·동음어·숫자·날짜·담당자 모호성을 별도 오류로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DA6D0-298D-40DB-8100-D74FE3B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7E7FA-F79D-4A67-9721-0C19C4C7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생략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FE566-0C47-4896-8BCA-D2175B0C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DD05E-5917-4984-A832-E33BA2F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“다음 주” 기준일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D8EE1-FA75-4CE7-8D8D-1C9B838D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07581-3A7B-4C3E-994C-8AFB1202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제품명·약어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A84D0-5B6B-4C0A-88F2-158F8014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3E129-D28C-46D9-836C-4B30A34B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67391054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3F7D2-1B9C-4C31-BC8B-790A45BE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데이터처럼 보이는 최소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AC8E6-76E8-4119-9CBE-F821537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B4842-7E92-418F-9BAD-8FED04A0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E9115-7533-4ED0-A36E-CA90C8EB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BE41F-1092-4A13-BC76-E5BF4BBC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6EB5D-514B-4AB8-8ADC-0985D675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84B2E-63EE-46E6-BDA6-988C25B3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1F3BA-1859-49B3-9884-2B41C184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 조직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37C23-F348-4607-83C7-1ECFC631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6C0C1-1DD2-4C71-BC8B-502BA134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2A671-374D-4EB4-BDE0-3018BF6B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EAE0A-38E1-4D68-ABC2-A59871E7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합성 금액 범주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77971-05B5-421E-A703-66A04B9D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D9322-A367-48E8-A57C-46AD0F2C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가능한 업무 관계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0807-731F-42AF-9859-FF9ADEF7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8543E-A629-47EA-88C2-B2E0EF05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공개 데이터는 무료이지만, 사용할 수 있는 맥락까지 무료로 주지는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120982733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C110F-8B89-4B8B-8FE6-CD1708F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공개와 사용 허가는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B6ECD-2C3A-4107-BBF5-3E5A795D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2A870-B2E0-44AD-A988-227EA27F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EBBCE-44A6-482D-ADFF-E793B41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C1673-6D3E-41AE-A38A-08D4D60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8DAB9-339E-4C55-A042-40FAD716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3567E-8717-47ED-A9D6-D99242FA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웹에서 보인다는 사실만으로 재배포·수업 배포가 허용되지는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7027F-CE94-4131-BDAA-EC6317DB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5B0EE-38B9-4DCC-AFAE-9EF5D092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E8705-94C5-4B4C-8551-30CC5D52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86833-B7B6-4E67-AFD1-71629DEF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6D3C8-9CC0-4345-8F38-07299062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C6907-95A5-4C2C-8881-FE9826E8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E79AA-12B2-42BC-A3E7-480A3B2E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AF7EE-7616-4DA4-8AF0-F2C34A0A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기록</a:t>
            </a:r>
          </a:p>
        </p:txBody>
      </p:sp>
    </p:spTree>
    <p:extLst>
      <p:ext uri="{BB962C8B-B14F-4D97-AF65-F5344CB8AC3E}">
        <p14:creationId xmlns:p14="http://schemas.microsoft.com/office/powerpoint/2010/main" val="190570149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EC38A-010D-49E9-8C30-967AD4C9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Card가 실습을 재현하게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9770C-F1D4-4A09-AFF7-AF837C93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53A61-A40B-4BBB-9F52-1B405765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10C8D-073B-43D2-832F-0001660D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19070-8E3C-41AC-B736-C9FDD9DF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20876-78CB-4EFC-812B-86C2E8BF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출처·버전·샘플링·민감성·변환을 한 페이지에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BD387-8211-4F88-9E1A-CEA0F35E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9C1CF-A4CA-4772-B833-003A1672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source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3C7CD-782A-4174-91E2-0D2C1998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B23FB-4233-4EA7-9622-4E496D5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collected_at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F7FE1-23DB-4FED-8E93-142D2A4C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E5E16-C839-415C-BFFB-A9773DE7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license·terms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2B089-267F-4E6B-AAE1-AF5A7421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1304B-FBF6-4694-B8CC-6BEDC96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186763365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70D34-A4E5-4BF0-A635-53E37178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schema가 STT와 LLM을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F6AC0-EF5B-4A95-8EFD-F8908DDA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AB39B-24A6-4690-A978-DBDA0322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E492E-F50A-4853-9407-8865A7E9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32157-00E8-4DC2-A23A-8A45524B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53ABB-D440-45A7-9418-F14EEF51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FA9F4-F780-4978-BE4F-7C1E3217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텍스트만 넘기지 말고 segment·time·speaker·quality flag를 유지한다.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22863-642D-4A15-82B6-19EC2324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CA70B-EA7F-478F-9332-8124660C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start·end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A5625-9906-4CC6-A2F7-D6A91391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BBDAD-2116-4469-94A2-E96123BE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3BD8A-81FC-4750-B0BD-790896E7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BE7DA-0043-4491-9D8D-392DEC32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038F3-266E-4368-9998-0CC6268B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FC2F9-51C0-4E07-9C72-8CC6B50F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130543294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5D399-82ED-41E4-BD24-9A923D48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Evidence가 요약의 근거를 고정한다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0EB5A-5E8A-4910-915C-F0A3BFE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279B7-2CEB-42A0-9BBB-CE6EDA2C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14ABB-FB0D-46CC-A4CD-50C8EA37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4F706-56BA-4CD8-A87A-71F1973A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AA827-A1B8-4DC8-9F10-1B00F8F5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결정과 Action Item마다 원문 segment ID를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86878-8EB5-40E8-95B1-0E37032E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32519-5839-45BB-B823-664E422E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8E1B6-EC0B-49CC-8537-FF752FA5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175B4-D268-44AE-A5AC-60F747B3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evidence_ids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1ACDA-3727-48E2-AA23-0E79A2F9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BE784-8E6E-4A65-BFA5-7A0AC247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DF18C-F493-4B61-884E-EBA49EBA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5EBA2-9D4A-4054-8801-89059BF2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49F4B-AEBA-4EDE-B40C-1C56085E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A79BA-5A24-497A-AA55-034FEA3A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Golden Dataset은 정답 모음이 아니라 팀이 합의한 품질의 경계다.</a:t>
            </a:r>
          </a:p>
        </p:txBody>
      </p:sp>
    </p:spTree>
    <p:extLst>
      <p:ext uri="{BB962C8B-B14F-4D97-AF65-F5344CB8AC3E}">
        <p14:creationId xmlns:p14="http://schemas.microsoft.com/office/powerpoint/2010/main" val="111890304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6D061-4FC5-4D28-8700-D9037290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42ED4-651C-46AA-BB59-F466C11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32B62-18EA-4D7A-9FAE-DEC8F04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18186-6933-49D5-B9AD-04C7A139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B7A32-8C65-475B-A1EC-66880B79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65747-F705-40C1-8743-49883A83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3A386-6598-4B5B-B06C-91D1F59E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C3E45-8E28-4713-819E-2EA552B1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2AFE7-A549-4504-9047-C24245F6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5ECEC-30B5-45DE-BCDF-00B71380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4C1B2-09F0-4676-9E52-FAFE9D12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E581F-BABB-4450-884C-BE6CAA65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F1919-AA2E-47C5-ACF5-FA63DCBA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E6C9B-D52F-4750-987F-59C139D7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54EB9-2D7B-40E4-97E0-CA9846A2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FF8B1-5CCB-40E5-995D-6C81F185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3D923-AC5C-48BF-B55C-407DCB8D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20CE0-2A97-43F2-BDB4-E0544467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C6E20-8BAA-477E-9ECD-A56FE84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805EF-9F1A-4E03-850F-340147F9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278A5-65B5-4E57-910F-A4CE598A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8B722-B3A3-41FD-962C-4F2682AC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115747471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AB5E6-698F-47D8-8598-D4AA3C98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749E7-1B8D-46BE-B90C-99FA1B9A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샘플 합성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6E87E-1172-4B47-A6B6-A1E3A389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C82AA-A8CD-466A-B0F7-95D495D5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DD77F-6C43-4A07-B5E0-A7CEB861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F365E-F681-4521-BFAB-DC7F614A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48C9A-9C7F-499F-9E09-176B221F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32C02-D215-425D-9F45-1F96204A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58D42-4EB1-4E37-B349-AD050F7F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C1DF1-C80D-4B5C-B54E-97D2D325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PM·개발·운영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F499A-5A24-41D3-8D52-6CCE033B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C27E4-F0FA-4976-8C4D-B74BA8A0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E345D-EF8A-4E11-A66E-E0671DD9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쟁점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0CFB3-D468-4F70-B556-33ADB1C8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의사결정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DAAA0-FCE7-438D-BD35-20EFE8D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39A49-5127-49E0-9829-B4BA3A11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D8082-01BC-47D4-8F52-8222D1DD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E0CDB-CA77-4409-8BE8-58CE6A66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담당·기한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68106-DEF4-4912-9C5E-26CB0409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90583-E414-4CBD-93FC-ABA3CFA8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A22AC-E32D-4A02-9590-FE16FFB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4CEE1-7EEC-432F-B2D2-D3C8335A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모호성·검토</a:t>
            </a:r>
          </a:p>
        </p:txBody>
      </p:sp>
    </p:spTree>
    <p:extLst>
      <p:ext uri="{BB962C8B-B14F-4D97-AF65-F5344CB8AC3E}">
        <p14:creationId xmlns:p14="http://schemas.microsoft.com/office/powerpoint/2010/main" val="128030606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59C44-536C-40A4-B284-2AF9B341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7A5D3-F44F-4C37-86B4-A9F4EE7C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3A2DE-FC5B-4808-865F-5BE937EB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BD451-9EFC-4677-AF1F-5849AF5C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16F4C-0CE8-4DB9-8ECD-BA700C97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36519-51E6-4A73-8617-5204C2B6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420F2-4083-42D3-9718-26650B80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9F122-FBBC-4F5F-A149-A2CE7938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88727-5564-4302-A351-0139C21D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EA714-F4C9-45DD-8BFA-416F8D06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E5377-36AC-4EFA-8611-AEE8BBFF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04292-660D-4EF7-866F-AB98F08D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4DE4F-AAC7-462D-AD7D-73A0660A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8AA47-A57B-4184-9555-53A2BE8A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F89C8-542F-4559-83E5-BBA71BDC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E6FAE-282B-4476-AA2C-EF2C5AB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98FF6-48C4-4541-AE35-AA35CF3D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1BD5F-E212-476A-A5F9-DDEF77C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967E9-615F-4D7A-AACC-17BC2143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ABB48-06CD-42BF-8270-DC67E92B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077FF-3702-44F0-888E-54380282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1A3EB-180E-4605-9CF3-F58E9DAA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3902389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5EFC9-FCC9-4445-B3FF-233512B3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61E2B-5BD4-4A28-AC3B-1524E608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8A2E9-180B-4FCF-9BA0-7E904C79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79778-5356-42D4-81F1-C6EEFDE1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FFBED-7CF1-46CE-A4CF-6E40F548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BEC46-BCDC-48F9-8F84-9B46C2E2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4282F-5A3F-408A-8DAD-A3B4D9C3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3F680-FACA-4B47-8725-2CA84500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CB533-C16B-413A-840C-7E1B6C62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70C54-F50A-478B-A454-2AFF9B9F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1F0BB-7F22-4D74-B3E3-1F2DA4F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CC1D8-A515-40A2-9C2C-9DA2F087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96735-325F-470D-BC3B-6D48B4E7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39525-F84F-4A86-B584-147472F1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2C38D-E7B8-4A37-945B-0E833C25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6857A-DAE6-4F80-99D1-191E9A20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25B63-34F9-4853-A228-1020CC04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F6C2D-2C38-420B-BF44-C9DFBE1D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E80A7-4062-46FB-93E6-30F2C077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613C1-64FE-4420-B938-442516E1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B589A-3A5A-4483-BC08-7967AA0F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FEFF1-F138-41E2-8B41-180553C9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15590132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F5B9C-B810-49D2-AF4D-599F2096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BCE90-C330-4DD3-9C1D-A26C6C6F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034F9-CCC1-4431-B7A2-B3BF5724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8612C-39F0-4B5E-8207-A5F7A7BF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D4216-AABD-4007-8EA9-5B8C3ACC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4D490-B38B-4AB9-977E-E15E844E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7EFC4-74E9-465A-980E-ADE7A776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89379-DD51-459C-9AF1-3932DF85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5CECC-6AA8-450C-9930-6C2B119E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23E6D-1D6B-4A46-8573-CE21D473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98AAF-F0F9-44BC-B494-F263970A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FF432-54E1-430E-AD71-3C4C1AFF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1E203-A724-4365-B15A-B89DED58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F7537-8AF7-43E8-BC5F-85DE4398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500D4-5CEF-4CE7-BBAA-3C0FBEE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2AFF1-2D5D-4AC6-93EB-F527DCAF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0FC02-BDD4-489A-A520-6580DC97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7D852-81E7-4795-9723-80B3DF1A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C66DA-D077-4DC2-8889-46897E92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DD620-8B89-4553-A54B-F1FB42EA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2C94A-654E-454B-8CD2-CD1C6B1B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74ED7-7C87-4A2F-B056-0EEE845F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115904427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C64194-2490-4719-892B-FAC306FA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53D75-40ED-4EB7-8356-68C13DD6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데이터보다 먼저 출처와 발화 구조를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A1759-9E31-4B60-89FB-C7284430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5939A-4DB5-4744-8DEB-1E76A22A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83C5A-86D6-440B-997F-C55E44FA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BD39C-31DB-423D-BB8E-57EA740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59BE0-515D-4988-A367-FF6B820A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공공 데이터 → 말뭉치 → 회의록 → Managed 전사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7448D-70CC-4D52-9BEB-03F9C6A9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81730-7730-4349-A222-3E839BBF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53D28-4FC5-4A1B-A791-2912D0C5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FADDA-C57D-4314-81FB-2B34A366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71C64-6543-4C7B-9C48-CA91F7D8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5734A-AE06-4A31-BE31-9ED5C712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서울 열린데이터광장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760B3-0683-4F30-AF71-A50BBE36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공공·행정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72DF7-A8BF-4E34-A2D3-D82ED6D5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공개 데이터의 출처와 갱신 주기를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C87AC-9DDB-473C-B54B-7700818D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발화 데이터는 별도 가공 필요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0CEE2-B3B0-487C-9C83-307184A1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C31F3-4ABE-4F3D-96FB-C1F20969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7E9F3-2E3D-4891-8345-4F14E743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모두의 말뭉치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C3BF0-898C-4F5C-ACA3-BF886178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원자료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4E6E5-C121-4BD4-8311-8796EFAE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문장·대화 자료의 언어 특성을 이해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79F97-EA18-4FEA-991F-2B71A231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신청과 재배포 조건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55C7E-D022-43F4-BFA9-D85F4AB0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37C0A-42BE-49BD-9596-E89192DD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국회 회의록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E54FE-2F09-4CEF-81C7-3CA1690C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회의 발화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00176-70F1-449E-A226-D3B06D99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화자·안건·발언 구조가 실제 업무와 가까움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0DD598-F2F8-47B9-8B33-85D687EB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 업무에 맞는 정답 라벨은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87920-FA49-44FA-9880-37E7BFD8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465C8-7FBC-4868-A107-8A923E28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1B87B9-6C4A-4491-B175-6C7D2E2B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Google Meet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EB9545-9F08-4FAC-BA5B-99A7E03C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STT·노트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C3483-E6B3-44BB-B9D1-F1BA606F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현업에 이미 있는 전사·요약 기능을 활용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23E878-5A95-4A2B-8A5C-0A0C295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구독·edition·관리자 정책 의존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A6615C-794A-4223-BB86-39A8181A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5375872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C7BFD-35B5-491A-A0A8-506647B6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86FC2-4C9F-441D-B6C5-F84EA84E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CA192-31F3-463A-9C0C-04A1954D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16812-B2BC-4809-9602-4E456E6E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11043-6E71-4B66-AFC8-F5F8C429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C8FE2-2DA2-4553-8E20-D2320F95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F2135-C9DE-4C95-8CBF-118A92E3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0DCCD-1828-4A38-A653-FE07C3C7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CC5C2-4BB0-4007-96B3-E8A56712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CA18E-C658-4DB5-9860-049ECACE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6C212-FD01-42AA-9C90-E853DB7A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84133-EFAD-43EF-8170-6D630CB7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C950C-5610-4D5B-A44B-7E57A75A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35795-CAA7-4796-8B8E-71A3BF79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139F2-3087-4611-B281-91FCB8A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9570F-9157-4EF2-80E5-8400D562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2a9ee7379428b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390EF-E509-4056-BE2A-037704B2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048464640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622F0-51FB-4E8C-8D25-942B9D0D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BAE7A-3E65-44FF-9E99-45BA4A5C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F16CB-AF59-4543-8402-61852A86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C0E6E-643B-4E21-94B1-C63BC911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B0198-A86C-4308-9F6D-DBCBFE46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BCD7A-FD70-4F1B-9E36-B10BBB80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AD280-9780-4E74-A393-870F7B08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766FA-8E8A-486A-9E09-7E2C7BF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C7274-E60D-4B34-9E5B-C1ABC856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9068F-8B95-4E74-995E-BDA13256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4BCE6-FA72-4028-9978-B2779D7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597C5-542D-4062-8A82-C8063F09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0BE0F-8C26-41D9-B573-5DBEAB0D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2FFD5-7E99-4E1D-884E-F6292B57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085F3-F95B-4C1B-AE19-A326C53D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F8745-24AC-4555-8084-C8DB95D0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e6aaaf75747e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A9ED1-5AAE-44CE-819B-11C1904F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1935308652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1F347-5AA6-45F6-A1A8-2F4C5A17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E972D-5AC9-4B41-8099-60A7090B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8BF50-3692-45C8-A761-3F6C27F7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5BBF0-D78A-416F-8539-67FC3C4E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178F5-C7D8-4347-B18B-6EF8EE60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72BC2-DE80-485D-B51A-4219B5DC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CA986-772A-4D1C-918A-B344F727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7E17A-5B9A-4A66-B4A2-A8F6C5D5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57186-F251-4A83-A60B-2C3B7A48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C3343-90EB-4EAF-BCAE-E0546FD7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B4B86-3676-43A5-A79A-E785BB04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1787B-87A4-4248-8475-A619FBE9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57C9B-DA50-4119-8B9B-0FABA7F6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D1237-E6A0-4C81-9414-B37E06F5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0BFE0-9006-4E61-B854-FF7BF30E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7AB52-AE6D-4AB7-857F-3ECC8AFE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d27bc5309494b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8BC1A-26D6-4E6A-98A3-0BA39ED6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1611572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8E9E4-E119-4087-BB98-0B68B225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AE607-434D-4D57-86C5-49D348C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B4DBB-7922-48A0-A006-D445B5A3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D130-D7D0-468D-BC39-91B130C3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2D8E2-A9D2-4723-9EEC-AD674C1A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E2176-A408-4E60-AD63-0C5AD4FB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141B6-609F-4FC6-B229-51BEB3F2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CCD0F-C67D-4304-BD89-816B93FE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999D7-BEAA-4AD8-95B9-0A044605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8E395-C263-4569-B919-8D44E419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D6CA7-380B-42CC-8E45-FD2F86C9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32582-772E-485C-A620-CBAE0FB9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18BEC-12EB-49EA-AD01-749CBF98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D49A2-27D7-42E5-85D9-D145868A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B8DE4-7D6A-4628-9784-034EF46D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96D56-6CA8-4E41-BD14-98A8DFA1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93cd7020f48c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D9A2A-5B98-4B6B-AF1D-2982E4FE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188124700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C6E16-A745-4B8E-B228-4CB19DA1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0E210-F509-4F55-B220-725F5C9B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A6783-D11E-4A29-8FDB-ECBEB8F5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85867-7AA5-48BF-A83D-B8641209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9A7C8-11B9-4006-9145-76D6A13D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069FA-33D0-4D1B-A313-6429EF4B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EA39B-3A9B-4E7D-80A0-80A99096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C3FFF-C0DD-4D81-B528-BBCBFE40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8388D-33A6-450A-BF4E-8E31A9EF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3E4CD-683A-42A9-B363-D3F425B1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C3B6F-D863-4940-9C57-FE53E85A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speaker는 모르면 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34E27-23D3-4F2C-A928-47C97C3D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C65B2-7AA9-4363-9DE4-AD514730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text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E92EF-B0C4-4323-987F-75CAF0F0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04C3D-4F28-43AD-8AFB-6C9BCAB1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flag 별도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80F5F-31DE-494F-8009-75111F50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CDFF6-5D27-43C7-9DD5-AED19A8B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FE0B9-D626-4BA5-8FA4-6FD2A83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594820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23236-B5AE-4A4D-9E68-3A96AC13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112DC-9475-4A1C-A310-68D7F5D8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03BC7-F452-4492-A85F-614C8A9D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8DE17-56EB-4CFB-9F24-2A1BFF0F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159BF-8571-4B54-9BD6-8A61A726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E2EE2-3247-47AD-AD58-717F8A0B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6E6D0-0ACA-47E6-BB9F-92834DDF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DBEBF-199B-46EE-9D52-CB5125FF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E3987-DA6D-4B72-B222-2EB862D7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task·owner·date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67FF0-9A40-4A53-8FFC-C37F894D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05B96-4A4A-4416-A52C-AFD57D59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segment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E8789-E3B6-4A7A-8295-CC71700B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B06AE-2793-443E-B00C-A62A372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F097E-8990-4AAD-9EC1-A5AD7A94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982A5-A322-44BF-9E1D-8ED6E7F7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시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7B797-4B04-4A94-9028-2B4646DB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A9B56-F76B-453F-90EA-7968B806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A92BD-2F7B-401A-A4A8-55DB676B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834709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75C53-789C-4201-A996-FE2803B2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440E5-CC10-4047-8BB1-F82C2B9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13182-041D-4FA1-8E1C-9DFB09E3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1F37A-F519-4E67-A0E7-44A881C7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19F78-103A-4D74-9869-F236DB30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3E1CC-D308-4A8D-82B3-1977A80A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D9348-F885-4B71-829C-FEE2B9B8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10469-CDC9-41FE-A90A-12A3988C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2699A-C136-4AA6-BEA0-5BA6637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기준일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E32BB-DDC1-4829-86AB-73246A4F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BE2EE-6929-40F2-8AA7-2410341E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null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6B40B-DB5A-40BC-A066-8DC52386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5D8CF-8D8F-43BC-BB0C-5DAF11C1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모호성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3F4AF-23CA-4B5C-BCDA-84BB4A99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B492A-2D67-4394-AE3F-EC90BCDC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사람에게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986BC-1E68-406E-859A-D04F75F5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35E73-D2FF-42D7-9B1B-2C89F16E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3E702-226B-4B89-A8A2-6DF3AE40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11819949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7C7D2-0333-43EB-9C7D-6345FE96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997AE-32EA-40D6-9A55-40303A2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간단한 개인정보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CCCF9-2AB6-4776-9C86-94F4992E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CE8D8-B18E-40BA-85AC-B26EBC52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EDDDF-CF33-405A-BB6B-EBBE2C7C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AC21A-2829-4B7E-A542-D52DB79A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28969-A84F-4A9B-82CA-8EAD5161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5F46D-9002-49BC-9F52-2CBDD5C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D0F4D-110B-4ED4-BF09-711BCA82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정규식은 1차 필터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5F47A-BCCC-4410-8D56-C7A5F953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7D014-78FA-4C80-9329-4BC23BC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별도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6A83E-EC5F-4185-98F6-848EE296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51E43-5D64-45F4-AFD1-3F29D87F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과잉 masking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5B3B3-77FA-4E92-AC59-8E67D0D8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C65D7-743C-4FD8-9D85-83CE751F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 로그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E8536-7EC1-4BE5-8F90-106F89AC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5766E-E6B5-45C6-A2B8-F5FBA3E2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AA967-1025-40F8-B85B-68535459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patterns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"email": r"[\w.-]+@[\w.-]+",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"phone": r"01\d-?\d{3,4}-?\d{4}"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text = redact(text, patterns)</a:t>
            </a:r>
          </a:p>
        </p:txBody>
      </p:sp>
    </p:spTree>
    <p:extLst>
      <p:ext uri="{BB962C8B-B14F-4D97-AF65-F5344CB8AC3E}">
        <p14:creationId xmlns:p14="http://schemas.microsoft.com/office/powerpoint/2010/main" val="207645091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AAA07-546E-4B40-87C9-254A804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3B4EB-8A0E-4A9C-A9FA-CDA6C6F6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19F2B-EB52-4170-BE5C-D9BD3A9B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11F1C-84C5-444B-9261-6809C26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9ACC4-EB7D-4465-A780-FD1059F9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F0AB4-0F85-4AFA-97B9-2D6D1C55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51F76-FF67-468E-9816-C5791616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CF2A4-67D2-43BE-9797-E76FDFE7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CC8A1-A7AF-40D0-9471-4E61E734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54CA7-996A-425F-9C60-B68A5916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8249D-D9C1-456D-A561-87D5AB7C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수집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85D44-724E-4DC9-8991-C288FA50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E78CD-547B-4086-A195-68861C8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19574-A0B6-4B36-BF95-BE17D2E3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97AF7-AFBB-4F67-B02A-178DD524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변환·제한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E5F4E-6E8E-4081-ACCF-DE84F818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BEB4C-D05F-48D0-92E3-E8C0F625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4A5F3-3C19-40D6-A046-B58CF50C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103081790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49B5D-99A5-4144-9C27-9E7A7247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6634F-DE3F-4C8F-9155-3507644E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4D30F-C4C8-4255-92B7-C45AFF8B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7CA7C-26DF-4AE4-8660-B8F2CC4B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016D5-A232-4C0E-90EE-F2AF4701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7C546-E09B-40EB-96E0-1C25C904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791C8-01D6-4005-BBCA-FC4548BF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C69B2-7644-4C45-95A5-90384523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04424-8372-4215-94DD-86A92B3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09A23-C336-42F4-991C-ECF037AB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E7D14-1E1B-4C60-88E7-68F3EB6A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C8B17-4340-4298-A509-D12B5F47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3D429-0E2A-4F30-885E-286E441C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E212A-C30E-4044-8AAE-73F3DC76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2171C-88D7-4B36-88BA-B1EBD7A9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EE0F5-E122-4DD1-95D5-D4EC9041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899B0-5D39-4FB3-8BE8-DF0BF3A6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A4BBE-DE08-4688-81D2-41247684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B7B17-A1D7-4140-8192-ADDFA173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DE409-5E21-46CC-B2EE-5448E3C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7B9E3-A622-4D9F-8837-157150E1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91E5B-E12A-40E0-AC04-8492A99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2C0AE-90FD-445D-80C0-F02C72D8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E63B7F-0DE9-4F5A-BCE9-A7ADA85E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559820239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F1ECF8-BDFF-4EE2-BCAA-D0D877E1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DD37E-EC95-49F2-B484-72B962F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267AA-6DBA-488A-8FE7-1B43A42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74A88-42CE-48AA-9290-5CBBFE84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D1286-7FA1-43DF-9871-2049D0F7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8D53A-3D10-4C8F-9386-BC9835F1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E61FF-535B-400F-B6F6-84959420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EE55A-1750-44E8-BCCC-B18C4651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F49CD-5868-494D-919A-0430DA7B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C7A4B-7896-4E38-99F8-684F6FB3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A22A5-3033-421F-B856-AFB0A365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F488D-1F01-4556-A882-CFEF79CB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6D26E-4AE6-4D04-A23A-2723A3BD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BD3FE-1D39-466A-ACB7-F9A9A4AC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438B6-C49A-4DA8-AE96-F3EE0188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648C8-C2E3-4C4D-8ED0-6EB6209A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F89AC-4A54-4E39-9251-3E158FEA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5A7D9-4F5B-4582-8F86-6EB28C46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E4457-2275-4676-ABD2-565D9C2C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28B92-A545-4CFA-8DE9-834C865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E1E81-12FA-4187-9FD1-26DA8A42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83908-E604-47EF-A2A0-F3BC3167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4DE62-D687-4134-84CD-C09B3C96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6D2578-BE8E-4D93-B4DB-7F51472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186821091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EC6F5-BAC4-4ADF-B46C-C7317DBF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39F28-95F0-4202-8260-B1AC60F8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합성 회의 8문장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398DC-14CD-4FFA-BDE3-20222634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37FA0-FE29-41F5-BA06-89500006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FEA04-C8D1-4C96-AA73-F7C2BF40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13A0A-D832-45EF-BE73-8C4E6FF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42FAA-A264-46B0-89CC-EA63E5AC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3A1D7-D158-4D27-A8E7-B5881ABA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6C0B2-A49F-4A71-BB96-88670B4F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AE1D1-DBA1-4607-BC32-D4CE1620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A1071-3B2B-48BD-AA98-228A533D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A4160-13E7-4028-ACDB-4C1EA01B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2명을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A8CFB-CF0E-4FEA-B9B8-DA8F6FB8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18C2A-ACA6-4DBD-90F1-A56BECA5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8EC46-86EC-49C6-BF38-40B83358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 1개를 대화에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89874-5CF9-4897-B425-0C2408BE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B241D-9D7E-4667-A329-6091C5C2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88B59-0B2E-46AC-BE9C-4C4D5977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담당·기한 Action Item 2개를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F5615-27C0-4DB7-95CD-01BE1DB1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556AC-220B-4BDB-AC23-AC83ECD5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F87FE-876C-43CD-A7E4-2D6976E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표현 1개를 일부러 넣는다.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6634C-9BD5-4208-80D6-98D5BE46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51B26-A0E9-40CB-9CAF-153CC0CB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A32D5-7D55-4073-9E94-E852F2F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합성 transcript 8문장</a:t>
            </a:r>
          </a:p>
        </p:txBody>
      </p:sp>
    </p:spTree>
    <p:extLst>
      <p:ext uri="{BB962C8B-B14F-4D97-AF65-F5344CB8AC3E}">
        <p14:creationId xmlns:p14="http://schemas.microsoft.com/office/powerpoint/2010/main" val="14722650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41AC0-4DCE-41BC-A63A-FF21DAAD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33DC0-AD08-4B76-A75B-9AF8A2C4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Golden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FF218-B00A-4800-B071-C5D4257E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F3109-EFEB-44E4-92AF-EC8BC8FC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1E142-38D4-4421-ABD2-A7CB96F8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6924F-EA77-4E9A-8041-A34D9C2A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3303E-0687-4482-9FAE-431D73E8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ECE7C-E385-47CD-AA69-94993E63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00E06-D243-481F-BE29-34E79CD0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248C6-8082-4329-BD1C-E0B4F0A2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805B4-0DF3-4FD1-9AAC-81CF7CDB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00E5E-1B06-48B7-83D4-7A11C1F7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title·summary를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F5A1D-72E8-4834-B8CC-29170CDB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5F551-22B1-49AA-AE11-C5A4DFC5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CC347-C2D7-4075-A069-5D931B4D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decision을 한 개 구조화한다.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F7000-62F7-4AD7-8E54-A4B19CB0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FE580-AA9F-49AC-B261-7C25959B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6D5BE-E86B-49DE-8BFE-9C38EFE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 두 개를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243F8-C5C2-4088-9119-97E6E84D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1ABFB-0735-47FE-BD7B-720F52FB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B9184-CD16-4C7A-AE45-118CAAF2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항목에 evidence ID를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8CBCE-E143-4326-9541-54A4E19A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F0AF6-46F3-4D86-A535-290AAD99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D5961-0236-4930-A11D-9805FB28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정답 JSON 1건</a:t>
            </a:r>
          </a:p>
        </p:txBody>
      </p:sp>
    </p:spTree>
    <p:extLst>
      <p:ext uri="{BB962C8B-B14F-4D97-AF65-F5344CB8AC3E}">
        <p14:creationId xmlns:p14="http://schemas.microsoft.com/office/powerpoint/2010/main" val="1422399078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8958C-EF12-4E23-9E9E-B6A7B0CD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91360-99F4-4623-9724-2218A1FB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F59B6-DB20-4AB5-B474-5D1F5052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201A0-5A34-4E63-B6A8-81F549EA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6D655-964B-4FFE-8B73-437B7EF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BBEDF-EB89-4C2A-82FF-B301BDF3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421E2-9594-428F-AB1A-6979A7E4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CB61C-A0F1-4EFC-85D1-8B2BD18C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1F9C8-CBB2-4347-A2D1-F68EBD83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8888A-AC48-4AC6-AA70-44AA13FB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502F0-3CCA-4BB0-B099-5777240F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CFE30-1162-41E0-BEF8-009D3592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A4509-A397-4D51-8EFD-720B39E0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81594-116A-473C-8AC3-38C688F7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C157B-B599-4C09-8EC1-48AC820F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7FEA9-5A0E-406F-9F30-0EF12925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0400A-B260-49F6-9777-FDF9D94E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426A0-915D-4C67-A97F-20F32BC0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08D95-1431-453F-A705-35045E4D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2-3분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B15AC-66B9-4B92-9A0E-C3CD8A0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EB4B6-1E79-4048-9097-B92318E7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10-30건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60A5E-7678-42F8-A6EB-5F5D903B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FAED7-EE61-4B9A-9860-F34254EF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98AFB-725F-43DE-BFC0-626CD853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BD7EE-AEE1-4905-974A-216F5FAF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1595085829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B513A5-03C9-498B-A2E2-05A1ED5A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ABB2E-F436-49D0-9A80-C9EAA90B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3A4C1-29FF-4F0B-9A36-7BE0A1EF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1AFE1-0675-443D-BBF3-9E3DBF0A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AA7BA-A995-4742-903E-D6ADDC43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5944E-02AA-47DF-86E2-25674775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C9DDF-56A4-4F97-A18F-38B141F4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EB2A6-D7CB-42B7-B37C-5DC50D91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F4B61-736D-42E0-9839-4E615DD9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F6A41-A227-4FCA-BFD8-5911B956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D269A-079E-4404-8D2F-AC68CA15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CF4A4-30D6-4581-8843-BA2DCC87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B9055-BAFF-46F9-B27D-C200B1FF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D1AAC-6D79-45B9-9E0B-C8CFC884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B1DD8-12E2-4E97-AA01-D8E273BF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6AFFA-A334-4533-BE80-F88110EA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1933A-50FA-44C8-B1F0-9DB88C29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1D9CA-5B24-4391-AC08-B69D3794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54917-66C8-4F1C-9624-5F904478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56D0A-F0DD-48DC-9555-5534B84D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B5C01-F6B6-494F-B23C-C63D6240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80C89-399A-457C-93B7-65309829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4777E-D0A4-4D37-BBC1-7458DD35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12791-A895-40A1-B4EF-D247A70F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8F6E4-4269-4675-88E4-1AE387C1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1125779600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CEC6E-2184-4BB4-B174-B1182AAE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F2698-04EA-4777-B169-1DEADBD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69EDA-998C-4611-9A5B-500D8243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FA189-9512-4F99-ACDD-5782BF19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9FFF0-0147-4A1B-926D-97FFC002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DD1F1-2093-4A78-9E56-48585D93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15EA8-AFA3-4A5D-A0F5-751F0CB7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22A7A-F66B-4D04-B82D-2B004962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B9ABA-B455-4328-942E-C380FD56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5479C-18CD-45E2-9D15-D25AB305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1124B-B1E3-4375-9F07-8B1D0BE5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9A35F-498F-4367-93E9-3600E965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D203D-3799-4819-927A-7D4E37A3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98A87-78C2-447E-99E3-34270600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FC7BE-E3B1-405F-9A43-6D7F79BB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67D61-E1E4-4FEE-8821-627B22C7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5F019-40F8-4E5C-ADC3-87D8A602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043E7-9F54-4697-8C28-3022B299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DCE07-2981-4A2C-920D-B0B9FA39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BD430-CC29-44EE-BDA1-CE725802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2673A-EF67-4D47-8755-89486B9B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0E238-45C2-4089-B5A2-5BCD8E64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B2264-C0A1-48E2-8B35-CD6E7D76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D6069-C026-40B7-A225-B2377C0F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2AD80A-78AA-444B-BEE7-2F12843A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134515496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D1063-9421-479E-ABDB-8E772DB7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A7C98-C531-4BB8-AA2F-C81E175D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9401B-2FD5-46B8-ADBC-A0A2AEE5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9A87C-6571-44C2-AE4D-2607C04E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9C512-7ECA-4D0D-A801-00ECFAF2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E6265-0881-4B05-B8F7-841E08A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4F16A-606D-4C00-8068-C3ECEB7F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F3643-D31F-40F6-9ADD-AEAB2ED1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E2F1E-726A-46FF-9428-97B573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43058-52D0-4C3D-8D30-061E120B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D3541-9B96-4012-9456-5EC8573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80C9A-41A2-4907-A24C-EC95EAFD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B465C-65D8-4166-B391-A62B012D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2DBDA-D72A-4DBF-92EF-46F6FDF6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0BA3F-FFEB-4A77-8C28-CC3B02D4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D9160-3391-4BAF-BC33-2EBE0701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132F8-A565-4998-B114-0E19897B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AE77B-B934-4591-BAEA-83CA76C6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53C83-DC81-4158-95A7-14DE50F0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F1E3E-B4C6-43AE-9078-D1D7436E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9C744-8DBF-4935-B7CD-95F6955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2D40C-FAF3-4CE5-95C9-97E11BB6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BD39F-558D-458B-950D-862D4706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9C5F5-2E2F-4C23-A7E0-CC264AC5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8635B-C949-4754-BAC1-FB19C11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186462642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4C7E3-7CF5-4362-BFA0-DAD1579B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2B7EB-2905-46DB-AFB0-AC4A1FD7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3 · 이 Action Item을 믿어도 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C0C57-711F-442F-9CF4-51918731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6D8E0-8158-4BE4-ADDD-2204832F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ED8EC-46EC-40B6-B000-86AE37AB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293B6-5EE4-4AAA-B327-3A84E03B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69CD8-06E4-4FD1-8A02-7D4FCB75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요약에는 “다음 주에 민지가 배포”라고 적혔지만 원문에는 담당자와 날짜가 명확하지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B8B1E-5D10-4981-89F3-8844056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4B6D4-350C-4653-9283-B89500F2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F4DC6-829E-4BE7-9AD9-3888CA53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segment를 evidence로 다시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51381-9222-4447-A540-6C0F76E9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14890-4D1D-4FC2-816D-F1BB58B0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F28CF-AA2B-4732-9000-5B5756FB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담당자·기한을 null로 둘지 사람에게 물을지 결정하자.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F52F5-09FF-4EC6-B09C-A6965DE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DF8B7-BE4D-49CC-9177-71A40816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AE49E-D65E-45E6-A1BB-F9EE3A01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사례를 Golden Dataset에 어떤 실패 유형으로 남길까?</a:t>
            </a:r>
          </a:p>
        </p:txBody>
      </p:sp>
    </p:spTree>
    <p:extLst>
      <p:ext uri="{BB962C8B-B14F-4D97-AF65-F5344CB8AC3E}">
        <p14:creationId xmlns:p14="http://schemas.microsoft.com/office/powerpoint/2010/main" val="1629487803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A6040-8A66-47D8-9A3A-3382884F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19F57-5F4A-42E4-A354-F1F9A6B8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A3AB9-6607-4D86-B921-30A50B01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환경 구축의 목표는 설치 성공이 아니라 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2AAD5-34B0-45A3-8873-CA7FA2C0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모든 학습자가 완주하는 필수 경로와 Codex·Claude로 가속하는 강사 경로를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15D5C-3C37-4F83-8CBA-C5B057F9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3D7BF-2687-4444-BBF7-8591F2A5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강사 컴퓨터에서 한 번 되는 것보다, 학생이 막힌 지점에서 다시 시작할 수 있어야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6D7E4-3EBA-46FD-8466-8C0A1CAB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1F64F-A8AD-4BC9-855D-5327F7B6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Python·VS Code·Git·repo · 무료/선택 lane</a:t>
            </a:r>
          </a:p>
        </p:txBody>
      </p:sp>
    </p:spTree>
    <p:extLst>
      <p:ext uri="{BB962C8B-B14F-4D97-AF65-F5344CB8AC3E}">
        <p14:creationId xmlns:p14="http://schemas.microsoft.com/office/powerpoint/2010/main" val="74674950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D01D6-EED6-4737-AC9C-0588A2A1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503E2-BA3F-4B1D-9E4B-610F0F50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명령이 같은 Python을 가리켜야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CF916-34DD-47AA-91CA-D1609210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4F766-0E9C-4A9B-9CF0-9E9B49EA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E3244-AD9C-4BDE-8982-DCDAB979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F14DB-5EC5-4E2E-97AF-6245825A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FDF03-CEE0-4E9E-9380-5AD72AF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설치가 실패해도 수업과 프로젝트를 계속할 수 있는 두 번째 경로가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8A4A4-6F9F-4E71-968C-2FA7BF7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19475-C8BD-4DD8-A51C-9878F0E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A729B-5481-4B80-A88C-6B785D64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OS·Python·Git 버전을 먼저 캡처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9B8E3-AB64-457B-87E6-5824D705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85517-3B8D-4CBF-858F-72FCD238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격리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76D2F-2E99-4618-8CAD-E6A6C56D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.venv를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BB7F3-DDF4-4FE8-B465-E0CB8F24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249A0-333C-4387-9EB7-28614D96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61D56-9F73-4EF5-8E0B-45DEE242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Code와 Notebook interpreter를 맞춤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94847-9B08-43E5-A9FE-EC0DBA09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46902-07D5-495A-BA26-33E8056D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A13E3-089B-4958-97CE-E712D5E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secret·대용량 파일을 Git 밖에 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CC5AB-5D87-4540-A0D8-19CE9C8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AFE00-2353-4508-9E69-D89C726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9B8DA-E8DA-402E-8C75-3CAAE4E4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commit과 fixture 경로를 남김</a:t>
            </a:r>
          </a:p>
        </p:txBody>
      </p:sp>
    </p:spTree>
    <p:extLst>
      <p:ext uri="{BB962C8B-B14F-4D97-AF65-F5344CB8AC3E}">
        <p14:creationId xmlns:p14="http://schemas.microsoft.com/office/powerpoint/2010/main" val="2115032166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B47C2-BA3F-4707-9EEE-581564F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63EE3-BEEC-4990-B87D-18EBCD8A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설치보다 먼저 구분할 네 가지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FD63B-B9DD-479B-BC1F-1C45C9F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6AD59-C2B5-4AB8-A3ED-740DE7DC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363D5-5809-4B55-B2D9-CD102BA2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99C7D-9988-4432-927A-81CFA3C3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EE5AE-00B2-41B6-B384-22319052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56662-A8F8-41F6-A6E2-D163C58A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E4590-720B-44AE-ADE5-ABD3F04F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DF989-9D3D-4F36-82E8-D29E0CFE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484F0-9501-4945-8D88-865635B4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Runtime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 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E8AB2-430F-47B5-ABFA-DC4BDA8F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코드가 실제로 실행되는 Python·운영체제·패키지 환경이다.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8FF26-A3C8-4826-A441-045E908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python3 --version과 실행 경로를 먼저 확인한다.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F1044-BF57-4F67-9E5D-5CF8F42D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9C88F-C4C8-43EF-98B8-A114858B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184F5-2760-4A99-8466-BD2E425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Selected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6A086-DBB1-4356-BEA4-514A8235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Code나 Notebook이 사용할 특정 Python 실행 파일이다.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BAD9D-391B-43CD-8D65-5820828E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.venv/bin/python을 VS Code Interpreter로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20E28-4819-4FEF-A912-A001078A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AC729-F1E7-41A2-8866-98E9F7A0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Isolated Packages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9710D4-E0A3-41F2-A492-1FB4BDE6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프로젝트별 Python 패키지를 격리하는 폴더이다.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4D641-3807-4260-BAF5-F4B9C15B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venv .venv 후 같은 환경에서 설치·실행한다.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29A0D8-875C-4C73-A652-60B3B293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37F83-0457-4DBC-B36B-7471C536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8F8755-1690-4F53-98CB-088270AA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Versioned Project Folder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384D3-02CD-48EE-98E1-C2FC7368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코드·문서·데이터와 변경 이력을 함께 관리하는 프로젝트 폴더이다.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8723DE-D36D-4E46-896E-D663B619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src·tests·data·materials 폴더를 하나의 저장소로 관리한다.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DE82C-D73A-40AB-ACDF-2E548135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7873676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9E160-E306-4B7D-8C1E-5105A859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무료의 정의를 먼저 합의한다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66B0E-2E36-4DCC-A279-5F6F1619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C428E-6514-4D42-B802-80C4969E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F4378-9543-4375-967E-34B84165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08FFE-B4D2-4BF8-827C-82C92AF2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FFD02-CFA8-4261-97F7-FC0D9733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111F9-DC92-412B-94C7-0780100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학생은 외부 LLM API 비용 없이 필수 실습을 완주할 수 있어야 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8e5458ec34caa">
            <a:extLst>
              <a:ext uri="{96DAC541-7B7A-43D3-8B79-37D633B846F1}">
                <asvg:svgBlip xmlns:asvg="http://schemas.microsoft.com/office/drawing/2016/SVG/main" r:embed="R72734ee9ab714f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FE2A-CF9E-4A5F-9250-6135E2C1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1C4B6-4D51-4F32-8068-D40B52B9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Python·Git·VS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87057-6F0E-4357-916C-84A00919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6E161-EA32-4CAB-B375-7A313880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fixture·local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EDBEF-8AB5-4030-9CED-680A7123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82F59-AF0D-4247-893B-4F8095D6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서비스 초과 과금 주의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E85AC-F464-4852-8D67-3DFB6E1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66BE4-7154-40A5-AD68-82DE5DA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수업을 살리는 기준  |  환경 문제의 절반은 패키지가 아니라 ‘지금 어떤 Python을 쓰는가’에서 시작한다.</a:t>
            </a:r>
          </a:p>
        </p:txBody>
      </p:sp>
    </p:spTree>
    <p:extLst>
      <p:ext uri="{BB962C8B-B14F-4D97-AF65-F5344CB8AC3E}">
        <p14:creationId xmlns:p14="http://schemas.microsoft.com/office/powerpoint/2010/main" val="2128021031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BC2AD-A702-41CA-B277-9747B003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경로와 강사 가속 경로를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59D9D-FD0B-4DC6-BF6C-05D58AF6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8EFD6-3D7F-42D5-92EE-0FD93E4F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DE341-89C2-423D-9B34-02A55BDE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AF64B-F0B9-4D8C-A115-C5B75708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75A84-5049-47E4-B09C-5DBD450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학생은 로컬·결정론적 코드, 강사는 Codex·Claude live demo를 사용한다.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B4C65-98D0-4958-B9D8-816EF2A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E4B44-3F40-4AD0-AA60-22404527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필수: 직접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FCE0F-989C-41D4-9540-78DE069A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1EE90-642F-464A-997E-6D566054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강사: 생성·수정 가속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0119B-BF8C-4E9F-A4F9-62D4438D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40090-FC44-41F2-88D7-1050CAA5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693745030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F2CB4-2748-4435-B347-B755BE84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Python은 실행기, VS Code는 작업 공간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EC35E-C1C3-40D4-9D95-7911696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BA9C2-5DC6-4160-94E9-0009BAD6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2DCEF-8812-42B0-823D-468E4199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00804-57BF-42F0-B8D3-FD57BDCC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D2D07-D8E2-4CDA-9B1B-03C54E6B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5A202-5F81-4EAA-B5FD-EDF194B3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extension이 Python 자체를 설치해 주는 것은 아니다.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35B88-A992-4A60-AADF-54CF43BC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9D8C3-D8E9-4C57-B262-1E16B44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85115-4276-43CD-B17E-BDCBCE07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5CAA7-8DEF-4D47-B2D3-A5EC5C38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editor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32C21-3140-4AAB-B784-AD2C5F8F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B5A11-D92D-423B-96A1-D043AE32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5077188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2684F-1590-4579-A8B0-9888C058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가상환경은 프로젝트의 재현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17321-B188-44DE-BC35-22A6EB23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68410-85FA-41AA-BF41-CF7F2A95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4D552-B871-4911-A807-54EEF7A2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F74E8-735B-4021-AD76-644B829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0218E-BEA1-46A7-97F0-4278D701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전역 환경 대신 프로젝트별 dependency를 격리한다.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77D58-0977-4EE2-B8BB-EBB1533E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7AB78-22D1-4046-8D34-A054CA91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05489-CFAE-4FBD-B481-E7212179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56385-C5F0-4D86-8E49-A90DC881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2A3F8-7133-4C2C-AC39-6B201D40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5C807-2CB3-4F3A-9091-9D8C8793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requirements·pyproject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10666-82FE-4FC3-AB48-C249CBE9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4A087-6F3F-406B-B3E4-27D65FB3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첫 commit은 저장이 아니라 복구 지점을 만드는 일이다.</a:t>
            </a:r>
          </a:p>
        </p:txBody>
      </p:sp>
    </p:spTree>
    <p:extLst>
      <p:ext uri="{BB962C8B-B14F-4D97-AF65-F5344CB8AC3E}">
        <p14:creationId xmlns:p14="http://schemas.microsoft.com/office/powerpoint/2010/main" val="906225976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BFD6F-4E18-4DDD-8900-A97E3AC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Git은 제출 도구가 아니라 사고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C2DA6-46A2-41DA-8405-FD5D7133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9FF64-0F76-4A22-AA31-2E297CB5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40944-B6A2-40FA-9815-38712F4C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C1974-E8E9-40FA-A178-AE7D547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EEAAE-6903-4744-9B7C-2109E58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184C9-7D50-44A5-9FE0-A77D6FA6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commit이 무엇을 바꿨고 왜 검증했는지 보여준다.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1618E-2D6F-4866-8BE4-6303563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BAAD1-5DFE-4F19-8BE5-8C866EB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83F1D-50A9-465C-91DE-F060468B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20339-2BDC-4BC2-9C5D-FAB17A81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015F5-9F37-4B32-AAA3-8D15B061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765AC-A032-4167-8F7E-1F7E820A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8150C-27F9-47E4-BFEA-555752F4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06F2D-10A3-4753-BB71-A46AA7D1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28225385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56745-C364-4BD5-BBF6-02CC20D9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Jupyter는 설명과 실행의 다리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98618-DE0B-4B5F-ABB3-7452F906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A73DC-33BE-46B6-99F4-B1049334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A3CFF-892A-44D4-9668-1D851990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9E27E-F676-4ACA-B060-E8ACF7E9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4D8C0-AB40-48BA-8AF0-741ED2A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셀 한 개념으로 결과를 보고, 모듈 코드는 src에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BC312-57D2-45F7-BC71-2ED3060D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F4A83-6F47-403F-A594-1E71C86F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Markdown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90EB9-9F4E-48D0-8B49-3E92EC22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DB3EF-F494-40F9-877D-C35EB157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0F1CC-C724-4554-A601-78D12CBE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E4416-D79A-4269-B09D-A8CE7346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증거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52CAA-51BC-49BD-942F-1EF308E0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A5F2F-4919-4F59-9E3D-35A69786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08062231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2E57D-EA06-4B5A-A5FB-98ADDC7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Secret은 코드·노트북·캡처 밖에 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77713-CD5A-498E-B6CF-99DF1970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6527E-E68E-497C-B29F-B5C21327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744A7-3B34-44D5-B835-0B9AC12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CD6AF-B476-4006-9547-3267A137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EC78B-353C-45E5-A819-BC3F9764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9AEAD-F47C-4CEA-935F-ABB2DFC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값은 환경 변수, 저장소에는 이름만 있는 example을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D5237-8004-4B25-8A24-51C22B1A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DA760-A298-49EC-BDE9-EE22D0DD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3FA6A-846C-4A53-A9AC-0CE06CBF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46F8B-705A-46F4-B3E3-46206148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23413-3354-49D5-A924-4A0DB2BE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08242-8837-48F4-8C03-F3F90FEE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94190472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BF649-9F05-402D-B289-568BA3C1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Engineering은 작업 환경을 설계하는 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689A9-0C60-4DE2-B009-E1B88355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E8567-5529-4823-A410-340C26AF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49014-177A-4F19-A757-28E9E0F7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B95B3-F7D6-4318-BEA9-0DEE14FE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DA8B7-FB99-4E59-9217-12CA1270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좋은 지시보다 좋은 파일·테스트·checkpoint가 Agent 품질을 높인다.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F4F8A-8587-49D4-BC46-5278F81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00476-3B9C-4411-A01C-F3F009A1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AGENTS·README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E5448-816F-4918-9B93-B1F2812C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A5585-4532-4DB6-8628-E4849BA1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small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73245-BD8A-485E-B604-29A3E1C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D16E4-6E60-45B3-AC76-253BFD0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executable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3E1CB-70DE-48D7-8A56-C36D67CA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CC55D-496A-4E10-A819-25B3A5FD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9D58F-BF43-491F-8912-47B298A7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85C25-5F2A-44B6-83C3-EB9A0439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Harness Engineering의 출발은 좋은 프롬프트보다 깨끗한 작업공간이다.</a:t>
            </a:r>
          </a:p>
        </p:txBody>
      </p:sp>
    </p:spTree>
    <p:extLst>
      <p:ext uri="{BB962C8B-B14F-4D97-AF65-F5344CB8AC3E}">
        <p14:creationId xmlns:p14="http://schemas.microsoft.com/office/powerpoint/2010/main" val="1825836113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6F08A-1D76-4AC0-AFD7-3E5F6872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41726-F9C6-4F0E-A19C-2CD36411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EC104-9699-4275-827B-662238DD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98F93-A44C-4BAA-99BE-275D02B8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E0D52-E6BB-44E6-86CB-BB304C92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C6A1C-2E26-4E48-8110-2CE652E1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E4B7B-7CD7-4179-9E20-786619DA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16975-0B7B-4EB9-8FF4-54C134B0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8328F-F906-435B-9F9C-1A247CCF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54522-4843-4DF6-BEE7-35311C37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519B0-1A06-4586-A791-483AC583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B83DA-5F32-45D1-ACFC-62EB96AB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B140A-EA98-41A5-A9E5-5B21F8E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03A4C-D52F-4F7D-BEA7-18F7EE12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CB9DD-1E37-42B2-85E0-AA6ECEA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F2C11-EE05-4938-BACA-70B84228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729A8-12AA-4862-AA42-BA3EEAB6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19F2E-7B0E-4842-8A7C-B10623DC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6AC3A-FFBA-4505-81DB-5F403317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EB293-7EA4-4851-BEA6-5FC3F0CF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A8732-79F1-48E9-ACFD-CD710E41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35588-C7B2-4BCF-A4E0-1D110EA4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790805132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1DCD5-6049-4F16-8B84-A211656D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27F92-B0FA-4B1A-950D-D7777AA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44BF8-A396-4BB6-BD20-2BE61BEC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AF389-2101-4D5D-B52A-7E26AD46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ABD8E-1E25-4667-8586-F92B5D00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916B9-9486-4019-88B9-49474B91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70E1C-109B-4B76-82F5-C87BC3B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74F4E-5AB5-48A4-B84E-7889B54E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8F285-F46A-414E-9401-05A9ACAD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F858E-E2C5-4FE2-83F8-CDF5BFBC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86EC9-7DDA-4D8A-BDDF-A32F93AF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D7DC7-AA90-499C-8D15-57B1B186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C84DE-2DB0-4E37-B643-E982EC1D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D5570-B327-40FA-822F-7E559AC7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DB97A-673D-4883-8694-415EFB9E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A0EB7-4DAA-4D14-B4D4-01591A4D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61D3D-4DBC-4294-850B-ED92F1A0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65D41-D4E8-4A23-8CF1-A5FD0C62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C5495-BA34-4162-8265-AE624818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BDC07-0C1A-404B-89B6-807C34A2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EBD3D-20FB-40CD-A33F-E598E5DB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C0801-6B7D-489F-8318-AD7856C9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76320662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0A0C7-2DE1-4AC9-93DF-C126A40C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CCFDC-ECBC-40D5-885A-74B1EFE0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4AF1B-1EB8-44C5-9738-DFE10DBF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AF299-44BE-47C8-849C-D1FCCB03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2CF09-A1A2-40B2-8C94-222D4019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4FDB1-A2EB-4B4C-A873-5C391A68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70D59-533A-4A01-91D1-C386E9A4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37EFA-263A-48FE-B54E-5366C20A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8AA1B-DE5D-4299-A123-FCD3C013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18CB8-1147-4791-A28A-124363B0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BC8C2-F660-4759-8026-AE8B941B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5283E-A91A-4987-B8D4-A4AE136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3973E-C6C4-45C8-9AE0-DFF82F0F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131AC-D1EC-4B86-BD8E-32C65E76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7CCC3-9B83-4591-9D21-FDBC2D0B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B1DA0-C18F-439B-B1BF-FA756D19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D29F4-649A-4C91-9897-FAC0E799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88BFA-A25F-4429-A4F2-BB863040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AC9FF-0286-4AE2-B0DB-DF3907B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41EE6-BDEA-4FEC-8EB1-9D25381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AFAB7-51AA-4DBB-9F8E-E246BBC6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2DBB0-AD4D-4CD9-81B9-189A2E2A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696523607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3642C-9834-4C84-BDA9-5D38A92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FC60A-4B0E-4D23-93BE-E16AEDDE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95E44-B105-4E8E-9672-BCDF05A7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22C6F-A9D1-4E13-AA9C-8655DA0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0D43C-B15C-4544-9D65-CE7063D1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A2208-38C7-49B5-BCD2-E03A6C6D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73934-7A35-46ED-AAEA-3D8387BE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DB1AC-7623-452A-B865-CAA2726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26E7D-591D-4906-89CB-EB086D4A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52EAC-1481-4998-A86D-BAA73538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D2456-C294-4289-A549-AB74DA15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6F1DC-D7CE-48F6-BCA7-F611DB01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0AC06-5436-4C47-BA9E-8684749D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23E99-7A8F-4D49-A027-AF95D1E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68006-BA80-40D9-B2EE-30745A5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ED8EF-57B7-4EC5-968A-77E0F91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8B69F-EBEE-4942-8BF0-9C740900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3B09A-CF0E-4A9D-9DC4-60A7EBAA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관련 파일만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021E9-1382-49C7-B2CD-83901C0A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1733C-53EC-4AE8-95BB-D6A52444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1257B4-83DA-4EC0-9B92-109C16B7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5BF27-3DC2-438A-9A18-13C7B093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의미 있는 메시지</a:t>
            </a:r>
          </a:p>
        </p:txBody>
      </p:sp>
    </p:spTree>
    <p:extLst>
      <p:ext uri="{BB962C8B-B14F-4D97-AF65-F5344CB8AC3E}">
        <p14:creationId xmlns:p14="http://schemas.microsoft.com/office/powerpoint/2010/main" val="660400454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93D60-1F12-4B51-BA4E-C9E30BA4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87BB6-C798-4F14-AFCC-6C99A8FC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1004D-9B52-4DFB-93ED-29B35949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3405C-C42E-4A16-9CFA-841366B6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E9578-1A6F-4F7D-A853-16067054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0B1E5-0B41-46DC-9918-DC6EAE04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BEE05-6180-4B0A-BD7B-C080B32A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1935E-C433-49D2-B5EE-EC7C7BDF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21B5C-C193-40E3-844D-4B1FBE15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C64AF-7657-462F-8A06-A012AD83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할 일·금지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1B3B7-4BC8-48D5-8D9E-8F737AE1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08B9E-FAEE-4CE4-9476-B69F6FA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C4708-A12D-49F1-BF5F-C5D513CA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CACEF-9AA8-4E09-952D-479C65C5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필요 파일만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CDFFD-A23A-4945-843A-6CFA13AD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65140-97E7-477E-B845-F5E6A591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3079E-F4A2-42F8-8D89-F33725B2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E0F82-C6DF-4692-B188-060AA9D2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493B6-8260-48B4-91FE-60E22EB1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43582-5BC7-44B0-AF3B-C314DC28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5CA92-DB1A-4BC7-A8C7-2E4D1E91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A3BBE-663F-435F-B52D-61C32ED8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diff·test·notes</a:t>
            </a:r>
          </a:p>
        </p:txBody>
      </p:sp>
    </p:spTree>
    <p:extLst>
      <p:ext uri="{BB962C8B-B14F-4D97-AF65-F5344CB8AC3E}">
        <p14:creationId xmlns:p14="http://schemas.microsoft.com/office/powerpoint/2010/main" val="118866881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F4F2C7-12E4-4208-9743-2927BA56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4444B-2712-4DBC-83CE-A4662793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화면은 ‘어디서 받는가’보다 ‘무엇을 확인하는가’가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4CFDC-8231-4170-9328-C8A99628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44793-4CBC-439C-9160-0DA221E2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FCCA9-03D0-4AA0-A2AD-1E5B7D2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33592-552F-4E10-BF65-E00D922B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9F836-09A1-4B96-B162-3A303F23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→ VS Code interpreter → Git identity → sandbox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B7454-BA66-4355-B6C6-AB124015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BAE62-D39A-43C0-AFEB-D146418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ACDCC-15E6-429F-AA8D-A210C09A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OS에 맞는 runtime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4B451-68AF-4BB4-BB0E-662169CC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버전·실행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F497D-1FAC-4AF6-913B-36C1E80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B30CD-48A2-4FDC-BC7E-A1F60389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68486-88FC-4388-9516-11954679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22008-E7DF-4097-BD95-0F8A63D6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editor가 쓸 Python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2D9AB-640E-4419-A5C8-D0BE5742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.venv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1C17B-876B-4AA2-9B6E-B6DEAFD7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9E510-AD2E-485A-AF15-A5940D14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C556C-AFEB-4E5B-93F1-84F3784C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5B1E1-379D-4AE4-97AD-45BEF307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작성자와 기본 상태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279EE-E930-45F3-B1BD-39F91C5F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identity·status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7EB73-C646-4E05-A61A-85EFDB04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4856F-063D-4C0A-8AC4-02DFA174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88B0E-D306-4F0A-B87E-89FF0846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72634-4431-4101-B2BE-3E88F1C9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저장소만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25F5B-4DD2-43ED-95F6-CE707868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sandbox remote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34459-81F0-458F-970B-DCD3AA60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7701624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F31F9-0C61-4969-BD3B-D21F956B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D67B1-273C-40A3-87C9-3B390156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7EEB5-7508-4E2D-9D4E-1F252831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CECBC-1C3B-4B68-8A59-B9C5269B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079D6-6CE5-42EE-8768-D7332C68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33067-F966-4709-9BF7-D983EAF1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D8896-F1F1-4365-B4EC-9C3CFD1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0D2BA-A4C9-413D-A65F-61605FDE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CCD07-C6C7-49A7-968B-C84F25C6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OS와 버전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CB349-11FE-435B-B488-FA6921EF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F884C-FBEA-4015-8F45-ACDC1B1D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후 새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BEACC-0771-4788-A302-E7568FBF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4F782-41FF-42E1-9D03-9F102552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F7C61-17F4-422C-A961-EA2B0C25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CA80A-1AF7-435B-92DF-5A9E19A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B9DC7-7ADC-4D58-A168-A539E7F4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92e3408384b9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043B8-8BBC-4CD8-8307-5E0847E2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214069541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8AAC1-EBEF-4CAF-A19D-16DAF605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23661-655E-4CC6-B52F-45684C62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EC13F-D042-49FA-A172-49B951F9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EAB6-026C-4777-94BB-D20FA1AF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3AB00-262E-4178-8080-33249DAD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57043-7666-438A-B0F8-3A27424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85594-3B3F-46A4-BF46-D3637984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DD627-F1B3-4BC0-BE09-ECA2305D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9DFA4-0EA7-4CA6-8C19-D444671C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CF588-E42E-401B-BC2D-58C620EA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B2AC7-76A1-492E-A81E-A4C16DDF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77626-0137-4A0E-9869-9AE2B852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F9706-08D2-4A9A-88A4-3F26EDAF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E70A4-02B4-4030-ADE9-240849F7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ADF01-249A-4DE8-BDEC-12E4A053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48950-EDB9-45ED-81C5-97DF3DF1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2472730fa418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B23E5-B168-4F14-9B95-865DEF63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12666034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7DD1E-DA05-492F-84E2-DEC03DF8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A847B-FDE1-4FFE-834C-68A661A1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B42FD-7B8C-4325-93B2-715366E4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42F12-5504-4F48-B774-B2A6E1C8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F7B61-14DB-4EF9-A929-B54B8701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A057C-8146-4414-A3FE-3E26B830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AD8AA-D485-45F2-BF46-C042671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1D3CC-A1E0-464A-B715-CC6E0D27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76D0A-2980-4ECD-BCD4-3A2C0F88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A87F3-6C67-4EA8-B7B8-385A3587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6408B-3845-4438-BB11-D7B7C3E8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user.name·user.email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F593F-EF21-4032-8C61-0686BBA1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E5001-E63D-4CE1-8A54-AEFEE4C4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계정과 교육 계정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76BBD-C095-47CC-80C0-9085D91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7011E-FFDF-4233-AC3D-517B7B9B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C0BD5-7125-4D24-8FCA-9288802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2b17ab71a424b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40325-87C4-4C6D-8EC0-590DD7C0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457302207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CD845-A03A-4EE5-8F44-BE59FF1B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3FA47-00DC-4826-8A57-C3160EC9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477C0-E7A9-4282-A343-0EBC0A0B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C92C9-52E7-43B5-B8E7-0484ABDA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AF7B3-5AAF-4657-BA21-CFFC4600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13793-B611-4DB1-B548-69FF0AEE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7B634-6C04-4935-A9CD-C13F270D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77A49-379F-41FA-96C0-79A29F34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8AD5F-1DD9-42DA-94DE-FC9ABD2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공개/비공개 선택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C9A90-E3AA-4F25-A9DB-471520EA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6311E-7C64-453F-816A-1DFE1DE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README·.gitignore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B64ED-2012-4C5C-8D47-DF64CB0C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7D592-7CD3-45CA-9249-44A7B07B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36888-C280-4427-A063-AF879A76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16060-3CA0-4FAB-AFA8-474DE5AC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139C3-B570-4F0F-98A3-D81C831E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4da943acd42e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0CA3C-EA45-4249-A70A-B14D2432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642495587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4B1FE-2F98-412E-B028-58948C18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0FE73-7203-4D61-A712-38BB96AF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ABAFD-792A-4A75-B25C-C5ABBA41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0CE8C-4D9E-4979-81D0-5F04B0D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9005B-5DB8-40A1-86BF-2ED8C2F6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405F7-F15A-4BEB-A71E-85629D7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95BF0-57D2-4E4B-ACCC-03B2AEFD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70695-6EBE-4FC4-9F20-E63ABBDD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491C0-273A-4BB9-BA9C-1C6F49B3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명령과 기대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DEA2F-58C4-4F26-804F-CD1AD173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5DF86-DE9D-4E83-B33E-D36A5FD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문제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1EA01-B94E-4693-B219-6BF59214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239CF-5D5F-401E-B5CA-4A16A37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 재시작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C61BD-38D0-4313-A509-3EA5D5E1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3FF21-159B-4F38-8B41-7336D938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캡처에 개인정보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6FB52-49BD-4885-AE86-8C7298CB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EEEC1-594E-4DAC-9951-FC6BFC71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67810-E3D0-4FFD-9ADA-29871C04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661278260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2813A-7A49-4386-B18D-51187001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7E577-82A4-4E33-889B-BD60B12B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C19DE-E87D-4741-BEE7-579957D0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93D1F-FE09-4913-9C8C-00D02412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8B7F6-5EE3-4D39-935D-49627F3E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FC4B2-1431-4EEC-8527-BC648724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74BD3-AAC4-4A8A-83A2-1F8FE09B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AFCCF-B1EE-4518-A46D-06A4DF73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B36BC-E2CA-4B64-97D1-65BC7F34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3BB0A-8444-4E1F-94D4-D58058C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CC261-2D69-4C84-A271-B25E7B7B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94BDF-8009-44EB-AB53-90997B0E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2541B-61A9-4B23-A5B0-F62D07F7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dependency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1AB0A-59AF-49B6-B8A8-8CB87FE8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8816E-37DC-44E6-A2E2-D745694C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경로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CC7DB-73E2-458B-B82F-4FE1E99D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BE179-6BA4-4CD8-B107-F6121606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9F5A9-9D87-4EC0-9791-C2C2C6A7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757226839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B429F-043D-4C71-92D0-A4F029F3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7B4B8-7FAA-4645-8EA2-22AF57C2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32238-E190-436C-9FC3-C7084D84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42D63-3344-4670-9F34-6DD386D7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F2BAD-5A72-4B51-BC6A-4E096CE0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7B5B4-1ACD-4D16-9E54-3022E84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3E94F-8AED-4966-A58C-8E58E23C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4888A-C14B-4D24-B6CF-273E804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B89C3-34F2-4BAE-B2EB-6A140E9B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ExecutionPolicy 오류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7FACC-C24D-4DB0-BD90-950F814C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B1F37-0948-49C1-AF3F-20476876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 launcher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5E80D-EFEC-41E0-A6FA-69796516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47832-7762-4CC9-A468-9231F550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EE300-1090-4391-A194-251280A2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2895A-8F84-4535-8C5A-BE9F2D4C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화면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3D37D-6A59-4822-AB74-2D749B4A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C28D0-1084-400A-BC30-842DC3E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746DD-B7A0-4EB3-BE8A-F473229E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201211468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25442-6726-40DD-A387-9286BF59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D2679-C474-47BA-B313-7625D434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Git의 안전한 첫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DD7C5-CCD7-46BD-95F3-8936607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593AB-5FA5-4342-B8B0-3A1EF558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FEA6C-8829-413A-9B57-54A2F054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F4451-B8EF-4DA7-88F4-DA85FB82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DBCD3-9081-4618-AB37-DB1A5E4E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38A2A-EA26-4116-9146-DC7CA085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9CB16-E3D9-4529-9868-07490FD0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unrelated 파일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46C5A-E38D-4F05-953A-40BB6AB7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94F95-370E-45EC-8FA8-CAF80DE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 전후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73658-5D64-417B-8BA8-517E6FB8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6B2F0-CC35-407F-B715-B27DFC3F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27671-6188-4E38-A119-E9D8790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84B34-5162-43BE-BDE5-5EB929B0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명령형 메시지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2995A-616C-4108-8CEE-EC61FDD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9143E-C7ED-4727-820A-0284AD39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77F6B-3EDD-422D-A97F-35B6AB1B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"feat: add safe tool loop"</a:t>
            </a:r>
          </a:p>
        </p:txBody>
      </p:sp>
    </p:spTree>
    <p:extLst>
      <p:ext uri="{BB962C8B-B14F-4D97-AF65-F5344CB8AC3E}">
        <p14:creationId xmlns:p14="http://schemas.microsoft.com/office/powerpoint/2010/main" val="1509775877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BD184-0FEF-4834-905D-9901A089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D850E-1E1B-41DF-963D-8FE87E58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.env.example과 .gitignore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8BFEC-C206-4294-87B0-2F4DFC6E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F8EF0-AD1A-4D89-A669-9B645129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5623D-ED87-4B11-8E23-9DDBBAB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41FD2-01A6-4966-A0E1-B1DEDFC0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C6C8C-D6FD-46BD-B374-D61BABAB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35F22-AC40-4BE3-83CD-8B01C94C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272EA-4818-4373-8D36-657713F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이름만 공유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1833E-CAF2-447A-B3C3-4B9EB1FD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89C2D-806F-474A-BE7E-F844F4C9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secret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D9449-7891-46F4-8D94-D0756977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AB282-1A80-461E-93BB-A18013A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CF9E4-2262-424A-9A31-CAF962A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A51DD-F2C6-4727-9C0B-C775E48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생성물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F05DF-4C11-495B-AAF5-CBBB07FE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CC7AB-160B-4E0F-B8CA-6CD4ECFC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BA379-62E6-4461-B598-55120E3D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OLLAMA_BASE_URL=http://localhost:11434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OLLAMA_MODEL=qwen3:4b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.gitignore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__pycache__/</a:t>
            </a:r>
          </a:p>
        </p:txBody>
      </p:sp>
    </p:spTree>
    <p:extLst>
      <p:ext uri="{BB962C8B-B14F-4D97-AF65-F5344CB8AC3E}">
        <p14:creationId xmlns:p14="http://schemas.microsoft.com/office/powerpoint/2010/main" val="33583422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58B11-09AA-4B99-9598-3B38A684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3B21B-3D20-4970-AFCC-EC501ACC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9D515-B1F4-4347-9AA1-B204A85D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62B24-D67A-457A-93EE-B291DF84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4095E-E925-40D7-9F96-2B3B5E99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9E936-55D7-4A8F-8CC6-709E7794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C51B2-1C25-44F2-A286-53977C9B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A287F-A23F-452D-BB7E-D56188CF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AB792-9ABF-46F9-A2ED-9BE4DB02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8836D-AAAB-400E-A9E4-F95BC456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B8AF8-A9CC-415E-B490-CC320E45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A95FE-EF60-4802-A6AC-5FEB630B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269AD-9098-457C-B309-00C039D3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7369B-6AA0-40A0-A44D-49408A24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1B4C3-69BF-4F61-89D7-39F82B0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 버전을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6F1C7-ECB0-4C2B-B6AD-FAF988F2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E59AE-40E2-4764-8B67-4BCA9960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80800-533E-4618-A68A-430D2A31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Code가 같은 폴더를 열었는지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C1335-650B-434C-82B6-D14D0E9A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B1DF8-4801-4FC9-8EA8-B7BB0E2D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AD009-4A05-448C-8852-21D42079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항목을 표에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D0526-BCEE-4001-B6F8-3B8BAA7B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B106F-F288-45D0-9D40-8F2B2687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DA589-A3AE-4525-AA55-337F1DC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334075067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E5907-B984-4C09-9ACC-6572B795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FC3E1-4F2E-4CE1-8F18-0C412320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9FF16-49CD-44BF-99AB-AC8FBDD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E8DC6-E756-4F2C-9C74-CEB24CF7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E3F0D-82AA-4F53-A33C-C8B5BC7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84A34-BD4C-4AD7-A43F-4CCF489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42CA3-2EAD-415B-A6B0-98FFB343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54C5E-A62E-460B-8EA5-7ACB79C1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CD28A-AF4A-49F5-8519-89B448C9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A7A05-6F54-4B51-8E73-9845591A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DB346-9939-4199-88D9-A2C30AFF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5BD4B-1C0E-424E-BEA1-ADEE7497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5B053-89A1-4DD3-A04D-962F3B7F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0716A-A972-4888-8514-1832950C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92526-7752-4674-B345-67340F8F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가상환경을 활성화한다.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21BE2-9B8A-4682-87E8-AA4DC15C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90E77-FFC2-4284-86A8-5E2B9019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2353F-CDF5-4061-B883-B3616C32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AB4491-DFC3-4133-801C-2B94C5F8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8F718-57AA-43EF-BC1E-A0D036A7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9B836-674A-4860-A2F9-D5A7278B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sys.executable을 출력한다.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3CB57-78BA-4121-AF3C-80C1D273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5C04D-4438-48B1-B48D-E0B86A82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2F390-0955-43B6-BA51-A99E4F75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1084435598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5BBF2F-53A5-40EA-9FA3-E3CF289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311EE-2DFE-48F7-BC69-B01646A6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51EF5-7AB7-4E70-A2DA-E016D856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B6A12-47B5-4FD3-BFD2-19319B21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93925-AFC7-4A07-8E54-8FB301C7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A0646-88B0-4A64-9D53-C32D5E2C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BAE00-4CD0-4576-BA4A-3FA2F202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9B50C-7ACE-47D8-9051-153CE20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2645B-A995-4305-AFA8-9592CB0A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3A747-8158-4D1E-B122-C379C78B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79906-9C9D-45A5-A61F-5148F90F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B0B59-B292-4AC3-AEA5-A6E75A5B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4D9A8-9839-4415-9085-8ED428E9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7FC89-33E4-4804-B300-7382FCD6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0A3EF-21EF-437B-9E48-CDB67333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선택한 kernel을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37DCD-F91D-42A4-BFDE-460F9AAF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232CC-B848-46EC-AD83-936756C3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C985E-13D8-4D6C-B642-99857D9E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Markdown·Code 셀을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EAD21-970C-4278-AD5E-F569D419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B6B06-3E57-40D5-A220-0DC53A2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77E25-7204-470E-A82E-6F19A488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output이 남는 위치를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02A90-9111-45F7-A9FB-96C4C83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2DA3C-0171-4091-90EF-DC7FB331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6E9F39-DA43-4448-AB79-D1626C69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165046844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19802-E37B-4395-9E34-B38C825C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7BA36-FE9A-4EAB-A614-6BB9D899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Git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37896-69B3-4FA0-9B44-EAE2333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4BA60-E98B-4A01-91C6-1EED3BDE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3896E-B939-4B43-A111-31FDC275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3BB4B-8DD9-49FE-829A-B74CEC17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60F3A-CDD6-4CF7-9776-65543B07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2F03B-CA06-438E-819A-90DFFA80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C45B5-0671-4911-B239-6BCE5719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6580A-7DBB-475E-986A-6D69314E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5543B-6B70-4E61-8601-7E68C51C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C6328-8F07-4F84-A914-D3DE4E6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status --short를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3E46C-9925-4AD6-95BE-690981CC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7BD77-CB8B-4DF4-ADB3-0E584B6C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6E1DF-F650-48D1-9423-CBB674CA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수정·추적되지 않은 파일을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C48ED-78B3-4FA9-BEFC-07E71D1E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5C6F0-84C0-406D-9873-D6B294A8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A0061-7D71-4722-88B5-E5BECB7E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diff를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05E13-CD2B-4B56-A403-9517BDB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F6414-F7CB-4DA0-A46C-496DBE18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8F8EE-D0AB-4AB8-B736-C7F9802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지금 stage하지 않을 파일을 말한다.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F2C5D-580C-4FCA-A5F6-903472A0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29DBE-8851-4791-8DD0-0BC9CA82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96852-3ABF-4085-9C96-7AF931AE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status·diff 설명</a:t>
            </a:r>
          </a:p>
        </p:txBody>
      </p:sp>
    </p:spTree>
    <p:extLst>
      <p:ext uri="{BB962C8B-B14F-4D97-AF65-F5344CB8AC3E}">
        <p14:creationId xmlns:p14="http://schemas.microsoft.com/office/powerpoint/2010/main" val="489077375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BE53CE-D66E-4459-8DAF-9AE44709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534E2-A7A8-41D7-A5B8-3369718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5C525-425A-4C34-A1F0-BC03586D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15208-7C5E-49DC-8998-1C8341D0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E49BD-9E26-475F-870D-2436A531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31B3E-4A7C-45B5-B2C5-5E1412E3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7185A-AF1F-4E23-8E1B-4FE077B5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878BF-8F91-4122-AC7B-AE0ACDB1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67130-3742-4992-B553-588D25F5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46B73-4C23-4965-B5DF-30997CE0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39641-4997-4120-A703-E4B84D58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47283-660F-423E-954F-58A1BDBE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40645-FDC0-4942-83D9-472DB06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D15D7-4BD0-4C95-A70A-8FACBAC0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C6B96-CFE6-4D64-9A9D-BA625839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BAAC3-A858-4E13-95A2-C6DFDFC7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16E3E-56E4-4068-8115-ED326961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21B05-1868-4FFC-AF74-1EBD752C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171B8-78DE-4D64-8E63-09247752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B2B2A-238F-44CD-8CF7-E55D6BB6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7C132-E033-4ACC-9169-2C156082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BA92D-0519-4F0F-8CCD-9CEC391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FDFAB-BBAB-48EB-95D1-A9D2A0E7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179D6-E5DA-406A-986A-8E42346D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11911-163B-4B1A-B67C-92B49EA2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863841432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77776C-BBC5-4340-A27C-0B99E713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71A54-84BA-4782-9EC5-D037CDB8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11948-9E2F-4FEF-8709-8B448C5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05813-0A41-4B87-8E7E-087A30E2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4868B-EC77-4C09-8AB5-13DAFBB5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F2BE5-7A22-4E42-B1FA-140E8787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4F649-0474-4EF8-BD13-D7459C2A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47963-AA04-46E9-B1DB-0A43938C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3875B-70E2-441A-A850-CE4A80F9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B6A37-EEC1-4ED9-A043-56E59A40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EC447-2BD1-4358-954E-EA32BA0F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9C04F-2CBA-44BB-A9D9-199824B7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9BA52-9968-4260-BA63-D6530728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12F6F-0048-4659-99E9-935942C9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8755D-1707-4BBE-9F9F-483F8567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18546-D352-4AF9-B74B-B1A92D26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2DE08-DFF6-41AF-B73B-62085D4A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E0754-4C94-4C71-86C0-A545CC6A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50148-03C0-4502-AF59-F9356863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F85ED-E94D-453C-83CD-FCDF1EAF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CB929-E42E-4B9C-858F-036105A1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AC923-E235-4068-818F-A25B2822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EE50A-3169-4C58-9A85-0580F859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ED701-C720-4B7F-B5FF-DF7BBF07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69E3E9-9DB3-471E-B93C-D8295790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889207606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C9006-D98E-42E8-9795-5C231E2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A4385-48B0-49BE-B0C3-6A6634A7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CC26C-3004-4037-8438-6BC1B529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5C60A-73EF-406C-BC4A-E11D6C9E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0AF16-EFB7-48A4-9CA0-2EB2F7CE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53497-253A-4835-9462-0B8CD420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5C71A-2B29-4907-A96A-1B4BB476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35062-DF39-4DF8-83A6-FAE5DD9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F8D3D-6970-4EFB-A6EC-534D9AC6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A1A29-CE43-4949-9CEC-E3CFE569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098C5-9E21-41E7-83F8-756AB1DC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BDBFE-6785-4FBB-8B39-4945CD81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19C86-971E-40EF-980F-24704E51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129C1-5520-40F4-9204-5425BEB1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FBA86-9F92-49BA-8070-7E551852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BABBC-DFBB-4F23-9D0E-F285EB0C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9ED33-CEFE-4DC3-B72A-3AF95F8B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5E18D-DC1D-4132-A43D-2B64643A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A082C-1F81-4C19-9107-02A9EB24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91482-5411-4497-8D90-07731E55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C4D0A-6D2F-49CD-B04B-A89A5CF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092A2-409C-4599-AFC7-CD3CBCAA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D850D-8122-407F-8760-306CBCD8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70489-82FF-4ED9-81C9-9203172F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1D1CE-BD9E-4AE6-88BC-5BC4B7A6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841277800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A3803-761A-48E1-874F-279CDD3B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5790F-DEAB-44F2-A75A-1AF6D016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EFF23-A8BE-4DF6-AC69-ACF289B0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CA61E-5628-4836-84D8-6781D26F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D673B-3297-43FC-B770-83F01092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178A5-910F-49DD-949E-9B32ED9E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08D4A-BE07-4B4B-B99C-17BCCEE7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5E72C-1436-4D06-A65B-F0E4485E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18CE7-DDFD-4C49-9819-939BD1E5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28181-66BC-42D0-B270-CBBD7B0F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6004B-4E75-43E6-BFCB-7F02180C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3D042-DA3E-443A-947C-9F4E2D7F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4887A-666D-4492-8E7E-3342A2A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3B4F2-B3FC-499B-AED0-F54D2023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6D7AE-BA6B-45A4-89F6-76B5BDE1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786C8-1479-4989-BEE1-BE14E1AF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3101D-BB6C-4F94-9B08-C90E15A4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AA152-D947-428F-BF21-4818C7DA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7D829-9061-4873-B600-D3B803EF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3548F-99EF-4C4B-B6A1-B2757F7C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38D99-9250-41DD-BF44-4F0FE44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645AC-93E9-4453-8610-752EA0BB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40F33-300D-4CF9-873F-03EA1BB9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06F31-8C0D-4965-9DA8-3846A849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CBBDF-E0E5-4E24-9EF8-F583E7EA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1864448719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9919E-830B-4CE4-8BA5-DB424843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230B4-6853-4B1A-A4A9-E51503C0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4 · 옆자리 PC에서 다시 시작하기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B89E8-0322-44F0-90A4-1C0CECD4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4637-4127-4EAF-A187-F24B09F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DA1C3-C837-4666-B9DB-8EA395DD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409D0-AC9E-46C5-8898-DA3B2515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2FFBB-4A7B-4E3A-B3CC-496FCB94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저장소는 받았지만 .venv가 없고 Notebook이 전역 Python을 보고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45699-1581-430A-ABA4-BD2D6B59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24CA6-182A-4C1B-AB07-FD6497F5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4FE57-1444-47FE-96F9-6EB33D18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세 명령으로 runtime과 경로를 어떻게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011A5-DA2F-4202-89A7-6A69A5ED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3B1CB-03C0-4B00-8E56-46218482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D0E2A-E0E4-4B09-A95E-2F23FF1D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안에 설치가 안 되면 어떤 fixture로 계속할까?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D5429-3001-4CAB-8040-67E0ED62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A0890-8C33-4D20-AA10-79C0D248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B298D-0E4F-406A-AD23-10EFA3BF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상태를 어떤 commit과 캡처로 남길까?</a:t>
            </a:r>
          </a:p>
        </p:txBody>
      </p:sp>
    </p:spTree>
    <p:extLst>
      <p:ext uri="{BB962C8B-B14F-4D97-AF65-F5344CB8AC3E}">
        <p14:creationId xmlns:p14="http://schemas.microsoft.com/office/powerpoint/2010/main" val="590867708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6F98F-7A2A-4718-A09F-FE73A300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48DD1-1C6C-48AA-8D5B-D8442B5A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79C88-F19D-4037-AB9A-2DB41E13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Agent는 똑똑함보다 멈출 줄 알아야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84B2E-0DAE-4FCA-9684-D1755030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점심 전 한 시간에 결정론적 planner·validator·executor·test·Git checkpoint를 완성한다.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17E83-67F1-4029-98D9-795F3C2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CBBEE-40B2-4342-BCA6-53F077D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planner의 화려함보다 timeout·validation·retry·stop이 제품의 신뢰도를 결정한다.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0A6D4-6825-4A9C-BF60-813FE90B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5DC0E-AB62-4CFB-BC23-9485BDF4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실행 가능한 src · 9 tests · 첫 commit</a:t>
            </a:r>
          </a:p>
        </p:txBody>
      </p:sp>
    </p:spTree>
    <p:extLst>
      <p:ext uri="{BB962C8B-B14F-4D97-AF65-F5344CB8AC3E}">
        <p14:creationId xmlns:p14="http://schemas.microsoft.com/office/powerpoint/2010/main" val="167558283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3AD64-B100-46ED-B5AE-79C1D9D1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DB5FF-1E35-4C6F-BE42-87996A10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LLM을 붙이기 전에 실패 상태부터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323EF-CC1B-47CF-8BD1-9E6A7D6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C48FB-7720-44F5-A80B-D286B187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B450C-A93A-4531-BC53-D9FB9D24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1E2F1-A775-42D4-8DC7-A3650A06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7775D-98FA-4506-BCB3-0060489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실행 루프는 언제 재시도하고, 언제 사람에게 넘기고, 언제 완전히 멈추는가?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5A366-4914-4EEB-AF46-909FE516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800E4-6A63-40CD-9251-E535F749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31B64-1B1C-4D13-9FE3-6EFEA54D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planner로 next action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2B660-FD6A-40A3-9618-F2B9129D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872C4-A6EB-4F01-AEAF-CFB28B69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0D4F1-570E-4080-9F4D-0C14BAEB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schema와 policy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359BC-7BB6-4759-BA4E-F0E4C0B4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1650F-CD23-49C0-9D4B-A3F11408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14EEA-0577-4A25-A9E2-AB1950A6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executor가 좁은 tool만 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0FF9C-C9AB-4F45-B158-DD547B6D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63277-0D07-4520-B0A3-375E87BC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0FA21-44B0-41E1-B5DD-A4F4AA93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ToolResult로 성공·실패를 정규화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D3750-824A-47A0-ADEA-1FC766B8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C6548-00FA-4476-996F-01E42598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E635A-7B86-45EC-B0E9-F1C99E27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timeout·attempt·terminal status로 종료</a:t>
            </a:r>
          </a:p>
        </p:txBody>
      </p:sp>
    </p:spTree>
    <p:extLst>
      <p:ext uri="{BB962C8B-B14F-4D97-AF65-F5344CB8AC3E}">
        <p14:creationId xmlns:p14="http://schemas.microsoft.com/office/powerpoint/2010/main" val="1527841762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2FCF5D-AF44-49AD-AF11-2CD355E3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990F6-BFEF-4582-8E78-7BE96ABC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실행 루프를 나누는 네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95A25-BBA9-432C-896F-A08AB472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6207C-4E33-4876-BFB3-AEE168AB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F9E9E-5274-4E36-AADA-28A70B4C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0A3F7-562B-4546-8E46-65A26F77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6B940-5E1D-4BA1-B7C1-A9741E28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ED111-8754-4059-A696-170F11D5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C563B-5E32-4CEF-B6F2-5698E8B3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7D3CE-06DB-49FC-AE72-DEF7A594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DCEA2-AB7D-4AE5-BA5E-BE967A4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Next-action 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557B7-A062-4D6F-AAC6-93A66519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요청을 보고 다음에 사용할 도구와 인자를 정하는 부분이다.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570DD-211D-4F27-A1A1-D7389B8B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‘txt를 읽어줘’에서 read_public_text와 path를 추출한다.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2E7CB-D62D-4C42-98A8-CA08675D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B7709-5FD5-4917-950B-B4C3CF0C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F1FCF-04A9-4F7B-B6F3-CF7AB71A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Validated Runner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F0702-2639-42C3-A3C7-7624CC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Planner의 요청을 다시 검사한 뒤 실제 도구 함수를 실행하는 부분이다.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F334C-E7B2-431A-B81F-1AADF999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있는 허용 도구만 호출한다.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98234-89C7-40A0-83CE-E40F4003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CB5B6-C9AF-4E58-BF3B-D4085867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Maximum Wait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66FB1-6852-446F-81D4-94E838D7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도구가 응답하지 않을 때 기다릴 최대 시간이다.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93E26-DACB-4A18-BB72-EDF81997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10초를 넘으면 timeout_error로 기록하고 fallback을 선택한다.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BC51C-604D-437E-8C75-B39E1362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827C6-26E6-48A0-A304-59003D94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FCD665-B18E-404D-B7EE-AC0AB43F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Idempotency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Same Request, One Effect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1B6E5-0E79-4716-A75C-E178448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요청을 여러 번 실행해도 외부 결과가 한 번만 생기게 하는 성질이다.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ABD35-EB63-4192-8CBD-0FCB433E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request_id가 이미 성공했으면 저장된 결과를 반환한다.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9F2125-82E0-4CA7-9EC5-D1A4D2D3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3367991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297A9-2220-4647-882E-9D4E5EF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처음부터 LLM을 넣지 않는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567CF-5D43-4AA0-AE7B-40AF2293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6F75C-2A0A-4522-86A2-74E3FE7C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8735A-86C7-41C3-A48C-7D89AE8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9E601-6224-4B34-9123-07D180A1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BB0C0-E74F-482A-88B8-585EC927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6667E-B52E-4849-A5DE-E181FC5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planner로 제어 계약을 먼저 테스트하면 모델 변동과 코드 오류를 분리할 수 있다.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a17685d544664">
            <a:extLst>
              <a:ext uri="{96DAC541-7B7A-43D3-8B79-37D633B846F1}">
                <asvg:svgBlip xmlns:asvg="http://schemas.microsoft.com/office/drawing/2016/SVG/main" r:embed="R47ad90bf6b8842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459B7-086F-4E44-B3B4-00663773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0646A-F2E8-4061-8D77-934EF08C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998BE-A61A-43D8-B577-DC307FBD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2B50F-4E4F-413F-911A-A1F7412E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881E9-7652-4A3A-AACB-446FBB7D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9E65C-1E0E-443F-8846-0C22C3E6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executor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2E0D4-563C-45CF-BB01-ED2D85A5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10A96-7680-4651-9E0F-0298C6DA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무한 retry는 회복력이 아니라 장애를 늦게 발견하는 방식이다.</a:t>
            </a:r>
          </a:p>
        </p:txBody>
      </p:sp>
    </p:spTree>
    <p:extLst>
      <p:ext uri="{BB962C8B-B14F-4D97-AF65-F5344CB8AC3E}">
        <p14:creationId xmlns:p14="http://schemas.microsoft.com/office/powerpoint/2010/main" val="309324303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7DA80-01C7-4156-B78B-8C3903D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Planner는 “무엇을 할까”만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7A315-DC2B-461A-93D1-DCD73B1A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AB88F-73FA-4B55-9778-4A2B8983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1389D-8C25-4648-8CC9-BF4D514C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CE7E7-FBE8-432A-B090-FE5AB9CF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DAB08-0AFC-4E52-AC01-7B2AEC54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이름과 인자를 제안하고 실행 권한은 갖지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A95F3-CAFB-4F77-B44B-94179A11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EE38F-9A0F-4360-815B-BACBAC17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28612-FEBE-4D30-BD9A-A32DD0BF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3DE33-146A-4007-9E8D-EE6A440B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E1B41-E069-45F7-A33D-93B332D1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1E7A3-E079-4AB2-AAFF-1B260014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1169919793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F63C8-9E51-4987-A145-1B69F1F0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Validator는 안전 경계를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567E4-C2AD-4F3C-973A-F02E0CDD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6E939-C6BE-49FA-A149-836D732E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4F411-9651-4D7F-A24B-8FB71A7B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410D8-6381-40FB-AE86-4E69AE3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68E27-C7CF-44FC-A5BC-11D6C986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4B699-B32F-4938-9B03-02ACEA73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도구·필수 인자·타입·추가 필드·경로를 검사한다.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457F4-9E1B-4730-8090-0075FFC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41EC2-31F1-47E3-98C4-45816EF0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83C45-274C-41D9-BC86-DDBD3A29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4E3EC-BA05-42E3-82F5-D9A98C22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142CB-1341-4A61-9EA8-2E574298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437A3-7B19-42B1-A97F-06573AED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guard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E0292-3ED5-43A4-9BBA-EA0F0863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BCF29-911C-47E3-A7A4-4359A288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 code</a:t>
            </a:r>
          </a:p>
        </p:txBody>
      </p:sp>
    </p:spTree>
    <p:extLst>
      <p:ext uri="{BB962C8B-B14F-4D97-AF65-F5344CB8AC3E}">
        <p14:creationId xmlns:p14="http://schemas.microsoft.com/office/powerpoint/2010/main" val="950724318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884C0-684F-4C92-B0F1-2812CA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Executor는 등록 함수만 호출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867F7-BE82-4A5B-8C22-B2B1FE27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6DEBD-CF4B-4CF0-A922-1B6DDEAA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94544-1449-47F9-B053-83807835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774A1-CE91-4933-9C9A-F4DC12EA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BEC82-E766-4BA8-882D-23FCAADC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동적 eval이나 임의 import 없이 registry에서 함수 객체를 찾는다.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402AD-6EC8-4913-9ED7-A01290E2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30BAA-E706-420B-A90F-0ED86C33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lookup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3B309-A82C-41F8-8438-C77F6A46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471BD-1BC8-4A45-9B4B-CB46E1CF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kwargs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72844-B7FC-43BA-9DE0-041817AE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B95F1-C5B4-44F4-ABAB-F43BA3C8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97DD3-F486-4C9B-A38E-6DB433AE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90BEA-E73A-4517-AA39-3686F61E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결정론적 planner로 통과하지 못한 계약은 LLM을 넣어도 안정되지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08396905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4E5C8-654F-4B76-BAC7-C74DB0BD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ToolResult는 성공과 실패의 공통 언어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5CC79-D6B3-4064-881E-4AA0FC45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898D6-40E1-4F12-AEA6-1E5BA2E3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189A9-894D-497A-93CD-0615720E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1E0DA-8FA9-45BD-BE9F-0E376517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593B9-4F75-4874-B71D-FA4A8D11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E28DC-CE5D-4870-B3DF-354D503C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 graph가 traceback 구조를 몰라도 다음 행동을 고를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4B7F7-B281-49C9-88A5-A427CFC7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44B79-7DF0-40B4-808F-EE120891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BC8F3-1958-46F6-B89D-E02F920B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90101-7F1F-4E3A-B1B1-2DF62876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EE4A6-3B36-484C-B4D7-F9967D8F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A00A4-0A8D-4DF3-A69B-7EBF2872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4953D-5372-4BD7-84F8-06ABE73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86CB6-307A-4153-B649-61838B8C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1599645791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61050-CF37-420C-84CD-007FEFA1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read_public_text는 의도적으로 좁다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636ED-33F8-400E-9F94-2292E4C9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2CA65-D9F1-417E-AE29-46FD3F1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9D03E-DC31-4CAF-8981-59520144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D5ABF-25BC-4B91-9543-E89566AD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E56F5-CB7B-4BF8-8CD9-5BB2491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 안의 공개 txt·md만 읽는 도구로 최소 권한을 체험한다.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A1A0E-8856-449E-A995-9C7E815B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9C647-2C1D-413F-93BA-50962537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root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7027F-BC54-4C5D-8648-D538D4E8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F89D5-DA8B-4EDB-98BE-942D4BB9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suffix allowlist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D4C0E-6994-4D41-8C99-7935470E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2C80F-96EA-4D36-8485-7AE5A782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55798794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5077F-63CF-4771-9514-B71E4B59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count_action_markers는 LLM 전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EA560-2093-4604-9657-AF1AC395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EA369-3262-473D-BE2F-7C9E1B67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6A15F-3A8A-4E17-9ECB-0E445407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96912-7269-4EE4-B41C-AA42F2D3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C3544-DE91-477B-95B5-98EDD751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A12AE-2802-40CA-8B0C-7DA9E786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행동 표현을 규칙으로 찾아 구조화 파이프라인을 먼저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6C017-384C-46EE-992C-0E7237A8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60A20-0D62-4614-977A-5FA02AFC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까지·작성·검토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4CF61-36A0-4423-8C49-C11F9619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50F64-8BF0-437F-B356-568C738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EE8EC-8034-429A-866A-84649A8C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F52F5-1001-45DE-8515-CD6C6640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AC9C-6679-4663-9D84-96F4FD5E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DE877-6987-458A-9EFF-A0FA9B45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Agent의 실력은 성공 횟수보다 실패 상태를 얼마나 잘 구분하는지에서 드러난다.</a:t>
            </a:r>
          </a:p>
        </p:txBody>
      </p:sp>
    </p:spTree>
    <p:extLst>
      <p:ext uri="{BB962C8B-B14F-4D97-AF65-F5344CB8AC3E}">
        <p14:creationId xmlns:p14="http://schemas.microsoft.com/office/powerpoint/2010/main" val="1743629984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EB139-730C-4C7A-B8EC-CC8C78A1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45D12-A55C-48AC-B124-D369E0BB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647D9-EC5B-4863-8E16-21C2F6D6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ADAF6-09EA-43EF-9FD9-CA245B2C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41BE9-B53C-4B77-9FB2-E3F16613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D9B79-31B9-441E-8878-6DF8EC69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AF78E-5A73-4C59-A00E-38A59ADE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000AE-94D1-46AC-B28C-F84F3E1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DF420-35AD-4A7B-B924-75F5E4D2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AEDE4-96E9-47BC-9970-BE2CECA0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4C1D3-DD6D-45AB-B30F-EA2B21BF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F6BFD-A13D-4CE0-8C0D-83F46E1D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150BF-18F4-46BD-A6BC-7C95D49C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E5CD4-34CD-429C-AB3F-992830C3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E881F-B46F-4300-B3FB-D9C298D6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065E3-BC24-4907-A237-132B5510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7A916-EAEC-42A9-9C9C-8F51DAA4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A1C84-3C2E-42E6-9390-93505203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0C332-1D22-48E0-AB0F-88AA0E5B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AB87B-F210-4C16-8101-60B8CFD0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08F69-E702-4D89-A322-A75B76AE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AD1A3-A869-4F58-862A-7D389443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1821584787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1B75B-1DFE-45F7-A913-F5FA63AF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0F778-1FF3-47FA-B7D7-444DEFD1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04EC1-5665-4BF9-9AFD-E243E3F4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A29CB-899C-4FE8-AF00-E86102DF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2EC5D-094E-4A60-A3A2-70364B24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9A2B2-CD2B-4B3D-8E4D-C69BEC7A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980D0-132F-41C0-9897-777D58CB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B0C9-7E30-479A-89F9-FDEBE93B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41719-76BC-492B-9E24-7FB609D8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5A808-D34A-4ED1-948F-620DC80E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EBA1F-4327-4116-8004-4D8874B1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944DC-0485-44DD-816B-AE0DC53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FD1A8-C391-45AD-86C5-98C3A33D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D56AE-6448-4BEB-B59C-3C7F722A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49436-8455-4360-B075-3BAC0347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86DB4-BAD7-4B30-AE36-0EFB86A3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7AD98-2E7A-4013-991A-CD647BFB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75198-8185-4762-B203-FE6FF33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44B4C-C99B-40CD-B990-4CDE29EB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348C6-EAD5-4BEC-9AB2-BDC6C2B0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4DDAF-AD22-4542-93BA-99BF24F6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03F76-D2FF-4171-ABCD-5AFCBB40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252324872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A9437-81C3-48E5-A22A-C17ABC4D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6BFC9-0343-4D54-A6C5-915ABCC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3C454-F70F-4751-96AA-BE5AF62E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05F2F-46BC-4CC3-B760-36E45486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AD372-0E62-4C7B-80B1-5CD20B0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FAA14-4089-4E73-BC52-A3BB58A0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671E4-8AFE-457B-8249-277BA4F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42BF2-DE50-416C-B65F-A535353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28868-0B2E-4B30-B732-9DBDEE31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23CF6-2986-4759-8312-14FAE5AF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C46D8-F3A4-4511-8E01-8FFA513F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DF23A-725F-41D0-A896-E8C7168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08A8E-FF7D-4B15-9253-75CAA41F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7D0C2-C413-41E7-9C90-EDF63FD7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9A08A-17BF-4D31-89F3-8CE7684D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63495-FE33-4307-A1D9-02CFE628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5E26F-C932-4E8A-9860-1A02E034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BEA28-7DE2-4FE0-AAB3-47D75E9E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2955A-D6E1-4A5F-B2CE-BB6E4166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FCAAB-5A20-44A1-95D5-730A98A0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FD07E-E7CC-427A-9F3C-AC0C9198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88D1D-0ECA-46FD-BB9A-4B58CFFD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540246407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73638-D105-4FEC-A3BD-45725F68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2EADB-170B-4328-B60B-C7A286A8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9AA86-E8BD-44A1-9D48-4F62630C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F7236-557B-4503-BE71-6C97C87B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01B15-4C61-4616-8C6E-CC04916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B4130-C3AC-4AF5-9C81-F47847CF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6A788-797F-4790-9EA0-754E7F8B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2A5A0-E94D-4267-A426-78D06342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17485-8FE6-4533-B88E-5BD66E28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1B9F9-6986-428C-9150-1960C3DE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2524F-DAB9-4643-B863-D37D565B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7F476-0942-4DBF-9C79-48F5B435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2D3E3-B9A5-4C50-B829-8AE92682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09B75-A4A3-460C-AD47-77AA7DC3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8D17F-4DE7-41B1-9CBF-D037E54E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9FD29-74E0-46EE-96F2-B6F9D809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467A4-EF1F-4E69-8EDB-888065E6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F4519-983E-416C-88CA-310F3728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ECA8C-D50C-463F-9AE3-676D7354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787C0-6F9C-4C28-98E4-361A211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67218-17E9-4FB2-BCA0-542212E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AA608-C211-49D1-8042-4525ACBF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전체 9개</a:t>
            </a:r>
          </a:p>
        </p:txBody>
      </p:sp>
    </p:spTree>
    <p:extLst>
      <p:ext uri="{BB962C8B-B14F-4D97-AF65-F5344CB8AC3E}">
        <p14:creationId xmlns:p14="http://schemas.microsoft.com/office/powerpoint/2010/main" val="1906923452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BB917-29B4-4100-865E-FFEEB887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B5C9D-6171-449C-9D1E-66EF57F1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6C23E-1F12-4DF7-B967-C50A304F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EF6BB-93F6-412F-856E-0FE50D91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99A04-4269-498E-8A96-D8E1B8EE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25DA0-5109-49A7-89A1-A7E347E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AC2F2-F7C4-4B68-AE23-4821CF20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8013F-285B-42CD-A6DF-2AE26388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2B72B-5F1D-49A3-AEBC-98DC578E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ECE6E-725C-4D55-931F-C46A21A4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23BE6-ADE8-48AF-8AEE-B1356364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77CF3-99F8-481E-83F6-4AED1AA7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236D5-D1BE-4613-9C3D-F1105410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60311-ED3E-4C17-91C8-DC19040F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D78E5-184A-4E48-8C6E-D6B89973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DC2EF-46FA-44AF-B5F9-BEE83E9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B22AE-0DB8-4AA2-9974-7252A562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71E85-802F-49CA-BDE1-639D2644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3E562-92F8-474F-BBEA-760BEEB8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CCBE6-67C7-4E2E-B589-ADA3E234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061CA-5BA3-4803-9155-D3A4AA33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C2C7A-8AE1-48F3-A80B-FFB092B7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181301942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3BD4E8-2A29-4A34-8DCC-D8E3EB4E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D7820-BEAD-4185-B88A-7D13EA55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네 화면은 실행보다 복구 경로를 확인하기 위한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C4C79-413A-4DB1-9B09-D935817A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739F2-319A-4C54-BC69-AB0C825A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D6A5F-EBA2-472C-B7A7-19FCABB7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D03B8-BC62-40B9-A357-475D89DE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8C2C8-FACD-45B0-A3F4-D00FEEDA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실행기 → interpreter → Agent 수정 → 같은 repo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89B9A-6434-485C-96E6-F9261DB6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B4A5B-AEB6-41C5-B1C3-07B5774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88382-B58D-48D9-BDBC-301760E6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kernel을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E4709-1D57-4952-B697-F5071B97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All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CA12B-A3B5-42C8-9485-292CEB20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16A99-B149-4F67-82B4-B36F8804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F3F40-F586-4566-AE0E-64547E9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D65EA-AB60-4872-B74D-34504D83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 Python 맞추기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97AB9-0DB7-460B-90CA-C11215E4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0F605-3CE5-4E44-B1CF-57084F68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C0E73-8DFE-45D8-A65C-A9525C16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3847B-0B18-4BE0-8716-B6957CE7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E29E9-78C2-4D7A-8DF8-7FAB982F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spec으로 한 경계만 수정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AC0AE-D4DA-42FA-AC15-F323A230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제한된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46EB8-2398-496F-8A84-0400E0B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B7B7F-95F2-44CA-B78F-22401F52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CAD89-DFBE-4B3E-9F61-9375AA30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A8533C-88F9-448D-A84B-245F1DB7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Agent로 실패 조건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5FBA75-BA6F-49CF-BCCC-F3961605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test 재실행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DC853-C1CF-4F6A-B642-1BC5630B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5142969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E8F7B-6CE2-4BB4-A3F5-2196A57C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90B1D-F9CA-4063-A893-DCA7B0B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93A56-6AD8-4909-B420-F9F3BA58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11067-1A89-4C4B-A4CC-EA5687B0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03055-4437-41A7-8093-6822463A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A6F41-B2EC-4804-ADDB-B59F5877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90CAF-003C-4DCA-97AF-2A3C67F9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500DC-E29D-4A84-91DE-9187CA0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CB3B7-E416-4368-B2EE-E54FAB7F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JupyterLab·Notebook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768D8-3654-4D97-BF0E-0670730F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593A9-E45C-40CA-BC4C-B684F83F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extension과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E96E3-B170-4716-97EA-17ED6BB1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2ADEE-D2A6-4362-88B5-15D05C5C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가상환경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7550B-8503-4D51-B05E-392E1A4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B5CC9-3808-4209-AE1B-61285313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0FCA5-EFC4-4264-8F92-9E543C8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db3043f484ff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6BC5E-D4C0-4E3D-B49E-6AE38698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808748344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D46DF-C9B8-47F2-BEB8-56DA0750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B7B02-BADE-412A-BE2D-D36FA26E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60C27-D48E-4148-A961-4B8CE28A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22B23-E67F-4B09-885C-2A7E1800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A4F15-C4A6-4612-82B7-F1800C2E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0B660-C527-4271-83E8-2E888B55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27F38-8BF7-421B-B0CD-10094F4A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CB99C-EFFF-43F8-B652-2D9E7B96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02782-CC9E-45EB-AAFF-73D5BB11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6AA22-36A3-46DC-8121-5AE8FF0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07125-D008-46E5-85C6-C1572201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EED79-C635-431A-BB7B-06C8F50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82891-C2B8-46F3-A709-4BC8CD8E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Python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07DE0-587B-4600-9C03-8D8D6E6A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B24E0-8934-48F9-859C-7A66C538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EC93B-22E2-41BA-9CC1-27DDC0C4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27a0090c947a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9141A-0E2F-457E-BAF2-011935B8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1293907382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A2F34-48EC-4276-9EF8-8EA1EE8E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4B6FA-919B-4948-A265-455DFC53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79E2F-2340-4F53-8AD7-EEBE6BA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274CB-8960-4FE5-94ED-8A964133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0C780-7748-44DE-A86B-26E97A77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9FEF4-F966-4729-B15C-3702581F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ECCF2-65F7-4BF0-9910-A3A6E2CF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DABEE-0D2C-4A4B-802F-7EF89A24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71135-2883-4753-8ABD-B5E92D7A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 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0AF2A-0B22-4D23-8B7B-2773C1DB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2E249-C456-478E-B167-C676DDBF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명령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C511C-C3A9-44A4-920B-439AA37B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D013B-7857-4AC0-831A-F084A826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결과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4C1DA-C242-41B2-AD02-63C2F245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C1868-DD81-42F4-BE25-BF1206A4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89495-F868-4F17-BD75-739C9EDD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40d2d136d4fcc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1CA59-1C1D-4318-B5B6-ADA96B20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055209607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49C24-E88F-4BA3-8799-B32C2409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910BD-8BB7-43E8-B576-50FF53FC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EE268-F256-4177-AD73-03E4F74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CF8C0-09D8-4FD4-8014-DD98A1AD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4368C-B83F-4199-A2ED-E035A280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5DAB9-7AEA-4776-A4A6-89BF419B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BC997-5DE0-4299-8D8E-3D68F5B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C0913-0143-457A-A162-1601836D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DAE46-3FFA-4C43-A33F-721D3077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폴더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C7F4F-8666-4238-8F05-0C65C0C7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D0640-B704-42F0-8ADE-E27D6585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전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62B41-2F81-44E1-9BFD-C41BCB79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D4642-83D9-404F-8F1E-3CE6E34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후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8DB7B-A315-47EA-8489-74EC97CC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2B7CE-71BC-4B23-835D-66916227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A0D5B-CA68-4423-BC8A-8BC169B2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2285ae6f4416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A1F3D-F942-4C0C-B8A5-BA6E6D80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635246508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C7D83-786A-4EBD-AD0E-BB126FC9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FBC55-C5BA-42A6-94BC-2236A253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D299D-325B-4C78-9C6E-6A896DC3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6AD51-6D1D-48DD-A000-CEA75D33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4640F-694F-4179-B8BA-6D2B7F6C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CB216-46BC-46FD-AA95-393D67EC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A8406-42AB-4EB8-832B-718B5774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1B2DA-08F4-42E7-8E7D-F6A0F7FE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93B0A-EA4B-4C29-AF8D-17C19BBC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A4D02-5264-49B4-86C9-61BB7DEC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E500B-A97A-4AB1-9DA6-FABCF691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파일명만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02473-5098-4474-B7D9-C8E1B433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B2DEC-0277-4946-ADD8-D8B75939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unknown도 정상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80179-6B37-463A-8C1E-537135C6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B802C-1B0A-4D84-835C-45E9116C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model로 교체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C889C-7873-447B-8F73-AB86D5A4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C211F-D951-4395-8EF6-2459E900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E9C87-ACD0-4424-88DF-2EF8B003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414718470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F40B7-0E38-4217-809D-1B36D77A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EB6FB-5C92-46E5-A0A3-A1173B5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5561A-E2DF-4560-B624-2DF69335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6D5EB-856C-4EED-B976-B87B5B03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47DE5-D7FE-44D6-8099-6962D27A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E738F-35E2-452A-91F7-14EFB28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0D5BD-6D5A-4F21-8328-A7F4FFFB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2D81D-C26F-431E-9D34-2DAF4EA7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5045A-D764-422C-B58A-2B79E67F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CB567-8400-4D61-8FE8-7014F3EE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ED2DD-011D-4C65-98D3-F4C7DEB1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1E6EC-E1C8-4FC2-B557-8C237FAA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349CA-E5B9-4298-B01A-0CCEAD4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31D4C-A313-47B1-94A1-288918A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02547-470D-4965-AC32-63755334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반환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A4556-FA6D-4DBC-8A66-FA87F240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9884B-26C3-4917-9BDF-EEB0B040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B718F-8F7C-4396-A2F0-330A8A7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82513011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1BFBD-181C-4907-963E-CD3544F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062D4-961E-406C-ADF6-868EDE44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015C1-D2B0-49C9-A059-1299DF60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F7B4F-2BED-4045-9475-65A451BC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5BB81-98C4-4C01-AF9F-BDD65F0B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BCC25-369B-4E0C-91B5-732C4119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3F5E6-8FB1-4209-9F02-1F5B3792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E8765-58BD-4249-834B-8F4A308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99B43-7177-490C-BF60-51CBF3D5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목적에 필요한 형식만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1CCF9-06F3-4849-B51A-CE41DDC3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32847-707C-4141-9AF9-B5937E53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6B005-0830-445F-AADF-B1E1C1C0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E1A98-558A-48C1-8205-FC55F317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034D0-6104-4010-9D75-A3BA34DD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46C0D-B890-43B4-BD26-3BC2DC49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POLICY_BLOCKED로 매핑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8E12D-3823-4BFD-9C56-5C2C2B23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60E01-5184-43AC-B677-A7E877AA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E2BE3-E9DE-468D-B25D-CF57BA08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80611373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E3D6A-50FB-4865-8EED-F99178C3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BB651-03F8-4718-81E9-DFDF1E39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61637-8956-4148-9A95-C30AF56A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361FB-44CC-46C7-99E2-6768AA0D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A9845-9C6E-497F-ABCC-456E522E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EA6A-13A4-4EDC-86A0-DEBC8F6F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0E9FD-64BC-4802-B246-9BB18676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8A059-E44E-41DB-BDCB-AA4462C9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50A64-EB75-4E7D-A624-C199D23D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D808F-5F2A-4376-A07F-6E393188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9AC32-D402-46FF-AFE1-736F876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성공·실패 정책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CF29C-9973-4F0C-B845-E563CB56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91BB4-6B30-4401-A910-907ACE9F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cached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B66A6-EE34-4726-812D-7E9A0F5E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03CBF-9F7D-4EED-A71F-03E6D844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쓰기에는 영속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EAD48-8C78-4FE4-A96A-484006AF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0A072-5C85-4791-A6B9-AE8B0FD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206CF-4572-4E42-8292-E814C6A3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700154702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BCF4F-129F-4A94-AF96-1479941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D7312-D954-4DF7-87BF-14514DCA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4FC4E-1FE3-41A2-B990-1A98F89C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5F9FF-C5A8-427E-A2D3-D3E70BA4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FCDC9-7658-4235-8E42-7AF05471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12205-2FBF-4240-8151-E4FC3D6F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5C1F2-E933-4489-95C7-57802039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C5454-D96F-47D6-AD1A-9C61E39F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17373-24BA-4B3A-9753-A4B57DC5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55DFC-358C-4DEE-9C0C-E93190D4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5D4F2-0A53-471C-A2D3-9540E9E9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F09CE-A41E-4355-BE93-53A3A35D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D6F5C-B989-4772-9DA6-423530A7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2CF00-10EC-40A2-A6D1-B052FAB3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0F3A0-DFD6-4B21-9452-AD1FA8D0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 여부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0ED66-AFE0-4D9E-BFB6-6885A74A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1A734-65C5-4E23-85B0-F5BB4D41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92178-7F0A-4C23-B3E6-9AF2540B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5956958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697CB-05B2-4592-A3FC-3A3FA48F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E8A90-CC9D-430D-B543-0B445970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9541E-F186-42C5-9D60-F9919F6B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AA1BF-297F-45C4-9384-8E55C2F8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F8C1C-6EE7-4286-8827-7715660B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EE72C-7F8C-4247-BA06-A486DA60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89EE7-7FB1-4790-99A3-74149D9D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F3AA7-0E37-4CDC-8D95-3C913946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284C8-2EB7-47E2-B6AF-DA23877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E4A63-A1F1-4A13-878E-F31237D5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DB772-C047-48FB-9CA7-0D7F9C74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7C021-55C0-4683-B87D-F21196D9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31509-4CAF-49D5-A098-7BC7A0EC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671A0-5EB2-4FBD-90E8-15E51669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480D6-29B0-43C4-9DB6-894CC7D6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Kernel을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C3400-5C9F-4711-9D40-E0EAD32D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C08FD-1EC2-4438-A058-5A148B63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747A7-DC28-4EB7-82C9-59F3A00E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21822-5482-407C-A09D-6AE9B318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A7ABE-0FF3-4EF2-97C9-70E0A28B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422A0-BD2C-43DF-9A48-ECFE6D4F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실패 셀에서 멈추고 원인을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E9429-6843-4D23-A9A8-BBE84767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E8816-7BA5-476D-B985-44F6550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FD0BF-1E5E-430E-8E35-9C7C8C4C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406719738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6BEA7-DAC3-4E2C-BB1F-8DE79E41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76B23-F818-41CB-9A62-82E669D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73538-A327-4BB2-8D44-1F0E024C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85988-F34A-4BC6-9E0D-92D0D6E7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EC54A-FF91-4676-B5FB-48405AC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A9890-4FE3-4A0F-B292-E7E9C86B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B9DB2-79A4-464F-BF06-178EFD18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0342B-B9F4-47A7-BA90-98262247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EAA0E-5F74-4500-9DBF-D934AA1A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7885F-53A9-452F-814A-68F04316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01498-8B86-413C-BE91-35140137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5E4D8-E0F4-4462-AF35-2CAF37EC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993E9-113E-4E21-9A6F-1519386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E3335-DC3C-4A7B-A452-9FD39B60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8A43D-6AF2-41CF-AC11-599F9CE9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1592D-92E2-4D4F-B7D1-DBBA56F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0963E-F952-44E7-8C6C-86EC3695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D7A78-5B60-450D-9F0E-6F3536D2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 ok와 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53001-5801-4103-8D0C-439E75D1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8F942-36D3-407A-B0FF-24359B29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250D0-B31C-42BA-AF10-C038229E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글자 수와 경로를 검증한다.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60C88-2A48-4A8F-A329-5B5C3831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C6CB8-E4FB-45E1-A693-D7C18A53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1FD3F-30FB-45F9-827E-B1B53C63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380625285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44615-864B-4A7E-B098-E04ECBBC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AC662-2212-4439-A41A-6DE12009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272C1-E045-4BC1-BA88-55CF84ED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E552A-D416-4A2E-AA9B-FAD7F141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39DE6-148E-4982-82D1-7E234FB7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2B529-5540-4086-876F-AF6B56D5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3ADFB-DF38-45E5-A2B7-F282FF75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4F0B1-6258-4858-9BBC-D10970E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267D9-DBB6-4B2F-85C2-49B2F19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6E556-57FA-4644-A7CF-515F1D72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BF7D6-A602-4AC9-AE19-A16B7D65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7C89E-9439-4282-A448-3219A5AD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3A32D-F123-41DD-8F34-DF4D8D61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16C80-EAA2-4FDF-A89A-CDE57748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9BA01-29D2-4898-B9A9-9D724F56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63346-8DD3-4016-8C51-0B8E4AF4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53BA5-773A-49A5-8477-07A036E3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4BEF9-CBFC-4758-8128-AB3C1F45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경로를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29608-223C-4685-8F53-FB6313F8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BE2FA-02E2-4D52-A2BD-228A66FA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BD986-0C6F-47AD-978E-EABDC499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호출을 두 번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676BF-EE9A-4174-9877-64C5822E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AA4C9-0F2C-4393-BDF8-0314E28C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17B32-ECA4-4C0C-AB00-5B442FB1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1867989186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DC62C-6DD1-45E3-9EAE-F2AEFF7B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E2DF1-E137-4546-9DA1-A0C105DB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pytest 9개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B851F-6B3A-49CB-B131-A51D1F0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8A5A8-58A6-44C3-A9A5-6769F80D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23C31-7324-4EFB-BB71-9559C5CD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D1D1C-CAC4-4499-97EE-26E53DB7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F29E8-EBF7-4C26-9C06-9CB0FC9C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A3234-295E-437D-9E1B-426B5998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CD1EA-6A5F-4382-BA75-D2B66EA0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C72CD-02B7-4510-864F-2D957B0D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239E1-261C-4D25-A452-BCA8E664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FEA5C-E8BD-424C-B4D3-F7B581BE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2EC6D-91BE-46E5-BAC3-43F103CC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C96B5-8281-48D6-AB85-49984994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A4ADF-C2FB-4D71-BABC-2726D09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pytest -q를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D78E8-52D1-4DBB-9715-337502B3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8672F-E3C6-45C7-92B1-8CC8C5A7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C0E9A-71DC-4587-8761-DC66C22A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시 첫 오류만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B4EE1-D8EB-471B-8A64-F0A14C6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D50EC-8EFC-49E3-B6C4-8AC04724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6E54A-290F-4EFC-B9B1-59E4969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9 passed 화면을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E56B3-2D4D-474A-8E47-CD2B3BD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F28CA-59D3-48DD-B8BC-FA9B39D2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FED866-B821-45C4-870F-753AFC23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9 passed</a:t>
            </a:r>
          </a:p>
        </p:txBody>
      </p:sp>
    </p:spTree>
    <p:extLst>
      <p:ext uri="{BB962C8B-B14F-4D97-AF65-F5344CB8AC3E}">
        <p14:creationId xmlns:p14="http://schemas.microsoft.com/office/powerpoint/2010/main" val="662576828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106A1-9824-4036-A4A5-D015290F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2AF57-41D4-462F-A786-30539EB3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B86A2-7C41-4103-ADFE-8F4B96CD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58614-6AB2-4BA1-B1B6-9467AFFD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6B541-B418-4021-B534-9D1B1C90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E51CD-D627-4B91-A8D7-30E151DB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15732-A240-4FF6-ABC2-511CAB2D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C7C20-3369-47A2-AC4E-F2C88C5F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AC6EE-48DC-433D-942F-55DD59B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A1EBF-7AEC-4967-B216-206784C6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E597C-2C00-4369-BAE7-A996F330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FCF4D-A79A-4291-A9CA-4B6370C1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687AB-07D6-4618-8E34-0FDDF5A5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09918-4A2E-49C6-BB13-227608F8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7F088-7C5D-4F66-A261-244F78C2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FCAF4-3925-44B0-97AB-7D7146F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3FF26-96FB-494D-9BBD-A83C0AF6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F7ABB-5F2E-4148-9C3E-67EBE9D8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FC0EE-6822-4411-B961-86687570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68EA2-6017-4311-A41B-F04B8396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04643-640B-4536-8507-FA7A5317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2ACFC-06EF-47F9-8891-EBF1A586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20D49-AF6C-4EBE-857F-E085B00C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3984E-1DC1-4F5D-AF06-92DD54EA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EE1BB-74E8-4206-88D2-7DF57D62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406333599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6BFFA6-0F9B-4B90-B836-E750C276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E3066-AA8B-49C6-9D92-70C8C82F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9BA27-D852-40E3-B0FA-36743F30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D9DE1-3B85-4C43-88AE-C0F0EDF1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4915F-AF55-4869-A32A-2EB08734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388AA-EBBF-4EF8-8B71-DE6ACEBD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CD98D-87E8-46C3-940C-09D958D1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C54F4-B247-4420-B20E-A8C3E382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22C9C-3A72-4214-A166-8807A22F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40649-42AE-413F-BAFF-BBB6221E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63BA0-9E6E-4616-9419-517C0F08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272B6-0A89-4296-8394-675F868E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5110F-DA80-400A-AD1B-9E69602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2A4C7-1D82-47C0-AF09-A272361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6F6CE-B68A-4953-8B80-067785C8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50CA4-6DA9-4F3C-85C3-61E6642C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7AB2A-D29D-454F-9913-E8C3D057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468D8-0692-4702-9289-4257CBDB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DC1F7-AB64-4CD0-926D-D245541C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CC20D-0A16-45F2-A237-168730E3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323F9-239F-4A7D-9656-ED02A13B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38259-CDC9-4DF7-876D-B886D89C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353CA-ACE3-44A5-B9CD-35054135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EB745-FA9F-467E-83FF-A2D32BE9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9F08B-138F-45FC-BD48-DE281136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19678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A5F52-5387-4A46-B884-A76BC9A6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318A2-DC88-4D0F-959E-08C49B93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CCFF3-E354-430A-A23C-BF059D06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A6680-46AF-4DDD-960C-B2427946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F7B83-D711-4F5D-90AF-5EAFB13A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D10FD-8839-4368-B4E8-2AFE1485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D8005-6B5D-45B3-BDA7-8614FF8A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DC2AC-4FB4-4538-A7FE-1EB0AA5E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D488A-7AC3-41CC-A8D1-FBCFE935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4D61E-526C-431B-8B2B-4246231B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CCCF3-09B9-4DB8-8394-ED73A640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9F2DE-C346-44A3-A63E-24BA5C8D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EF61C-DE21-4C45-8DF4-1E6E8BA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4EE8D-3EFB-4D56-A914-846C8FB7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A3DC2-912A-4F7D-AC9E-BA5501F1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1E8EC-1DB1-4247-B5DE-65FA66EC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B3851-F032-41AC-9A77-79BAD22E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CAE32-60FE-4E21-9832-7A2A9FA3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5C5B4-2D4D-4A23-B7A9-7DF50B27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FF85C-8B71-47C9-8793-31FB942C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56AE1-BF9C-4996-BD16-40AF04A9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87A96-60C6-4056-B3AA-88879A74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6AD75-0980-462B-8F7E-EA7ABEAB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8D133-74A2-4A6E-983B-EFF2AB88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C280D-C01A-4495-B522-86868320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111129917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1115E-989C-45E0-A4EA-4F55D059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B8AE7-5DE7-4749-8A24-FF91CEC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2EE1B-BAB2-4BD2-B306-E49BDCD1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14340-453C-4F09-B87C-052F2A5F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FEEB4-F8A8-4779-9CAE-781E9C7E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CBDCC-4E92-42FC-9D54-237130FD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1CE1F-16D4-4FD1-923A-14649279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04F5E-A2A9-4ADE-9A39-82A77A98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64FB4-8C90-46E1-90FC-404899FC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886FB-7A4A-4B81-8210-32A0290C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EDB65-9C0A-491A-A771-79ACA3AA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EA579-BFE2-4C34-A57F-CE387206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03451-FEAF-4AE9-90E6-F563DEF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A58C0-4DE3-4F2F-AA8E-AD8E5A04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99DEC-2D70-481F-8BE6-96D163C6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EECB5-9BF6-462C-9CF7-4E9CD6C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69BE9-91E3-4B51-A853-2C6FCA0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C890D-575D-4807-B27D-666654DE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F1FBC-0756-43A4-9A02-2D5CC075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74BAA-4DC4-456B-AAD2-A63E5C5B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32429-3B17-4BEB-9223-0769981C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50251-1B5D-467F-8848-7A420F2F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8E30D-0F04-4F3F-A494-26E04983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F32550-FCA7-40E6-B38D-FA6CD3BD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069DB-D9F3-4368-9A6C-29553A8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1710401734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608B8-1F44-4FDF-A552-AC92B8C3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906FF-6C3A-4FD4-96A8-0F338398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5 · 14:00 점심 전 실행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ADEC7-8675-4E65-B531-69C2B56A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9732C-EB1A-4C74-85C4-E4AE5946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265FB-9773-4D7F-B115-51D90602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EEC54-B1DE-49EF-8683-9EF87EF2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62915-54FB-490C-A9B1-7506AE1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지금부터 점심시간입니다. 14:55까지 돌아오면 15:00에 Local LLM 연결부터 바로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E7B7D-EFED-4B08-B353-7A49E8AA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A9591-4E4D-4FFE-A8D5-EE1BA02B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8A797-4EF3-4BA2-898F-933ED457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Run All 결과가 남았는가?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93253-5B6F-4D55-BB52-25DEA4F1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157E3-6FC7-48EF-B285-F7A9B693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26093-4D48-46F8-BDC1-DCFD2CF0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9개 통과 화면이 남았는가?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0EC4C-5029-445F-8B19-D63C2A59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A81D3-5698-4A49-B891-93DD1E59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C77FA-4282-46A1-80B6-A10E7B7E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commit diff에서 바뀐 경계를 한 문장으로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350976359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23C00-378B-497D-828D-A51951C2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A9E73-A29B-4914-B41C-0869F195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590BD-EC6E-4C0B-9528-773A316F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 실습의 핵심은 교체 가능한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1B397-AA07-41EF-A5C9-C6481344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Ollama·LM Studio·Jan을 선택지로 두고 provider가 달라도 같은 계약을 유지한다.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0A75B-C2A3-4081-9F8F-76AB021C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A4C2B-56DC-464C-8951-DF71F481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Ollama가 없어도 fixture로 계속되고, provider가 바뀌어도 나머지 코드는 남아야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ED9DB-FEB3-45FD-A671-92C1E352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19C57-100A-4631-A1AB-58E17BBC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공통 provider result · structured output · fallback</a:t>
            </a:r>
          </a:p>
        </p:txBody>
      </p:sp>
    </p:spTree>
    <p:extLst>
      <p:ext uri="{BB962C8B-B14F-4D97-AF65-F5344CB8AC3E}">
        <p14:creationId xmlns:p14="http://schemas.microsoft.com/office/powerpoint/2010/main" val="310089805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EF0C7-436E-4611-B9CC-99FFA65A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408DB-3336-4373-B2DE-336DF495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프로그램이 달라도 generate 계약은 하나로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2C9D5-997E-490E-87BB-BA33A28C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AEDC5-4F97-469A-BA95-83794D95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62868-CBFC-4F22-B189-99A083EB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3D60E-F143-48E6-919B-7CF38362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C24C9-1C2B-4C05-B8B3-673DDB92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특정 모델과 프로그램이 사라져도 이 실습의 핵심 계약은 그대로 실행되는가?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AEA85-7EAB-433E-B086-A1DE8562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C306C-3C0F-4092-BC29-8AA6FF17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D6652-2477-4710-8F57-E681EF4A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PC 사양과 UI 선호로 provider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D23F3-D651-4BC1-9A43-AEF66D18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497AF-074F-4756-BF9E-A7B613CD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BE8A9-43A7-4103-A4DB-8E0917ED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health와 base URL을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5F5DB-8FAC-459D-9344-92BA50B0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4C189-D63D-4F13-8864-4DF557FC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0F620-6AAF-4ADC-97EB-3B71002C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adapter가 요청·응답 차이를 흡수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7261B-CE9B-44A7-B9C0-CB221CFD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24206-EEB1-4468-8264-E85CDFA1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2B56A-E18F-49E1-B014-E400263C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schema를 순서대로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CD03D-38C4-42D2-9F9D-E1ADBC21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7DB54-5F1E-4A98-997A-D79A403B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2A675-8BEC-4F6D-A7C6-94ACC396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 시 fixture로 계속 진행</a:t>
            </a:r>
          </a:p>
        </p:txBody>
      </p:sp>
    </p:spTree>
    <p:extLst>
      <p:ext uri="{BB962C8B-B14F-4D97-AF65-F5344CB8AC3E}">
        <p14:creationId xmlns:p14="http://schemas.microsoft.com/office/powerpoint/2010/main" val="599882690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6E31A-1C9A-4EB2-AA93-58A37D29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A6080-6EE9-423E-8574-B4C4132E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모델을 교체하기 위한 네 가지 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9C400-11BA-4356-9C9C-A7BF502F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2015E-8160-48D0-9677-960D3820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E57E5-A824-4F4F-9417-474E344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AEBAF-8DCA-41A4-908F-BC2C1013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3D616-DED9-42DF-A0BE-E7D085F3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55EB3-46DD-49AD-BFA7-44C7E170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66937-899C-4A89-BA6F-3E82C34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8466F-7168-4D38-BB98-539FA8EA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B917B-9AB3-4CFD-93FC-50EB38C5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on My Computer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A35A6-42B8-490F-B36B-E4BD43FA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API가 아니라 내 PC에서 실행되는 언어 모델이다.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E8B38-465C-4E66-955D-10990DFC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Ollama에서 qwen3 계열 작은 모델을 실행한다.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59C23-80AC-42D1-832A-B6D23762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04F7E-1F2F-42E8-8B18-59119B27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BF4C7-E8A7-40C2-819A-304CADE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Access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4243E-127C-4C23-B63E-ABAB4C14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OpenAI·Anthropic·Ollama처럼 모델을 호출하는 서비스 또는 실행 방식이다.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DCAC2-C01C-4F6E-AA16-F209800F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provider와 fixture provider를 같은 인터페이스로 부릅니다.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F6EAC-515D-42DF-A04F-F1C97788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87E4F-2352-4D0A-BBA6-C2CF4E97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Common Interface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7CA77-29F7-404A-A55E-7C67E905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서로 다른 Provider 호출 방식을 하나의 공통 함수로 감싸는 계층이다.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C25E4-FFF7-4BB1-A980-3980A90A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 함수 뒤에 Ollama·LM Studio·fixture를 숨깁니다.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65AA07-B386-4DD5-8682-04BAEC4E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1ABD4-5789-4BBF-A822-D5C9924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21A9E-6FB8-4D7E-99F7-F7D83C02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Alternative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95E21-D080-4CAC-97BC-5914D301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주 경로가 실패했을 때 학습이나 업무를 계속할 대체 경로이다.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3A17AC-B690-4D28-9F74-BE99097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LLM이 없으면 고정 JSON fixture로 Schema·Graph 실습을 계속한다.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463BDE-B806-4AD2-9BF6-10F52FA0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2524938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F19DE-2439-443E-855B-5649F501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목표는 “모델 설치 성공”이 아니다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C786F-E1F5-4370-9E9A-FD937BF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70C00-EE0D-47B9-9EA2-50C4D877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30401-2394-40B2-BB69-D9EB0FC1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B1581-1B36-4CEF-9174-AAC1591F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1E77C-8239-4B32-8EFB-E8E11B8C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E1C9F-B583-4327-8041-F958E01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provider가 없어도 mock·fixture로 adapter 계약과 예외 처리를 완성한다.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eb8e59fb349ca">
            <a:extLst>
              <a:ext uri="{96DAC541-7B7A-43D3-8B79-37D633B846F1}">
                <asvg:svgBlip xmlns:asvg="http://schemas.microsoft.com/office/drawing/2016/SVG/main" r:embed="R67c811126c894e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0ED34-BC61-42E0-B7E7-1953B3E3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97372-7F2E-4F62-9A93-72292B14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mandatory: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63BB8-16C6-48B9-AE55-C1EC4C53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E7E64-D5E8-456E-BE9B-80296C3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optional: local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5589A-1D61-42F3-B781-93E9377D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BE106-94E3-472C-A199-CD628B01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score penalty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48144-156D-46A8-8711-B63ABA90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35EAD-53CE-48CB-B841-5BA30CD1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무료는 비용 0원이 아니라 선택권이 남아 있는 구조다.</a:t>
            </a:r>
          </a:p>
        </p:txBody>
      </p:sp>
    </p:spTree>
    <p:extLst>
      <p:ext uri="{BB962C8B-B14F-4D97-AF65-F5344CB8AC3E}">
        <p14:creationId xmlns:p14="http://schemas.microsoft.com/office/powerpoint/2010/main" val="31223468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6B682-6FD4-4B21-9E1E-DF4BE50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CLI와 localhost API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3EEEB-67CB-41C1-88A2-6953A554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D0125-8740-4F3F-9918-642DD48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EEA50-C782-4A88-AAF5-1FD7720A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B9943-AC50-41F5-AF0C-6C8A4FF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93C59-0657-4FC1-A835-AD09F36D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pull·serve·generate를 간단한 로컬 흐름으로 제공한다.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1EB5A-93A2-4135-A844-C056318C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E09A4-9E61-4739-A03B-B2EB2195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pull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49648-EBBB-4246-AC60-7BA78E88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4AD52-4C4D-4FB6-ABE8-03B4CD25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localhost:11434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2A203-B508-44CB-854D-C7F71EF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9F2D7-A489-4E90-96B7-65EED8A1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778799287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C119B-9194-4B0A-BB8F-C572A2E7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Studio는 GUI와 OpenAI-compatible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8C5AA-2BA2-4075-AC0F-E31BF80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AE6D8-3977-414F-83C5-7F2A35E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037D4-B53F-4219-9C49-F9BF2F89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F2D5F-E699-44EB-B526-D248DCB7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3E314-E391-4EE8-98B1-2454BB9F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0748F-1840-4062-A4C0-2EBACEE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관리와 local server를 화면으로 다루기 쉬운 대안이다.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E2A9E-E56D-4326-AC22-7E12B18E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7F4B2-CF6E-48A7-AB94-FAC7DC3B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download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25C6C-D045-49BF-9B1C-BC40C22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919B1-877F-454B-934B-7E42FC41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52B18-EBEA-4C9B-8A83-6884C975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624EC-BBA6-4699-9B8C-7288F309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</a:t>
            </a:r>
          </a:p>
        </p:txBody>
      </p:sp>
    </p:spTree>
    <p:extLst>
      <p:ext uri="{BB962C8B-B14F-4D97-AF65-F5344CB8AC3E}">
        <p14:creationId xmlns:p14="http://schemas.microsoft.com/office/powerpoint/2010/main" val="347238517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73744-B148-4595-AAD0-CE18C836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Jan은 desktop local API 대안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A105F-A362-4733-9806-29D58B55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8AE77-08F5-4531-8585-9E981FA9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87B4A-A649-454F-A697-870771DE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FC01F-8466-4788-A72C-852671BC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93D16-8483-4084-9202-559A2564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endpoint를 통해 기존 client를 재사용할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4AFDE-176A-4F34-AD95-93FBB48D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CDA81-2393-466A-BB1A-4D8D3D70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79DCE-2557-4074-ADE2-AB0EEA5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1BC8C-E848-4525-81B3-5B810021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B6994-C78B-4CBF-B2AD-0C8D0B59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64AC9-28FF-433B-B940-410906C9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offline-oriented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4185D-C37B-484B-8ACA-473F194B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0A39B-961A-497D-BC47-A91BC15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adapter가 없으면 모델 교체가 곧 프로젝트 재개발이 된다.</a:t>
            </a:r>
          </a:p>
        </p:txBody>
      </p:sp>
    </p:spTree>
    <p:extLst>
      <p:ext uri="{BB962C8B-B14F-4D97-AF65-F5344CB8AC3E}">
        <p14:creationId xmlns:p14="http://schemas.microsoft.com/office/powerpoint/2010/main" val="521836107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64094-A862-400D-BC13-CC990D54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차이를 감춘다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40A8B-B0F1-46F0-9B6C-5F39370D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D6048-7D08-4196-BE80-BC5F4DCA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7D0A9-74B3-49A7-8B5B-F98F0A58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614E0-2A03-4E32-AFC9-D24EE147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B9B2F-265D-44F9-AF23-A699F65B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D109B-F9EA-435D-9217-5A61EAC4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URL·인증·payload·response를 provider 내부로 모으고 앱에는 공통 result를 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A5793-1D14-4ABF-B617-EE7B7D60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28A68-FDBD-4DB4-BC5C-8DF22628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FDEF5-2DAB-4D0D-A4F9-8888B472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065C4-459B-4936-966E-5F6E9562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success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C660C-B633-4753-B495-FBD54BE3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12D6B-5EC0-4201-A733-E82455D5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1882872054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41004-9A56-4F5D-87CD-52D69ED3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OpenAI-compatible은 완전 동일을 뜻하지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EF1C3-9E09-449B-8C55-9EADB751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697E7-0F5F-4164-8489-7B5A8842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42684-A288-4108-A72B-5AB1785B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8441A-CD5E-4C85-B52D-3F3C9637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16923-F973-4506-8CDF-6AD3917F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name·지원 필드·tool calling·structured output 차이를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76F95-E877-4735-877A-22923B9B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6822D-BC28-40B1-8D9A-150318AD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E6FE4-BEFD-4524-9DFB-34E4C2AB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172C9-77A1-483F-8B98-36F1F62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payload subset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7E7BE-8BC2-436D-AF41-A9458329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882AC-4564-4F7C-B1FD-37058D60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528045792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60704-7EE4-4A65-B88B-69EEC4D5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출력 계약을 더 엄격히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85090-93E1-4410-87EF-8CB61A0D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40392-1457-4D91-A208-C9F4820F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04F02-559D-4C3F-9620-9168E938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AFAAF-610F-4EDA-A428-2FE01E2A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EA990-3B36-48EC-AFB3-4E5477A0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BCD2D-C7F1-423D-B4C0-368ADAD2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parse·schema validate·repair·human review를 별도 단계로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9D5B0-5B20-4675-A452-A14EB7D3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49D6B-A07B-4FA4-AF12-D737C9B3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extract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0250B-E69A-4364-A71C-3A44E55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73C1D-D888-42CA-B054-8388D3D6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97B5D-7264-458F-9B31-82FD6A90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49C06-7369-4CD3-9C18-3E2EF9BB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56716-23E8-4488-B709-FB2EF278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E04D6-7032-4C76-AA65-822F3E28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2E4FE-5E40-4CFC-AC5D-29CEC8F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7556F-AC00-4355-972B-098C8BF2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local LLM은 정답이 아니라 데이터·비용·지연시간 사이의 선택지다.</a:t>
            </a:r>
          </a:p>
        </p:txBody>
      </p:sp>
    </p:spTree>
    <p:extLst>
      <p:ext uri="{BB962C8B-B14F-4D97-AF65-F5344CB8AC3E}">
        <p14:creationId xmlns:p14="http://schemas.microsoft.com/office/powerpoint/2010/main" val="126372817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F8191-C4C1-45D3-90DB-B653DC6F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9E030-E600-4695-80AF-CF845E86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26EF5-562C-4D8F-B5DB-8165CB51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9E68D-69E6-48F3-A209-68D7AC8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B0CC6-9806-4019-B3F2-0C50BA7E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3E5B9-D15D-4F0D-93A6-DC07597D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0B9A2-CAD1-4B09-84D0-FEC25F41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83725-25B0-4976-B21D-4595D538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95872-607D-49AA-9D1D-733E6AA3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CCB4B-249B-425D-A1AA-1EDB0C75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RAM·권한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E796F-65C9-4380-8B76-A65A1462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E0F0C-0C51-46EA-9DD3-A9FB60EF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AE21B-7038-4E45-9346-C86CC36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79186-067E-4F42-9A27-6C65AC10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Ollama·GUI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33F7B-3351-4925-8F13-3B0D0150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8ECE5-0139-4466-906B-4BCA04C3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4318D-844C-4BCD-8DDF-6C24025B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695BC-2267-4018-AB59-02324CA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health·model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3CBC2-ED1F-4B29-B57F-E1776108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FEF9D-0298-4407-8682-05DD0A1F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1AE9D-2C96-4686-8E4C-1620A413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8D40B-8574-412B-8360-9C0F8655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1346246544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74BC9-2FAA-4D26-BADF-1ADF4B14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33B62-36CE-4CFC-BAF5-DD615DB6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A2837-2C60-482B-A81C-B4F36671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58BB7-3AC4-4856-AEB6-622DC1A4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BFEB9-D69E-4305-8C49-6BBC2CE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E7AD4-DE04-45D5-9459-2DC71D13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DF900-CD01-4502-BEDC-BE79EE8E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574AE-C6C8-433C-B9DA-AA0B802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E4848-9EEB-4731-88B5-6E705366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299AF-25B0-4438-9AB7-24699858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배포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DEC69-D754-4804-80EE-764A6FA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D3251-3DC9-469C-9261-114172C5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22A51-7383-44D3-8FDE-D20C9614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1D8E2-E69C-4DF5-96B2-8111D1EF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BA443-D795-448D-BFBB-26BDF85A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B7CD5-95EE-4C9F-807A-C7F457CB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3E6ED-19E6-4CCB-AF54-00D740EF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E366D-A978-4E6A-A09C-9810EB66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911E7-E16D-4332-AE7A-C8FDCE4B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43AC9-D5E7-4C64-B586-BBBA2338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DF27C-A648-4EB3-894F-FF2A46B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38A1E-7ADB-4A62-8AA4-E34F141F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1382875659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7CC95-1B6F-494F-B346-1777D338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CAD56-CFDD-442E-B062-77EBA931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07F14-A669-4AF9-A1C9-2074FAF5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EA308-FC3E-412F-857F-9335441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678E2-0A5A-45A1-9088-8A7268F3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C467C-A0E8-49C4-A091-9E1A3B28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4CACA-D3B6-4C0A-92E8-8B469D7B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27BB4-BD97-4F53-BBB8-AA99A2ED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A8B25-82EB-413A-9868-8C2EE43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418A1-F334-4AA7-9AE4-E656D84C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E259C-0EE6-47F7-844D-8ACEE358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9156B-DD96-46C4-9F35-0ADC153C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7AE15-B7C1-4D73-8F1D-030DFA9C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E4064-30EB-4914-8643-5A80DA63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provider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FB998-EE24-43D2-85DA-F62DAE12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AA5E9-3DEA-4AB4-B09C-7A5858DF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AE2B3-78A1-4528-ABB1-1E257DBE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F3838-F55B-4EF0-B3CE-BC7D82A6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902BD-4926-43C5-9A75-C775F70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826E9-8EAC-4A91-A19D-7EFBC703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FEFB2-AF94-44A7-A707-FCB9E26C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CE0F4-A019-48AB-BCB2-5CF22ECF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954699380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611E6-1EA2-4A94-9C89-A6C285AF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B08C4-C74D-4CA2-BC3B-594737D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3F52D-D45F-4261-B12E-9E2ECC7F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1B761-B445-4DCB-9EBB-BDAB9F0A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49B45-B99F-4164-A8ED-353FCA00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27C72-0D62-4A0A-B157-F27A9395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78C1B-D858-48D8-8AD7-A9414673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05CF0-518E-4B1B-8B76-5C24732C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E617E-F9E3-4A6D-9CAF-E850D9C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EB65E-695E-4A5F-A441-4C7B2217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6CFE7-416F-4C6B-9365-FBE9FD86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AB883-3137-4155-A773-99498346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5C6CE-6C12-4ADB-8335-42DB4084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8ACE2-8C0A-405F-AA0F-476CE073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0286C-A02F-42C5-B5B3-E26353F7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0165A-2BAC-4A68-B6B6-FEF69C17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B49F1-2F61-4E96-8BAF-975DCA17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948B7-B091-41B9-A999-B5ECF8FF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45189-345F-4139-882B-DDDEFDAA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BCCF4-2E2D-4EDE-B935-767C6A2E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318FE-BF9E-4DB3-BE43-6B2A67C6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C8B3E-C195-4360-9014-8B5A91B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188271299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F82DF-E902-4C1C-A847-8C247910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78BDC-98D8-4588-B854-C6D0B910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F1B21-1CE5-45C3-B7F6-453BAFD5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C0E76-8F2F-4857-9F82-EFE3707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9F598-E6DD-478B-8E5E-6D40323E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E7269-B50E-4DBE-A554-085A5A84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120D8-8913-4228-906C-5827F485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CD6E1-8672-4EA1-B19F-E9781810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63E22-7CCB-4FD6-A1C6-C48A59C4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FE454-0FFA-42A3-991A-4B4A0107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EF399-505B-40DC-B6D9-0C3D5E32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3E115-C619-428C-9A5A-FA4A8971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1DF65-8DB2-4671-A67D-555C74F0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BE08A-759D-40A8-8EFE-22F10056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EA1E4-5056-478B-925C-D2A0943E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854E7-9FC6-4524-9701-05E0EFEE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B5B05-918A-48F7-A940-0A0BAC1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91A1D-3881-4924-8CE8-90FFBBE9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5F625-F554-4163-A83C-B0D4F33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1B4A5-7F9A-4D8A-B1EF-31C42447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CB4CF-1795-43B9-A38E-89A19A1C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9133E-4059-488D-9A4A-F3FFF093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1303469052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839A22-7A26-4F5B-B2B1-8D63CCF0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20F6F-2115-43B0-A6CF-E3D9F7F3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프로그램의 차이는 화면에서, 공통점은 adapter에서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632E7-1A3E-4555-9956-FC2940F7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6EFA0-AB10-440E-9690-316F56D3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A1F1F-4501-4AE4-BC51-00A23903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FEBCF-40A4-41AF-855B-9FBE70AB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2D1C9-9DAF-4484-86F8-7BC5CC4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→ model tag → LM Studio server → Jan API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DED35-BB3F-4CE9-9CEF-57844D4B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6219F-EAC7-4386-8C00-BA2D232A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0E8ED-2C88-4AED-ABB6-107D3E4C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CC92D-7A63-4886-80D8-7A93BB4F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CD0E4-2C90-40E4-B60E-6E2C105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6E35B-D224-47D5-9248-EB04BEE6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E1707-C5C1-41E9-8552-3B27C66B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CLI·localhost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93FDC-03B3-4CE6-A426-1EEA253B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몇 줄로 local model과 API를 함께 실습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DE6F7-8669-4AF9-BA36-193BAF98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GUI보다 단순하고 자동화에 유리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7C90D-C31C-468F-8393-2D50BF0C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2F7CE-7067-4B86-B135-278AF783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202E1-102C-4B47-AF5E-39F86B4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LM Studio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67AF6-592B-452C-A97A-992BBCF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GUI·Local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31592-2B98-413B-A81C-D118F288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탐색과 server 상태를 화면으로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236D9-21B3-451A-81BE-0E9518B0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초심자 친화적이나 GUI 조작이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AA8DC-B48A-4F36-831B-728C3B94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6F954-11BD-4371-BC0B-5175D4E8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Jan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DDB5DC-1BD6-4650-9B09-F665F811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Local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9FB3C1-6EA4-4D44-8E79-B6691987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대체 경로를 하나 더 확보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C79F4-06E0-4508-A3EC-AC9F1FEA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생태계·문서 범위는 도구별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D034F5-BA2E-48FB-903C-B0BE8596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7B3CAA-5676-49B8-82AF-F09971B3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57DCE-B782-46B5-9E63-B3585045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Fixture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A3751-19C3-4DC5-B870-8549D7CA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없는 고정 응답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3F411D-680E-476B-8009-2A683B2E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설치가 실패해도 Schema·Graph 실습 지속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262DCA-DE57-4A99-AC6D-50CF0E03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품질은 평가할 수 없는 복구 경로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D7C66D-8617-4641-BD19-1895C497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2191940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02B17-ED38-457F-8D6D-680139EF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EFFAC-D815-4446-AAC7-B3DB4A96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07500-478C-4363-8EA8-4D7DCFD8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43B27-F940-4AB1-BD72-6A261235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DC4E3-86FE-44BF-A5C6-5DFB1CCD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0D7DD-C05E-42E7-B23B-3249E4EA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43EE8-F680-4367-86F0-AEFBFDE6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D70FF-2719-43D4-82CB-BC0B6D91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4E3B3-2937-4BC8-89AB-FDF8D4B2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설치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CB812-BB55-49DB-B6C6-258E1D2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F3728-C585-4002-B25D-019A8EA4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 지원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C6B8B-8D7C-4FAA-B489-2F28E6D3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6737B-4CEF-4C26-8AA6-E7EC9468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63ABC-8805-483B-8B49-2FB1DB1F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8A404-C1FE-42E6-9995-F7F16118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44972-6F5A-4EF9-BD5E-E3D59C72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dcd29f9d7481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47F7F-FA1E-47D1-97F2-B48196E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023672737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0BF18-398F-4F6D-BE9D-7C409402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B40DB-D1C9-4361-B218-F2FE0809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6E239-6F37-4306-80F4-EBF82D7D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0BDDC-85B9-4541-8115-2ED0F56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C6C0B-4A73-4DF9-8D46-26F2C77D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821B4-219E-457B-9566-34AA1530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D8FF8-84B9-4C85-8E8D-0F38EF2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BE2AA-9E89-4979-8054-E1456937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38A5B-8B37-4AD6-8E17-E4EA239C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tag를 그대로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117E0-4343-40A9-B322-E91A884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41D6A-B4BD-45D2-9DFB-5B0E9E2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크기·RAM 고려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E1637-CBA5-4357-9927-3E029BCF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16160-965D-48C7-84A7-46034F75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모델만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92F22-BB20-4670-92D9-EAD5D3F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49745-6027-494F-8F63-69F7E03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9F288-E1A7-4B4D-A39D-4BD398BC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d79f8b9a64dc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BD0C2-4C8A-4727-8287-912DFB22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74029361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93C55-8B57-429E-98CC-52A77A61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9D814-42A2-4816-9118-8F3A8216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44505-94FB-4279-9281-714EBCFC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44F33-4358-4BC9-9A93-8130A9E5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A5929-B434-4A44-B9BF-5114E291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E0284-22FA-49C0-B50F-2B092BD6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AD029-758D-4067-880E-9081F934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52083-68C9-4556-A2F4-F8AB82CD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C251F-F657-4789-83B8-796427BD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 모델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C5DD5-3871-4B43-A6BE-DF3EBC35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7FA2C-3B08-4397-B2E1-BF6ABE88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5D6D2-9273-41AE-B78D-EFBDD69E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F4FE0-2910-4744-9C4D-4156CD9D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CD5C7-0E3D-42D1-8EE8-69F34FE2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305A4-9DD2-4107-870D-AF65729C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85958-814C-4AAD-B2D1-B6BC103C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803ab031749b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BA6F1-2F84-423B-A006-757ACF2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377429460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E84E5-9531-4FEB-BD56-AA872F6C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1E747-E3FF-4DBD-B080-828EE478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26EF0-93A2-4A7C-B845-BBB1DF73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FFCDC-2362-4C72-9807-29639088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C681E-EBFB-4AC6-A2A2-0A29A73D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D37D1-7544-4207-8CB1-BBDF65DC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A3A72-0DE8-45EF-91A4-1473CB23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4BE5F-DAA3-4AF2-A30E-0A019166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E07A5-4B44-499C-BA29-3E3D0469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D153C-9DC3-40C7-91E9-98473B0E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C453D-6265-4E96-8866-CAAAC26D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C00BA-E44C-485B-A9CE-634D33C2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4ACA4-26B0-439C-828E-11BE6677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F282F-FC8A-4794-B911-CEC261C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C433B-2CCD-4950-95BF-AA0CBD7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2B1B0-2EB9-45FE-A0A0-7176CFC7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195bb2622488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3567E-7CFE-4565-845D-60983ECD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592211810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C97C7-830B-4EEE-BF8A-26E0B780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4F3F0-D2A5-4AF9-B949-4F302D75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02034-146A-4975-A590-0CD4B0B2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64E88-2BAD-432A-8B06-439088B4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4BE9A-CAE3-4CAE-A5F9-0937977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1B3CB-5D01-4308-9084-C7742F72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67FC1-A5EF-4241-85A4-F1548E07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2D53A-C10D-4B9F-96CC-FFBCB8D0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D62AC-1CDA-4501-98B6-A3CFF9AC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E99A2-9203-49B0-869A-E8586E37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63326-2395-446F-BDF2-8B759F8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0ADD3-E684-4EF4-82AD-0E81B1E7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369DC-768B-42DC-BD0A-76DDD80A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stream 단순화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1D283-EA90-41AA-AB82-A6150458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BD57C-AEA5-42CA-A7F7-D5E2C20D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58451-2B9F-454E-A4E6-86109441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34C7E-A71D-4765-8C22-31DA065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23200-A011-4699-AE94-B0797A21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1379344333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67D38-3177-4A5B-B559-F3AED00E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82672-4805-48DF-AF4E-E4AFD3D3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5D594-E93C-4B31-BB41-615BE2F2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F4A1D-603E-4D74-AE86-95E74D3F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C1AEA-C72E-4078-8FA5-121917E2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979E4-4F4D-4817-AC76-6242D4AD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8BB2B-DCA5-4252-9958-B88DE1F2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97C97-F932-4156-83F0-61864692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A08C5-ED78-4C1D-98C2-9E18262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밖으로 누출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31D7F-B90F-4E71-BA33-7158338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176A2-3E44-4CAC-976F-1ACD6A23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C79CC-5097-4976-9CDD-F847BF33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58FBB-0897-4B32-92FF-066A0EC1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상세 원인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5D850-2471-4A7E-94E8-E887BDB1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C7FB9-1CB9-4FA3-B1DA-ABB85820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D7D15-5C17-49E7-AFBB-30E8BAB8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4538C-2690-48D8-A56A-DE16C3C0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0F584-FDCA-48AF-A0A8-5C070CD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228876281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95204-06E6-4067-B63A-EB3A4858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0F5E7-1AD5-4176-B462-BF6939EB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B0DDD-9790-4D7A-8ECD-144812B3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E61AD-64DC-4CFB-B2B4-3B906D8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A8F39-8EBE-4A41-8FDD-4C168D4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2DE9D-00C8-4B6E-9CDD-5445CEDC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7DC5C-3A1A-43DA-B592-E33AFA5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62FF0-B0B1-484B-9DAE-F64E9252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0ED90-8B0B-4706-BA3F-66CA9A4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앱과 provider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F8BB6-AFDB-413F-B33B-8B1ED87C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61559-7A37-49D7-A2C0-32539F45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FABF8-B560-4A5A-A7CB-6BB2DBE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E5BFA-4264-4482-A2B4-30216E6F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14E52-706D-4D7C-9677-77A1D186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4E75C-BAAF-4328-8D15-7A355AED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double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BE5CA-26F3-43E1-8EB9-57918083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7BE12-EFEF-4626-A20E-CD5A015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1A02E-DC2E-49AC-9682-74D12D18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3263819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AD513-56CE-4752-B796-BACA4290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71644-D7D0-4583-BC8D-7E47650F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47D3F-DD57-4BF4-AD83-85DEB7D6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85368-9352-4297-98B5-BC532A1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A905E-A7A4-4F63-92E4-01E67427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0921F-D316-4515-A0FB-8ABABC62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996EB-DAF4-4670-AEBE-D3414842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CE18A-5C8F-4E1B-B32B-34EDE017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772B7-F749-4BFC-8E27-DAD9FE8A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25C48-5EE8-429B-B129-58B10FE6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734C8-A40C-4F88-B1FF-8DC94A0D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85FB2-F8E4-42CE-8A26-FF01A438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6972E-FF72-44BB-8C6D-08F1F70E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FD644-B95C-4F47-AFFE-65F3D168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AE26C-7915-4AAB-9076-E77B357C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330C6-1D58-4EC2-8524-22508C0E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C417B-393C-4F2D-A1A6-DA648BB9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6FB75-D2EF-4C1E-9B11-70FD8F95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440577500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0A839-B800-442D-A39E-73FDBF2B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1DB93-9916-4476-A47E-95EE7D8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2DEB5-C6DC-4F48-B7FF-F3A9D575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4A46A-E394-453F-B686-3658F2D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1AE7E-B29C-42D2-8026-C0465E4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C9FDA-20DE-4280-88E1-4DB56C9E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CA238-7283-487C-9122-C02ECA28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CDF40-34F9-4EE0-899C-12116605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2F141-0B60-4A6E-B259-E6D26CCC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repair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EE370-3165-434C-A3C4-F1589DEE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6870B-EB27-402C-84F3-76B1524B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정보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5C2B4-4759-4F2B-B3E1-26AC5216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27EDE-E341-43E4-BF9B-91C2388B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횟수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EFFAD-5EFC-456A-A539-C123A455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C2D52-3E85-48D9-BDF6-3B9E09AD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75B92-C70D-4345-B389-33E063FA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C114D-9BEC-424C-9130-11099495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9C708-4F0C-48FF-BE5B-66236E1E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314155490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4B113-A170-440E-B7A9-7069993E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55709-1C90-41BF-8B71-54F59391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5A7AA-E78F-4AAD-AC72-7EF6997B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B7CDE-9F4F-4228-8E3E-78BF1E1D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F7476-534B-44EF-9E6E-97C46674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3F35C-F168-407D-B90A-F158E041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E33A4-A87A-4743-90D6-4280AAFB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AA02B-BF20-42CE-B228-45B29887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71767-1F1F-4C6B-B9C7-75519F49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9489C-DED7-4553-9414-FB541AC3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57078-BFE4-4F2D-8AD1-2BA09656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47A4A-8B41-4854-8625-6AA153FC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B39F9-370E-4D91-8817-3E14EF54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8F7DA-EAB0-4816-9DA9-A1A2A489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10DEB-A127-4D37-8BBA-8DD8211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서버 연결 여부를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4FDFD-7CD4-464D-A370-828A2409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5F217-031A-4D6E-8C1A-2040A788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C1DDB-CB14-498D-B365-7116B654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없으면 설치를 강행하지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CCDF2-D23D-4FEB-88CC-53B5107D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0DD22-C83F-4E2A-BFB0-47A8EDF2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D4AAC-A83F-42CA-AC20-9C7A1D6B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lane을 선택해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C2489-2016-4387-A5BB-510965C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85DA8-07F9-431B-B89E-1168852D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F8E6F-0DE7-464E-B7DA-5388DAEC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792926287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07B6A-437B-4E36-B672-7305A2D9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8DF73-BBBC-4391-BEDB-04E14CC6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7877E-6289-4C2C-859B-6F1AC6EB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1EAE2-F0E5-405E-8CA2-73A0E650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AD60B-9010-45B3-BA85-E36B40CF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75E8B-2333-402B-A7AA-7A25868F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35E39-BAAB-40A1-B0F3-407AD8AD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8DACA-3830-4BEA-B557-DAFF1C4E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E4283-6D60-485A-909E-66A4E34C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61A91-1DDF-47C8-B571-C63D5AC9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6B47F-5A36-4266-9253-90B7419E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96214-126E-452B-8743-0A1B8626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2991A-715E-4A71-828C-B5F81B29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B87A3-E4F7-4AF1-9868-691B0499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9E475-B786-42D8-A212-9EBB3A82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timeout을 지정한다.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B8BFE-DC2E-4A58-8B2C-01942E4D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1542C-F4EF-41F4-B14D-62B8D40D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5EDE8-66B5-4F42-9E4E-59CF9BC7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성공이면 response 일부를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3FEB8-0BCE-42CF-A062-6FC14D6E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9237B-B522-4772-BCA0-7AB8D7EB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BF325-F528-4899-A31D-0D516392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실패면 error_code를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71FDD-4F07-4DF9-8178-B2A95794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CFD32-06B6-4219-8858-1E1FA365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2993D-CA13-434C-BF15-7131179B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989340685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5A6DC-6BBB-4927-9268-740F325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05BE6-A954-4F5C-9B1B-6AD3F758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1E392-B137-4251-896E-636E02AD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C3CEC-FF94-42BC-BD20-A27417E3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803BF-A2ED-419E-BCCB-CFB910D9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45160-8EAE-47A6-9F57-32CC6FE1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0F890-243B-4639-B3B9-860FAB7F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A375B-10BC-4E19-BB49-31BDC08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02674-2063-47B5-A27D-40E74953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33AAC-5C31-48D5-9944-53DA5A76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4ECE3-FFD6-43D5-A37B-E967D419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57D74-AC67-45B8-8A0B-DA2E7CE2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724ED-8EC4-4355-83C9-C21B4890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75B1F-5A08-4547-907F-2B078731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6ACE1-1949-414A-BD4A-E286308E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B9DE5-98B7-4245-A0EE-A5E06297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D0BE4-36F8-43B2-9864-C9E88131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F767D-AF1F-4DE0-AB89-6BFD7899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필드와 provider 전용 필드를 구분한다.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65CB3-D0D2-41BB-87F4-F4A2A073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84026-3E4E-4A78-8791-5B8B757B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AB3E4-1BD5-4397-BE41-7FB79C91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볼 필드를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FA81A-9115-40CC-8FA5-99BC0096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F2AEC-DFA5-4F8F-8777-4061F63B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6688D-76AC-41A0-A9F1-1186840A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2022106585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63A72-EEBE-401D-B915-BF6CD87C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6E153-6779-4463-9C57-D7AF4880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08C82-B6B9-4B1F-854B-8DD0AE4B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24519-5EC4-40E5-ABF5-6AB6A5CC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E4FFF-690C-4B6C-AC4A-EB5401C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66FEE-ACB6-4C93-A1C6-5CFE2B65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5F3FC-3316-46E4-8C3E-DF55D4B7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F344F-9043-494E-B566-B10D458D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8A5B5-96AF-44B5-94BB-2C19F7D5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CA663-6BD9-4ECC-8565-DCE74FB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FF161-6C66-4FD3-B1E8-F6B7EF39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1F216-D97C-4E9D-8434-C88D954C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5028A-379C-4E99-9042-BE3541EC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53616-1FE3-404F-99BD-A2705CD4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A6AFD-7369-4873-A374-1CD75CF9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오류를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DFD20-3C52-4B92-8AFD-D5D35380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4A8A7-18C3-475E-B627-6A618E51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1A9FD-1A8E-4F6D-BA95-10AE15F9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repair를 한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FC077-9C5E-4343-8438-D08A9773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9F82B-958C-41FA-9646-04ED1900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4514A-1B8B-4B5B-9042-B656E72A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번째 실패 시 NEEDS_REVIEW로 멈춘다.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D4D788-75D5-4DE6-A5AA-8BAA992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4897C-5624-4F57-9FBD-5553C414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7C6C8-6C38-439D-86C7-4E78F2F0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1316933911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1689C-3872-4C21-9C8D-AC42FD3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D6C50-26F5-404F-9EB2-07A756A6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A1202-061C-4E41-A5E6-7ADED5F0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EA0B8-A51A-4E92-904F-DD07C568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31459-AD42-4F62-84DC-B06C6E3D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FB843-0B3A-4660-BC0E-8C5ADBB8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5F660-AD25-48EB-8B6F-EE07FEBC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CFCCB-8205-4669-A5DC-F86E620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D58F9-D58A-4080-8140-0538E39C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3BC13-6E2E-43DD-ABA1-4A61A5C0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6C0D1-C198-44F5-98F0-D2DF3A12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86C5B-EF8A-4866-8F20-290F50D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EDBF5-BFB9-4C7E-A203-D79F4B5F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77B29-B43D-4EB8-86A8-2C91D805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84F06-4ABC-4D76-8D6D-5967F002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8BD94-2A20-487D-9232-41D2646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4DF94-F94C-4DEC-9A1C-5B5EE5BF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F6796-D49E-419A-B1F9-97EC4C91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FD5EE-EBA3-4656-A341-BCA4E626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84DF9-8802-4C76-BC3F-FDBBED99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BBCB6-8C52-4D43-B262-1BD2B77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D4757-C9F0-4266-84D5-CB205E74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AF9F8-535B-4E9D-A4E8-4B2A822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660A0-85D8-41DA-8703-7E9F21D2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11DF9-AA6C-4821-B3AD-66526E8B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494369878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9AA9B-E793-40B9-8F75-CDB70F6B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6DCB2-B65C-48DB-8C0B-AD0AD165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F2E12-D29D-4D53-A9CF-F3A87C4C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8339D-1A66-4765-9537-07D69206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C18B5-316C-41C5-91E3-6650DB44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4A2EC-FFFE-481D-B35B-891F4134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C8850-CBC6-4574-B07C-21F72D81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ABEE4-6035-426E-8D37-FAEF42EA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B4B5A-5C8E-4950-9044-0140BE8F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BBA28-C2C8-4F25-89F4-9C6C9214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6CC0C-44C8-40E9-9DD8-8F2EBFBE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84DFC-59B9-4E17-967D-7E906F72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74229-B1EA-4710-8140-41A415FE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80EB9-9BB0-4801-B428-B77BC52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8E9AE-E267-46A8-AEAE-E96528D8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453EE-FBA9-4338-A48B-9610F7E9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C0485-5C8B-4DB7-93CD-5AB41F96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93F45-78DF-482C-A7A0-8DF1B52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07270-4C5B-4920-B001-A9AAC6FA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95F59-644B-4A83-B9FD-BE149DA0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ED1FC-A527-4516-B2B2-9EC7B74A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4E2B-977E-4B2A-BA1D-82A6E701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20F05-ED60-4934-983C-D30084BE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9CE3A-4A21-4034-BD33-572E50AE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084B73-4B43-4F2A-BB92-6C064AB5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1811315313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E8F6DA-CBBE-44DE-B918-AF46D8F9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8B241-180E-4DA4-B7F4-3D2F12D2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282ED-A223-427A-A1E0-0DC1981A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6BF40-EDA7-4AF1-851F-2AACEE13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1ADAE-20A9-419F-B146-D4D3AEF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3AF53-3926-4940-BC9E-2235EC77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7552A-5014-464D-86FE-0C96192E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DDEC2-26FF-47AA-9ECB-3CA38168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EA19B-912D-4C20-9FE8-CC4CE3BD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9680E-C6B4-4888-90E4-6CA4168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34926-09FD-483A-83E6-2BA5DAB4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CACE0-E0F4-497E-BFA1-CEF85F8F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7A3DD-6918-4EA6-907A-E1A49655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97221-D9BD-45EA-A80C-41DAA394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94D34-CD4B-49B3-B846-C81F3CD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35863-BAD7-4E2E-975F-A9D0E1BC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42DDB-7820-4B7C-BFB4-C6ED5886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D8A82-D1B1-4810-979D-2F075AD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C2F65-270C-4E21-8C42-C7D0D31E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1DA83-D31D-4BA8-AD43-47590D1C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C4B1C-2784-44DF-AFFC-7E411B13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AADE9-DDBA-4A24-8E9D-5B0629AC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B46DF-F6D1-4175-B258-C2E1D243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04DCEB-8187-4CCE-8D6B-071440D6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6D0F5-B3E2-4F2E-B4FD-40818AF0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1549361236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1407D-C305-4B20-B031-F3A7BA75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F11DD-FF05-4E7C-AEBF-C237B88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3B964-D0F7-4A62-867D-7FBEF5F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805C0-52EE-414A-A3F6-87D74871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7EE3F-6E35-4456-BDE2-4F3CD791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4EA53-6E8D-480A-A4B2-A005769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F1871-F547-45E7-93A1-52520D40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73507-2C80-46FA-AB19-D4D1EF1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DF7D8-1DAC-4EB4-9425-F91F2065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1C5A0-1996-4F1D-8C29-2C9BB3B8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67744-5F16-408A-B840-08C8D43C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21F4B-F714-4D10-A2E4-D453B4F6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8FBBE-4DA0-4877-B86A-05635672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EAA37-AB32-4A7F-9774-7EAF2354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5B019-D99C-43EE-BAEB-DF88B0E5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58172-B12C-48DE-A59B-3794CE3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B5CBB-D327-421E-BCA0-7572321B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F66F8-7B27-4E69-A695-82E01498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DAFD4-26D5-4835-8766-2DBF3B1B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B2B5F-A4AF-403D-AAD2-04A60335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F284D-3140-45B3-8478-AC0A1BA8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BEF19-2477-4DC6-8D42-12DC0841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80911-FFA8-4C81-9795-485B9644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29894-5B12-4630-8FBF-C1753AF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3C585-182D-4D71-A94C-0EEFA990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293828428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DE325-8E05-4B0B-A224-EAE0D778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E2BDC-0C28-4BAB-9DF0-28FAA975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6 · Local LLM이 꺼져도 계속하기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E75BD-9F2B-466B-97D9-8C803EF6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90B94-B767-4E26-8740-62B7CB2E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5C519-5D1F-4C05-8D27-840F0A4B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5B1A5-6DAD-4CFD-91FA-EC60CA0D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7C680-207D-4B4A-9926-D831A35D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Ollama 연결이 거부되고, 교실 네트워크에서는 새 모델도 받을 수 없습니다.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3D4B8-7966-4C65-89BE-F7CDDD83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726CE-7DDC-47D5-B236-D523C581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CA56E-7539-4710-8D7E-20BEA44E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Provider contract로 어떤 fallback을 연결할까?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0E773-9F1C-4144-B392-7A969D12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32441-94F7-49B6-AB57-97BEFBBB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154D8-6737-491A-8F37-D7EDEB57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실패를 traceback 대신 어떤 result로 돌려줄까?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806AD-51BA-4496-AFCA-41FFD50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4E395-2E3D-4DBD-A637-585398E3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12B1C-9906-435A-BDFF-B787869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fixture로도 끝까지 검증할 출력 계약은 무엇일까?</a:t>
            </a:r>
          </a:p>
        </p:txBody>
      </p:sp>
    </p:spTree>
    <p:extLst>
      <p:ext uri="{BB962C8B-B14F-4D97-AF65-F5344CB8AC3E}">
        <p14:creationId xmlns:p14="http://schemas.microsoft.com/office/powerpoint/2010/main" val="327166140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4232F-43BA-4025-8072-1F1D25B4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298C4-E8BB-4574-8EAB-0243147E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61CEA-6325-4BA4-A75F-AE0319F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LangGraph는 중단과 재시작을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4E404-17E6-4C00-9588-A1C57BC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여러 단계가 실패·중단·재개되는 흐름을 LangGraph의 state와 interrupt 관점으로 설계한다.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2744C-4C05-44D5-8033-86CFE304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9F04F-542F-45AE-B57E-E0669B6E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Graph의 가치는 멋진 그림이 아니라 중단·승인·재개를 같은 상태로 설명하는 데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6E8C1-A9E1-436C-A372-A4713422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B9F05-B81A-490D-BBFA-C18BF8C7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State schema · branch · approve/edit/reject event</a:t>
            </a:r>
          </a:p>
        </p:txBody>
      </p:sp>
    </p:spTree>
    <p:extLst>
      <p:ext uri="{BB962C8B-B14F-4D97-AF65-F5344CB8AC3E}">
        <p14:creationId xmlns:p14="http://schemas.microsoft.com/office/powerpoint/2010/main" val="893290862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06054-9DD4-48C3-A282-8F2191E0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80612-49BA-47BB-8170-78C7C66F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검토를 버튼이 아니라 State 전이로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19993-CF97-4FEF-9F29-97F0F594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F3098-3601-48B5-A62F-687241C6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27E73-3533-47E4-8FBC-202948F8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4617B-7220-48A2-8880-16AB2711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0F277-F91E-426D-8C0E-F6989E5C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개입한 뒤에도 같은 요청과 같은 상태에서 안전하게 이어갈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564CC-6154-44AF-B519-A8F1D7B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7BEF6-BABF-48EE-9AA8-4A1BBB42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84284-1EA7-4CC2-AAA8-A01D56E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필드만 선언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1BD2A-7A36-4CAC-9339-381126D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B17C6-D3B2-4664-B0B1-B5045E9E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F4B51-33AB-409B-8610-AF24F1BC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edge에 retry·review·failed 조건을 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7B2D4-D5E2-461F-A9B4-53C998E3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108F1-D7D7-4123-87EF-06B84F9F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C8009-53D9-4DE6-8002-3B6AF950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payload로 근거와 초안을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E20AF-FA7B-4A7F-A83C-FDBA6A45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CF238-3B45-4B86-BEF0-C39BBA73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71DFD-D889-4370-8A41-A5BB89C0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 event를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55AAF-E1BB-4797-8B27-CAAF959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731FC-2E7D-401A-B370-0392E1CD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18D9F-1714-4C5C-8749-6F7A2772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thread에서 idempotent하게 이어감</a:t>
            </a:r>
          </a:p>
        </p:txBody>
      </p:sp>
    </p:spTree>
    <p:extLst>
      <p:ext uri="{BB962C8B-B14F-4D97-AF65-F5344CB8AC3E}">
        <p14:creationId xmlns:p14="http://schemas.microsoft.com/office/powerpoint/2010/main" val="14970188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2C2803-2BF1-4F05-B110-97F30EB4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89FD1-6FA4-48B0-BE64-B278714D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재개를 설명하는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D269C-48A4-4B67-B14B-BD04B54F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26B62-C6D5-4F82-819F-C12426CA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8C6AB-B5F9-4499-8449-6CD69F65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F3F82-CC23-4583-8920-E4AF5529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CB53D-F940-4300-817A-3AA8212F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6D471-EC2F-4AC5-A691-2971EF3E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31DD3-047E-4CD0-999E-AE773955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F4608-52E1-4FC1-9A4C-4B924EA5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3DCF1-8343-4411-A7DA-79553501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3BD19-ABEF-40AC-BE22-60ACB39A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Graph의 각 단계가 읽고 갱신하는 구조화된 현재 상태이다.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3B333-3321-4473-AEDA-91404F26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transcript·draft·errors·approval·status를 필드로 둡니다.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FDC44-127A-452A-9751-1BC68AC6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F13B0-5CE8-458F-975F-B69076C5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E4800-400C-4406-AD7E-A127607E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/ Edge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Step /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AC8E6-81FC-42A4-8621-336CB0D9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책임의 작업이고 Edge는 다음 단계로 가는 조건이다.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3BF12-2774-42C4-AE98-246859E3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 Node가 READY면 review, 오류면 retry 또는 failed로 이동한다.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7BDFD-699D-4AD5-97BE-91B8E79B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49D5E-EA76-4442-AFB9-AEA16D8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Saved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C62A1-E816-4EC6-B8F3-A1214143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Workflow의 중간 State를 저장해 나중에 같은 지점에서 이어갈 수 있게 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2AB31-2B32-49A1-BF1B-3A6F8C42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thread_id로 저장된 State를 불러와 승인 뒤 재개한다.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478F8-928E-4523-82B9-0E51D2A1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DB782-63E2-4EB4-ADCD-F7B3D621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D41F23-0E2D-40B6-B964-7821E652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HITL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Human in the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14A20A-716D-48EF-A5C8-6B1DE314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결정이나 외부 변경 전에 사람이 확인하고 승인·수정·거절하는 단계이다.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A52E2-469F-4BC2-B00B-150F43AA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 Action Item은 reviewer가 근거를 보고 승인한다.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CF6408-A80B-49D7-A9F5-4AE2330A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3661778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CD372-2BFA-4BB0-831D-D3C3247A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State는 다음 행동의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3AD49-F962-4159-BAA1-7A0A76E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0275E-4CD8-4DE8-BDD0-42B7CC0E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85A85-93C7-40AD-BF90-D99C9233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D7C8C-BC7F-461C-8C90-3963C099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5065D-3D93-45F6-BFAF-754214E1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08EB1-AEA4-4E2E-9073-6EA90672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전체가 아니라 node가 판단에 필요한 최소 구조를 저장한다.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42521252e4626">
            <a:extLst>
              <a:ext uri="{96DAC541-7B7A-43D3-8B79-37D633B846F1}">
                <asvg:svgBlip xmlns:asvg="http://schemas.microsoft.com/office/drawing/2016/SVG/main" r:embed="R33c119b56b8f4f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47754-F510-4029-9B41-31DC87EB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1267F-9FBB-4C60-AC68-345EE60A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request_id·step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FE667-A7A3-4605-A973-B764AC01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D0ED0-EAF0-4E4A-B4EF-ED3C5680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58862-9278-434A-A357-9EED1448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8B550-D98A-4225-9817-A45B70EF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retry·approval·status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5279C-D621-4574-8DC0-466C6F2C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6A3E0-EFAC-4BF6-97D9-D06363D3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State에 모든 것을 넣는 순간 Graph는 기억장치가 아니라 쓰레기통이 된다.</a:t>
            </a:r>
          </a:p>
        </p:txBody>
      </p:sp>
    </p:spTree>
    <p:extLst>
      <p:ext uri="{BB962C8B-B14F-4D97-AF65-F5344CB8AC3E}">
        <p14:creationId xmlns:p14="http://schemas.microsoft.com/office/powerpoint/2010/main" val="641831413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B2580-8B67-4BCA-8265-AFD53375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가지 책임의 함수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B4245-FECF-4A67-BDBC-86593BF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0A100-D88B-4F48-B3CC-AC4AA2A6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70FF4-BB9E-4093-879B-F05EDEC8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5E256-B06A-45B5-8853-0B6583F8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38CB0-DDBA-4586-8639-49B55EB7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state를 읽고 부분 update를 반환하도록 작게 나눈다.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32E67-DE94-4751-A23B-76A5C489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24016-029F-4E29-813B-140B49E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7A62B-7012-4D91-856D-086453CA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339B0-02D6-4A75-B89D-EBC15A94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41ABE-167D-43B6-84F0-1EC17A25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CA251-D50F-48DF-8664-AFA014B3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24989-08A2-4773-A21E-52851ECA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15EE3-AAE4-4329-AD7B-98FF0279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988133760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30A86-BB4F-414D-9E87-3EC53C35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Edge는 다음 node를 정하는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56645-3A2F-49D7-BC76-B94ADBCA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53867-CAE4-45BB-BA1F-2B8AC13B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798BD-5E09-4EDB-B099-81E38659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27759-79AA-461C-8A49-CC41A89A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D6A49-83E1-44DC-A7B0-1E6F1BBB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8A33E-685E-4AEA-88C8-2469CDF2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성공·오류·위험·승인 결과에 따라 명시적으로 분기한다.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C4927-88D3-4A43-9743-9596716F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6D720-743D-44FC-B520-7102B037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conditional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1012F-7D4F-4E38-931B-ABF4CF44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0ED1A-8F8B-4346-9860-FDC57CF9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8C005-2AF3-4D54-B675-C6CA924B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DB908-5BA1-44AB-955C-C5CCEC9F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loop</a:t>
            </a:r>
          </a:p>
        </p:txBody>
      </p:sp>
    </p:spTree>
    <p:extLst>
      <p:ext uri="{BB962C8B-B14F-4D97-AF65-F5344CB8AC3E}">
        <p14:creationId xmlns:p14="http://schemas.microsoft.com/office/powerpoint/2010/main" val="876971442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E666D-49A7-4369-B79F-4536EB0B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Checkpointer가 중단과 재개를 가능하게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561F5-F4C8-48AC-B9B2-F4ED6AE7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50A42-688A-4D47-A2ED-A416128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E8D0B-2A6E-468F-B1E5-34E077D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F98D8-B921-4BB5-B689-4E9889FE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F5501-7981-4F92-BC09-745E8166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각 step의 state snapshot을 thread 단위로 저장한다.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B70D1-2D5D-4D61-B45C-B479BB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F115B-11E4-4CAD-8732-1F48D00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0E756-BFD7-4DD8-8C82-2EBFF30D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B8EEB-0899-4715-9452-65460E2B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6B995-D51E-4646-9482-744EF40C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3AC68-ABF7-403F-B49C-3E34F96A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B03D6-0807-4E1B-AA1C-A97BBDCE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AE750-BB84-415F-9E67-31E20916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Graph가 필요한 이유  |  Human Approval은 버튼이 아니라 근거·결정·책임을 남기는 event다.</a:t>
            </a:r>
          </a:p>
        </p:txBody>
      </p:sp>
    </p:spTree>
    <p:extLst>
      <p:ext uri="{BB962C8B-B14F-4D97-AF65-F5344CB8AC3E}">
        <p14:creationId xmlns:p14="http://schemas.microsoft.com/office/powerpoint/2010/main" val="791026754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8CE0A-034B-4F01-B087-C9F83728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참고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60605-9B14-46AC-BEA7-59803BDC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Interrupt는 “잠깐 멈춤”이 아니라 업무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0D16F-4938-4375-8B5A-A6F32F68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96E2C-D874-45B6-B719-C3A263F5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06378-196A-4E0F-A920-1EE58F61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42801-6D23-48C8-B7AD-B76CA336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0CB06-13F9-4228-8186-09871FCC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6D120-13BD-4489-BA18-261CE610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어디에서 멈추는가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8ACB8-F42C-44D7-819D-8EE6AFB3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E59AB-8E43-4599-90F7-497A094A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무엇을 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9BF5A-B7E2-4F71-9BD5-725AEEA8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B51FC-DF5A-4294-9CB0-E5EC4980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상태로 어떻게 재개하는가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5e9fef5d1457a"/>
          <a:stretch xmlns:a="http://schemas.openxmlformats.org/drawingml/2006/main"/>
        </p:blipFill>
        <p:spPr>
          <a:xfrm xmlns:a="http://schemas.openxmlformats.org/drawingml/2006/main">
            <a:off x="4476750" y="1755626"/>
            <a:ext cx="7105650" cy="399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77911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A0734-1C7B-4A60-B1D3-420880E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Approve·Edit·Reject는 다른 event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8203F-D245-4D46-9B0A-8519E85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6FD4A-E710-44AB-BAB1-519332F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56568-E138-477D-98F0-4A2BF32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12F81-0A5B-4823-BE86-FCE21A62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5F341-3509-418B-8629-35BBDFC6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승인은 원안 진행, 수정은 새 payload, 거절은 이유와 종료·재계획을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BBF8B-50F7-4791-B373-ECE36574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399CB-0C57-41F3-B0AD-5E7ED610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5EAD6-6365-416F-9FBB-9835311B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D0510-A36D-4E21-A85A-C523E599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EDC86-5243-4379-A8AD-18089537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C0B1E-6C33-42DB-B908-077C2C9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7CFCD-5636-49CE-A6CB-052068E7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625B8-9A15-4A0C-ABF8-6051D01D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2011882704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E2DF8-BB80-498F-BD12-5914712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Retry는 일시 오류에만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B429A-E991-4E97-B03B-8F7A747B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AD3DB-43B3-4E04-9CF9-753F0401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6D43B-FE9F-4AD0-8DEC-1CE65CEF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AB783-2A46-4553-92DB-36140DA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53418-73FA-4216-B3D6-848C8F5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C46D2-921E-4C14-8528-968BD6C8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class·max attempts·backoff·stop을 state에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E8FFF-302E-4BD9-ACBB-6FE0AFD5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6173C-8CB4-40A3-90DE-F5A4489A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9E0C5-EC0D-4640-82DD-FB50B73A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54E72-8A40-4DB9-AF28-C34AA617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F9593-20C3-4AC0-86AB-C6E08AC3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87500-5980-4987-8A8A-0F41B1B7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 delay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A8902-DF37-4BFD-9F65-995BA51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6C5D5-C82C-44DD-8073-14D110A6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60D3D-126B-468A-B026-C24F5B11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248D9-9260-47F6-8ECD-9F856BD9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Idempotency가 없는 resume은 자동화가 아니라 중복 사고의 예약이다.</a:t>
            </a:r>
          </a:p>
        </p:txBody>
      </p:sp>
    </p:spTree>
    <p:extLst>
      <p:ext uri="{BB962C8B-B14F-4D97-AF65-F5344CB8AC3E}">
        <p14:creationId xmlns:p14="http://schemas.microsoft.com/office/powerpoint/2010/main" val="1876173904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00BFD-F720-4E36-8A0C-AAB9C7A0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A48E6-3090-44BA-99CE-E2C281BB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E990A-0585-4CF4-B74E-8E2D262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2E030-43AA-427B-BE14-29B16721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AD60E-47C8-4EF2-9ED5-9F86F501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582DE-EC3D-45FC-9BCE-05C2936A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C42E0-0832-4807-B618-1B798BEC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B7159-3A0D-47EA-99CE-BF9054EB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E771E-FDAF-4B4E-9CCE-5CBCE7F0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A2212-E627-4EC3-9D86-25E86055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0EC42-9C7F-433A-8BF7-33911E62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CACAB-F605-4D18-A196-F0B8E66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F61DB-46F9-4573-952A-CE9FFCFE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38EB2-C055-40E4-BEEA-E65DE343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4DD4A-D35C-4E09-9E2C-B6382CD0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282E3-04DC-45AB-B17C-DE38E8E1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FB24A-B09F-4515-AB63-AB7BB276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07F0D-C189-4C0F-AFAE-D75EF56C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7DE83-B86C-4B15-962C-75094842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916D2-B307-45D3-A829-86950A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37B41-FD17-4C6B-91EA-67858A1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6211A-DE45-43CB-8CED-05497EF8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56950070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C759A-6B74-45ED-A5D5-EA8802C4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9006F-5E55-4856-8CAD-417A1BFD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083B5-2CF5-4C8F-8276-6B98ED12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A604D-47B6-4CC0-9CD3-879537C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5F798-B1CA-4592-9A9C-4A1E81E7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604EC-3D08-4F1B-AB8F-95672E82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41AD9-A230-4F23-8590-35A280D9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EB6E6-1ACC-4699-A7E4-0D34A89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3ED28-E9AF-494F-AA47-FAC88B65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807B8-D757-44B5-B789-09B172DD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02138-8E0D-4E1F-802A-8BB79B03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EF8A6-8BB5-4B9E-9C12-3B8FF265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2B475-906C-4063-BA70-772DF59F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7CB15-2BA3-4A4A-BA62-D7B1DB1C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0C1E8-C6BD-4CD8-A0B9-2DE353CC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94B81-7841-448C-8EB5-B47114AC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DA8DC-C5D2-4357-B324-FAA0ECB5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8E583-823D-4757-951B-4319C9F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16D48-3EDF-412A-B27B-6706EC4B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F67A2-CA46-46DC-B662-EF451878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BDB65-213F-4C18-BA78-CA893618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2EC7A-5120-498F-9F13-FBAAD50C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708058252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0A35E-B0DA-4FE0-9072-ED13302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648E0-D2C4-49B1-945E-16DCD7F3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8E80A-36E8-4351-9E4E-03278EE7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81317-534F-4ED6-9C79-8AE35863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95065-58BC-4AC9-AEE8-148C6862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6CA2B-3C49-4F43-99E1-470A53E7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49D2D-1452-4B78-86F6-7E59BA15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F24F4-DD58-4F39-98A3-95A9D4FC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EBB50-B2F2-4B15-A91C-019AC843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A2777-499C-47AD-B506-891454F2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6DD98-E9DD-4E91-8FCE-70A91ADC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E1349-589C-4873-9187-96AAB419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FDDC3-DF3B-4ADD-97E8-5886647F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9FCCC-4ADD-49FE-9541-9332F34F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4C99F-BFD8-4D49-85DC-F42BEAF3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0F728-EB4E-4FB5-8484-3D8374E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C1D79-3D2C-4CFB-9FD0-0D7D877D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EC7C0-983D-43C9-8F90-4B889808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3F8A6-4E33-422F-B36D-3786018E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5A0C6-94BE-40C3-A9F1-35AF455F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23620-975E-484F-A7BB-5E822642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41801-2707-45F0-815A-52EF0CA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1149432539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B9CFA-8774-4601-ABEE-448B4791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52B8B-22DF-4771-8F44-5ED2A45D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4F5A2-F990-438E-927A-47803683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48E06-3B47-4B3E-AA2D-71728D34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B8BCF-C24F-42FD-99A7-AC1872F5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E2158-EB30-4BC6-869C-D17A5F0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396D6-9EAC-401A-A2B4-A249E57D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61EF8-3D07-499A-8DA5-6C372D9F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398D1-D50B-4515-8D91-3BD8933F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BA9BE-3480-4865-B670-03299124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3BA56-9275-4C5B-9112-D53155A3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CB77C-F2D9-451D-8727-31F68585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569D7-8474-44AF-835C-C3913E01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0A9CC-A3F7-4155-A75C-9A696F6C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E9213-ACDD-46D9-8421-37F3CEEE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5A8E8-2069-4D26-947B-59E62A9F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3DB42-0313-405C-8D0F-C7EB73F7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4FE95-6FFC-4CFC-A799-FC1F269E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89275-04C7-4801-9BA4-800C81EC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5570F-1A3D-4AE3-8FFE-F636539C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C8002-1FEC-43D1-9B40-DD3DF3E9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200E0-FD3B-4916-A258-2CB1CCC2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1765266446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24EDC-A6DD-41B6-BE4B-B203285B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1A98C-DA06-47B9-BB4F-12613F62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D883E-468D-40CA-A690-4A3E551C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8C3D7-524F-4248-B5B5-32D38A7A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946D2-A396-4261-BFEA-7622B6AD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6837F-83F7-4EE5-9CCC-7EF1A228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53E77-B2BB-4BE9-A38B-91B056F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ECADD-DFEB-49D2-8C9B-8DC221A3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9F805-EE7F-4BCB-AEF1-B381E6DD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833B6-04F2-4EC4-896E-11444167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82053-CFFB-4882-A613-34AB9ADA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7B2EE-0775-4E3F-A007-16D85DE2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58C2A-0371-4EB7-803B-1C2C69F9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F6156-D3DA-4178-B326-EDF1F3E2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C08CA-1C86-49F2-8F21-621D2ED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0BF39-CB8F-4746-95CD-5A84DE43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C923E-F58B-4980-961A-A91DB4C7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F4526-CC9B-442E-A583-3394FD1A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0983D-25A0-4491-B002-3FC47A07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5BE1A-1D25-4D54-8E35-4F26CAB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0D519-DDBF-487C-83D1-6B53B175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D2170-B682-4733-8690-978BCA2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25642328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BC10E7-F0FC-452E-B56B-5ABFF644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94755-D7AF-44C2-8397-E3DA5103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LangChain의 조합과 LangGraph의 중단 지점을 구분해서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1F5D7-71E5-47DB-88CA-E133E13E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AEB5F-F8BF-4FAE-BCE6-685C7DDC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5DB10-9ED9-4E68-A180-5605F074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0F3F8-9CF3-460E-A364-870BBA40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FF257-5DE1-4EC2-ADF8-B524C723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조합 계층 → stateful orchestration → interrupt → persistence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9D259-B9AC-4FC3-A017-7592862C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74613-A905-45CA-B39A-F18E46A0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6DB2F-92EB-469E-BA48-889731C0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BF43E-D900-4758-930E-4491990B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71327-71EC-4267-8155-12A28F84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39035-A65B-4386-BC9F-AA7C438F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89765-263C-4F4E-B37E-405D4B07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모델·Prompt·Tool 조합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3BDA9-C1A9-442B-985F-31F544AD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개별 AI 구성요소를 공통 인터페이스로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9B7C9-A9CF-4838-B032-E0D60C86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단순 호출은 SDK만으로도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5B9DB-96FF-4886-A190-93073318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E8C5D-055A-41EF-B579-08C4B46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C902D-4704-493B-BA47-E26C015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B7591-D7E0-4972-B318-A16949B2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상태 기반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8E0F0-80DF-4E5E-AD7C-24B9F08F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분기·중단·승인·재개를 State로 명시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5288A2-A8C6-4F58-90F6-B2704775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직선 흐름에는 과할 수 있음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007BE-89EA-48DE-8C88-23BDE3BB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C5548-F08B-4A0A-8E30-2A33E0CF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83477-DF71-4F4F-BDC9-1EC6ADB9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관측·평가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2C7475-5510-43D5-ABA4-ABF85408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trace·dataset·experiment를 같은 실행 계보로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54B36-D7B1-4687-99F3-82C272F9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JSONL은 무료지만 UI·협업이 약함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D7823-80B0-4845-8868-8929912E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89CE1-E64F-4ECB-9F76-915679F4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09B20-229B-459E-93B4-5329DF35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Pydantic·pytest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37A01-1E74-4791-9CF8-A4DD70A2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계약·결정론적 검사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553A38-B37D-400A-8164-82F11E54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Schema와 실패 조건을 빠르고 재현 가능하게 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93E254-3633-401A-B2A7-14C3708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의미 품질 평가는 별도 rubric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A3D0F4-63D6-4EB2-9B8E-5BD60423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4507437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EBC3A-9474-4D00-8466-6F288317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40640-3F58-4E19-8657-B4D3A8E9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7B9F4-A694-4CD5-A5B2-FEFD42CA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AD0F-94D2-478D-9B03-E68118D8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414D0-79AC-42FC-885C-EB0C753F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8BA55-453C-4D3F-8448-E4FF8894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8A35B-612E-4ECC-A2C8-481B5EEB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C509D-9826-4864-BA09-30EF179D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33406-E0C3-4AE2-9766-E9989D0B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model·messages·tools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E48B3-1ACD-45E9-8544-43AAA8C8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4EC25-EFBC-491F-B516-06D167BE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4F821-F034-455C-A11D-E6960A4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07773-54A4-4061-8861-E4D16CCD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8941A-D1B6-41C9-895F-65CE0625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8922F-4B5F-4312-B0AF-BFE8F40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C8702-6CBA-4EE5-B414-D2E02CA4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95f2a5be14b2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A2EA6-D2A8-4E5A-BCC7-0D8B0F53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2146093058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F00DB-7336-4811-9F18-B1A86082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3C96B-2771-483A-8CA9-3FC84561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BE8C6-872C-4915-9F55-9EE28C6F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F1C60-7701-4436-8718-60A437DD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EC783-1F26-4208-9B06-625ACE31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2F4F6-C879-488C-889D-9FD19E6F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406FD-9960-4FBA-B0F6-210C28F9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4BD8-8477-4BDD-8003-DEE26B05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C43F4-00A8-44EB-A918-157404EE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state·nodes·edges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8A5B7-70BE-41E1-BB50-F1090F80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E2FCF-CF41-4A67-A0AE-A0D0FECF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durable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AB07B-51D6-4563-9088-93D132D5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5085B-8499-42B8-99DB-E1882CAD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human-in-the-loop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CBC21-57E5-4825-9FB5-F3C9377C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5285E-0BCE-4EE1-A9FE-70799B0B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33020-9BC2-4189-A5C8-651D379A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0420eee0f42a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86820-8CF9-4A51-A4AF-9004CA3B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785715667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CB1BB-B6D0-43FE-B693-7E369AF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5F464-5617-4286-912F-32FD3BBF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97190-C60E-4473-A926-BA3163EF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C3678-2DC1-4C38-9F60-0EAEC862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59342-15A8-4E90-B7D5-A8EB72EB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34191-EA6E-48C1-83FF-8FA21355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A5763-FE0D-4161-832A-6B82B69C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63990-A665-44E0-A595-0A6EB4DC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FAD12-2075-4D61-856A-2DCD91B2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A474B-128B-4E4D-AF56-1180CF4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E1B29-6DBF-4F54-835F-AB52CE02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2BA9E-6751-4FD9-97D2-EEDF78F7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B9B5D-0506-4D9A-BD81-34BEB127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795B9-9B94-4AE8-BBD0-8B9F48FD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AE549-D30B-43D7-9618-B8C524D3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437B1-8010-44B4-A7A2-B7C6FB3D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c6b52cdcb4b8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CCDCC-D4DB-4E97-919D-A05446D1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82763582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39915-1629-4887-A7C1-7C647FAE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0F5E3-61D8-4951-8123-C63BA049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E4628-D94E-409D-B66A-C5887B50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EFD23-09FE-4807-B148-0904BC8C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1740A-4806-4B56-93D3-29BA0B19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E2AAA-91C3-4ED7-8DDF-BD023A61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908EF-B7C3-4E9A-B5AD-22CC2A90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DEB69-9DA0-4D1F-A947-9F2A25C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EF75C-6C95-42FE-AC25-BF0286C0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D8F89-2C10-4469-96BD-B85E3F1D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16710-56F5-4D88-963C-9905394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A6361-139B-4505-9ACF-0A85E1BB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78E41-86D0-41C8-91A5-F5A5B871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BE805-5A94-4B95-972C-911BB522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BF40B-11B3-456D-9AEA-F3EAA8B9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D4F0A-2DD5-4393-86B4-4EDE349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1ce8876ec467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D800A-82DC-4876-93ED-AE490D63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2016298032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F1AB4-3BB4-45F4-B7C4-D61F31AE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EF08B-6260-4AD5-98B9-70695C35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6BEA5-2FB5-4E29-9258-BAAF56B2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C6D26-E2DB-4914-A4C1-FB7CA3C8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21B22-7B35-4839-ADED-E8BC9339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FB971-EDAD-43CF-A62B-7D319361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14C8C-F786-474C-A972-11151148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5C507-21E2-49F9-B792-175E7C14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C3490-B26E-41F3-9BFD-9A9DEF94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1D412-9164-4EA6-8219-D111E3B4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74420-07AF-49DD-BC81-3C68F477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data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52E3E-A9E8-4796-AAF0-09229111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0076E-775D-4451-AA71-B5B2048F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B282C-9990-4E62-BC3A-EC8A94B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D7517-679F-4450-8ED2-22370D49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1BCA4-1608-4A97-9D12-1F234A96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6C466-C062-4033-A319-6017861E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77666-DF39-4ECA-BE12-CB0C07FC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1186954856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A8651-C497-4FC1-80D7-75121047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477E5-8D63-4097-B1C7-33BC6A0F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EDAC4-CB22-484D-8754-E1AEF919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EE75E-D26F-45FC-9A19-C820BD9F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DD386-09EE-40D1-86FD-3A747CD9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A302C-51FD-4854-9F21-5E3E1738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B846A-0F47-4351-BB5C-FA1E8F78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726D9-B9B6-4EDE-AA30-AE6D744B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6F789-0F26-4299-9BA9-954CF5C8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A48FE-919D-4B64-BE66-5F0B53EC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6B461-7B67-4186-9EE6-A9231133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95C4F-7916-459F-9410-4E663F30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84504-96A4-46E4-BA03-644B7E68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F667C-793B-40E2-8372-2DE06945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469C8-25DC-4E7D-86D4-DD05CCE3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8C957-1A3C-492A-A953-3718DBB2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14BD5-74C5-434D-A935-A4DA5B42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37E97-2DEE-4FA7-A1D1-6E425928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198174314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8386C-5627-4A97-86F2-B6B50588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E5A40-6228-44B5-93AE-4ED1851D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F699A-5D24-4C65-A989-EA32E5D2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474AD-E346-4356-8F87-3D7FFE1A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5ACDE-0B28-49D4-AC07-6EFF0094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798C7-3F3A-4173-956A-009CC345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0D0FE-6CC8-4DDF-BD71-B3F88179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EAB05-CD76-484B-9C72-2132DE8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B591A-C885-43C8-A414-8E41C397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정보 한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DF6ED-DC6A-4FA0-9540-47AF94D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B947E-F220-4C95-8CC7-8EB7CD03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가능한 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E569A-8334-48CD-89D8-372F949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6110D-51A7-486A-AA67-E4DA9457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버튼만 전달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46243-D798-4C84-9F6B-229A0B4A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BAE8A-E07E-4561-BB27-75A169FD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결정은 event로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663EC-1409-4958-8985-3CA75A80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5FFC8-6DB8-4925-8246-3E42FB80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18DFE-7A18-461F-B868-6C3B49D6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408871484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5DF38-E2E3-4DC0-ADE5-DDA250BD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62FAE-C809-4577-B08D-E2173539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9D561-6203-43D2-9087-58E3C5D4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EF2D9-3D8C-420D-B237-3E4B6CE6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67122-F12F-4229-A660-DA43E31A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E423C-97B6-47AC-BA70-8C00AD74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56C8C-8A1B-4CAB-86AD-7343226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1B998-FF04-47A4-9F90-E4A864EB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68747-288B-46DD-84FF-B50907F8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7BEB5-8C8D-415A-9E48-9000BEF1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C0939-CC33-4E5C-8792-DF6FC7F1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57758-5AB5-40E9-9D40-1DD2AEF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EDB5E-BEF7-4D20-893B-BA328EFD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ED6AF-D174-4AC3-9B26-15D6204A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377E6-5AAE-417A-AA4F-3C6D6ABC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new thread와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4BB6E-70F2-4B6B-A6EC-1DB80FF3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C1031-9CC0-405D-A8E1-20DDFBFB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62EA2-EC4B-4C81-BA0C-947298B2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1282290728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D2324-FF76-42A3-83A4-8EDDB8F8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00DC3-709B-4E74-9302-624B0E43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0BEB5-7FFD-4110-9D7D-BE2A1371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F885-57CE-4EC3-A848-77DF64E1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5E6A6-4E34-4B7A-B4DA-FD15949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59E45-9779-4433-8CC5-4B0B3ACB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1A1E3-FC84-4E81-990C-C6EAB17C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8AC32-7BB4-4DAF-B677-A3E49F03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28A91-EBAD-4066-A378-6C856A55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668F0-6DEC-4B7D-96A9-8F76EF21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8F99B-C837-44AA-8CB7-5BA963A2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무슨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011D2-D1BE-44D9-9FE2-6D5FBCDE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95EAF-37DF-415C-ADC4-548F7969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39132-73DE-48D0-BACF-6F17826F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19756-1D83-4510-99B6-01165C76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 payload·시각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11C01-F0E6-44E0-9DC3-B7A3C9CC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2329F-CE69-475D-AB47-FD14C26D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F5258-08E7-4AB7-80FD-620E32C0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8940001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0C170-E58C-48CA-B45A-E9E440CC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C503C-3957-40C7-A732-80DE81FD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8720F-3E3A-4447-BF1D-5DDA9FEB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5EA30-DFCE-4AFC-AE3F-FE8A38DD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7FAB3-6096-461D-A8B8-87F1E432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72E99-B3AC-400E-B890-70C59862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D37CC-29FD-49D2-944B-7ADE5111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64D81-571B-4AE2-9E2F-3144C46D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3A81D-EB13-4C2F-8D6C-507B3156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A20CB-F914-4379-A028-16AC9574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BC9CC-0910-4842-9D0E-BFF053BA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77A65-91AF-41D5-AFA8-7BD8244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3A109-6A33-474E-9A65-9CE9F392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2C7AD-116E-430A-B56A-61D82B7C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61AD6-5190-4E67-921B-4A02C621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node가 읽을 필드를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7395E-CC3D-40EE-B0CA-7BDA588D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116DE-681D-4A2D-8B1A-29DD86E9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76681-8726-4495-AF99-4A006C17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status를 세 개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0204A-AF51-4B2E-85BC-2B7FA3D3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551C6-BA31-43F3-A4EB-2F12B33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02F2A-1848-4CD3-8998-ECE52CE6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불필요한 chat history를 제거한다.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551DB-8894-4A85-BAC0-168B8013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37D18-D754-4321-AE84-5CDE184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2AFB6-6297-49A9-B49C-C294F83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1733455239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02F3FC-37A2-48E1-9208-E55943A5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60769-CEF2-428A-B206-F22960E2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405C0-FE60-428A-B5F8-C5AACA7F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A0267-48A5-4DB7-87BB-5A056A09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B2F86-BD2A-45C3-A66F-83603129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17AD8-D997-46AE-B957-FE8D052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CD4FF-3BC2-4D73-9510-7F620D33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C3DAD-0B05-4E15-B09D-AEABE2F3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D659B-9604-4EFE-AC73-4047CF6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199D7-89F6-4752-AE54-7C16E60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F6300-2606-4D10-8407-A2F2E2E7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044D7-6AEF-462D-8E3E-D2528AEE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CB952-FBD5-430F-BCDC-E27A0252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842BC-33C0-47FA-8255-B4E3CEAE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31491-FE43-49FC-A27E-B206ED7B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 한 책임을 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AF11E-136D-42DB-ADA5-7E4AC920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11B32-F1F9-493A-8329-546B9E66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35AFF-DE67-43A5-83CC-4A8017B7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edge를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4F719-D01C-4A3D-BC5F-4458C72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7677A-EAD8-4C94-BBD8-14B3D364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B9FDD-1AF0-40C3-A0F1-733C833C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오류·review edge를 다른 색으로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3EF82-2A06-41C5-9BB2-28D3AFFB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C623F-5C63-40A0-9EE7-140F8963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BEBFA7-5712-4740-8F70-574C3657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1986536443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AD276-1072-4658-9DA8-570F22B5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FBCEA-A5D1-48BB-A749-68AEAE5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322D7-A2B6-4F21-BC3F-18247D10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9ED6-93D0-4F7E-8337-191535FD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9030D-8002-4567-814C-3F0C4682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525F5-D985-45C9-8DE1-2789B008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DCB3C-BD51-4014-A6AD-3DF19BB8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E1F1A-2461-463D-AD6A-158FC0FC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39013-6967-447D-A84E-B99281C4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A5C16-1F1B-4E80-8CA4-FEC18E91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59A16-6E30-4EB9-9481-01A5A2EE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17DCC-21A1-4EE5-8721-93ACA05F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34A93-4878-4313-AEE1-2785F72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D89D8-77A3-4649-ACF9-5A7F32BB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65E46-FF22-4212-9769-51D077FD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오류의 retry 여부를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776A8-E442-4C2F-B645-0CA701D8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5883A-2452-4486-B853-7CCDFD7E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C98FF-6EFC-499E-87A9-30B1E8D2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attempts와 backoff를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3AE55-1F51-4A16-BF3D-BDC20AB9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F309A-AFA9-479F-A33F-B25C72CF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2A988-7DFC-4ACB-AAC6-C8FA6FEC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 후 상태를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69619-3A6E-4177-A711-8BB19F6A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97D2E-E461-4425-AC91-62001C5E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347F1-0826-4834-8B3E-0C3FFD9D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1712848365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36EA1-D2C0-45C8-BB32-D16CA189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C3693-5301-49CC-989D-AF90D89D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976D1-364B-4512-B3D5-7D51DEAA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0E0C9-D9B4-41A6-A1E7-19B40B45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2179D-3705-43C9-BD2B-ED87599C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0A65E-B645-4E75-BC61-8ECD7307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F4968-962D-4496-9170-EEB86EC6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75482-55EF-4683-A722-275C2940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371EA-3626-462A-9B6E-771852B1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AD2D3-A024-459C-AE00-48F7B83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7F633-17B0-4DC7-A7AC-24161B7A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F0FB9-A429-4EDE-B4BB-6306B77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1582A-DFD9-4B55-B9B2-FD00C0BB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0C1B6-9003-419E-9533-F03AC19F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2AE17-751D-4065-B548-0B5B6928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초안과 evidence를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A777E-6212-44B9-AF05-F741C115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26629-4F92-4B75-AF34-8BE7D761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8E387-BBB3-4AE8-84BE-3B5B9FDC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approve/edit/reject와 이유를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82637-444D-4585-A2AB-ED56EC65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87717-7603-4949-8840-A5EC025A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E7D6C-B1C2-42CD-B91E-EA366CAC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바꾸고 낮은 confidence 사례를 반복한다.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EB802-3B31-4911-836B-58AE7967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488E7-E2F0-4047-BBC0-BF059477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B3B29-AB63-4C2A-9696-D2D82A31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51164966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233C1-6364-4062-B7E8-A88F335E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69962-12BC-4A97-A0BA-3EBD087F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B6982-F99C-4DAE-9801-52863DE2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6FADF-BAF7-4986-BE2F-A75C8D33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44B8B-125C-42E0-8FB9-382B9F42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92E1B-2352-4729-8C1B-15B3B0CB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11848-68AB-46FB-B2B8-DBAAEC87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C2496-F573-4751-9C68-ED1A8EA1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C8E28-C409-4ADF-A922-5F1B5630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BAC67-8CBB-4FDF-9F1A-9271FAD2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CB4CF-3419-462E-881E-CC617425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5B995-A261-4CBE-962C-4513745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631FE-EE59-4AD4-99B6-4D38DDB3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B14D3-B374-4A72-869F-B075CE30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B2E68-69F9-4CC9-9E92-F79DAB7C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0E211-04BA-4763-876B-EBA35433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24D2D-C25F-4F7B-A4B8-E30ADE16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C6F61-C34D-4744-A497-9722FE35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3FAB3-776F-4C59-BF77-50D00CBC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810C9-936B-4F52-9759-DFA57919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BAC3B-DEB1-4CCE-8E44-0E8322D8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142CA-B9D6-435E-A086-E4BFD913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77986F-C21C-4AB9-AE38-C05B057C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D9E2A-7B7D-462A-A738-637F3002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7E4AB4-9FC4-4BB6-9341-8F72DA51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159516121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EFD39-7D4A-46DD-8C9E-C291EB17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5E7D4-C5E6-4631-8CFC-54200541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A89B1-B29A-41B2-BD9A-D4E86A4E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526E0-D179-4832-BBC5-046A635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044DD-C757-4F7B-A958-0C0B165D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64189-6FE1-4B21-9C91-A4738049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43761-01DE-4A9E-8148-8B7F9C91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FDEB7-18DB-43FA-BCDD-50EB4807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36233-01C8-4A74-935C-EF61AE9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C3A5B-14C2-4398-B815-FF38F64A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38C42-2851-44A3-86C2-9891A59B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E3F9B-EB6B-4194-9B77-05F4982C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6DB36-042D-476A-8986-B613422C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F58CB-53D1-4D1A-A00B-B06F2BAB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2AE2A-997D-4920-9A41-3DBE61B0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E9477-282B-4050-8F38-F3CC73C6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DBB30-E67F-4FCD-9D2A-DE9F384F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FD576-B2A0-4B8F-B9A9-FC28D646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B4137-DC7F-4770-9C21-172A6250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5732A-8B20-41FC-8CD7-D9F2201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4A2D5-1B72-40D1-855A-B60D2EA2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09862-AB95-4A15-AFBC-0952AC4D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D3B75-DF57-4D1E-B249-40AB053A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F969B-2AF3-4A9D-814B-5CB30DAE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2E26D-9283-457B-B530-54A73344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281576756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C46D39-7D2C-4232-9F40-7867E01B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83EE1-715F-4921-BFFE-BE8148DA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7F467-70E2-4C27-8486-44872E68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3CBD3-EE7F-4786-832D-47D11D13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FE046-70B0-47B6-BE72-24F178D5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1988C-0A0B-4C1B-86EE-4027B98F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0B915-4C74-4C02-829F-5FDA5C74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DB6D6-7C4C-4A2B-9E36-118C7631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8FB4A-F448-452E-BFA7-7BA43D72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954F9-53BB-4631-B1C4-9C4FCAD6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308BE-D8AF-40CD-9C4A-ED5CE6E4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1AC5C-E98D-4BE5-A1E8-8A433BE5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DDAB0-FD94-4506-8DD3-FEA25898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39CC9-03C4-4FF1-BC0E-8A2769B1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99DEC-220B-4E7B-80D7-467CEEA6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6DEFA-BF52-4B17-AC15-1CC6B00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82043-2900-4C09-9AA8-38E326BA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9C4B5-5F25-4205-9624-2F2B1EFF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8F91C-20EA-4816-AA9D-94AAECED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690AF-2F8C-4B06-9532-85BCF4B9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7B96B-AD32-4847-809E-B84E35B9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FA6AA-DF70-445D-B53C-98B923B5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D15F0-A99E-44AA-B83A-BEAFDA94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45957-FC94-4634-A617-5523ADB3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8D211-95E9-441D-98F7-64ADF281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2088599753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2E5155-D2E3-453A-A277-3311E6F9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E67D2-DECD-403A-89F0-E2CDF53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69EAC-96BE-41C1-81AA-44013AE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F0CBF-D0F6-43FB-A664-0021830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6922A-183A-480A-9B12-BCF6C2D3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BC8BB-772D-4869-88D9-4F96CCA2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2E066-BFF1-40AE-9E5D-20DBF3D2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300F3-7593-418C-8DD2-E565ECB7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84E5D-1568-4FF2-A4FE-C7959F2E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ACEC5-42F7-4092-A0FE-E546AFAC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2F84B-EEAE-452A-9B02-EBFB05E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FAC9D-FB64-4237-9A7F-4FEB824A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D2051-C0C1-4CED-8DCE-033EA88C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D9869-200D-4355-B0BD-CD1876E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C27A7-9231-418A-929E-59B9E491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7556D-B19A-4FFB-A4D7-86ABEA9C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D59EA-5B9A-4EDC-92CE-D1D75CF4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24481-DC16-42E3-A864-A25BB409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7A33F-A4FD-4856-B3F1-B052714C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33A3F-A1D7-40B8-80DB-C72D2ACE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DF0A4-22A3-4E5F-8EC3-10B8F2FB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D22A37-5602-465A-81D1-3F181BDA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14168-141B-4CF7-AB38-D3506B78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99191-3976-40AC-A4E1-16BD3F86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19B4B7-3E6E-4600-99B0-379F18E4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1431982963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0BE87-8FC6-4BA1-BDA9-B2A253B1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DFAB1-0687-481F-97C1-53FAF500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7 · 승인 뒤 같은 요청이 다시 왔습니다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7F5FF-DBE1-4208-8532-B31E5836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30654-D3A8-438C-A618-25C0681A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27953-6200-4C77-9F7C-82FEE2D5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F51F2-E88D-43DB-911A-AA3FA5C0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B7E12-03C1-4BA7-9313-6F67D4A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reviewer가 승인한 직후 네트워크가 끊겼고, 같은 request_id로 publish가 다시 호출됐습니다.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97E5A-AB45-4A87-A99D-6B57577F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7F172-E0DC-44FB-9980-9282350B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BB6D5-2B9C-4124-B1FD-34351B60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State와 checkpoint에서 재개할까?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9432B-8D76-489F-8590-C39FA347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4B74D-B282-4138-8F45-B8123702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345DE-D436-4178-9C5B-98B28154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event에서 어떤 근거와 결정을 읽을까?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A8969-1CF4-49AE-876A-4D4A8E98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0C02E-2E95-435D-AF6F-96FC8F96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C0748-3D05-4C42-908F-17969F84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새로 발행할까, 저장된 성공 결과를 돌려줄까?</a:t>
            </a:r>
          </a:p>
        </p:txBody>
      </p:sp>
    </p:spTree>
    <p:extLst>
      <p:ext uri="{BB962C8B-B14F-4D97-AF65-F5344CB8AC3E}">
        <p14:creationId xmlns:p14="http://schemas.microsoft.com/office/powerpoint/2010/main" val="1177415389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266CE-5D89-4AA9-8A8E-35E4FAE6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40A71-7D76-4F3C-9480-AFBC5FF5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72313-4D6B-4925-BF94-0D41DFC6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LangSmith는 배포 결정을 위한 증거다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4B086-52C1-44AE-B7FC-A34450DE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Managed 회의 기능과 local STT 원리를 구분하고, trace·dataset·evaluation으로 40시간의 평가 루프를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ECF15-E91D-4CDA-9C56-10E0582D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A2F4B-B6EB-41B7-802B-E47A675D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Trace를 많이 쌓는 것보다, 어떤 실패에서 HOLD할지 미리 정하는 것이 먼저다.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73A35-AE56-47BA-9928-941AEC64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10AE2-2A21-4AD8-89D6-11276895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전체 architecture · 관측 필드 · 다음 32시간 실행 지도</a:t>
            </a:r>
          </a:p>
        </p:txBody>
      </p:sp>
    </p:spTree>
    <p:extLst>
      <p:ext uri="{BB962C8B-B14F-4D97-AF65-F5344CB8AC3E}">
        <p14:creationId xmlns:p14="http://schemas.microsoft.com/office/powerpoint/2010/main" val="452165906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88A83-CA0E-4FD6-982A-64EDD19C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67217-37D1-42F3-9BA1-C02E522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관측은 READY와 HOLD를 가를 때 끝납니다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36164-2D66-40BC-9DDB-0A84E990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EE16C-8C77-47D1-89C0-4DB17B42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D9E8B-F039-43BF-8754-60CAE359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07D39-9966-4207-9F04-EC79A59E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9F9E9-53A8-4E1C-801A-A57E4DAF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버전을 배포하지 말아야 할 근거를 trace와 dataset에서 바로 찾을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F3E5F-D964-445B-AAAF-A682087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88420-2D77-43D8-B44D-0DB0131F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6709D-EDDE-4CF6-A6A7-1F3E3144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또는 Local STT의 segment를 받음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B1F6D-4569-4907-BAFD-5DCE9532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FB909-6CA2-48FF-9DEC-03218350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품질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43134-CE59-4E20-9DB2-D86F6CE2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무음·반복·이름·날짜 오류를 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5A793-ED35-4FA1-BB43-0805D3B2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2AEEC-3A09-42F6-AA88-33640371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11DEE-F623-4ABF-B7D1-A0205C69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node·LLM·tool을 trace tree로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F49C0-6AF2-4597-A2D1-64C8BBEB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0755D-07AE-4B1E-AE54-C77626D0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6F7AE-C19E-4B46-9CD2-2B36A025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dataset으로 baseline과 candidate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7F433-AC94-444E-81F1-89C50CDE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9BAA8-23B6-44E3-B4F7-7086841D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20A1F-9A46-4385-83D0-D7BA5230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 기준으로 READY/HOLD</a:t>
            </a:r>
          </a:p>
        </p:txBody>
      </p:sp>
    </p:spTree>
    <p:extLst>
      <p:ext uri="{BB962C8B-B14F-4D97-AF65-F5344CB8AC3E}">
        <p14:creationId xmlns:p14="http://schemas.microsoft.com/office/powerpoint/2010/main" val="1970185298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7CA89-82C1-446C-960C-149E130D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3462A-F980-4807-8EA5-1E2CABEC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관측과 배포 판단을 잇는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2D7BC-E10E-47FE-8DFD-FF1E19CA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9AB65-DD41-4F05-B248-E62C471E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F0402-80A7-4E8B-856D-3FCC24F0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FF472-58E6-492F-841A-2F5AFAF6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E8B52-E4B7-4E4D-AAFD-4B377C3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66620-4C88-45A4-ABDE-03A944C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28B2C-AFA9-45AF-9C43-238B5B68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A2560-BB9C-4F53-AAAA-BD63B710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F9CBE-01DA-4E6F-97BA-A57E4CCF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Speech to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D24FB-3042-474B-9BF1-C464C35D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사람의 음성을 문자와 타임스탬프로 변환하는 기술이다.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A8B70-B4E3-49C5-8163-FA403BF7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faster-whisper가 audio를 segment 배열로 변환한다.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58BA2-5560-4B9B-ABAF-35141A58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FAE19-36A3-4790-8A40-CE60C4B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8B359-0DC1-4825-9549-563A0AB4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6B223-70A5-4C48-BF92-52A98F67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요청 안에서 Node·LLM·Tool이 어떤 입력과 출력을 냈는지 연결한 실행 기록이다.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F1472-8D61-4E76-8327-689927AB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run tree에서 Graph 아래 child run을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46C64-5FC8-4874-984D-DD275007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4CA23-A0CF-42A6-914E-6C326E60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/ Experiment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Fixed Inputs / Compared Runs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16495-E799-4127-B7B8-1D445E6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Dataset은 평가 입력 묶음이고 Experiment는 같은 입력으로 특정 버전을 실행한 결과 묶음이다.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8CD17-71AC-4822-A2A9-6805DF6E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day2-v1 데이터셋에 baseline과 candidate를 각각 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C26F2-B8E6-42DA-BC6F-D2BC120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FDF16-B1E7-408D-A8A8-82C18EA4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057BC-BC98-4821-B993-2BB67FAC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Ship or Hold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29E11A-51F4-41E9-B91F-95AC753F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품질·안전·지연시간 기준을 모두 통과할 때만 배포를 허용하는 규칙이다.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BCF4F-25A9-4E24-BF40-D500862F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98%·근거 연결 90%·오발행 0건을 모두 만족해야 READY이다.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DEE42-6277-4B39-AD05-F1BF4219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5488915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414D3-5454-4D69-B796-B9FD7096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기능은 현업의 현재 출발점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8EAEC-83BC-4B10-9582-76D237AC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7904F-E642-4E92-98C4-C409483E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59260-EE75-46AE-BD77-F3F46D17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5F6CC-A284-41AB-AAA7-0D9FAC2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7D85F-6D87-4ED9-9F18-7DCAB038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578C1-3C1A-4AC5-BC23-27BD3251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등은 전사·노트 기능을 제공하지만 계정·edition·관리자 설정에 의존한다.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72425cfe34619">
            <a:extLst>
              <a:ext uri="{96DAC541-7B7A-43D3-8B79-37D633B846F1}">
                <asvg:svgBlip xmlns:asvg="http://schemas.microsoft.com/office/drawing/2016/SVG/main" r:embed="R870fa043fe7f48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00C22-9F0D-4AC9-83DA-E310CE0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9BDBF-7E9E-4AB9-9680-F980AF92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활용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D41E0-0649-403F-A880-AE0F6A1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C1AFE-C1B2-4810-BC0D-B393125A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정책·보존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D12FF-7966-4FE2-9320-85DB15AF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633EA-BF2F-46DB-9272-C3F6A62B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언어·edition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027C3-8CC1-47F4-9B7F-76ED10CF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471B7-942D-4DDD-8FFF-D62842F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STT가 틀리면 LLM은 틀린 입력을 더 그럴듯하게 정리한다.</a:t>
            </a:r>
          </a:p>
        </p:txBody>
      </p:sp>
    </p:spTree>
    <p:extLst>
      <p:ext uri="{BB962C8B-B14F-4D97-AF65-F5344CB8AC3E}">
        <p14:creationId xmlns:p14="http://schemas.microsoft.com/office/powerpoint/2010/main" val="1253041076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F2B08-14FE-42FA-8113-B5E21679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수업의 local STT는 원리를 이해하는 최소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FB314-9BC9-461C-8A83-74455EB8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A9390-B364-4AC6-A8E4-EF4E2D87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DB599-E83C-4210-BEDF-B45B81E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5831B-74E9-4147-8875-8F95951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0A974-C649-40AD-B3DA-CFC80394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또는 whisper.cpp로 audio→segment contract를 직접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513FD-702C-4308-B790-83E73BA0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D6403-9A85-4301-86E0-ECBF924F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2360E-09D3-44A3-A4D9-B6568380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A9E7B-81A1-4943-AD90-2D4A4224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F0283-3338-4460-B58A-EBB8C5D8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40C5F-2745-46D8-8EAA-E11732EF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1303333572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5FC1B-A21D-4268-8FBF-7773401B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품질은 WER 하나로 끝나지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62D19-AB37-49E4-ADE6-2B66E825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E6460-6F54-46C2-91B0-AA346E64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29C13-53B9-4155-A9F6-010B467D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3FE4A-2EFC-47F1-A3D9-91AC780D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B7606-1B6F-4333-A492-EA493AC3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C5B86-FA48-4016-B3B3-48BDFED1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업무에서는 이름·숫자·날짜·Action Item 근거 오류를 별도로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62E8D-4E63-40CD-B9BB-901C72AD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1DAEF-FA0B-4A35-80E1-21E69D03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empty·repetition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D3491-2273-417E-A5A4-DA749C2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0C4C1-98D0-40EA-A524-85FFA6ED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entity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47AE8-D3AF-4BA8-A214-6F7D9E35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465A8-B968-40F2-8D62-8DC2A39F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D39C6-E00B-4D9B-802F-061D85E9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079C1-C40F-43A1-B281-CFE7374E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correction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6A0F1-0859-49DF-B1E5-10C65B5D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B3396-ACDC-43FE-8E5C-D5F715CD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Trace는 과거 기록이 아니라 다음 실험 질문을 만드는 재료다.</a:t>
            </a:r>
          </a:p>
        </p:txBody>
      </p:sp>
    </p:spTree>
    <p:extLst>
      <p:ext uri="{BB962C8B-B14F-4D97-AF65-F5344CB8AC3E}">
        <p14:creationId xmlns:p14="http://schemas.microsoft.com/office/powerpoint/2010/main" val="855779943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3E259-6878-4757-BA35-D190BA4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trace는 실행의 계보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5AA63-8CFD-4DFF-916D-8B4D63F8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75931-98D0-4E8F-B4BC-0F100303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754FB-AB7F-452C-B058-5659DC9D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AA42C-C6F2-401A-8011-9303922A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134CD-B0F6-4BED-98F8-5E11403C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graph run 아래 node·LLM·tool의 input/output·latency·error를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1B173-C256-444B-A3F2-05979179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39086-0601-4C43-BE70-A47D46A7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parent-child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A050E-6FC4-4D08-A670-CEEA0602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179D9-35C4-4944-A7FB-BDBEBFE6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0B59B-5953-4110-BC2D-492555E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58988-4727-4208-A63D-D918E8DE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8FF9C-A7A4-4676-81C8-478A381A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87B1C-0A91-4631-ADD6-202D3C2F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2077297418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61100-48E8-4BB2-828A-39F06E46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trace 전에 줄인다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371FD-ED86-483A-9287-2BC23022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38261-DAF9-41A5-B932-7DE2C713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6EC34-2A12-4CB8-9845-0D7D89E7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99A3E-51B6-4CB1-BBF4-8DFB4AE0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A2500-8C0E-417E-B228-5CC0A2F1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45576-2D5F-40DE-9597-960B264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계정에는 공개·합성 샘플만 전송하고 원문·secret을 masking한다.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CFEDE-C6D7-43C6-9864-82B68C15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D7DFB-58E6-4E98-9BB4-A93E2BF0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anonymize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FE1A7-BC30-42DB-86F6-469175D9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EE23C-C98C-459D-9D9E-C7AD75A5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B537B-47D8-4796-8651-C5A484E6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7FBCB-35D0-471E-92D4-1F9BCCA2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3016B-2C49-4D71-AA26-56E646A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0DD74-8E75-44E5-B084-B5D41571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2020046176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C07D9-D18B-4B7F-99EF-5C45D45B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Dataset이 평가 입력을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75F79-0892-43E5-8D04-0EA167BE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4960D-4096-482A-B9A6-D2E87F44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BA2EE-2D80-4D07-B320-CAD3A8B3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E651-398B-4CE3-9C3D-B23B89A5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35508-E87B-4453-B73F-683F5B4C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example과 실패 사례를 dataset으로 만들고 experiment를 반복한다.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6A508-A0BB-45E2-AF8F-88781750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76F55-7A4B-4F39-B8B3-800D67D8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D9A66-BC88-47A0-ACEA-9926CFE9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C4006-2602-4774-8158-77FEB6E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1642E-C365-4374-A287-C93ED1E9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281B5-E80F-4C4B-92ED-B0ADF4E7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0300B-3B4F-41AF-ACE7-F04C34C8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45BFF-36D3-4695-B6E9-3BF8ECEA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F80DD-AB3A-4923-B384-DF7A5A83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41838-366B-4E92-8E9B-84060841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전에 보는 신호  |  평가는 점수를 내는 일이 아니라 READY와 HOLD를 가르는 운영 결정이다.</a:t>
            </a:r>
          </a:p>
        </p:txBody>
      </p:sp>
    </p:spTree>
    <p:extLst>
      <p:ext uri="{BB962C8B-B14F-4D97-AF65-F5344CB8AC3E}">
        <p14:creationId xmlns:p14="http://schemas.microsoft.com/office/powerpoint/2010/main" val="279715366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54AC0-804C-4643-8877-3E0CD572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53029-B298-4722-9356-BE8A857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9ECBB-249B-470C-BBBA-C3FB6B5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3EAC0-73B7-4E28-A8AB-211F5466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5FB1E-EDC9-4980-95E2-2A181B9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0C170-21A3-48B6-8767-E87AF189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78A74-8E46-4097-81F1-E142A5D6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B7EC1-5835-414D-B69C-D89147F2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E5C82-7FEA-4724-BA68-7B650F0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4E761-4107-4631-86B1-416DB444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0E797-DECB-41B0-A6BE-98ED9683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6EB34-B0E2-4C58-ABDC-6D3782FA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60828-BA1D-41C5-B7E3-49750FF1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5E710-7AAD-4632-93BA-BF9C8AE9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81DA4-C478-4A70-B6FD-9784A64A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C8E7D-34C0-4A4A-97EB-AF847FEC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48AC3-811A-4C05-A8BC-482A8E69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6204A-912C-426C-9714-D73511C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A50C4-103A-4308-9A2B-606D13BF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9182C-2E41-49B4-8E3D-664C7DC4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8046B-37C6-49DB-8897-6BC4189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A24CF-B7ED-4E5B-B1F4-2CA307B9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1021453479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4A781-FBCB-46E6-AA47-EBD7766F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55DD2-7E6D-4ADA-8E9A-0A4318A0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32F79-97F0-46CD-93C8-428CEDC3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BE372-CACC-4302-883C-E1E4DB7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9DF20-092F-4C86-8081-71D3132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EF4AF-287F-48E5-AA1C-138B362F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C0881-57E1-4DFD-9B36-BAC87064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70F17-6A8D-424C-BD8B-4E6BBE41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1F96E-707C-4FC2-8CE4-31661EDD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5DF4A-FB57-4EA1-BACB-F80DF36D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43B30-F459-4CAC-BBE1-98DC2CCA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1DC51-052B-4F09-BFD0-B8920FBF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995FD-E933-4364-9515-4680231B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571E6-D845-4F5E-A18F-D2172E93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49DDC-6A25-4B07-B38F-BB3B093A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DDC0C-2194-4A2B-B6DF-50D82DF9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DAE4E-3438-4EA7-A769-0105D05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28070-D185-40ED-AB31-3A5DC03E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A1EFB-2DD9-4F1E-87C0-36124571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E2167-CAA5-4873-807C-E0A77846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FC460-1961-4572-874B-B349D57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95322-131E-4EF7-B476-4706C7F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2146884518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376D0-F3DE-456C-9554-AA3623B0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C11CD-0ED3-4FAF-A44B-DA18043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6C237-DF89-4A25-AD35-9770D1A6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0C4B0-E0CA-4B97-9B3C-53E6EEB6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FD359-D1F2-4F73-8F76-6A8701F7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2335F-6BFF-44CA-B8FB-B0267E65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A8574-29DF-4360-8547-3FFA06B5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90B92-ADEE-49A3-ACDB-F98D0A9C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A8079-DAB2-4094-8BE2-8059A19B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91874-CC79-4C85-B2EF-8C1A41B4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62C6B-A894-4C3C-ABED-56907689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F3983-EB02-41D7-8A52-AC61C27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4618D-DE63-46FF-B850-8F698DE8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2C486-B55E-47BF-B41F-4F5B9CB8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D28AA-B804-4A4B-AFA6-4848809B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8ECA5-409F-4276-A748-13881A3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0BF88-9E1E-483F-96B8-6628299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FE203-0C84-40F8-9C6E-188EAA2C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2677A-A34B-42B9-8198-B18ACE2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696A-4230-42D7-BE2A-50A365D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D6E2E-3801-484A-9814-E33EC383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DB7D4-1915-4AF4-89FB-D7E615C1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635359181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8AF97-62CC-4AD9-8552-9B987A16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4E609-4EB5-4588-A496-1B400E1C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E904B-5B66-46A8-97B9-8D8827A7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565D7-1BAA-4396-B229-3B385C07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A1DEC-BF76-40C1-98EC-A32C1BF1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8D561-9FBB-4F5E-AFDF-C5344690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BBADA-6C79-4E76-91BC-94ED9403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BB54A-2F08-4614-8CF6-F7AE875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8D355-5418-4FA5-B01B-3FE85944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1B85C-4E44-45E3-A697-4A1827B2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E55EF-A34A-4F5C-BC43-DEA96F7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407C1-5A65-45B4-842D-4046338C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CD754-5A1B-4562-BAC9-9CDC296F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B6810-E6D1-4704-84BD-78769B7D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686DF-DB7B-4EE7-AF0C-6C058455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810BA-4E97-4148-B3BF-FE40FDD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D0F03-5900-4BAB-B3D4-9151D628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90B1F-CB99-4941-9BFF-050A2F0C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9249C-572B-4088-B941-3B0777B8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7E01F-F780-4B63-B5C1-3B8BC43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95DA6-9874-4700-90D3-3B6CA070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5CCED-0870-4BBA-A758-F9983D79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1205926715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74662-32BB-4367-96C3-439CBEE0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458D9-60EF-4EC2-9E55-4873DA5C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7039F-CCF5-4D6D-8145-0433D250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6B967-80D7-4CCC-8270-074CBCF4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680BC-6440-4AA3-81D9-1444B50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40DC3-6B50-4F07-89A5-C8682C5F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CF213-FD68-4229-B350-FF1418B2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75464-59D5-42A5-BFE0-062596C4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5C3FA-C1D0-4CE7-8454-4C8224F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A0644-9569-4E70-B2E9-BC73C15C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8F88B-1BCC-48F9-99FD-F1BD9FDF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755B3-0EFD-487E-B951-0086DD24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62171-7873-4D16-85E0-E51A3DE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9BC76-6A08-46CB-82AD-D815019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CCB38-6677-41AE-82E1-13DE779A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39C17-6176-4E5D-8209-A3BD131A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A4777-67C7-4551-A0D6-32369136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98E40-673E-4A24-BD39-98467B72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F6186-098E-476F-81F3-0EA77878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116E2-3869-4809-8B22-1CE53C98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92506-BCEB-41E4-A83A-3C111C26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EBD42-E88D-4D87-8967-F87A741C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1065973690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E2F8CC-53E0-4406-BC4C-99BC3080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E9C39-A4F0-444B-AAE3-2781832B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STT와 LangSmith 화면은 하나의 품질 루프로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936F8-3825-42EF-A448-EF2D0269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DF7BF-DF80-4B74-B725-72915B56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8BD21-C77A-468B-A79A-0DCC39B9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1DB80-4BBA-4ADB-A45E-2E88921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1A634-42C6-408E-8A03-A85ED609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Local STT 두 경로 → Managed 노트 → trace tree →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9CB87-0818-4C19-89A8-D2134164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AD812-DC21-4528-821A-982F1B08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70976-E887-45AE-976C-F6198C22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A966F-BDC8-481A-B66E-0784860B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55389-40C0-46B7-B277-BC796DFF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AF108-D3B6-4611-8E76-2275301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Google Meet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1B5C2-1089-46EE-B088-C63298C7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STT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12016-E1B5-4430-A6D6-1D64E8DE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이미 제공되는 전사·노트를 현업 출발점으로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4F0B9-BF07-4B94-BDB3-8EA41A8A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Zoom·Teams도 유사하지만 구독 정책이 다름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080F9-6D9F-4007-BF6A-180BC4F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9BA8A-6969-407D-B9A6-26845736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05E65-17EE-4E46-AC4E-6341CDBC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faster-whisper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9D645-C754-4F4E-BE52-B3B8415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908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Local STT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3A5AC-26C7-4BFB-9C80-091E45DD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segment·timestamp를 코드에서 직접 다루기 쉬움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BF7A9-3E6F-4BF2-8934-AF0090D3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whisper.cpp보다 Python 통합이 편함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B4A36-6E0A-4ACC-9513-D23E032A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6FD45-EABB-4C1B-8423-A7B7ADF8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whisper.cpp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AB0D08-5172-46A5-AE9B-BB9FDD17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경량 CLI STT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038CE-5439-4A4C-8CD9-902046B3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사양·다양한 환경의 local 대안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5F944-416B-4F15-996F-36CA78E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pipeline 연결은 추가 작업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C88A25-43EA-4FEE-8CAD-BCD2BC4C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9960F-36E3-4B89-A0A2-F575635B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4F6341-B5BD-4F7D-BFAF-EEC15037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 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577417-8B87-409B-B734-EFE8891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43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관측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4531FB-716F-4956-A1AF-439651BF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node·LLM·tool의 지연·오류 계보를 한 화면에서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224A73-1C10-4B77-83CF-29AE42C7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masking 또는 local 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40274A-006D-4CF1-96ED-54AAB917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0CD7A-9F41-44F9-ABF3-14A60796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 Eval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33E04D-802F-4519-8CF7-1D730BED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Dataset·Experiment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056B4A-CC96-4136-B3B1-29274109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입력으로 baseline과 candidate를 비교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C8FEEC-477D-45FB-A58F-9CC1E553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pytest는 구조 검사에 강하고 의미 평가는 제한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7E2229-EC99-4C6B-903B-DC763387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9317170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CF31C-080D-4103-89D3-5B00D0D8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D5694-8C9B-4DD1-8AB8-4542BEE2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F959C-195D-4846-B07E-7B2028C9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9F201-6CAE-4E72-B2C5-ACF005E8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D0373-46D1-411E-A155-5232907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33865-3421-4225-9341-1B7E96F7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9EA47-66D7-42FE-8A28-651805A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9FE2A-C240-4B71-8888-2DEA2876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3471F-694F-43FC-838E-1DBD2657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9AACB-2A50-4188-B8F0-56D08F72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3FCAA-9DB2-4DAD-99B0-E6EC1EF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37C35-E774-4673-B16F-C6A2401B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2A718-17E6-411F-917F-17C3BD08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6A1B8-8B24-44D2-AF0E-6BDDC6FC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75ABB-47C6-46D0-8EAD-66BE4E09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63327-9741-4A30-A579-A4381879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871d7fbb44df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D4C8E-A6C0-4900-B22B-63D386C9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351856539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E0A47-9410-4402-B9D7-D8B9E315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8E357-9A8F-426F-95EB-ECF67F47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AAAFF-0C66-408E-A7FF-7C7A6D7E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53649-7149-4E3A-B989-C3634CF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B0FC2-6341-469D-9619-7568DEEA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71034-7D6F-4B74-9AFF-8B0863A5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41486-E1B7-402B-9B25-835ED181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05CC6-64A2-40E5-86BD-FC833615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588CC-F22B-4723-A776-77B8DA9B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9BD73-7DE8-420F-BEAE-810957B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4E576-DCCE-441A-9EF8-91EABEA2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88D15-CBF5-4066-992F-BAE4115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6153F-002F-412B-A672-809C0A08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AD911-1282-4408-B1E6-1E00D391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07865-8F68-4840-8438-AF04225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CD74E-DAEA-40F6-972D-8422078E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10ff12d65499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EDF8C-FF17-474F-914A-94B78F50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899810817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C17B6-6D11-4E94-87F7-EF46E8E8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369AC-1C71-4BD0-A012-F864AB86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7BB1F-4BB6-4D16-9788-21868137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1DA3F-CCC8-4500-9531-D3114FCB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DE3F2-B95D-4FC8-88CD-18BB421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8E559-D341-428B-AF43-697AD5A9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EC410-2374-4D60-8D88-480EACE1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79E52-E42F-446F-A0DA-E869DDE4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3570D-30B0-4D86-9AF4-23001366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B1C3A-C173-469A-B7AE-CC7964DF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A88B0-321F-430C-A6CE-4E23E625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21134-8403-4E7B-B0C2-BDF5CC2E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5E98A-6DBF-494C-8292-F375479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1B746-E54C-4233-81F5-D7622055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A5003-D7F4-4BAB-AA31-74889E7C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C77966-204C-4B8E-8A3F-350C480A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3c06fd44c489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BBD86-4E1A-4441-9F7D-7B46A6A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1285787353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F9FAA-EB90-49DE-A5BA-8ABD7673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66F96-3F28-4D1C-B8F4-5FB83587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3100E-52A5-4C14-91FF-A799D2F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F1F06-6C5C-4940-8EC4-0C896B04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B6E22-2D2E-4125-96D6-FD9CA91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6BA26-78B0-4A2E-B1EC-D3324F35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882F4-4EED-44EB-BF26-3A255B3C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01803-F0DC-4CA8-926F-A5A651CB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D2446-CF21-4F45-8653-813BA98C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7E604-7035-4EE8-9020-6625AE3E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8D619-0328-4263-A414-4FA943C1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050CB-BD04-44A4-BCCF-CC30AB37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EF89E-2B3E-4073-81D5-2935E6C7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26E77-194E-45D6-809A-C0E4BB95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27A99-17FB-4F04-8D94-D7425C15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BA7A2-A35B-42E6-941C-85D3B63F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94b018dd34a6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68E4F-C1DE-4EAE-967B-ACB86971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356652625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2BDC0-A2A4-44D7-9E7F-F4D5C719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7CF1D-DBA0-4004-B551-E4EDB78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20C77-491C-4494-BB09-3EC04F7F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EA87F-176D-4473-A27E-B51AA710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3F4F4-FC8F-4775-A0F3-96B44692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FAB3D-DF2A-4BC2-8976-10033C4E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952AD-CDC1-4586-AD12-7717CCAE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A105B-6A3C-410F-9866-61D4DF19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DCCFD-EC3A-41D4-AEA0-C350E41C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0B377-0338-4A54-AC47-3394B63E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D28EC-B946-44AB-9E82-F5F5016B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077DF-BC66-4AA0-A7B7-285D758F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D65BA-9B1B-4346-88A1-426F2F47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78085-FA1F-48C9-8E57-0431C6A1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E84AC-60AC-4954-9CAD-D22E6D01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3CD5B-6899-4E8A-BE59-C3CD2E9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3637e2fbd471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91BB7-B1AF-40BE-AD8D-91F50B4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738025699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0D723-6BD4-4688-B4FC-23A21740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29A43-FEE2-472C-81EA-42D5241C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C8E63-7F55-4EF9-B98B-3B42622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E82EF-4DF0-4F76-A1D0-89115119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6DB70-A8A3-4CE6-BFA2-1D7D2EA9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57003-95C2-44E2-99B3-52AC24C3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55A89-BE80-4C51-A872-0EDD5EC8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9B260-4654-44EB-9EDA-959017D5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CE6C6-077A-41AC-BF1A-C6A32D88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CPU int8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1A968-D1E6-4A44-962C-C8FB5C31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D8E45-4356-4DD5-B4FB-9830C1EC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language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79AB7-6FAF-4454-92A0-1305C4A0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E86F8-9E71-47EF-99CB-F6948CF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D8F04-7ABD-4993-B103-3050F5C7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17C48-5ECC-43FB-8BE2-3DC1CDC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generator 소비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9D5F9-44BF-485B-9C86-3937D839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68DE5-37EA-489D-B3A7-837A17C5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EFDA3-3BCF-4B57-80F2-F1BF8F22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1072250626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96369-A471-41E7-8750-30FCF760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9E5EB-4B23-46FD-AC7B-3E3081C5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2CCC5-E568-49F3-9049-C1E2C3D0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F08C7-F9F9-493C-8E05-F0DAA930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1BACD-C4AA-419F-836E-C5C471D1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98416-A284-4EB3-9AF3-068E34BF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9EDB7-351E-4368-A0ED-5F9740B2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2B07A-A2E8-429B-A251-D803B063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963F1-0FA1-4BCF-8AE9-862DAC58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0B873-33A1-4FE7-A297-E473FF57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8F488-25D6-40B7-AC10-5244DD14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0E3CD-0E5E-402D-91AD-7D42720A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9EBC4-9082-4FD2-8F5F-6930B48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지나치게 희소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B803A-DA31-45F6-843E-7B22D5A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85AAA-B8BF-4C01-B431-8FE91E4F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5B1B3-7DE2-4AC1-8F88-96DDB340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B16C4-57FF-455E-ABCB-8B7C2FB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787DD-12F5-4B3B-AF10-02B152E6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1091643561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A56ED-6E8D-4A42-BEFC-83639F4B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A3B63-492D-4B5B-92CC-1F9B7F33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B3C44-68B7-45EC-93E9-34C806E1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6CC3E-1247-4EA4-BE18-EFB006AD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CCBE3-0B19-45FF-850A-1FF9A3F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991AB-9EAB-4A6C-B8BF-526006D4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DEEE1-A84E-43C4-8001-20DCF6C7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5D431-43DC-4114-891D-31848972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A5AD4-E833-4844-83BF-94E651F1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18C76-D622-4C47-A29B-A3ACB877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9370D-4068-4B05-ADE2-C04CD5F6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 환경 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DF965-F78A-40E5-923B-27BD3FE3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0C004-F84D-4D56-A5E0-E7A18AC5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샘플만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68562-C481-4FAF-AEF7-284DFD0C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DBA27-C2A0-41DB-8E0F-BA396BB9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tracing off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AFB67-3D09-49C6-B511-5F0D7BCF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F8135-EF35-46F4-92B4-905D88DE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96377-9728-4728-9EB4-063C68BC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1568274246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7ADA5-F765-47FE-AAF2-AD86E52F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BB299-BAD0-4034-82D0-2C86FED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7FEDB-F7B5-4AB8-B14C-7C4BE635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D5DF8-8575-4D9C-BC9A-96D69D3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D7D58-072C-4EF6-ACA1-562B35A7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2CF1C-2569-4427-B043-AE328526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55204-A8C4-4777-A4C7-289B48E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1FE35-2F9A-4F74-BA7D-4BAEE492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CBD8B-38FF-4BB8-A33F-A26B0FCA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646D8-38D4-4C8C-9169-47C644D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F6304-2E86-4F44-8A9D-EF70902D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provider·model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21013-AC5E-436C-9E4F-A2FF9F6A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2DE95-DC57-48E5-9D6F-2245C3E8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F43D5-7EB8-4CE1-9779-EBC10949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3C642-BDA5-45DB-8506-6D3A2BEB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민감성·fallback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085B5-B032-4538-A8FF-1AFB1F5E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4690D-8A30-43EF-968C-BC66B89C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CC88F-4047-4063-92CF-224AF0E9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5574755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E23FE-EF0E-4F6B-ABF3-EA1A2A6E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9F0E5-F4FB-4A53-A03D-85F54A07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708B2-5BCE-4490-834C-76D00482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E03F6-77AF-4123-BBE8-A24E95F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04243-0455-403A-BED8-E526DCD1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E31BB-6B2B-4253-9ABA-0DBB7916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36793-899A-413A-B9C4-9ED7184B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199DE-9008-4019-B9FC-A534F404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E1A0A-D18B-4AB0-978E-CBC27F3F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연결률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4DEB2-BB4A-4BD8-A88F-C23F330D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5F45D-0B4E-478C-ACC0-49DF77CA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63BCD-A156-4661-A58C-1AB14FDD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DC787-F6DB-44B1-96B6-AE3CEB6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계산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CF5FE-C73E-42E3-A6F8-F084928D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7BA7F-CA71-4501-990F-188B84A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4D308-BB66-41A2-A4A4-0EE8D337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074FD-CBB9-4A93-AB9E-FCC8561D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A23EC-0171-43EE-ADCD-11FBD4C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1477977680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08F9CF-AAF8-43B9-8223-8F2D74FE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C1A5C-FCE9-42D5-8BFD-88C3A92C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46772-86D2-467E-B371-4BD23D9F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79D2E-5FB0-4379-8868-5FDCC45A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E8D72-B292-4C21-9853-1104C2F2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8B8E4-9FF5-46D7-94D7-2CB488BF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6BEA5-C27C-4382-A460-1B6404C2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3C43F-0B4A-45B5-B6D6-A34CCB0E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3C1BB-F1F8-4FDB-AF8C-DE7E12E6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C2788-4150-4312-A090-A4C8E294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38CD9-DC15-4306-8C50-75BB0BDB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C8237-346B-4E4C-AF1A-14CEA617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F54D6-B7EA-4F0A-AE33-61E18BE7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067BA-056F-457A-B63E-F02C5BE2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19E81-2414-4429-A0FA-5E9B03A7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A8535-DE82-41A9-9B26-704CF7ED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8245D-A501-4BD3-9469-F101E6B3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857BD-F339-45BA-9B37-19896B1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6AB58-6BB9-46C8-BE56-0B519F91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BAA66-B5A0-423E-901B-B7D0858A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405981-4F26-41DB-9518-CE4AD61A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최소 실습이 필요한 이유를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B25DF-B62F-4B49-9884-998B976C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4446B-6040-4122-97E8-FB56D47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53B7C-94B5-49C3-BFA3-0DA3C355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731226300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7EA485-0C0A-4261-B0A0-BE9D4000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31DBE-D330-4CA7-A03D-7F465AE9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39C1E-7C5F-4C5A-B9E0-B93902A1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D8311-8C6F-42BA-88F5-F81A69DE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01F1B-030E-4D9D-ABE4-8ACB707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98568-CF0E-4D10-A224-629044DE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81E5A-B8D1-471E-AF77-8DC309E6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F31CA-6D30-456E-9011-4B7B349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DF998-2F06-4929-883F-884DBB61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9B85C-8E9F-4834-A008-02DE9DE8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F361A-6AD7-4813-8EA6-5DC5B23B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B1993-BB3A-43C5-AA2B-6F5972A7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43962-00FC-4FF3-9319-5CDB6DC5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6B674-858A-4940-A7E9-26348F3B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0883B-5E45-4E00-890E-7C6D5CCB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기준을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3E49E-E905-415C-834F-AA11077B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A7D55-7074-4C89-AC91-3966CB96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25345-7CB7-4FC5-9C61-A12F6D9A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이름·날짜 오류를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708AD-8089-46F6-995B-ADC6AD48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C6875-E063-4CEA-A328-2444A4FD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B60D2-03B9-4A22-9C35-EEE1C0C9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검토로 보내는 조건을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22D73-9651-470D-9B78-05E1DC24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B97C5-4CE1-4878-8DD1-9B94F193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FE159-7D1B-452D-B23B-1D29ADD7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2141017623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E5005-D3E3-4AFA-96EA-320B07C0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CD9C-17D9-45E7-99E0-79585E03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1121F-8175-45F5-B3DB-8CD55FAF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B6741-6390-4515-8AAD-1170BAC4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EEBF1-1051-435D-BC77-D821AB2A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A4D9C-7943-4D99-B109-346A0DCF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BEE6C-FD18-477F-9EA9-245C6CE7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6B020-E7E9-4916-AEF0-997C53E4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61065-E2E1-4401-A4BC-94425F5B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FE37F-5C0F-4649-8C07-5395A8B6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A4B05-521C-4F94-8B32-D32F1069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1BD0C-4C04-4498-9A82-360C7F08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F7EF2-CB30-4DAB-800B-27FFB549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69D45-CB83-43BC-8889-51AF09A6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F889D-BC4F-468B-B377-1BD6D93F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자주 실패한 오류를 묻는다.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BD6E1-793E-423E-BD99-B0916F99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FBF46-1A9E-4223-B481-03BF88B8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DD9D7-144C-41E8-A201-FBA9AA4F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많이 수정한 필드를 묻는다.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DC3F9-783C-4ADC-B410-D81A4E1E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63669-2C40-43C9-88E4-4D08F0DD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46D2C-76C4-438E-911C-BA925D88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질문에 필요한 metadata를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26266-5608-4EBB-95E3-E350F4CC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9ABB0-858F-43F2-BE9C-A7940592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9A669-6B53-45C1-A821-3FFB6C6F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717648637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F6838-4B72-4B02-A6FF-F341F706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DCD10-B422-4047-8E48-3157EBC5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2736A-6AEC-413B-8B83-16F94F38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41BAA-6C1D-4F1F-B151-E105B23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588C9-D926-4F11-BE6D-2534D3BF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F8E0D-7F60-4843-85C0-AB3F0538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BAA84-6F2E-48FA-81CF-60E69381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5831A-1110-48A7-A616-F0B1DB29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BE22B-9F28-4C2E-9647-041E763C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79EC1-7392-42F3-9BCE-F678A94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93C7C-24AC-4ECC-B793-7EE6A450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CC7CF-9E28-49D5-890C-D3D80209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FDAE0-298B-4C64-9A99-DD397FCE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30DD8-4052-4294-B0C0-6C9B55E9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299BE-629E-417F-BF02-73F6FBE6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무음·모호한 날짜·근거 누락 사례를 추가한다.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38E97-68AA-42FE-89F0-7AAE0BA8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C5A6E-7D79-4F3C-B22C-02F7AACC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86BBC-1D9E-4A13-AB24-CB0D5784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JSON을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00CF4-1099-4C9A-AE0F-936BB86E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91C5F-0FF6-4877-B9FD-174C357D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65C4B-DD4D-47E4-838D-8D2F8418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 evaluator를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CD0C0-ADA0-429F-B823-084F6080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BE39A-BB54-4EF5-8CEF-E1E51ABB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BA4BD-9BAE-400E-AB77-2F457459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928430019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4B6F4-6DE3-4812-AB44-C53246B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10EBA-D5C9-4F6F-8EF8-C9FE7427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1163D-13C9-4944-8A7D-E91C5995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26956-44BA-4425-A782-A8459F5B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A37CA-E8BB-4460-9473-E9131843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9E106-557A-4990-810A-36E992FE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8A733-0F53-48C2-8DD8-9D83A762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0D8F3-EAF2-477B-B1AB-75C3BD58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B6885-039C-4605-A159-A48FE3B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F74D9-77D8-4AC5-BD56-EBB99E75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3FEA8-8B39-4E2A-AF67-F6F267AD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30163-4EF7-446F-9E0C-CB0FA14B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3C1DB-5B06-4975-A9F2-D8537AE6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11F0D-D074-49B6-B3F5-AA4C6155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BE5C2-35CC-4782-958E-3246F4E5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7C82B-AA83-41F1-B7C6-491806E2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D0E93-0DF5-4B87-9589-14EC4603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B0A86-49A6-48B9-8B41-A8E19DC6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546C4-D36E-4AAE-A6B6-10C7040E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A3A51-91DF-41AD-8BA7-82F143D0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38608-8C14-46B9-8A39-E4CDE555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A8E39-93D3-4D6F-AA61-FB83D0E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87574-56D3-433C-B3CE-83A9AE3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A433F-4E0F-463F-934A-BFC6EC82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E27F7-585E-4A49-9DBE-FA2D0ED4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2071705036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3E703-87AE-4164-A0B5-7A0EB22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838B0-6470-4837-897E-97F93C10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6F9F5-26E0-40F2-86AB-F28D0582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CDAE7-E4F9-4960-BE20-91AB883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98C47-8BA2-4B3C-B6DE-61DE6ED2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8B0A0-363A-4EBA-87A1-62A65C76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051B0-1BB4-4307-B539-DF1BD7DB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F6817-AACC-4343-8B39-F363C701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88F84-2F10-4369-818B-C69C4C8B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6EE2B-E742-4CA4-AA3C-AA015C83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28A32-D771-401C-B6DF-8AC53326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992B7-79BF-4DE0-9B5A-70012E8A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79591-0FFF-427A-A544-97E98C4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D62FA-F912-4DAD-BDAC-DE23997D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F1206-3447-4C90-9568-4BD0BEFD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6A03C-4881-438D-8A85-B913CF2C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999D5-1273-4D2D-9ABC-BD8E1A8F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0545A-5C2E-4645-9E73-586F702F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B3924-84C1-4001-B7F0-501DB53F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8B54E-3264-4D5A-982E-901EDD7F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660E3-715C-4EA6-AB95-D0C1AE5A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3888D-7105-4AB7-BB1F-B898657E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1EF08-C1C8-4A4E-822F-E6BFC61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864A1-0C5D-43EB-A7F9-0E9DFCED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5D382-D036-43AB-BC61-6B4F1579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2074367342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AEE81-DD45-46FC-B39E-D7B7A598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E5438-DBE3-4AA8-8FD0-1C17026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B735B-2859-41C0-9318-02BA87F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4F353-2A44-42F9-95FE-F10F60F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AC5A5-5AE9-4F41-A1F1-D8E6AD8E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7BA97-06FC-4670-BA54-CA7D7E21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6EA22-EF92-4A59-9C78-44984FBB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AA1B6-73AF-472A-9EC9-B073AA9F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92EA7-7AE5-4656-87AC-3B35CD09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0A02C-DEB9-47DC-B7CB-8C0F2B04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CA9C6-1FAC-44F5-BC1B-35FE7594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73D67-8BF3-44BC-8360-D4A67F0A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90522-96B7-4E94-BF63-09D10FAA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CA566-8E4B-46F5-99AE-D1FBC527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0277E-E1E4-43AE-9888-0C4114A9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89C8F-B8BC-4960-8177-783C5626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7A8D9-DA41-4807-92B0-8A83A380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27117-D52A-4C87-AADC-681D8D32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271DF-E4E6-430C-882F-7258F946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8BC60-DDA7-427D-A15D-9C7EE73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67A93-00B7-4E9A-8931-D50D2322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F6A6D-F250-4AD2-BAA9-E5D99D49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AD766-ED7B-4098-8F34-69911A85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98AD8-2DFC-485C-9691-265545F4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F312F-83A6-4FAD-B16B-F765EBC3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1809166805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7461B-A7DA-4BBB-8B2E-A1D9761F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28213-CEDA-4233-A6AB-D92AA779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4A6EB-7C95-46FF-AD1F-9426FB3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35E05-28EA-4A70-89FF-17FA948C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C1BC5-4159-4A4F-8091-D7BCBDD5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338CF-6652-430B-9BBB-D9B489E6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30891-0063-44F6-9B45-1A31E70F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461D7-3216-4F7C-B1DB-D6B3CB30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CDC5A-7A4E-4F1D-B885-81ED69D9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BED4F-18EA-4CB3-83BD-C46B797F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0D029-A3B5-4D87-A500-1A3C2F1B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4AFD5-C4E7-4F87-B70B-654D08D5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84BC5-5A25-4978-853A-EFF79193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B3ECF-9DFD-45DF-AD5B-FD97511B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B2520-76F1-4878-AF29-81E32897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DDDE0-AFC3-40B6-9D10-07FF0641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376A8-CD22-46B1-9569-68532D26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17CF5-269D-4D5E-AD44-DAEB4B85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7301F-6A62-405B-B422-39B0F07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6D0E0-195E-4772-BE95-E0CE9C9C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8BEBA-7173-46FE-B170-9E235274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FBD73-8C4F-49C7-850F-34BDDB51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AFF5A-37E9-41BC-A46A-F5811156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A48D3-639F-47F2-8931-5A72E5B1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6C2CD-44E5-4053-BC79-6AE0121E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361962507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99BF0-5A6F-4D56-8654-948E7B1B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 · 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84A92-3BB5-4AEB-8481-08C6BAD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17:30-18:00 · Q&amp;A와 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A6A3D-E815-4244-8833-6EDAF523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35833-61CE-4ECE-BB57-B8041696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099AE-3AF8-4838-80C7-41BD71D1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6A4CC-FFB9-4BF9-827C-4FBD942C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df693669c479d">
            <a:extLst>
              <a:ext uri="{96DAC541-7B7A-43D3-8B79-37D633B846F1}">
                <asvg:svgBlip xmlns:asvg="http://schemas.microsoft.com/office/drawing/2016/SVG/main" r:embed="Ra9cd0793da3149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2DCA7-F165-42DF-88B0-61185720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오늘 막힌 부분을 먼저 복구하고, 마지막에는 내 Workflow를 READY 또는 HOLD로 판단합니다.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DD78A-4760-492F-A167-CF56C961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9CDAD-4737-4075-AED8-0BF329FF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5B558-DE79-4030-976B-568A4E01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흐름에서 자동 실행과 사람 승인의 경계는 어디인가?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36399-93D1-4C0F-970E-6A4D51FB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A7683-084E-4627-9490-5D35FC29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B9424-5DA1-4A33-AC55-67209690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뒤 다시 시작할 checkpoint와 fallback은 무엇인가?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3A245-9E87-4C7A-A6EB-F1592842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C4816-B9F1-4A42-B23D-124CBF45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9C943-70F3-476B-A964-41A993B1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trace·dataset 신호가 나오면 다음 배포를 HOLD할 것인가?</a:t>
            </a:r>
          </a:p>
        </p:txBody>
      </p:sp>
    </p:spTree>
    <p:extLst>
      <p:ext uri="{BB962C8B-B14F-4D97-AF65-F5344CB8AC3E}">
        <p14:creationId xmlns:p14="http://schemas.microsoft.com/office/powerpoint/2010/main" val="1981754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2026-08-22T11:01:53.2160000Z</dcterms:created>
  <dcterms:modified xsi:type="dcterms:W3CDTF">2026-08-22T11:01:53.2160000Z</dcterms:modified>
</coreProperties>
</file>