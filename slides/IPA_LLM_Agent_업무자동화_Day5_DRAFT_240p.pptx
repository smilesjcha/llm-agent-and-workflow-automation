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5ab043a27454d" /><Relationship Type="http://schemas.openxmlformats.org/officeDocument/2006/relationships/extended-properties" Target="/docProps/app.xml" Id="Rbb18584683334d9a" /><Relationship Type="http://schemas.openxmlformats.org/officeDocument/2006/relationships/officeDocument" Target="/ppt/presentation.xml" Id="R1f66d8cf2d82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75027c9c14fbc"/>
  </p:sldMasterIdLst>
  <p:notesMasterIdLst>
    <p:notesMasterId xmlns:r="http://schemas.openxmlformats.org/officeDocument/2006/relationships" r:id="R6c1bb8ce43634b2d"/>
  </p:notesMasterIdLst>
  <p:sldIdLst>
    <p:sldId xmlns:r="http://schemas.openxmlformats.org/officeDocument/2006/relationships" id="256" r:id="R54e1ee3544ed4698"/>
    <p:sldId xmlns:r="http://schemas.openxmlformats.org/officeDocument/2006/relationships" id="257" r:id="Rdf632c63fb1b45ab"/>
    <p:sldId xmlns:r="http://schemas.openxmlformats.org/officeDocument/2006/relationships" id="258" r:id="R54c89924c7e54bf0"/>
    <p:sldId xmlns:r="http://schemas.openxmlformats.org/officeDocument/2006/relationships" id="259" r:id="R14de7233ff174ad6"/>
    <p:sldId xmlns:r="http://schemas.openxmlformats.org/officeDocument/2006/relationships" id="260" r:id="Rf90ee13165f74767"/>
    <p:sldId xmlns:r="http://schemas.openxmlformats.org/officeDocument/2006/relationships" id="261" r:id="R48214b7dd0ea4318"/>
    <p:sldId xmlns:r="http://schemas.openxmlformats.org/officeDocument/2006/relationships" id="262" r:id="Red3bd47fc6a442e2"/>
    <p:sldId xmlns:r="http://schemas.openxmlformats.org/officeDocument/2006/relationships" id="263" r:id="Rea5442d8e114412d"/>
    <p:sldId xmlns:r="http://schemas.openxmlformats.org/officeDocument/2006/relationships" id="264" r:id="Rf5b70a4d5cbd4d5b"/>
    <p:sldId xmlns:r="http://schemas.openxmlformats.org/officeDocument/2006/relationships" id="265" r:id="Rdb9004a9cbc04325"/>
    <p:sldId xmlns:r="http://schemas.openxmlformats.org/officeDocument/2006/relationships" id="266" r:id="R382f0d1e36f348af"/>
    <p:sldId xmlns:r="http://schemas.openxmlformats.org/officeDocument/2006/relationships" id="267" r:id="Rdb49221633cb4888"/>
    <p:sldId xmlns:r="http://schemas.openxmlformats.org/officeDocument/2006/relationships" id="268" r:id="R23048b585e324f9e"/>
    <p:sldId xmlns:r="http://schemas.openxmlformats.org/officeDocument/2006/relationships" id="269" r:id="Rd7bece28a9e24d8e"/>
    <p:sldId xmlns:r="http://schemas.openxmlformats.org/officeDocument/2006/relationships" id="270" r:id="R8dc2b9c8c4bc4d24"/>
    <p:sldId xmlns:r="http://schemas.openxmlformats.org/officeDocument/2006/relationships" id="271" r:id="R5009429cc4774838"/>
    <p:sldId xmlns:r="http://schemas.openxmlformats.org/officeDocument/2006/relationships" id="272" r:id="Rde7afdd59a094eb9"/>
    <p:sldId xmlns:r="http://schemas.openxmlformats.org/officeDocument/2006/relationships" id="273" r:id="R23146fa3f4804800"/>
    <p:sldId xmlns:r="http://schemas.openxmlformats.org/officeDocument/2006/relationships" id="274" r:id="R32775232a72c4430"/>
    <p:sldId xmlns:r="http://schemas.openxmlformats.org/officeDocument/2006/relationships" id="275" r:id="Re3e8f01fa5cc4e44"/>
    <p:sldId xmlns:r="http://schemas.openxmlformats.org/officeDocument/2006/relationships" id="276" r:id="R9ba37b81ad3f4f3f"/>
    <p:sldId xmlns:r="http://schemas.openxmlformats.org/officeDocument/2006/relationships" id="277" r:id="R5cb7abf2541e42a4"/>
    <p:sldId xmlns:r="http://schemas.openxmlformats.org/officeDocument/2006/relationships" id="278" r:id="Rbf82ee4619644b13"/>
    <p:sldId xmlns:r="http://schemas.openxmlformats.org/officeDocument/2006/relationships" id="279" r:id="R8444c680a94245d2"/>
    <p:sldId xmlns:r="http://schemas.openxmlformats.org/officeDocument/2006/relationships" id="280" r:id="R9d925e651e6149a5"/>
    <p:sldId xmlns:r="http://schemas.openxmlformats.org/officeDocument/2006/relationships" id="281" r:id="R592c0c279fad4135"/>
    <p:sldId xmlns:r="http://schemas.openxmlformats.org/officeDocument/2006/relationships" id="282" r:id="R897e347f842a41af"/>
    <p:sldId xmlns:r="http://schemas.openxmlformats.org/officeDocument/2006/relationships" id="283" r:id="Rd0545a00537548f6"/>
    <p:sldId xmlns:r="http://schemas.openxmlformats.org/officeDocument/2006/relationships" id="284" r:id="R0a972c4d52544482"/>
    <p:sldId xmlns:r="http://schemas.openxmlformats.org/officeDocument/2006/relationships" id="285" r:id="Re9af3d3e1a964c0e"/>
    <p:sldId xmlns:r="http://schemas.openxmlformats.org/officeDocument/2006/relationships" id="286" r:id="R23d74fd3c774407c"/>
    <p:sldId xmlns:r="http://schemas.openxmlformats.org/officeDocument/2006/relationships" id="287" r:id="R97039e1aa4a54400"/>
    <p:sldId xmlns:r="http://schemas.openxmlformats.org/officeDocument/2006/relationships" id="288" r:id="Rc6b7cce6915c464c"/>
    <p:sldId xmlns:r="http://schemas.openxmlformats.org/officeDocument/2006/relationships" id="289" r:id="R9a495e9c829b4a33"/>
    <p:sldId xmlns:r="http://schemas.openxmlformats.org/officeDocument/2006/relationships" id="290" r:id="Ra752b9145c1248f3"/>
    <p:sldId xmlns:r="http://schemas.openxmlformats.org/officeDocument/2006/relationships" id="291" r:id="R2da27e5a95004250"/>
    <p:sldId xmlns:r="http://schemas.openxmlformats.org/officeDocument/2006/relationships" id="292" r:id="R3a0902572abc48bf"/>
    <p:sldId xmlns:r="http://schemas.openxmlformats.org/officeDocument/2006/relationships" id="293" r:id="Rc2ed0e753db04247"/>
    <p:sldId xmlns:r="http://schemas.openxmlformats.org/officeDocument/2006/relationships" id="294" r:id="Rc0167d48919a4d60"/>
    <p:sldId xmlns:r="http://schemas.openxmlformats.org/officeDocument/2006/relationships" id="295" r:id="R47f1e37ce5824b49"/>
    <p:sldId xmlns:r="http://schemas.openxmlformats.org/officeDocument/2006/relationships" id="296" r:id="Rad8130b1b63f4744"/>
    <p:sldId xmlns:r="http://schemas.openxmlformats.org/officeDocument/2006/relationships" id="297" r:id="Rdbea1914280c432f"/>
    <p:sldId xmlns:r="http://schemas.openxmlformats.org/officeDocument/2006/relationships" id="298" r:id="R6f01c757ce35495d"/>
    <p:sldId xmlns:r="http://schemas.openxmlformats.org/officeDocument/2006/relationships" id="299" r:id="R8280de9d2d674d4a"/>
    <p:sldId xmlns:r="http://schemas.openxmlformats.org/officeDocument/2006/relationships" id="300" r:id="Rbc1d1cdaedcb416b"/>
    <p:sldId xmlns:r="http://schemas.openxmlformats.org/officeDocument/2006/relationships" id="301" r:id="Rf2c7ae7260f5445a"/>
    <p:sldId xmlns:r="http://schemas.openxmlformats.org/officeDocument/2006/relationships" id="302" r:id="Rd2b5a6b79dd1401f"/>
    <p:sldId xmlns:r="http://schemas.openxmlformats.org/officeDocument/2006/relationships" id="303" r:id="R24ae048d35824f14"/>
    <p:sldId xmlns:r="http://schemas.openxmlformats.org/officeDocument/2006/relationships" id="304" r:id="R159f6d4189f842cc"/>
    <p:sldId xmlns:r="http://schemas.openxmlformats.org/officeDocument/2006/relationships" id="305" r:id="Ree81353935ce4630"/>
    <p:sldId xmlns:r="http://schemas.openxmlformats.org/officeDocument/2006/relationships" id="306" r:id="R73b8e84c9c5c4418"/>
    <p:sldId xmlns:r="http://schemas.openxmlformats.org/officeDocument/2006/relationships" id="307" r:id="R219b64c3ac1342f7"/>
    <p:sldId xmlns:r="http://schemas.openxmlformats.org/officeDocument/2006/relationships" id="308" r:id="Rea2c020cc8ea479c"/>
    <p:sldId xmlns:r="http://schemas.openxmlformats.org/officeDocument/2006/relationships" id="309" r:id="R689c578fb7314315"/>
    <p:sldId xmlns:r="http://schemas.openxmlformats.org/officeDocument/2006/relationships" id="310" r:id="R508bfd232e18466b"/>
    <p:sldId xmlns:r="http://schemas.openxmlformats.org/officeDocument/2006/relationships" id="311" r:id="R73c4816ca06d4491"/>
    <p:sldId xmlns:r="http://schemas.openxmlformats.org/officeDocument/2006/relationships" id="312" r:id="R14fb90b631e14e99"/>
    <p:sldId xmlns:r="http://schemas.openxmlformats.org/officeDocument/2006/relationships" id="313" r:id="Ra8d695420d604c92"/>
    <p:sldId xmlns:r="http://schemas.openxmlformats.org/officeDocument/2006/relationships" id="314" r:id="R7eeeb51a868449c9"/>
    <p:sldId xmlns:r="http://schemas.openxmlformats.org/officeDocument/2006/relationships" id="315" r:id="R1d73d0182e364222"/>
    <p:sldId xmlns:r="http://schemas.openxmlformats.org/officeDocument/2006/relationships" id="316" r:id="R8d9c786290c84ae4"/>
    <p:sldId xmlns:r="http://schemas.openxmlformats.org/officeDocument/2006/relationships" id="317" r:id="R89a2e19354614ab9"/>
    <p:sldId xmlns:r="http://schemas.openxmlformats.org/officeDocument/2006/relationships" id="318" r:id="R4b6dc4faf1c8423a"/>
    <p:sldId xmlns:r="http://schemas.openxmlformats.org/officeDocument/2006/relationships" id="319" r:id="R11c24f54c2a94643"/>
    <p:sldId xmlns:r="http://schemas.openxmlformats.org/officeDocument/2006/relationships" id="320" r:id="R18c5f9feca484442"/>
    <p:sldId xmlns:r="http://schemas.openxmlformats.org/officeDocument/2006/relationships" id="321" r:id="R0db54af487e443d0"/>
    <p:sldId xmlns:r="http://schemas.openxmlformats.org/officeDocument/2006/relationships" id="322" r:id="R1d44d76cf7754b66"/>
    <p:sldId xmlns:r="http://schemas.openxmlformats.org/officeDocument/2006/relationships" id="323" r:id="Rff5356116d164ae7"/>
    <p:sldId xmlns:r="http://schemas.openxmlformats.org/officeDocument/2006/relationships" id="324" r:id="R96c9f36bd18947f1"/>
    <p:sldId xmlns:r="http://schemas.openxmlformats.org/officeDocument/2006/relationships" id="325" r:id="Rec0df039cbfe4a15"/>
    <p:sldId xmlns:r="http://schemas.openxmlformats.org/officeDocument/2006/relationships" id="326" r:id="R597d917413704725"/>
    <p:sldId xmlns:r="http://schemas.openxmlformats.org/officeDocument/2006/relationships" id="327" r:id="Rf2a2d81f847248cc"/>
    <p:sldId xmlns:r="http://schemas.openxmlformats.org/officeDocument/2006/relationships" id="328" r:id="R7c3311295a7d4a11"/>
    <p:sldId xmlns:r="http://schemas.openxmlformats.org/officeDocument/2006/relationships" id="329" r:id="R153042530bf1433b"/>
    <p:sldId xmlns:r="http://schemas.openxmlformats.org/officeDocument/2006/relationships" id="330" r:id="R8ba001b0b7e245fc"/>
    <p:sldId xmlns:r="http://schemas.openxmlformats.org/officeDocument/2006/relationships" id="331" r:id="Rbd32ba288db047b3"/>
    <p:sldId xmlns:r="http://schemas.openxmlformats.org/officeDocument/2006/relationships" id="332" r:id="R7a8fae528e0f4985"/>
    <p:sldId xmlns:r="http://schemas.openxmlformats.org/officeDocument/2006/relationships" id="333" r:id="R5a5bb69e7dfd4959"/>
    <p:sldId xmlns:r="http://schemas.openxmlformats.org/officeDocument/2006/relationships" id="334" r:id="R2384bea04ab54523"/>
    <p:sldId xmlns:r="http://schemas.openxmlformats.org/officeDocument/2006/relationships" id="335" r:id="Re3c46875c3054787"/>
    <p:sldId xmlns:r="http://schemas.openxmlformats.org/officeDocument/2006/relationships" id="336" r:id="R3f5645b247904f05"/>
    <p:sldId xmlns:r="http://schemas.openxmlformats.org/officeDocument/2006/relationships" id="337" r:id="Rf1b636504f4a466c"/>
    <p:sldId xmlns:r="http://schemas.openxmlformats.org/officeDocument/2006/relationships" id="338" r:id="R10b05b50b0ca4a4a"/>
    <p:sldId xmlns:r="http://schemas.openxmlformats.org/officeDocument/2006/relationships" id="339" r:id="R7ee482e9cb434ef9"/>
    <p:sldId xmlns:r="http://schemas.openxmlformats.org/officeDocument/2006/relationships" id="340" r:id="R9659882b80194ba8"/>
    <p:sldId xmlns:r="http://schemas.openxmlformats.org/officeDocument/2006/relationships" id="341" r:id="R78195be4ec3a4e86"/>
    <p:sldId xmlns:r="http://schemas.openxmlformats.org/officeDocument/2006/relationships" id="342" r:id="Rd2a0931d1fcf4c21"/>
    <p:sldId xmlns:r="http://schemas.openxmlformats.org/officeDocument/2006/relationships" id="343" r:id="R0557fe90c0da41fe"/>
    <p:sldId xmlns:r="http://schemas.openxmlformats.org/officeDocument/2006/relationships" id="344" r:id="Re8e5a43031734f01"/>
    <p:sldId xmlns:r="http://schemas.openxmlformats.org/officeDocument/2006/relationships" id="345" r:id="Rfef7ef2e293d47f7"/>
    <p:sldId xmlns:r="http://schemas.openxmlformats.org/officeDocument/2006/relationships" id="346" r:id="R4ddb0d1b0c494e58"/>
    <p:sldId xmlns:r="http://schemas.openxmlformats.org/officeDocument/2006/relationships" id="347" r:id="R909ec8a53e4148a6"/>
    <p:sldId xmlns:r="http://schemas.openxmlformats.org/officeDocument/2006/relationships" id="348" r:id="R89f79ee192724495"/>
    <p:sldId xmlns:r="http://schemas.openxmlformats.org/officeDocument/2006/relationships" id="349" r:id="Rc5fc8e45e7ca43ff"/>
    <p:sldId xmlns:r="http://schemas.openxmlformats.org/officeDocument/2006/relationships" id="350" r:id="R63263b3abb96475c"/>
    <p:sldId xmlns:r="http://schemas.openxmlformats.org/officeDocument/2006/relationships" id="351" r:id="Rc71a78b146cd4b18"/>
    <p:sldId xmlns:r="http://schemas.openxmlformats.org/officeDocument/2006/relationships" id="352" r:id="Rebb29258257e4784"/>
    <p:sldId xmlns:r="http://schemas.openxmlformats.org/officeDocument/2006/relationships" id="353" r:id="R872e8c12873c4b6a"/>
    <p:sldId xmlns:r="http://schemas.openxmlformats.org/officeDocument/2006/relationships" id="354" r:id="R958d176a0cae4ac5"/>
    <p:sldId xmlns:r="http://schemas.openxmlformats.org/officeDocument/2006/relationships" id="355" r:id="R47cb650566bc409a"/>
    <p:sldId xmlns:r="http://schemas.openxmlformats.org/officeDocument/2006/relationships" id="356" r:id="R0950ac0bb4684898"/>
    <p:sldId xmlns:r="http://schemas.openxmlformats.org/officeDocument/2006/relationships" id="357" r:id="Rab095952370647f5"/>
    <p:sldId xmlns:r="http://schemas.openxmlformats.org/officeDocument/2006/relationships" id="358" r:id="R0e562dca4e284119"/>
    <p:sldId xmlns:r="http://schemas.openxmlformats.org/officeDocument/2006/relationships" id="359" r:id="R2e8260a140bf48d9"/>
    <p:sldId xmlns:r="http://schemas.openxmlformats.org/officeDocument/2006/relationships" id="360" r:id="R80537b1dc9554924"/>
    <p:sldId xmlns:r="http://schemas.openxmlformats.org/officeDocument/2006/relationships" id="361" r:id="R93d5f639636c4536"/>
    <p:sldId xmlns:r="http://schemas.openxmlformats.org/officeDocument/2006/relationships" id="362" r:id="R2cab8af5b3c54612"/>
    <p:sldId xmlns:r="http://schemas.openxmlformats.org/officeDocument/2006/relationships" id="363" r:id="R399dcecbc90d476a"/>
    <p:sldId xmlns:r="http://schemas.openxmlformats.org/officeDocument/2006/relationships" id="364" r:id="R4deefd8928984f2a"/>
    <p:sldId xmlns:r="http://schemas.openxmlformats.org/officeDocument/2006/relationships" id="365" r:id="Rcf140fff13844a73"/>
    <p:sldId xmlns:r="http://schemas.openxmlformats.org/officeDocument/2006/relationships" id="366" r:id="R1dd4159879d444a4"/>
    <p:sldId xmlns:r="http://schemas.openxmlformats.org/officeDocument/2006/relationships" id="367" r:id="Rf9570d2238254ecc"/>
    <p:sldId xmlns:r="http://schemas.openxmlformats.org/officeDocument/2006/relationships" id="368" r:id="R1c888b8660704ddd"/>
    <p:sldId xmlns:r="http://schemas.openxmlformats.org/officeDocument/2006/relationships" id="369" r:id="Rf51baeaaaba94194"/>
    <p:sldId xmlns:r="http://schemas.openxmlformats.org/officeDocument/2006/relationships" id="370" r:id="R52e6bc51ad734002"/>
    <p:sldId xmlns:r="http://schemas.openxmlformats.org/officeDocument/2006/relationships" id="371" r:id="R81296dbeb1ba4c00"/>
    <p:sldId xmlns:r="http://schemas.openxmlformats.org/officeDocument/2006/relationships" id="372" r:id="Rfb52b78ff4bf41cd"/>
    <p:sldId xmlns:r="http://schemas.openxmlformats.org/officeDocument/2006/relationships" id="373" r:id="R8812704a86b947ea"/>
    <p:sldId xmlns:r="http://schemas.openxmlformats.org/officeDocument/2006/relationships" id="374" r:id="R1e2029e4fffd44b6"/>
    <p:sldId xmlns:r="http://schemas.openxmlformats.org/officeDocument/2006/relationships" id="375" r:id="R92a22284d4204b9d"/>
    <p:sldId xmlns:r="http://schemas.openxmlformats.org/officeDocument/2006/relationships" id="376" r:id="Re45b5227fa854160"/>
    <p:sldId xmlns:r="http://schemas.openxmlformats.org/officeDocument/2006/relationships" id="377" r:id="Refaa734a22af4bef"/>
    <p:sldId xmlns:r="http://schemas.openxmlformats.org/officeDocument/2006/relationships" id="378" r:id="R7f9c1179f74146d5"/>
    <p:sldId xmlns:r="http://schemas.openxmlformats.org/officeDocument/2006/relationships" id="379" r:id="Rfefa20b965f94e98"/>
    <p:sldId xmlns:r="http://schemas.openxmlformats.org/officeDocument/2006/relationships" id="380" r:id="Rf0dedde0a48b4937"/>
    <p:sldId xmlns:r="http://schemas.openxmlformats.org/officeDocument/2006/relationships" id="381" r:id="R4e9414c383fb451b"/>
    <p:sldId xmlns:r="http://schemas.openxmlformats.org/officeDocument/2006/relationships" id="382" r:id="Rbda650a4ecb44d9f"/>
    <p:sldId xmlns:r="http://schemas.openxmlformats.org/officeDocument/2006/relationships" id="383" r:id="Rc46acc613a024227"/>
    <p:sldId xmlns:r="http://schemas.openxmlformats.org/officeDocument/2006/relationships" id="384" r:id="R44ad73f1cb2b4e8c"/>
    <p:sldId xmlns:r="http://schemas.openxmlformats.org/officeDocument/2006/relationships" id="385" r:id="Ra389527c1dbe420a"/>
    <p:sldId xmlns:r="http://schemas.openxmlformats.org/officeDocument/2006/relationships" id="386" r:id="Rc79bf08fccf34dbe"/>
    <p:sldId xmlns:r="http://schemas.openxmlformats.org/officeDocument/2006/relationships" id="387" r:id="Rafa5bb25be2447fc"/>
    <p:sldId xmlns:r="http://schemas.openxmlformats.org/officeDocument/2006/relationships" id="388" r:id="R3ba419a26faf408d"/>
    <p:sldId xmlns:r="http://schemas.openxmlformats.org/officeDocument/2006/relationships" id="389" r:id="Rd4d5d92b1ec04793"/>
    <p:sldId xmlns:r="http://schemas.openxmlformats.org/officeDocument/2006/relationships" id="390" r:id="Rc39ef99a39a54439"/>
    <p:sldId xmlns:r="http://schemas.openxmlformats.org/officeDocument/2006/relationships" id="391" r:id="R102251a500704c8d"/>
    <p:sldId xmlns:r="http://schemas.openxmlformats.org/officeDocument/2006/relationships" id="392" r:id="Ra54867fed5c34c3c"/>
    <p:sldId xmlns:r="http://schemas.openxmlformats.org/officeDocument/2006/relationships" id="393" r:id="Rbade32dfee82402c"/>
    <p:sldId xmlns:r="http://schemas.openxmlformats.org/officeDocument/2006/relationships" id="394" r:id="Re8c666272dde4a72"/>
    <p:sldId xmlns:r="http://schemas.openxmlformats.org/officeDocument/2006/relationships" id="395" r:id="R94430a483eb34e88"/>
    <p:sldId xmlns:r="http://schemas.openxmlformats.org/officeDocument/2006/relationships" id="396" r:id="R898b4c514d994b78"/>
    <p:sldId xmlns:r="http://schemas.openxmlformats.org/officeDocument/2006/relationships" id="397" r:id="R9535a6fa3e0f4bdc"/>
    <p:sldId xmlns:r="http://schemas.openxmlformats.org/officeDocument/2006/relationships" id="398" r:id="Re2b20611d2dc4460"/>
    <p:sldId xmlns:r="http://schemas.openxmlformats.org/officeDocument/2006/relationships" id="399" r:id="Rdb660a18a00246d5"/>
    <p:sldId xmlns:r="http://schemas.openxmlformats.org/officeDocument/2006/relationships" id="400" r:id="Rcd2488eda5c14fc6"/>
    <p:sldId xmlns:r="http://schemas.openxmlformats.org/officeDocument/2006/relationships" id="401" r:id="R721a54482b0d4566"/>
    <p:sldId xmlns:r="http://schemas.openxmlformats.org/officeDocument/2006/relationships" id="402" r:id="R972a9f7174174a3b"/>
    <p:sldId xmlns:r="http://schemas.openxmlformats.org/officeDocument/2006/relationships" id="403" r:id="R40a4430ae2184710"/>
    <p:sldId xmlns:r="http://schemas.openxmlformats.org/officeDocument/2006/relationships" id="404" r:id="R4283c627a07a4a68"/>
    <p:sldId xmlns:r="http://schemas.openxmlformats.org/officeDocument/2006/relationships" id="405" r:id="Rf67114061eb3467e"/>
    <p:sldId xmlns:r="http://schemas.openxmlformats.org/officeDocument/2006/relationships" id="406" r:id="R4fc896e85e654c35"/>
    <p:sldId xmlns:r="http://schemas.openxmlformats.org/officeDocument/2006/relationships" id="407" r:id="R56f44e8e2bb548d7"/>
    <p:sldId xmlns:r="http://schemas.openxmlformats.org/officeDocument/2006/relationships" id="408" r:id="Rcc9a136f37bc4cac"/>
    <p:sldId xmlns:r="http://schemas.openxmlformats.org/officeDocument/2006/relationships" id="409" r:id="Redd1fabb19d7413e"/>
    <p:sldId xmlns:r="http://schemas.openxmlformats.org/officeDocument/2006/relationships" id="410" r:id="R6d1e7d4ebf9f4242"/>
    <p:sldId xmlns:r="http://schemas.openxmlformats.org/officeDocument/2006/relationships" id="411" r:id="R275946a31bc24711"/>
    <p:sldId xmlns:r="http://schemas.openxmlformats.org/officeDocument/2006/relationships" id="412" r:id="R522a33baca0040b3"/>
    <p:sldId xmlns:r="http://schemas.openxmlformats.org/officeDocument/2006/relationships" id="413" r:id="R0996913ae6514825"/>
    <p:sldId xmlns:r="http://schemas.openxmlformats.org/officeDocument/2006/relationships" id="414" r:id="Rd9d7004ff2e04e4e"/>
    <p:sldId xmlns:r="http://schemas.openxmlformats.org/officeDocument/2006/relationships" id="415" r:id="Rc9c2cad20c6c4459"/>
    <p:sldId xmlns:r="http://schemas.openxmlformats.org/officeDocument/2006/relationships" id="416" r:id="R8435c06576834da3"/>
    <p:sldId xmlns:r="http://schemas.openxmlformats.org/officeDocument/2006/relationships" id="417" r:id="R01281e5a363e4d5d"/>
    <p:sldId xmlns:r="http://schemas.openxmlformats.org/officeDocument/2006/relationships" id="418" r:id="Raaf702ca593547a6"/>
    <p:sldId xmlns:r="http://schemas.openxmlformats.org/officeDocument/2006/relationships" id="419" r:id="Rbbe937dbefd24595"/>
    <p:sldId xmlns:r="http://schemas.openxmlformats.org/officeDocument/2006/relationships" id="420" r:id="Ra59ddcc7c82445d4"/>
    <p:sldId xmlns:r="http://schemas.openxmlformats.org/officeDocument/2006/relationships" id="421" r:id="Rbac8e254974f4d60"/>
    <p:sldId xmlns:r="http://schemas.openxmlformats.org/officeDocument/2006/relationships" id="422" r:id="R2a1e01b946a242e7"/>
    <p:sldId xmlns:r="http://schemas.openxmlformats.org/officeDocument/2006/relationships" id="423" r:id="Rd744e3e489e943f7"/>
    <p:sldId xmlns:r="http://schemas.openxmlformats.org/officeDocument/2006/relationships" id="424" r:id="R1e1173407bf643b9"/>
    <p:sldId xmlns:r="http://schemas.openxmlformats.org/officeDocument/2006/relationships" id="425" r:id="Rebd56b58e52e437c"/>
    <p:sldId xmlns:r="http://schemas.openxmlformats.org/officeDocument/2006/relationships" id="426" r:id="R95ed7bc388af4672"/>
    <p:sldId xmlns:r="http://schemas.openxmlformats.org/officeDocument/2006/relationships" id="427" r:id="R6488c09571f44422"/>
    <p:sldId xmlns:r="http://schemas.openxmlformats.org/officeDocument/2006/relationships" id="428" r:id="Rfa9006c3fc69465c"/>
    <p:sldId xmlns:r="http://schemas.openxmlformats.org/officeDocument/2006/relationships" id="429" r:id="R09b3975ed7304286"/>
    <p:sldId xmlns:r="http://schemas.openxmlformats.org/officeDocument/2006/relationships" id="430" r:id="R6437bfec6fa141f2"/>
    <p:sldId xmlns:r="http://schemas.openxmlformats.org/officeDocument/2006/relationships" id="431" r:id="R68acdb7868f346e1"/>
    <p:sldId xmlns:r="http://schemas.openxmlformats.org/officeDocument/2006/relationships" id="432" r:id="R6548546cb19042ab"/>
    <p:sldId xmlns:r="http://schemas.openxmlformats.org/officeDocument/2006/relationships" id="433" r:id="R3a0078f46cc04e48"/>
    <p:sldId xmlns:r="http://schemas.openxmlformats.org/officeDocument/2006/relationships" id="434" r:id="R4af577c0a29a45ad"/>
    <p:sldId xmlns:r="http://schemas.openxmlformats.org/officeDocument/2006/relationships" id="435" r:id="Rf9b525bb6ed54da0"/>
    <p:sldId xmlns:r="http://schemas.openxmlformats.org/officeDocument/2006/relationships" id="436" r:id="R4b208b5a3bf14dd6"/>
    <p:sldId xmlns:r="http://schemas.openxmlformats.org/officeDocument/2006/relationships" id="437" r:id="Rf91dfbb760d04596"/>
    <p:sldId xmlns:r="http://schemas.openxmlformats.org/officeDocument/2006/relationships" id="438" r:id="R7e645ff4b25e4421"/>
    <p:sldId xmlns:r="http://schemas.openxmlformats.org/officeDocument/2006/relationships" id="439" r:id="R81d1e7a183aa4b04"/>
    <p:sldId xmlns:r="http://schemas.openxmlformats.org/officeDocument/2006/relationships" id="440" r:id="R9f656af4edb74791"/>
    <p:sldId xmlns:r="http://schemas.openxmlformats.org/officeDocument/2006/relationships" id="441" r:id="Rbe8e2eab613d4cb2"/>
    <p:sldId xmlns:r="http://schemas.openxmlformats.org/officeDocument/2006/relationships" id="442" r:id="R150c5c021a3b4314"/>
    <p:sldId xmlns:r="http://schemas.openxmlformats.org/officeDocument/2006/relationships" id="443" r:id="R8018a8203cfd4270"/>
    <p:sldId xmlns:r="http://schemas.openxmlformats.org/officeDocument/2006/relationships" id="444" r:id="R8cbbaf43c59b4ab5"/>
    <p:sldId xmlns:r="http://schemas.openxmlformats.org/officeDocument/2006/relationships" id="445" r:id="R128e43e9c5254aad"/>
    <p:sldId xmlns:r="http://schemas.openxmlformats.org/officeDocument/2006/relationships" id="446" r:id="R9b46a028a8274aad"/>
    <p:sldId xmlns:r="http://schemas.openxmlformats.org/officeDocument/2006/relationships" id="447" r:id="R144fd92d8d7a4df0"/>
    <p:sldId xmlns:r="http://schemas.openxmlformats.org/officeDocument/2006/relationships" id="448" r:id="Rdc313d89df634e38"/>
    <p:sldId xmlns:r="http://schemas.openxmlformats.org/officeDocument/2006/relationships" id="449" r:id="R1959a55b56004ff6"/>
    <p:sldId xmlns:r="http://schemas.openxmlformats.org/officeDocument/2006/relationships" id="450" r:id="R156be175a0e64947"/>
    <p:sldId xmlns:r="http://schemas.openxmlformats.org/officeDocument/2006/relationships" id="451" r:id="Rbe385b39d41d483e"/>
    <p:sldId xmlns:r="http://schemas.openxmlformats.org/officeDocument/2006/relationships" id="452" r:id="Rd1ce29e7850d463e"/>
    <p:sldId xmlns:r="http://schemas.openxmlformats.org/officeDocument/2006/relationships" id="453" r:id="Rdb2c1a0b0a2d4354"/>
    <p:sldId xmlns:r="http://schemas.openxmlformats.org/officeDocument/2006/relationships" id="454" r:id="Rd4e63757887745b4"/>
    <p:sldId xmlns:r="http://schemas.openxmlformats.org/officeDocument/2006/relationships" id="455" r:id="Rb5afb137dfb64554"/>
    <p:sldId xmlns:r="http://schemas.openxmlformats.org/officeDocument/2006/relationships" id="456" r:id="Re8e8ef699d614f64"/>
    <p:sldId xmlns:r="http://schemas.openxmlformats.org/officeDocument/2006/relationships" id="457" r:id="R2ed639c2e1b94c2e"/>
    <p:sldId xmlns:r="http://schemas.openxmlformats.org/officeDocument/2006/relationships" id="458" r:id="Rabc8c61709514a8c"/>
    <p:sldId xmlns:r="http://schemas.openxmlformats.org/officeDocument/2006/relationships" id="459" r:id="Rd3f91f9b8b2948b2"/>
    <p:sldId xmlns:r="http://schemas.openxmlformats.org/officeDocument/2006/relationships" id="460" r:id="Rf4f9e471e9d3441a"/>
    <p:sldId xmlns:r="http://schemas.openxmlformats.org/officeDocument/2006/relationships" id="461" r:id="Rdcb019ec9e6d4373"/>
    <p:sldId xmlns:r="http://schemas.openxmlformats.org/officeDocument/2006/relationships" id="462" r:id="R11b54a4d18d84eef"/>
    <p:sldId xmlns:r="http://schemas.openxmlformats.org/officeDocument/2006/relationships" id="463" r:id="R2becbf8c9de44179"/>
    <p:sldId xmlns:r="http://schemas.openxmlformats.org/officeDocument/2006/relationships" id="464" r:id="R19dde20cf0314915"/>
    <p:sldId xmlns:r="http://schemas.openxmlformats.org/officeDocument/2006/relationships" id="465" r:id="R0eb300d8c957403b"/>
    <p:sldId xmlns:r="http://schemas.openxmlformats.org/officeDocument/2006/relationships" id="466" r:id="R00f1816206284726"/>
    <p:sldId xmlns:r="http://schemas.openxmlformats.org/officeDocument/2006/relationships" id="467" r:id="R86d8c48a0d8e4e63"/>
    <p:sldId xmlns:r="http://schemas.openxmlformats.org/officeDocument/2006/relationships" id="468" r:id="R3b5160d30eca47d4"/>
    <p:sldId xmlns:r="http://schemas.openxmlformats.org/officeDocument/2006/relationships" id="469" r:id="R2ef8fe2e608c47ae"/>
    <p:sldId xmlns:r="http://schemas.openxmlformats.org/officeDocument/2006/relationships" id="470" r:id="Rf6296cf21b434fdd"/>
    <p:sldId xmlns:r="http://schemas.openxmlformats.org/officeDocument/2006/relationships" id="471" r:id="R21a35ef767d54b43"/>
    <p:sldId xmlns:r="http://schemas.openxmlformats.org/officeDocument/2006/relationships" id="472" r:id="R923f3ddd1b634374"/>
    <p:sldId xmlns:r="http://schemas.openxmlformats.org/officeDocument/2006/relationships" id="473" r:id="R93edf0bfe9ea4ac6"/>
    <p:sldId xmlns:r="http://schemas.openxmlformats.org/officeDocument/2006/relationships" id="474" r:id="R6889e0cd114746df"/>
    <p:sldId xmlns:r="http://schemas.openxmlformats.org/officeDocument/2006/relationships" id="475" r:id="R5289d72d1d8542ee"/>
    <p:sldId xmlns:r="http://schemas.openxmlformats.org/officeDocument/2006/relationships" id="476" r:id="Rd32e1b0306d54a82"/>
    <p:sldId xmlns:r="http://schemas.openxmlformats.org/officeDocument/2006/relationships" id="477" r:id="Rd91b7641a6364bfe"/>
    <p:sldId xmlns:r="http://schemas.openxmlformats.org/officeDocument/2006/relationships" id="478" r:id="Rb1f75a03d11f44ef"/>
    <p:sldId xmlns:r="http://schemas.openxmlformats.org/officeDocument/2006/relationships" id="479" r:id="R7193ea3b7add4f30"/>
    <p:sldId xmlns:r="http://schemas.openxmlformats.org/officeDocument/2006/relationships" id="480" r:id="Ra4444973c3924afe"/>
    <p:sldId xmlns:r="http://schemas.openxmlformats.org/officeDocument/2006/relationships" id="481" r:id="R2600e1e0af0b4843"/>
    <p:sldId xmlns:r="http://schemas.openxmlformats.org/officeDocument/2006/relationships" id="482" r:id="Ree04cfc179804611"/>
    <p:sldId xmlns:r="http://schemas.openxmlformats.org/officeDocument/2006/relationships" id="483" r:id="Rc347479ac8bf4c21"/>
    <p:sldId xmlns:r="http://schemas.openxmlformats.org/officeDocument/2006/relationships" id="484" r:id="R47966d13278b4a83"/>
    <p:sldId xmlns:r="http://schemas.openxmlformats.org/officeDocument/2006/relationships" id="485" r:id="Ra8423287c4be4e62"/>
    <p:sldId xmlns:r="http://schemas.openxmlformats.org/officeDocument/2006/relationships" id="486" r:id="R8dd4643b0c684352"/>
    <p:sldId xmlns:r="http://schemas.openxmlformats.org/officeDocument/2006/relationships" id="487" r:id="Rfc1dac110af44a12"/>
    <p:sldId xmlns:r="http://schemas.openxmlformats.org/officeDocument/2006/relationships" id="488" r:id="R39f3fee24e7a4034"/>
    <p:sldId xmlns:r="http://schemas.openxmlformats.org/officeDocument/2006/relationships" id="489" r:id="R961d0e6da3994361"/>
    <p:sldId xmlns:r="http://schemas.openxmlformats.org/officeDocument/2006/relationships" id="490" r:id="Rca56917d77634e3c"/>
    <p:sldId xmlns:r="http://schemas.openxmlformats.org/officeDocument/2006/relationships" id="491" r:id="Re9c5eeede4ff4a27"/>
    <p:sldId xmlns:r="http://schemas.openxmlformats.org/officeDocument/2006/relationships" id="492" r:id="Ra40919b8280a4ad1"/>
    <p:sldId xmlns:r="http://schemas.openxmlformats.org/officeDocument/2006/relationships" id="493" r:id="R730c98ef351b4fbd"/>
    <p:sldId xmlns:r="http://schemas.openxmlformats.org/officeDocument/2006/relationships" id="494" r:id="R63ee14fab2d24c67"/>
    <p:sldId xmlns:r="http://schemas.openxmlformats.org/officeDocument/2006/relationships" id="495" r:id="R2b12edbc3f444d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08ecbe7a94358" /><Relationship Type="http://schemas.openxmlformats.org/officeDocument/2006/relationships/slideMaster" Target="/ppt/slideMasters/slideMaster1.xml" Id="R75975027c9c14fbc" /><Relationship Type="http://schemas.openxmlformats.org/officeDocument/2006/relationships/notesMaster" Target="/ppt/notesMasters/notesMaster1.xml" Id="R6c1bb8ce43634b2d" /><Relationship Type="http://schemas.openxmlformats.org/officeDocument/2006/relationships/presProps" Target="/ppt/presProps.xml" Id="Ra5189491c1224dbd" /><Relationship Type="http://schemas.openxmlformats.org/officeDocument/2006/relationships/tableStyles" Target="/ppt/tableStyles.xml" Id="R217b343fce1c43a1" /><Relationship Type="http://schemas.openxmlformats.org/officeDocument/2006/relationships/slide" Target="/ppt/slides/slide1.xml" Id="R54e1ee3544ed4698" /><Relationship Type="http://schemas.openxmlformats.org/officeDocument/2006/relationships/slide" Target="/ppt/slides/slide2.xml" Id="Rdf632c63fb1b45ab" /><Relationship Type="http://schemas.openxmlformats.org/officeDocument/2006/relationships/slide" Target="/ppt/slides/slide3.xml" Id="R54c89924c7e54bf0" /><Relationship Type="http://schemas.openxmlformats.org/officeDocument/2006/relationships/slide" Target="/ppt/slides/slide4.xml" Id="R14de7233ff174ad6" /><Relationship Type="http://schemas.openxmlformats.org/officeDocument/2006/relationships/slide" Target="/ppt/slides/slide5.xml" Id="Rf90ee13165f74767" /><Relationship Type="http://schemas.openxmlformats.org/officeDocument/2006/relationships/slide" Target="/ppt/slides/slide6.xml" Id="R48214b7dd0ea4318" /><Relationship Type="http://schemas.openxmlformats.org/officeDocument/2006/relationships/slide" Target="/ppt/slides/slide7.xml" Id="Red3bd47fc6a442e2" /><Relationship Type="http://schemas.openxmlformats.org/officeDocument/2006/relationships/slide" Target="/ppt/slides/slide8.xml" Id="Rea5442d8e114412d" /><Relationship Type="http://schemas.openxmlformats.org/officeDocument/2006/relationships/slide" Target="/ppt/slides/slide9.xml" Id="Rf5b70a4d5cbd4d5b" /><Relationship Type="http://schemas.openxmlformats.org/officeDocument/2006/relationships/slide" Target="/ppt/slides/slide10.xml" Id="Rdb9004a9cbc04325" /><Relationship Type="http://schemas.openxmlformats.org/officeDocument/2006/relationships/slide" Target="/ppt/slides/slide11.xml" Id="R382f0d1e36f348af" /><Relationship Type="http://schemas.openxmlformats.org/officeDocument/2006/relationships/slide" Target="/ppt/slides/slide12.xml" Id="Rdb49221633cb4888" /><Relationship Type="http://schemas.openxmlformats.org/officeDocument/2006/relationships/slide" Target="/ppt/slides/slide13.xml" Id="R23048b585e324f9e" /><Relationship Type="http://schemas.openxmlformats.org/officeDocument/2006/relationships/slide" Target="/ppt/slides/slide14.xml" Id="Rd7bece28a9e24d8e" /><Relationship Type="http://schemas.openxmlformats.org/officeDocument/2006/relationships/slide" Target="/ppt/slides/slide15.xml" Id="R8dc2b9c8c4bc4d24" /><Relationship Type="http://schemas.openxmlformats.org/officeDocument/2006/relationships/slide" Target="/ppt/slides/slide16.xml" Id="R5009429cc4774838" /><Relationship Type="http://schemas.openxmlformats.org/officeDocument/2006/relationships/slide" Target="/ppt/slides/slide17.xml" Id="Rde7afdd59a094eb9" /><Relationship Type="http://schemas.openxmlformats.org/officeDocument/2006/relationships/slide" Target="/ppt/slides/slide18.xml" Id="R23146fa3f4804800" /><Relationship Type="http://schemas.openxmlformats.org/officeDocument/2006/relationships/slide" Target="/ppt/slides/slide19.xml" Id="R32775232a72c4430" /><Relationship Type="http://schemas.openxmlformats.org/officeDocument/2006/relationships/slide" Target="/ppt/slides/slide20.xml" Id="Re3e8f01fa5cc4e44" /><Relationship Type="http://schemas.openxmlformats.org/officeDocument/2006/relationships/slide" Target="/ppt/slides/slide21.xml" Id="R9ba37b81ad3f4f3f" /><Relationship Type="http://schemas.openxmlformats.org/officeDocument/2006/relationships/slide" Target="/ppt/slides/slide22.xml" Id="R5cb7abf2541e42a4" /><Relationship Type="http://schemas.openxmlformats.org/officeDocument/2006/relationships/slide" Target="/ppt/slides/slide23.xml" Id="Rbf82ee4619644b13" /><Relationship Type="http://schemas.openxmlformats.org/officeDocument/2006/relationships/slide" Target="/ppt/slides/slide24.xml" Id="R8444c680a94245d2" /><Relationship Type="http://schemas.openxmlformats.org/officeDocument/2006/relationships/slide" Target="/ppt/slides/slide25.xml" Id="R9d925e651e6149a5" /><Relationship Type="http://schemas.openxmlformats.org/officeDocument/2006/relationships/slide" Target="/ppt/slides/slide26.xml" Id="R592c0c279fad4135" /><Relationship Type="http://schemas.openxmlformats.org/officeDocument/2006/relationships/slide" Target="/ppt/slides/slide27.xml" Id="R897e347f842a41af" /><Relationship Type="http://schemas.openxmlformats.org/officeDocument/2006/relationships/slide" Target="/ppt/slides/slide28.xml" Id="Rd0545a00537548f6" /><Relationship Type="http://schemas.openxmlformats.org/officeDocument/2006/relationships/slide" Target="/ppt/slides/slide29.xml" Id="R0a972c4d52544482" /><Relationship Type="http://schemas.openxmlformats.org/officeDocument/2006/relationships/slide" Target="/ppt/slides/slide30.xml" Id="Re9af3d3e1a964c0e" /><Relationship Type="http://schemas.openxmlformats.org/officeDocument/2006/relationships/slide" Target="/ppt/slides/slide31.xml" Id="R23d74fd3c774407c" /><Relationship Type="http://schemas.openxmlformats.org/officeDocument/2006/relationships/slide" Target="/ppt/slides/slide32.xml" Id="R97039e1aa4a54400" /><Relationship Type="http://schemas.openxmlformats.org/officeDocument/2006/relationships/slide" Target="/ppt/slides/slide33.xml" Id="Rc6b7cce6915c464c" /><Relationship Type="http://schemas.openxmlformats.org/officeDocument/2006/relationships/slide" Target="/ppt/slides/slide34.xml" Id="R9a495e9c829b4a33" /><Relationship Type="http://schemas.openxmlformats.org/officeDocument/2006/relationships/slide" Target="/ppt/slides/slide35.xml" Id="Ra752b9145c1248f3" /><Relationship Type="http://schemas.openxmlformats.org/officeDocument/2006/relationships/slide" Target="/ppt/slides/slide36.xml" Id="R2da27e5a95004250" /><Relationship Type="http://schemas.openxmlformats.org/officeDocument/2006/relationships/slide" Target="/ppt/slides/slide37.xml" Id="R3a0902572abc48bf" /><Relationship Type="http://schemas.openxmlformats.org/officeDocument/2006/relationships/slide" Target="/ppt/slides/slide38.xml" Id="Rc2ed0e753db04247" /><Relationship Type="http://schemas.openxmlformats.org/officeDocument/2006/relationships/slide" Target="/ppt/slides/slide39.xml" Id="Rc0167d48919a4d60" /><Relationship Type="http://schemas.openxmlformats.org/officeDocument/2006/relationships/slide" Target="/ppt/slides/slide40.xml" Id="R47f1e37ce5824b49" /><Relationship Type="http://schemas.openxmlformats.org/officeDocument/2006/relationships/slide" Target="/ppt/slides/slide41.xml" Id="Rad8130b1b63f4744" /><Relationship Type="http://schemas.openxmlformats.org/officeDocument/2006/relationships/slide" Target="/ppt/slides/slide42.xml" Id="Rdbea1914280c432f" /><Relationship Type="http://schemas.openxmlformats.org/officeDocument/2006/relationships/slide" Target="/ppt/slides/slide43.xml" Id="R6f01c757ce35495d" /><Relationship Type="http://schemas.openxmlformats.org/officeDocument/2006/relationships/slide" Target="/ppt/slides/slide44.xml" Id="R8280de9d2d674d4a" /><Relationship Type="http://schemas.openxmlformats.org/officeDocument/2006/relationships/slide" Target="/ppt/slides/slide45.xml" Id="Rbc1d1cdaedcb416b" /><Relationship Type="http://schemas.openxmlformats.org/officeDocument/2006/relationships/slide" Target="/ppt/slides/slide46.xml" Id="Rf2c7ae7260f5445a" /><Relationship Type="http://schemas.openxmlformats.org/officeDocument/2006/relationships/slide" Target="/ppt/slides/slide47.xml" Id="Rd2b5a6b79dd1401f" /><Relationship Type="http://schemas.openxmlformats.org/officeDocument/2006/relationships/slide" Target="/ppt/slides/slide48.xml" Id="R24ae048d35824f14" /><Relationship Type="http://schemas.openxmlformats.org/officeDocument/2006/relationships/slide" Target="/ppt/slides/slide49.xml" Id="R159f6d4189f842cc" /><Relationship Type="http://schemas.openxmlformats.org/officeDocument/2006/relationships/slide" Target="/ppt/slides/slide50.xml" Id="Ree81353935ce4630" /><Relationship Type="http://schemas.openxmlformats.org/officeDocument/2006/relationships/slide" Target="/ppt/slides/slide51.xml" Id="R73b8e84c9c5c4418" /><Relationship Type="http://schemas.openxmlformats.org/officeDocument/2006/relationships/slide" Target="/ppt/slides/slide52.xml" Id="R219b64c3ac1342f7" /><Relationship Type="http://schemas.openxmlformats.org/officeDocument/2006/relationships/slide" Target="/ppt/slides/slide53.xml" Id="Rea2c020cc8ea479c" /><Relationship Type="http://schemas.openxmlformats.org/officeDocument/2006/relationships/slide" Target="/ppt/slides/slide54.xml" Id="R689c578fb7314315" /><Relationship Type="http://schemas.openxmlformats.org/officeDocument/2006/relationships/slide" Target="/ppt/slides/slide55.xml" Id="R508bfd232e18466b" /><Relationship Type="http://schemas.openxmlformats.org/officeDocument/2006/relationships/slide" Target="/ppt/slides/slide56.xml" Id="R73c4816ca06d4491" /><Relationship Type="http://schemas.openxmlformats.org/officeDocument/2006/relationships/slide" Target="/ppt/slides/slide57.xml" Id="R14fb90b631e14e99" /><Relationship Type="http://schemas.openxmlformats.org/officeDocument/2006/relationships/slide" Target="/ppt/slides/slide58.xml" Id="Ra8d695420d604c92" /><Relationship Type="http://schemas.openxmlformats.org/officeDocument/2006/relationships/slide" Target="/ppt/slides/slide59.xml" Id="R7eeeb51a868449c9" /><Relationship Type="http://schemas.openxmlformats.org/officeDocument/2006/relationships/slide" Target="/ppt/slides/slide60.xml" Id="R1d73d0182e364222" /><Relationship Type="http://schemas.openxmlformats.org/officeDocument/2006/relationships/slide" Target="/ppt/slides/slide61.xml" Id="R8d9c786290c84ae4" /><Relationship Type="http://schemas.openxmlformats.org/officeDocument/2006/relationships/slide" Target="/ppt/slides/slide62.xml" Id="R89a2e19354614ab9" /><Relationship Type="http://schemas.openxmlformats.org/officeDocument/2006/relationships/slide" Target="/ppt/slides/slide63.xml" Id="R4b6dc4faf1c8423a" /><Relationship Type="http://schemas.openxmlformats.org/officeDocument/2006/relationships/slide" Target="/ppt/slides/slide64.xml" Id="R11c24f54c2a94643" /><Relationship Type="http://schemas.openxmlformats.org/officeDocument/2006/relationships/slide" Target="/ppt/slides/slide65.xml" Id="R18c5f9feca484442" /><Relationship Type="http://schemas.openxmlformats.org/officeDocument/2006/relationships/slide" Target="/ppt/slides/slide66.xml" Id="R0db54af487e443d0" /><Relationship Type="http://schemas.openxmlformats.org/officeDocument/2006/relationships/slide" Target="/ppt/slides/slide67.xml" Id="R1d44d76cf7754b66" /><Relationship Type="http://schemas.openxmlformats.org/officeDocument/2006/relationships/slide" Target="/ppt/slides/slide68.xml" Id="Rff5356116d164ae7" /><Relationship Type="http://schemas.openxmlformats.org/officeDocument/2006/relationships/slide" Target="/ppt/slides/slide69.xml" Id="R96c9f36bd18947f1" /><Relationship Type="http://schemas.openxmlformats.org/officeDocument/2006/relationships/slide" Target="/ppt/slides/slide70.xml" Id="Rec0df039cbfe4a15" /><Relationship Type="http://schemas.openxmlformats.org/officeDocument/2006/relationships/slide" Target="/ppt/slides/slide71.xml" Id="R597d917413704725" /><Relationship Type="http://schemas.openxmlformats.org/officeDocument/2006/relationships/slide" Target="/ppt/slides/slide72.xml" Id="Rf2a2d81f847248cc" /><Relationship Type="http://schemas.openxmlformats.org/officeDocument/2006/relationships/slide" Target="/ppt/slides/slide73.xml" Id="R7c3311295a7d4a11" /><Relationship Type="http://schemas.openxmlformats.org/officeDocument/2006/relationships/slide" Target="/ppt/slides/slide74.xml" Id="R153042530bf1433b" /><Relationship Type="http://schemas.openxmlformats.org/officeDocument/2006/relationships/slide" Target="/ppt/slides/slide75.xml" Id="R8ba001b0b7e245fc" /><Relationship Type="http://schemas.openxmlformats.org/officeDocument/2006/relationships/slide" Target="/ppt/slides/slide76.xml" Id="Rbd32ba288db047b3" /><Relationship Type="http://schemas.openxmlformats.org/officeDocument/2006/relationships/slide" Target="/ppt/slides/slide77.xml" Id="R7a8fae528e0f4985" /><Relationship Type="http://schemas.openxmlformats.org/officeDocument/2006/relationships/slide" Target="/ppt/slides/slide78.xml" Id="R5a5bb69e7dfd4959" /><Relationship Type="http://schemas.openxmlformats.org/officeDocument/2006/relationships/slide" Target="/ppt/slides/slide79.xml" Id="R2384bea04ab54523" /><Relationship Type="http://schemas.openxmlformats.org/officeDocument/2006/relationships/slide" Target="/ppt/slides/slide80.xml" Id="Re3c46875c3054787" /><Relationship Type="http://schemas.openxmlformats.org/officeDocument/2006/relationships/slide" Target="/ppt/slides/slide81.xml" Id="R3f5645b247904f05" /><Relationship Type="http://schemas.openxmlformats.org/officeDocument/2006/relationships/slide" Target="/ppt/slides/slide82.xml" Id="Rf1b636504f4a466c" /><Relationship Type="http://schemas.openxmlformats.org/officeDocument/2006/relationships/slide" Target="/ppt/slides/slide83.xml" Id="R10b05b50b0ca4a4a" /><Relationship Type="http://schemas.openxmlformats.org/officeDocument/2006/relationships/slide" Target="/ppt/slides/slide84.xml" Id="R7ee482e9cb434ef9" /><Relationship Type="http://schemas.openxmlformats.org/officeDocument/2006/relationships/slide" Target="/ppt/slides/slide85.xml" Id="R9659882b80194ba8" /><Relationship Type="http://schemas.openxmlformats.org/officeDocument/2006/relationships/slide" Target="/ppt/slides/slide86.xml" Id="R78195be4ec3a4e86" /><Relationship Type="http://schemas.openxmlformats.org/officeDocument/2006/relationships/slide" Target="/ppt/slides/slide87.xml" Id="Rd2a0931d1fcf4c21" /><Relationship Type="http://schemas.openxmlformats.org/officeDocument/2006/relationships/slide" Target="/ppt/slides/slide88.xml" Id="R0557fe90c0da41fe" /><Relationship Type="http://schemas.openxmlformats.org/officeDocument/2006/relationships/slide" Target="/ppt/slides/slide89.xml" Id="Re8e5a43031734f01" /><Relationship Type="http://schemas.openxmlformats.org/officeDocument/2006/relationships/slide" Target="/ppt/slides/slide90.xml" Id="Rfef7ef2e293d47f7" /><Relationship Type="http://schemas.openxmlformats.org/officeDocument/2006/relationships/slide" Target="/ppt/slides/slide91.xml" Id="R4ddb0d1b0c494e58" /><Relationship Type="http://schemas.openxmlformats.org/officeDocument/2006/relationships/slide" Target="/ppt/slides/slide92.xml" Id="R909ec8a53e4148a6" /><Relationship Type="http://schemas.openxmlformats.org/officeDocument/2006/relationships/slide" Target="/ppt/slides/slide93.xml" Id="R89f79ee192724495" /><Relationship Type="http://schemas.openxmlformats.org/officeDocument/2006/relationships/slide" Target="/ppt/slides/slide94.xml" Id="Rc5fc8e45e7ca43ff" /><Relationship Type="http://schemas.openxmlformats.org/officeDocument/2006/relationships/slide" Target="/ppt/slides/slide95.xml" Id="R63263b3abb96475c" /><Relationship Type="http://schemas.openxmlformats.org/officeDocument/2006/relationships/slide" Target="/ppt/slides/slide96.xml" Id="Rc71a78b146cd4b18" /><Relationship Type="http://schemas.openxmlformats.org/officeDocument/2006/relationships/slide" Target="/ppt/slides/slide97.xml" Id="Rebb29258257e4784" /><Relationship Type="http://schemas.openxmlformats.org/officeDocument/2006/relationships/slide" Target="/ppt/slides/slide98.xml" Id="R872e8c12873c4b6a" /><Relationship Type="http://schemas.openxmlformats.org/officeDocument/2006/relationships/slide" Target="/ppt/slides/slide99.xml" Id="R958d176a0cae4ac5" /><Relationship Type="http://schemas.openxmlformats.org/officeDocument/2006/relationships/slide" Target="/ppt/slides/slide100.xml" Id="R47cb650566bc409a" /><Relationship Type="http://schemas.openxmlformats.org/officeDocument/2006/relationships/slide" Target="/ppt/slides/slide101.xml" Id="R0950ac0bb4684898" /><Relationship Type="http://schemas.openxmlformats.org/officeDocument/2006/relationships/slide" Target="/ppt/slides/slide102.xml" Id="Rab095952370647f5" /><Relationship Type="http://schemas.openxmlformats.org/officeDocument/2006/relationships/slide" Target="/ppt/slides/slide103.xml" Id="R0e562dca4e284119" /><Relationship Type="http://schemas.openxmlformats.org/officeDocument/2006/relationships/slide" Target="/ppt/slides/slide104.xml" Id="R2e8260a140bf48d9" /><Relationship Type="http://schemas.openxmlformats.org/officeDocument/2006/relationships/slide" Target="/ppt/slides/slide105.xml" Id="R80537b1dc9554924" /><Relationship Type="http://schemas.openxmlformats.org/officeDocument/2006/relationships/slide" Target="/ppt/slides/slide106.xml" Id="R93d5f639636c4536" /><Relationship Type="http://schemas.openxmlformats.org/officeDocument/2006/relationships/slide" Target="/ppt/slides/slide107.xml" Id="R2cab8af5b3c54612" /><Relationship Type="http://schemas.openxmlformats.org/officeDocument/2006/relationships/slide" Target="/ppt/slides/slide108.xml" Id="R399dcecbc90d476a" /><Relationship Type="http://schemas.openxmlformats.org/officeDocument/2006/relationships/slide" Target="/ppt/slides/slide109.xml" Id="R4deefd8928984f2a" /><Relationship Type="http://schemas.openxmlformats.org/officeDocument/2006/relationships/slide" Target="/ppt/slides/slide110.xml" Id="Rcf140fff13844a73" /><Relationship Type="http://schemas.openxmlformats.org/officeDocument/2006/relationships/slide" Target="/ppt/slides/slide111.xml" Id="R1dd4159879d444a4" /><Relationship Type="http://schemas.openxmlformats.org/officeDocument/2006/relationships/slide" Target="/ppt/slides/slide112.xml" Id="Rf9570d2238254ecc" /><Relationship Type="http://schemas.openxmlformats.org/officeDocument/2006/relationships/slide" Target="/ppt/slides/slide113.xml" Id="R1c888b8660704ddd" /><Relationship Type="http://schemas.openxmlformats.org/officeDocument/2006/relationships/slide" Target="/ppt/slides/slide114.xml" Id="Rf51baeaaaba94194" /><Relationship Type="http://schemas.openxmlformats.org/officeDocument/2006/relationships/slide" Target="/ppt/slides/slide115.xml" Id="R52e6bc51ad734002" /><Relationship Type="http://schemas.openxmlformats.org/officeDocument/2006/relationships/slide" Target="/ppt/slides/slide116.xml" Id="R81296dbeb1ba4c00" /><Relationship Type="http://schemas.openxmlformats.org/officeDocument/2006/relationships/slide" Target="/ppt/slides/slide117.xml" Id="Rfb52b78ff4bf41cd" /><Relationship Type="http://schemas.openxmlformats.org/officeDocument/2006/relationships/slide" Target="/ppt/slides/slide118.xml" Id="R8812704a86b947ea" /><Relationship Type="http://schemas.openxmlformats.org/officeDocument/2006/relationships/slide" Target="/ppt/slides/slide119.xml" Id="R1e2029e4fffd44b6" /><Relationship Type="http://schemas.openxmlformats.org/officeDocument/2006/relationships/slide" Target="/ppt/slides/slide120.xml" Id="R92a22284d4204b9d" /><Relationship Type="http://schemas.openxmlformats.org/officeDocument/2006/relationships/slide" Target="/ppt/slides/slide121.xml" Id="Re45b5227fa854160" /><Relationship Type="http://schemas.openxmlformats.org/officeDocument/2006/relationships/slide" Target="/ppt/slides/slide122.xml" Id="Refaa734a22af4bef" /><Relationship Type="http://schemas.openxmlformats.org/officeDocument/2006/relationships/slide" Target="/ppt/slides/slide123.xml" Id="R7f9c1179f74146d5" /><Relationship Type="http://schemas.openxmlformats.org/officeDocument/2006/relationships/slide" Target="/ppt/slides/slide124.xml" Id="Rfefa20b965f94e98" /><Relationship Type="http://schemas.openxmlformats.org/officeDocument/2006/relationships/slide" Target="/ppt/slides/slide125.xml" Id="Rf0dedde0a48b4937" /><Relationship Type="http://schemas.openxmlformats.org/officeDocument/2006/relationships/slide" Target="/ppt/slides/slide126.xml" Id="R4e9414c383fb451b" /><Relationship Type="http://schemas.openxmlformats.org/officeDocument/2006/relationships/slide" Target="/ppt/slides/slide127.xml" Id="Rbda650a4ecb44d9f" /><Relationship Type="http://schemas.openxmlformats.org/officeDocument/2006/relationships/slide" Target="/ppt/slides/slide128.xml" Id="Rc46acc613a024227" /><Relationship Type="http://schemas.openxmlformats.org/officeDocument/2006/relationships/slide" Target="/ppt/slides/slide129.xml" Id="R44ad73f1cb2b4e8c" /><Relationship Type="http://schemas.openxmlformats.org/officeDocument/2006/relationships/slide" Target="/ppt/slides/slide130.xml" Id="Ra389527c1dbe420a" /><Relationship Type="http://schemas.openxmlformats.org/officeDocument/2006/relationships/slide" Target="/ppt/slides/slide131.xml" Id="Rc79bf08fccf34dbe" /><Relationship Type="http://schemas.openxmlformats.org/officeDocument/2006/relationships/slide" Target="/ppt/slides/slide132.xml" Id="Rafa5bb25be2447fc" /><Relationship Type="http://schemas.openxmlformats.org/officeDocument/2006/relationships/slide" Target="/ppt/slides/slide133.xml" Id="R3ba419a26faf408d" /><Relationship Type="http://schemas.openxmlformats.org/officeDocument/2006/relationships/slide" Target="/ppt/slides/slide134.xml" Id="Rd4d5d92b1ec04793" /><Relationship Type="http://schemas.openxmlformats.org/officeDocument/2006/relationships/slide" Target="/ppt/slides/slide135.xml" Id="Rc39ef99a39a54439" /><Relationship Type="http://schemas.openxmlformats.org/officeDocument/2006/relationships/slide" Target="/ppt/slides/slide136.xml" Id="R102251a500704c8d" /><Relationship Type="http://schemas.openxmlformats.org/officeDocument/2006/relationships/slide" Target="/ppt/slides/slide137.xml" Id="Ra54867fed5c34c3c" /><Relationship Type="http://schemas.openxmlformats.org/officeDocument/2006/relationships/slide" Target="/ppt/slides/slide138.xml" Id="Rbade32dfee82402c" /><Relationship Type="http://schemas.openxmlformats.org/officeDocument/2006/relationships/slide" Target="/ppt/slides/slide139.xml" Id="Re8c666272dde4a72" /><Relationship Type="http://schemas.openxmlformats.org/officeDocument/2006/relationships/slide" Target="/ppt/slides/slide140.xml" Id="R94430a483eb34e88" /><Relationship Type="http://schemas.openxmlformats.org/officeDocument/2006/relationships/slide" Target="/ppt/slides/slide141.xml" Id="R898b4c514d994b78" /><Relationship Type="http://schemas.openxmlformats.org/officeDocument/2006/relationships/slide" Target="/ppt/slides/slide142.xml" Id="R9535a6fa3e0f4bdc" /><Relationship Type="http://schemas.openxmlformats.org/officeDocument/2006/relationships/slide" Target="/ppt/slides/slide143.xml" Id="Re2b20611d2dc4460" /><Relationship Type="http://schemas.openxmlformats.org/officeDocument/2006/relationships/slide" Target="/ppt/slides/slide144.xml" Id="Rdb660a18a00246d5" /><Relationship Type="http://schemas.openxmlformats.org/officeDocument/2006/relationships/slide" Target="/ppt/slides/slide145.xml" Id="Rcd2488eda5c14fc6" /><Relationship Type="http://schemas.openxmlformats.org/officeDocument/2006/relationships/slide" Target="/ppt/slides/slide146.xml" Id="R721a54482b0d4566" /><Relationship Type="http://schemas.openxmlformats.org/officeDocument/2006/relationships/slide" Target="/ppt/slides/slide147.xml" Id="R972a9f7174174a3b" /><Relationship Type="http://schemas.openxmlformats.org/officeDocument/2006/relationships/slide" Target="/ppt/slides/slide148.xml" Id="R40a4430ae2184710" /><Relationship Type="http://schemas.openxmlformats.org/officeDocument/2006/relationships/slide" Target="/ppt/slides/slide149.xml" Id="R4283c627a07a4a68" /><Relationship Type="http://schemas.openxmlformats.org/officeDocument/2006/relationships/slide" Target="/ppt/slides/slide150.xml" Id="Rf67114061eb3467e" /><Relationship Type="http://schemas.openxmlformats.org/officeDocument/2006/relationships/slide" Target="/ppt/slides/slide151.xml" Id="R4fc896e85e654c35" /><Relationship Type="http://schemas.openxmlformats.org/officeDocument/2006/relationships/slide" Target="/ppt/slides/slide152.xml" Id="R56f44e8e2bb548d7" /><Relationship Type="http://schemas.openxmlformats.org/officeDocument/2006/relationships/slide" Target="/ppt/slides/slide153.xml" Id="Rcc9a136f37bc4cac" /><Relationship Type="http://schemas.openxmlformats.org/officeDocument/2006/relationships/slide" Target="/ppt/slides/slide154.xml" Id="Redd1fabb19d7413e" /><Relationship Type="http://schemas.openxmlformats.org/officeDocument/2006/relationships/slide" Target="/ppt/slides/slide155.xml" Id="R6d1e7d4ebf9f4242" /><Relationship Type="http://schemas.openxmlformats.org/officeDocument/2006/relationships/slide" Target="/ppt/slides/slide156.xml" Id="R275946a31bc24711" /><Relationship Type="http://schemas.openxmlformats.org/officeDocument/2006/relationships/slide" Target="/ppt/slides/slide157.xml" Id="R522a33baca0040b3" /><Relationship Type="http://schemas.openxmlformats.org/officeDocument/2006/relationships/slide" Target="/ppt/slides/slide158.xml" Id="R0996913ae6514825" /><Relationship Type="http://schemas.openxmlformats.org/officeDocument/2006/relationships/slide" Target="/ppt/slides/slide159.xml" Id="Rd9d7004ff2e04e4e" /><Relationship Type="http://schemas.openxmlformats.org/officeDocument/2006/relationships/slide" Target="/ppt/slides/slide160.xml" Id="Rc9c2cad20c6c4459" /><Relationship Type="http://schemas.openxmlformats.org/officeDocument/2006/relationships/slide" Target="/ppt/slides/slide161.xml" Id="R8435c06576834da3" /><Relationship Type="http://schemas.openxmlformats.org/officeDocument/2006/relationships/slide" Target="/ppt/slides/slide162.xml" Id="R01281e5a363e4d5d" /><Relationship Type="http://schemas.openxmlformats.org/officeDocument/2006/relationships/slide" Target="/ppt/slides/slide163.xml" Id="Raaf702ca593547a6" /><Relationship Type="http://schemas.openxmlformats.org/officeDocument/2006/relationships/slide" Target="/ppt/slides/slide164.xml" Id="Rbbe937dbefd24595" /><Relationship Type="http://schemas.openxmlformats.org/officeDocument/2006/relationships/slide" Target="/ppt/slides/slide165.xml" Id="Ra59ddcc7c82445d4" /><Relationship Type="http://schemas.openxmlformats.org/officeDocument/2006/relationships/slide" Target="/ppt/slides/slide166.xml" Id="Rbac8e254974f4d60" /><Relationship Type="http://schemas.openxmlformats.org/officeDocument/2006/relationships/slide" Target="/ppt/slides/slide167.xml" Id="R2a1e01b946a242e7" /><Relationship Type="http://schemas.openxmlformats.org/officeDocument/2006/relationships/slide" Target="/ppt/slides/slide168.xml" Id="Rd744e3e489e943f7" /><Relationship Type="http://schemas.openxmlformats.org/officeDocument/2006/relationships/slide" Target="/ppt/slides/slide169.xml" Id="R1e1173407bf643b9" /><Relationship Type="http://schemas.openxmlformats.org/officeDocument/2006/relationships/slide" Target="/ppt/slides/slide170.xml" Id="Rebd56b58e52e437c" /><Relationship Type="http://schemas.openxmlformats.org/officeDocument/2006/relationships/slide" Target="/ppt/slides/slide171.xml" Id="R95ed7bc388af4672" /><Relationship Type="http://schemas.openxmlformats.org/officeDocument/2006/relationships/slide" Target="/ppt/slides/slide172.xml" Id="R6488c09571f44422" /><Relationship Type="http://schemas.openxmlformats.org/officeDocument/2006/relationships/slide" Target="/ppt/slides/slide173.xml" Id="Rfa9006c3fc69465c" /><Relationship Type="http://schemas.openxmlformats.org/officeDocument/2006/relationships/slide" Target="/ppt/slides/slide174.xml" Id="R09b3975ed7304286" /><Relationship Type="http://schemas.openxmlformats.org/officeDocument/2006/relationships/slide" Target="/ppt/slides/slide175.xml" Id="R6437bfec6fa141f2" /><Relationship Type="http://schemas.openxmlformats.org/officeDocument/2006/relationships/slide" Target="/ppt/slides/slide176.xml" Id="R68acdb7868f346e1" /><Relationship Type="http://schemas.openxmlformats.org/officeDocument/2006/relationships/slide" Target="/ppt/slides/slide177.xml" Id="R6548546cb19042ab" /><Relationship Type="http://schemas.openxmlformats.org/officeDocument/2006/relationships/slide" Target="/ppt/slides/slide178.xml" Id="R3a0078f46cc04e48" /><Relationship Type="http://schemas.openxmlformats.org/officeDocument/2006/relationships/slide" Target="/ppt/slides/slide179.xml" Id="R4af577c0a29a45ad" /><Relationship Type="http://schemas.openxmlformats.org/officeDocument/2006/relationships/slide" Target="/ppt/slides/slide180.xml" Id="Rf9b525bb6ed54da0" /><Relationship Type="http://schemas.openxmlformats.org/officeDocument/2006/relationships/slide" Target="/ppt/slides/slide181.xml" Id="R4b208b5a3bf14dd6" /><Relationship Type="http://schemas.openxmlformats.org/officeDocument/2006/relationships/slide" Target="/ppt/slides/slide182.xml" Id="Rf91dfbb760d04596" /><Relationship Type="http://schemas.openxmlformats.org/officeDocument/2006/relationships/slide" Target="/ppt/slides/slide183.xml" Id="R7e645ff4b25e4421" /><Relationship Type="http://schemas.openxmlformats.org/officeDocument/2006/relationships/slide" Target="/ppt/slides/slide184.xml" Id="R81d1e7a183aa4b04" /><Relationship Type="http://schemas.openxmlformats.org/officeDocument/2006/relationships/slide" Target="/ppt/slides/slide185.xml" Id="R9f656af4edb74791" /><Relationship Type="http://schemas.openxmlformats.org/officeDocument/2006/relationships/slide" Target="/ppt/slides/slide186.xml" Id="Rbe8e2eab613d4cb2" /><Relationship Type="http://schemas.openxmlformats.org/officeDocument/2006/relationships/slide" Target="/ppt/slides/slide187.xml" Id="R150c5c021a3b4314" /><Relationship Type="http://schemas.openxmlformats.org/officeDocument/2006/relationships/slide" Target="/ppt/slides/slide188.xml" Id="R8018a8203cfd4270" /><Relationship Type="http://schemas.openxmlformats.org/officeDocument/2006/relationships/slide" Target="/ppt/slides/slide189.xml" Id="R8cbbaf43c59b4ab5" /><Relationship Type="http://schemas.openxmlformats.org/officeDocument/2006/relationships/slide" Target="/ppt/slides/slide190.xml" Id="R128e43e9c5254aad" /><Relationship Type="http://schemas.openxmlformats.org/officeDocument/2006/relationships/slide" Target="/ppt/slides/slide191.xml" Id="R9b46a028a8274aad" /><Relationship Type="http://schemas.openxmlformats.org/officeDocument/2006/relationships/slide" Target="/ppt/slides/slide192.xml" Id="R144fd92d8d7a4df0" /><Relationship Type="http://schemas.openxmlformats.org/officeDocument/2006/relationships/slide" Target="/ppt/slides/slide193.xml" Id="Rdc313d89df634e38" /><Relationship Type="http://schemas.openxmlformats.org/officeDocument/2006/relationships/slide" Target="/ppt/slides/slide194.xml" Id="R1959a55b56004ff6" /><Relationship Type="http://schemas.openxmlformats.org/officeDocument/2006/relationships/slide" Target="/ppt/slides/slide195.xml" Id="R156be175a0e64947" /><Relationship Type="http://schemas.openxmlformats.org/officeDocument/2006/relationships/slide" Target="/ppt/slides/slide196.xml" Id="Rbe385b39d41d483e" /><Relationship Type="http://schemas.openxmlformats.org/officeDocument/2006/relationships/slide" Target="/ppt/slides/slide197.xml" Id="Rd1ce29e7850d463e" /><Relationship Type="http://schemas.openxmlformats.org/officeDocument/2006/relationships/slide" Target="/ppt/slides/slide198.xml" Id="Rdb2c1a0b0a2d4354" /><Relationship Type="http://schemas.openxmlformats.org/officeDocument/2006/relationships/slide" Target="/ppt/slides/slide199.xml" Id="Rd4e63757887745b4" /><Relationship Type="http://schemas.openxmlformats.org/officeDocument/2006/relationships/slide" Target="/ppt/slides/slide200.xml" Id="Rb5afb137dfb64554" /><Relationship Type="http://schemas.openxmlformats.org/officeDocument/2006/relationships/slide" Target="/ppt/slides/slide201.xml" Id="Re8e8ef699d614f64" /><Relationship Type="http://schemas.openxmlformats.org/officeDocument/2006/relationships/slide" Target="/ppt/slides/slide202.xml" Id="R2ed639c2e1b94c2e" /><Relationship Type="http://schemas.openxmlformats.org/officeDocument/2006/relationships/slide" Target="/ppt/slides/slide203.xml" Id="Rabc8c61709514a8c" /><Relationship Type="http://schemas.openxmlformats.org/officeDocument/2006/relationships/slide" Target="/ppt/slides/slide204.xml" Id="Rd3f91f9b8b2948b2" /><Relationship Type="http://schemas.openxmlformats.org/officeDocument/2006/relationships/slide" Target="/ppt/slides/slide205.xml" Id="Rf4f9e471e9d3441a" /><Relationship Type="http://schemas.openxmlformats.org/officeDocument/2006/relationships/slide" Target="/ppt/slides/slide206.xml" Id="Rdcb019ec9e6d4373" /><Relationship Type="http://schemas.openxmlformats.org/officeDocument/2006/relationships/slide" Target="/ppt/slides/slide207.xml" Id="R11b54a4d18d84eef" /><Relationship Type="http://schemas.openxmlformats.org/officeDocument/2006/relationships/slide" Target="/ppt/slides/slide208.xml" Id="R2becbf8c9de44179" /><Relationship Type="http://schemas.openxmlformats.org/officeDocument/2006/relationships/slide" Target="/ppt/slides/slide209.xml" Id="R19dde20cf0314915" /><Relationship Type="http://schemas.openxmlformats.org/officeDocument/2006/relationships/slide" Target="/ppt/slides/slide210.xml" Id="R0eb300d8c957403b" /><Relationship Type="http://schemas.openxmlformats.org/officeDocument/2006/relationships/slide" Target="/ppt/slides/slide211.xml" Id="R00f1816206284726" /><Relationship Type="http://schemas.openxmlformats.org/officeDocument/2006/relationships/slide" Target="/ppt/slides/slide212.xml" Id="R86d8c48a0d8e4e63" /><Relationship Type="http://schemas.openxmlformats.org/officeDocument/2006/relationships/slide" Target="/ppt/slides/slide213.xml" Id="R3b5160d30eca47d4" /><Relationship Type="http://schemas.openxmlformats.org/officeDocument/2006/relationships/slide" Target="/ppt/slides/slide214.xml" Id="R2ef8fe2e608c47ae" /><Relationship Type="http://schemas.openxmlformats.org/officeDocument/2006/relationships/slide" Target="/ppt/slides/slide215.xml" Id="Rf6296cf21b434fdd" /><Relationship Type="http://schemas.openxmlformats.org/officeDocument/2006/relationships/slide" Target="/ppt/slides/slide216.xml" Id="R21a35ef767d54b43" /><Relationship Type="http://schemas.openxmlformats.org/officeDocument/2006/relationships/slide" Target="/ppt/slides/slide217.xml" Id="R923f3ddd1b634374" /><Relationship Type="http://schemas.openxmlformats.org/officeDocument/2006/relationships/slide" Target="/ppt/slides/slide218.xml" Id="R93edf0bfe9ea4ac6" /><Relationship Type="http://schemas.openxmlformats.org/officeDocument/2006/relationships/slide" Target="/ppt/slides/slide219.xml" Id="R6889e0cd114746df" /><Relationship Type="http://schemas.openxmlformats.org/officeDocument/2006/relationships/slide" Target="/ppt/slides/slide220.xml" Id="R5289d72d1d8542ee" /><Relationship Type="http://schemas.openxmlformats.org/officeDocument/2006/relationships/slide" Target="/ppt/slides/slide221.xml" Id="Rd32e1b0306d54a82" /><Relationship Type="http://schemas.openxmlformats.org/officeDocument/2006/relationships/slide" Target="/ppt/slides/slide222.xml" Id="Rd91b7641a6364bfe" /><Relationship Type="http://schemas.openxmlformats.org/officeDocument/2006/relationships/slide" Target="/ppt/slides/slide223.xml" Id="Rb1f75a03d11f44ef" /><Relationship Type="http://schemas.openxmlformats.org/officeDocument/2006/relationships/slide" Target="/ppt/slides/slide224.xml" Id="R7193ea3b7add4f30" /><Relationship Type="http://schemas.openxmlformats.org/officeDocument/2006/relationships/slide" Target="/ppt/slides/slide225.xml" Id="Ra4444973c3924afe" /><Relationship Type="http://schemas.openxmlformats.org/officeDocument/2006/relationships/slide" Target="/ppt/slides/slide226.xml" Id="R2600e1e0af0b4843" /><Relationship Type="http://schemas.openxmlformats.org/officeDocument/2006/relationships/slide" Target="/ppt/slides/slide227.xml" Id="Ree04cfc179804611" /><Relationship Type="http://schemas.openxmlformats.org/officeDocument/2006/relationships/slide" Target="/ppt/slides/slide228.xml" Id="Rc347479ac8bf4c21" /><Relationship Type="http://schemas.openxmlformats.org/officeDocument/2006/relationships/slide" Target="/ppt/slides/slide229.xml" Id="R47966d13278b4a83" /><Relationship Type="http://schemas.openxmlformats.org/officeDocument/2006/relationships/slide" Target="/ppt/slides/slide230.xml" Id="Ra8423287c4be4e62" /><Relationship Type="http://schemas.openxmlformats.org/officeDocument/2006/relationships/slide" Target="/ppt/slides/slide231.xml" Id="R8dd4643b0c684352" /><Relationship Type="http://schemas.openxmlformats.org/officeDocument/2006/relationships/slide" Target="/ppt/slides/slide232.xml" Id="Rfc1dac110af44a12" /><Relationship Type="http://schemas.openxmlformats.org/officeDocument/2006/relationships/slide" Target="/ppt/slides/slide233.xml" Id="R39f3fee24e7a4034" /><Relationship Type="http://schemas.openxmlformats.org/officeDocument/2006/relationships/slide" Target="/ppt/slides/slide234.xml" Id="R961d0e6da3994361" /><Relationship Type="http://schemas.openxmlformats.org/officeDocument/2006/relationships/slide" Target="/ppt/slides/slide235.xml" Id="Rca56917d77634e3c" /><Relationship Type="http://schemas.openxmlformats.org/officeDocument/2006/relationships/slide" Target="/ppt/slides/slide236.xml" Id="Re9c5eeede4ff4a27" /><Relationship Type="http://schemas.openxmlformats.org/officeDocument/2006/relationships/slide" Target="/ppt/slides/slide237.xml" Id="Ra40919b8280a4ad1" /><Relationship Type="http://schemas.openxmlformats.org/officeDocument/2006/relationships/slide" Target="/ppt/slides/slide238.xml" Id="R730c98ef351b4fbd" /><Relationship Type="http://schemas.openxmlformats.org/officeDocument/2006/relationships/slide" Target="/ppt/slides/slide239.xml" Id="R63ee14fab2d24c67" /><Relationship Type="http://schemas.openxmlformats.org/officeDocument/2006/relationships/slide" Target="/ppt/slides/slide240.xml" Id="R2b12edbc3f444d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d32bae8124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2edcafd43141f7" /><Relationship Type="http://schemas.openxmlformats.org/officeDocument/2006/relationships/notesMaster" Target="/ppt/notesMasters/notesMaster1.xml" Id="R096f0cb34ea14b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c6fed56ec4cb6" /><Relationship Type="http://schemas.openxmlformats.org/officeDocument/2006/relationships/notesMaster" Target="/ppt/notesMasters/notesMaster1.xml" Id="R25376d50213a49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02b5166c794a2c" /><Relationship Type="http://schemas.openxmlformats.org/officeDocument/2006/relationships/notesMaster" Target="/ppt/notesMasters/notesMaster1.xml" Id="Ra1df49b924a6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d6a836c0c41b7" /><Relationship Type="http://schemas.openxmlformats.org/officeDocument/2006/relationships/notesMaster" Target="/ppt/notesMasters/notesMaster1.xml" Id="R18b7a9488738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5567047ba444e" /><Relationship Type="http://schemas.openxmlformats.org/officeDocument/2006/relationships/notesMaster" Target="/ppt/notesMasters/notesMaster1.xml" Id="R984e641a5f3340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324b57e4f4067" /><Relationship Type="http://schemas.openxmlformats.org/officeDocument/2006/relationships/notesMaster" Target="/ppt/notesMasters/notesMaster1.xml" Id="R8c5605ddfe3b49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ee012511484c8d" /><Relationship Type="http://schemas.openxmlformats.org/officeDocument/2006/relationships/notesMaster" Target="/ppt/notesMasters/notesMaster1.xml" Id="R522f4db45cd041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e000c5599c40ca" /><Relationship Type="http://schemas.openxmlformats.org/officeDocument/2006/relationships/notesMaster" Target="/ppt/notesMasters/notesMaster1.xml" Id="R9f2cc55d5cb949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a16051be0e4c11" /><Relationship Type="http://schemas.openxmlformats.org/officeDocument/2006/relationships/notesMaster" Target="/ppt/notesMasters/notesMaster1.xml" Id="R0ee6c6015b134d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0593faf50249fe" /><Relationship Type="http://schemas.openxmlformats.org/officeDocument/2006/relationships/notesMaster" Target="/ppt/notesMasters/notesMaster1.xml" Id="Rd5731921a4224a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d5a9a01f834330" /><Relationship Type="http://schemas.openxmlformats.org/officeDocument/2006/relationships/notesMaster" Target="/ppt/notesMasters/notesMaster1.xml" Id="Re65401e84b3c42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a8778eb5b04c34" /><Relationship Type="http://schemas.openxmlformats.org/officeDocument/2006/relationships/notesMaster" Target="/ppt/notesMasters/notesMaster1.xml" Id="R265110300d6f45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446ad8cf314a77" /><Relationship Type="http://schemas.openxmlformats.org/officeDocument/2006/relationships/notesMaster" Target="/ppt/notesMasters/notesMaster1.xml" Id="Rdf9f3cc2c94742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37954afcae42a0" /><Relationship Type="http://schemas.openxmlformats.org/officeDocument/2006/relationships/notesMaster" Target="/ppt/notesMasters/notesMaster1.xml" Id="R8ab31772fc1842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3bd74bfacf4fb1" /><Relationship Type="http://schemas.openxmlformats.org/officeDocument/2006/relationships/notesMaster" Target="/ppt/notesMasters/notesMaster1.xml" Id="Rb5625c08455545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7c7eea01f746fd" /><Relationship Type="http://schemas.openxmlformats.org/officeDocument/2006/relationships/notesMaster" Target="/ppt/notesMasters/notesMaster1.xml" Id="R894b1825930e48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9a8b221aa04802" /><Relationship Type="http://schemas.openxmlformats.org/officeDocument/2006/relationships/notesMaster" Target="/ppt/notesMasters/notesMaster1.xml" Id="R8e650b3d015243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95d1c25f82475c" /><Relationship Type="http://schemas.openxmlformats.org/officeDocument/2006/relationships/notesMaster" Target="/ppt/notesMasters/notesMaster1.xml" Id="R282921cecea344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881be95cbc4ef7" /><Relationship Type="http://schemas.openxmlformats.org/officeDocument/2006/relationships/notesMaster" Target="/ppt/notesMasters/notesMaster1.xml" Id="R1897748c708442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91ff013c1647cd" /><Relationship Type="http://schemas.openxmlformats.org/officeDocument/2006/relationships/notesMaster" Target="/ppt/notesMasters/notesMaster1.xml" Id="Rc31397ef58cf43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8d54d710974bab" /><Relationship Type="http://schemas.openxmlformats.org/officeDocument/2006/relationships/notesMaster" Target="/ppt/notesMasters/notesMaster1.xml" Id="R9246cafbab5b4b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0ba06c265048af" /><Relationship Type="http://schemas.openxmlformats.org/officeDocument/2006/relationships/notesMaster" Target="/ppt/notesMasters/notesMaster1.xml" Id="Rda3396da75a448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936b2d83a94d30" /><Relationship Type="http://schemas.openxmlformats.org/officeDocument/2006/relationships/notesMaster" Target="/ppt/notesMasters/notesMaster1.xml" Id="R0ad28edfa33a42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ea9edf995048dc" /><Relationship Type="http://schemas.openxmlformats.org/officeDocument/2006/relationships/notesMaster" Target="/ppt/notesMasters/notesMaster1.xml" Id="R2f4eca02534245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41e0239f8a847d6" /><Relationship Type="http://schemas.openxmlformats.org/officeDocument/2006/relationships/notesMaster" Target="/ppt/notesMasters/notesMaster1.xml" Id="R2cd99020e5024c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875a9b9ce0a4473" /><Relationship Type="http://schemas.openxmlformats.org/officeDocument/2006/relationships/notesMaster" Target="/ppt/notesMasters/notesMaster1.xml" Id="R6bc0276903b04f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f27d3c740d4d57" /><Relationship Type="http://schemas.openxmlformats.org/officeDocument/2006/relationships/notesMaster" Target="/ppt/notesMasters/notesMaster1.xml" Id="Rdac2b8b8384242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14928ed0684f8c" /><Relationship Type="http://schemas.openxmlformats.org/officeDocument/2006/relationships/notesMaster" Target="/ppt/notesMasters/notesMaster1.xml" Id="Rdf2797e86457428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697ffa0b2d46ac" /><Relationship Type="http://schemas.openxmlformats.org/officeDocument/2006/relationships/notesMaster" Target="/ppt/notesMasters/notesMaster1.xml" Id="R5667e5cc78d448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ac8baa81f94a63" /><Relationship Type="http://schemas.openxmlformats.org/officeDocument/2006/relationships/notesMaster" Target="/ppt/notesMasters/notesMaster1.xml" Id="R37c64b3d4dfe42c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f3e3290f5440d2" /><Relationship Type="http://schemas.openxmlformats.org/officeDocument/2006/relationships/notesMaster" Target="/ppt/notesMasters/notesMaster1.xml" Id="R8055e47d7fde4f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841e4ebf4d64a51" /><Relationship Type="http://schemas.openxmlformats.org/officeDocument/2006/relationships/notesMaster" Target="/ppt/notesMasters/notesMaster1.xml" Id="Rccc2f07ae2db434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ee7247df434317" /><Relationship Type="http://schemas.openxmlformats.org/officeDocument/2006/relationships/notesMaster" Target="/ppt/notesMasters/notesMaster1.xml" Id="R9bf4b3e9c6984f4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28ec25f9a4f4b48" /><Relationship Type="http://schemas.openxmlformats.org/officeDocument/2006/relationships/notesMaster" Target="/ppt/notesMasters/notesMaster1.xml" Id="R784dc7273f9d4c3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a8830e317834f75" /><Relationship Type="http://schemas.openxmlformats.org/officeDocument/2006/relationships/notesMaster" Target="/ppt/notesMasters/notesMaster1.xml" Id="R0e51e25af88541c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ea70333edb54ff2" /><Relationship Type="http://schemas.openxmlformats.org/officeDocument/2006/relationships/notesMaster" Target="/ppt/notesMasters/notesMaster1.xml" Id="Redeaca7e84f543e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8e55fc5723b4602" /><Relationship Type="http://schemas.openxmlformats.org/officeDocument/2006/relationships/notesMaster" Target="/ppt/notesMasters/notesMaster1.xml" Id="Rbcd8327b5b66422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43dd7a8f26b4dc8" /><Relationship Type="http://schemas.openxmlformats.org/officeDocument/2006/relationships/notesMaster" Target="/ppt/notesMasters/notesMaster1.xml" Id="Raaff17fda34a4da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66bbf6dfc974bab" /><Relationship Type="http://schemas.openxmlformats.org/officeDocument/2006/relationships/notesMaster" Target="/ppt/notesMasters/notesMaster1.xml" Id="R6790281ab04f425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741a64f92a04479" /><Relationship Type="http://schemas.openxmlformats.org/officeDocument/2006/relationships/notesMaster" Target="/ppt/notesMasters/notesMaster1.xml" Id="R012819e7decb4b0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3ed885802e44cd3" /><Relationship Type="http://schemas.openxmlformats.org/officeDocument/2006/relationships/notesMaster" Target="/ppt/notesMasters/notesMaster1.xml" Id="R413215e9a8fd46e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aead90826244075" /><Relationship Type="http://schemas.openxmlformats.org/officeDocument/2006/relationships/notesMaster" Target="/ppt/notesMasters/notesMaster1.xml" Id="Rd69a2ac154d642f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550959f59c340d5" /><Relationship Type="http://schemas.openxmlformats.org/officeDocument/2006/relationships/notesMaster" Target="/ppt/notesMasters/notesMaster1.xml" Id="R4171ad0a280b477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b69b44e193d46d5" /><Relationship Type="http://schemas.openxmlformats.org/officeDocument/2006/relationships/notesMaster" Target="/ppt/notesMasters/notesMaster1.xml" Id="R22c9ff4e63524c9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b98fc1420764a29" /><Relationship Type="http://schemas.openxmlformats.org/officeDocument/2006/relationships/notesMaster" Target="/ppt/notesMasters/notesMaster1.xml" Id="R46e0531bd9a3452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a8a71e35bb04055" /><Relationship Type="http://schemas.openxmlformats.org/officeDocument/2006/relationships/notesMaster" Target="/ppt/notesMasters/notesMaster1.xml" Id="Rf72b8167672b477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4fcee969e674bdc" /><Relationship Type="http://schemas.openxmlformats.org/officeDocument/2006/relationships/notesMaster" Target="/ppt/notesMasters/notesMaster1.xml" Id="Refb6c23b328f471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eb3be758e874916" /><Relationship Type="http://schemas.openxmlformats.org/officeDocument/2006/relationships/notesMaster" Target="/ppt/notesMasters/notesMaster1.xml" Id="R21a706d439e046d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1f04ee92c63408d" /><Relationship Type="http://schemas.openxmlformats.org/officeDocument/2006/relationships/notesMaster" Target="/ppt/notesMasters/notesMaster1.xml" Id="Ra1588d9dcc0449e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58a13042f6d4100" /><Relationship Type="http://schemas.openxmlformats.org/officeDocument/2006/relationships/notesMaster" Target="/ppt/notesMasters/notesMaster1.xml" Id="R85037aac8b9b499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95f3e3944d54a3b" /><Relationship Type="http://schemas.openxmlformats.org/officeDocument/2006/relationships/notesMaster" Target="/ppt/notesMasters/notesMaster1.xml" Id="R0db895386778403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2f8c043bd2e41d1" /><Relationship Type="http://schemas.openxmlformats.org/officeDocument/2006/relationships/notesMaster" Target="/ppt/notesMasters/notesMaster1.xml" Id="R3e9e8a0d80c0456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a79a8bf1d894967" /><Relationship Type="http://schemas.openxmlformats.org/officeDocument/2006/relationships/notesMaster" Target="/ppt/notesMasters/notesMaster1.xml" Id="R74c0a1b30fab451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88e036ca54d4ad1" /><Relationship Type="http://schemas.openxmlformats.org/officeDocument/2006/relationships/notesMaster" Target="/ppt/notesMasters/notesMaster1.xml" Id="Rf08544e507874ad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0baf87456384a5d" /><Relationship Type="http://schemas.openxmlformats.org/officeDocument/2006/relationships/notesMaster" Target="/ppt/notesMasters/notesMaster1.xml" Id="R9bcfd624a5074bc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3bb57105dd6489e" /><Relationship Type="http://schemas.openxmlformats.org/officeDocument/2006/relationships/notesMaster" Target="/ppt/notesMasters/notesMaster1.xml" Id="R8efc8a5a84c9424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9bc879ac2c04004" /><Relationship Type="http://schemas.openxmlformats.org/officeDocument/2006/relationships/notesMaster" Target="/ppt/notesMasters/notesMaster1.xml" Id="R0454b3d6e1874a2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3292ee349f34b29" /><Relationship Type="http://schemas.openxmlformats.org/officeDocument/2006/relationships/notesMaster" Target="/ppt/notesMasters/notesMaster1.xml" Id="R2668d308289e409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5cd955932d9429a" /><Relationship Type="http://schemas.openxmlformats.org/officeDocument/2006/relationships/notesMaster" Target="/ppt/notesMasters/notesMaster1.xml" Id="Reeaabad37d5b45f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3f0542072dc4f8f" /><Relationship Type="http://schemas.openxmlformats.org/officeDocument/2006/relationships/notesMaster" Target="/ppt/notesMasters/notesMaster1.xml" Id="Rd9ac1a4110234e9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4e15ff4309e4063" /><Relationship Type="http://schemas.openxmlformats.org/officeDocument/2006/relationships/notesMaster" Target="/ppt/notesMasters/notesMaster1.xml" Id="R317111dc9f73405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c7e1174f2074984" /><Relationship Type="http://schemas.openxmlformats.org/officeDocument/2006/relationships/notesMaster" Target="/ppt/notesMasters/notesMaster1.xml" Id="Ra75439c29cb641d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337f86defdc473d" /><Relationship Type="http://schemas.openxmlformats.org/officeDocument/2006/relationships/notesMaster" Target="/ppt/notesMasters/notesMaster1.xml" Id="Redbc371b64fa446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8be637a46ee4bc7" /><Relationship Type="http://schemas.openxmlformats.org/officeDocument/2006/relationships/notesMaster" Target="/ppt/notesMasters/notesMaster1.xml" Id="R7b6d0ea4ffb444f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907a2a2d0ce45d9" /><Relationship Type="http://schemas.openxmlformats.org/officeDocument/2006/relationships/notesMaster" Target="/ppt/notesMasters/notesMaster1.xml" Id="Rdc5da2a153bc4bf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ba37e35ecc042da" /><Relationship Type="http://schemas.openxmlformats.org/officeDocument/2006/relationships/notesMaster" Target="/ppt/notesMasters/notesMaster1.xml" Id="Rab5d22ba0fa1436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95128138f7a433e" /><Relationship Type="http://schemas.openxmlformats.org/officeDocument/2006/relationships/notesMaster" Target="/ppt/notesMasters/notesMaster1.xml" Id="R2565279c67fb47c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2a33a95a4124728" /><Relationship Type="http://schemas.openxmlformats.org/officeDocument/2006/relationships/notesMaster" Target="/ppt/notesMasters/notesMaster1.xml" Id="Ra0f0958dd95e43b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dfe3893ebc842c4" /><Relationship Type="http://schemas.openxmlformats.org/officeDocument/2006/relationships/notesMaster" Target="/ppt/notesMasters/notesMaster1.xml" Id="R6b6bb5ae93c043b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0db5dbc264714c34" /><Relationship Type="http://schemas.openxmlformats.org/officeDocument/2006/relationships/notesMaster" Target="/ppt/notesMasters/notesMaster1.xml" Id="R4af5cebcbecf43f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d1dc14ae8d8d4766" /><Relationship Type="http://schemas.openxmlformats.org/officeDocument/2006/relationships/notesMaster" Target="/ppt/notesMasters/notesMaster1.xml" Id="Rc1b2baa9c5ab473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64bf45dba1d745fd" /><Relationship Type="http://schemas.openxmlformats.org/officeDocument/2006/relationships/notesMaster" Target="/ppt/notesMasters/notesMaster1.xml" Id="R2ce4c1d93ab84ee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06c1d489b1fe4ad6" /><Relationship Type="http://schemas.openxmlformats.org/officeDocument/2006/relationships/notesMaster" Target="/ppt/notesMasters/notesMaster1.xml" Id="R8d3d8fd75d0b4aff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d12620992d84e06" /><Relationship Type="http://schemas.openxmlformats.org/officeDocument/2006/relationships/notesMaster" Target="/ppt/notesMasters/notesMaster1.xml" Id="Rb602487f1dd6411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6e2d9a09e114e69" /><Relationship Type="http://schemas.openxmlformats.org/officeDocument/2006/relationships/notesMaster" Target="/ppt/notesMasters/notesMaster1.xml" Id="R319e107f46114b8d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52b09b113a746f4" /><Relationship Type="http://schemas.openxmlformats.org/officeDocument/2006/relationships/notesMaster" Target="/ppt/notesMasters/notesMaster1.xml" Id="R99f442d734844a9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8c7e839abea4118" /><Relationship Type="http://schemas.openxmlformats.org/officeDocument/2006/relationships/notesMaster" Target="/ppt/notesMasters/notesMaster1.xml" Id="R15e67d9e8cf4488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e0055c04ed2245f4" /><Relationship Type="http://schemas.openxmlformats.org/officeDocument/2006/relationships/notesMaster" Target="/ppt/notesMasters/notesMaster1.xml" Id="Rcc8d32a2f31b40de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64bd33987cb74994" /><Relationship Type="http://schemas.openxmlformats.org/officeDocument/2006/relationships/notesMaster" Target="/ppt/notesMasters/notesMaster1.xml" Id="R676c4aac87fc468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13a77f2c8ad48c1" /><Relationship Type="http://schemas.openxmlformats.org/officeDocument/2006/relationships/notesMaster" Target="/ppt/notesMasters/notesMaster1.xml" Id="Ra1d0c79a71014eda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e4ea768677c4828" /><Relationship Type="http://schemas.openxmlformats.org/officeDocument/2006/relationships/notesMaster" Target="/ppt/notesMasters/notesMaster1.xml" Id="Rddbc51c9bb8543f1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7510b8fd8c044b5" /><Relationship Type="http://schemas.openxmlformats.org/officeDocument/2006/relationships/notesMaster" Target="/ppt/notesMasters/notesMaster1.xml" Id="R3a25e440ea254ad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08f121011ae1408d" /><Relationship Type="http://schemas.openxmlformats.org/officeDocument/2006/relationships/notesMaster" Target="/ppt/notesMasters/notesMaster1.xml" Id="R4c37adad58f3408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2fa928280fe4966" /><Relationship Type="http://schemas.openxmlformats.org/officeDocument/2006/relationships/notesMaster" Target="/ppt/notesMasters/notesMaster1.xml" Id="Rb5813d903cae453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8389149c4244081" /><Relationship Type="http://schemas.openxmlformats.org/officeDocument/2006/relationships/notesMaster" Target="/ppt/notesMasters/notesMaster1.xml" Id="R8260c8bb5bff423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1967b74048d44dd" /><Relationship Type="http://schemas.openxmlformats.org/officeDocument/2006/relationships/notesMaster" Target="/ppt/notesMasters/notesMaster1.xml" Id="R4c01974d252c469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b0fa89a8f4c4e96" /><Relationship Type="http://schemas.openxmlformats.org/officeDocument/2006/relationships/notesMaster" Target="/ppt/notesMasters/notesMaster1.xml" Id="R6e013636de09470a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93a9dda908564c20" /><Relationship Type="http://schemas.openxmlformats.org/officeDocument/2006/relationships/notesMaster" Target="/ppt/notesMasters/notesMaster1.xml" Id="R43640fee2112496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32d4bdea98d4aee" /><Relationship Type="http://schemas.openxmlformats.org/officeDocument/2006/relationships/notesMaster" Target="/ppt/notesMasters/notesMaster1.xml" Id="Rf62134e74db64607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d7de0d0f318493b" /><Relationship Type="http://schemas.openxmlformats.org/officeDocument/2006/relationships/notesMaster" Target="/ppt/notesMasters/notesMaster1.xml" Id="R4886283ae32e424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ef7e569b756c4073" /><Relationship Type="http://schemas.openxmlformats.org/officeDocument/2006/relationships/notesMaster" Target="/ppt/notesMasters/notesMaster1.xml" Id="R6290ad3fb397414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f9cddd92c954863" /><Relationship Type="http://schemas.openxmlformats.org/officeDocument/2006/relationships/notesMaster" Target="/ppt/notesMasters/notesMaster1.xml" Id="R7d60befd8308405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bcfbe9c149d460c" /><Relationship Type="http://schemas.openxmlformats.org/officeDocument/2006/relationships/notesMaster" Target="/ppt/notesMasters/notesMaster1.xml" Id="R97efd60a3fdf48e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6756707c22e42c7" /><Relationship Type="http://schemas.openxmlformats.org/officeDocument/2006/relationships/notesMaster" Target="/ppt/notesMasters/notesMaster1.xml" Id="R755848b103ba4e3b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604bedc7702648c4" /><Relationship Type="http://schemas.openxmlformats.org/officeDocument/2006/relationships/notesMaster" Target="/ppt/notesMasters/notesMaster1.xml" Id="R97c0abb24cf44572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a5d5e4cef114887" /><Relationship Type="http://schemas.openxmlformats.org/officeDocument/2006/relationships/notesMaster" Target="/ppt/notesMasters/notesMaster1.xml" Id="R83aaf30723ba4d7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ef6b9b7ef65460d" /><Relationship Type="http://schemas.openxmlformats.org/officeDocument/2006/relationships/notesMaster" Target="/ppt/notesMasters/notesMaster1.xml" Id="Rc1cd6f5884cc46ab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e5f555d6e2b4d11" /><Relationship Type="http://schemas.openxmlformats.org/officeDocument/2006/relationships/notesMaster" Target="/ppt/notesMasters/notesMaster1.xml" Id="R500d7a7b9cb1426e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e7df8f0c51bb4a4b" /><Relationship Type="http://schemas.openxmlformats.org/officeDocument/2006/relationships/notesMaster" Target="/ppt/notesMasters/notesMaster1.xml" Id="R34aac82866ba4aec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87b32ef0fe844a8" /><Relationship Type="http://schemas.openxmlformats.org/officeDocument/2006/relationships/notesMaster" Target="/ppt/notesMasters/notesMaster1.xml" Id="R7512fa436ac64175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10a3e9578de4bcf" /><Relationship Type="http://schemas.openxmlformats.org/officeDocument/2006/relationships/notesMaster" Target="/ppt/notesMasters/notesMaster1.xml" Id="Rf7dce0bcdbaf46af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813a48b7064c40e0" /><Relationship Type="http://schemas.openxmlformats.org/officeDocument/2006/relationships/notesMaster" Target="/ppt/notesMasters/notesMaster1.xml" Id="R9fc6423c535445b7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5f72ce5d72ee49a9" /><Relationship Type="http://schemas.openxmlformats.org/officeDocument/2006/relationships/notesMaster" Target="/ppt/notesMasters/notesMaster1.xml" Id="R3925ab1d7b0c4b2d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1040ca03ee994619" /><Relationship Type="http://schemas.openxmlformats.org/officeDocument/2006/relationships/notesMaster" Target="/ppt/notesMasters/notesMaster1.xml" Id="R6cfc013628794cc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1d1544534c964e9f" /><Relationship Type="http://schemas.openxmlformats.org/officeDocument/2006/relationships/notesMaster" Target="/ppt/notesMasters/notesMaster1.xml" Id="Ra87a339e367d46b3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e61e0c64d4db4fd0" /><Relationship Type="http://schemas.openxmlformats.org/officeDocument/2006/relationships/notesMaster" Target="/ppt/notesMasters/notesMaster1.xml" Id="R3a7fca7058f84b3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668e6fb4f73b4811" /><Relationship Type="http://schemas.openxmlformats.org/officeDocument/2006/relationships/notesMaster" Target="/ppt/notesMasters/notesMaster1.xml" Id="R37f3bdb03bce4418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472662f908c140d5" /><Relationship Type="http://schemas.openxmlformats.org/officeDocument/2006/relationships/notesMaster" Target="/ppt/notesMasters/notesMaster1.xml" Id="R6f49ab1625f8450f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5d4bd3787a724f0b" /><Relationship Type="http://schemas.openxmlformats.org/officeDocument/2006/relationships/notesMaster" Target="/ppt/notesMasters/notesMaster1.xml" Id="R83072a873a4348d4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29203ffd3984c84" /><Relationship Type="http://schemas.openxmlformats.org/officeDocument/2006/relationships/notesMaster" Target="/ppt/notesMasters/notesMaster1.xml" Id="Rbfee66f3f2324c20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b543df689b14ebf" /><Relationship Type="http://schemas.openxmlformats.org/officeDocument/2006/relationships/notesMaster" Target="/ppt/notesMasters/notesMaster1.xml" Id="R9316c5b71bdc436a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2cfcfb713eb64c48" /><Relationship Type="http://schemas.openxmlformats.org/officeDocument/2006/relationships/notesMaster" Target="/ppt/notesMasters/notesMaster1.xml" Id="R6a549e987fd7442f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a9f9dcdd9554404" /><Relationship Type="http://schemas.openxmlformats.org/officeDocument/2006/relationships/notesMaster" Target="/ppt/notesMasters/notesMaster1.xml" Id="Rb121f29c22ea4d95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f93a7ced7efb49d9" /><Relationship Type="http://schemas.openxmlformats.org/officeDocument/2006/relationships/notesMaster" Target="/ppt/notesMasters/notesMaster1.xml" Id="R6b2813e27ccb447c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1b41cf4497b4e67" /><Relationship Type="http://schemas.openxmlformats.org/officeDocument/2006/relationships/notesMaster" Target="/ppt/notesMasters/notesMaster1.xml" Id="R157267ef6a8a423d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c5dff5e8cb9c4e20" /><Relationship Type="http://schemas.openxmlformats.org/officeDocument/2006/relationships/notesMaster" Target="/ppt/notesMasters/notesMaster1.xml" Id="R6f6b58d6246f4e5b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326370fe74df440e" /><Relationship Type="http://schemas.openxmlformats.org/officeDocument/2006/relationships/notesMaster" Target="/ppt/notesMasters/notesMaster1.xml" Id="R2fe387cb2a484008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1f34228bc68548a1" /><Relationship Type="http://schemas.openxmlformats.org/officeDocument/2006/relationships/notesMaster" Target="/ppt/notesMasters/notesMaster1.xml" Id="R16244c1fe4d24bf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d8a6236f8a1046c9" /><Relationship Type="http://schemas.openxmlformats.org/officeDocument/2006/relationships/notesMaster" Target="/ppt/notesMasters/notesMaster1.xml" Id="Rb0fb505f8aef48d2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9c07d91cd2044cb" /><Relationship Type="http://schemas.openxmlformats.org/officeDocument/2006/relationships/notesMaster" Target="/ppt/notesMasters/notesMaster1.xml" Id="Ra3f335086c9c42d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6534e94d6714d60" /><Relationship Type="http://schemas.openxmlformats.org/officeDocument/2006/relationships/notesMaster" Target="/ppt/notesMasters/notesMaster1.xml" Id="Rc57f46c5f48d4591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7369e31ce866400c" /><Relationship Type="http://schemas.openxmlformats.org/officeDocument/2006/relationships/notesMaster" Target="/ppt/notesMasters/notesMaster1.xml" Id="R7ece90b97eae431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d97c7d628e44558" /><Relationship Type="http://schemas.openxmlformats.org/officeDocument/2006/relationships/notesMaster" Target="/ppt/notesMasters/notesMaster1.xml" Id="R0a99ee1ef199418c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ebb91711f22242a9" /><Relationship Type="http://schemas.openxmlformats.org/officeDocument/2006/relationships/notesMaster" Target="/ppt/notesMasters/notesMaster1.xml" Id="R58db53e7530b4b5a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664a256cd6547fd" /><Relationship Type="http://schemas.openxmlformats.org/officeDocument/2006/relationships/notesMaster" Target="/ppt/notesMasters/notesMaster1.xml" Id="R107da5e42a5e470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8eea53c2659044f3" /><Relationship Type="http://schemas.openxmlformats.org/officeDocument/2006/relationships/notesMaster" Target="/ppt/notesMasters/notesMaster1.xml" Id="R9da60fbdb2fa4b84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bf50852ad8db434b" /><Relationship Type="http://schemas.openxmlformats.org/officeDocument/2006/relationships/notesMaster" Target="/ppt/notesMasters/notesMaster1.xml" Id="R4e37694bf42547d1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e413263314984342" /><Relationship Type="http://schemas.openxmlformats.org/officeDocument/2006/relationships/notesMaster" Target="/ppt/notesMasters/notesMaster1.xml" Id="Rfc2f55d27eed464f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6ef69e23ef644458" /><Relationship Type="http://schemas.openxmlformats.org/officeDocument/2006/relationships/notesMaster" Target="/ppt/notesMasters/notesMaster1.xml" Id="R575ad8c864554c81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dc5a3515a8a14a56" /><Relationship Type="http://schemas.openxmlformats.org/officeDocument/2006/relationships/notesMaster" Target="/ppt/notesMasters/notesMaster1.xml" Id="R2da86e59df504b3c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7b654fe78ce4655" /><Relationship Type="http://schemas.openxmlformats.org/officeDocument/2006/relationships/notesMaster" Target="/ppt/notesMasters/notesMaster1.xml" Id="Rcff4ba8b055344c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6d59b32a35e34720" /><Relationship Type="http://schemas.openxmlformats.org/officeDocument/2006/relationships/notesMaster" Target="/ppt/notesMasters/notesMaster1.xml" Id="R65cbb5503b724c3d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f0055c954f3c4763" /><Relationship Type="http://schemas.openxmlformats.org/officeDocument/2006/relationships/notesMaster" Target="/ppt/notesMasters/notesMaster1.xml" Id="R9d4029542b054b5b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8c461c34cfeb4cac" /><Relationship Type="http://schemas.openxmlformats.org/officeDocument/2006/relationships/notesMaster" Target="/ppt/notesMasters/notesMaster1.xml" Id="Re83c6cff1fe94a7e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d744721b24fa494d" /><Relationship Type="http://schemas.openxmlformats.org/officeDocument/2006/relationships/notesMaster" Target="/ppt/notesMasters/notesMaster1.xml" Id="R20dd105853834878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bd81bbab28534b1c" /><Relationship Type="http://schemas.openxmlformats.org/officeDocument/2006/relationships/notesMaster" Target="/ppt/notesMasters/notesMaster1.xml" Id="R1d4ce5566d964a70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285565279fc140ae" /><Relationship Type="http://schemas.openxmlformats.org/officeDocument/2006/relationships/notesMaster" Target="/ppt/notesMasters/notesMaster1.xml" Id="R11200d33983f42c1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6c2b6e8f875d48d0" /><Relationship Type="http://schemas.openxmlformats.org/officeDocument/2006/relationships/notesMaster" Target="/ppt/notesMasters/notesMaster1.xml" Id="Red815db8a56a42e8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744fada03294270" /><Relationship Type="http://schemas.openxmlformats.org/officeDocument/2006/relationships/notesMaster" Target="/ppt/notesMasters/notesMaster1.xml" Id="Re0634d9f4da34d80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0504dcd5f5fe4c73" /><Relationship Type="http://schemas.openxmlformats.org/officeDocument/2006/relationships/notesMaster" Target="/ppt/notesMasters/notesMaster1.xml" Id="R8edfceef1687427a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60c1dfa57a44a8f" /><Relationship Type="http://schemas.openxmlformats.org/officeDocument/2006/relationships/notesMaster" Target="/ppt/notesMasters/notesMaster1.xml" Id="R620d62f29b7c469c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a8764699fd64647" /><Relationship Type="http://schemas.openxmlformats.org/officeDocument/2006/relationships/notesMaster" Target="/ppt/notesMasters/notesMaster1.xml" Id="R219eee77daf64bc5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6d35562a37904f9d" /><Relationship Type="http://schemas.openxmlformats.org/officeDocument/2006/relationships/notesMaster" Target="/ppt/notesMasters/notesMaster1.xml" Id="R007e98c078b64db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424c1e76b00c40a5" /><Relationship Type="http://schemas.openxmlformats.org/officeDocument/2006/relationships/notesMaster" Target="/ppt/notesMasters/notesMaster1.xml" Id="R7d8e4e7e931249e7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a4f27f0d5eee4fc6" /><Relationship Type="http://schemas.openxmlformats.org/officeDocument/2006/relationships/notesMaster" Target="/ppt/notesMasters/notesMaster1.xml" Id="R405850b7e8d44c84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406e4a11859c4206" /><Relationship Type="http://schemas.openxmlformats.org/officeDocument/2006/relationships/notesMaster" Target="/ppt/notesMasters/notesMaster1.xml" Id="R59a71cfb72b64b87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841c062ba04d4765" /><Relationship Type="http://schemas.openxmlformats.org/officeDocument/2006/relationships/notesMaster" Target="/ppt/notesMasters/notesMaster1.xml" Id="R68a3444d42b44764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e1c50a4d6a5f4baf" /><Relationship Type="http://schemas.openxmlformats.org/officeDocument/2006/relationships/notesMaster" Target="/ppt/notesMasters/notesMaster1.xml" Id="R794b6e1bac9a4140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2d2609fb3ced4be3" /><Relationship Type="http://schemas.openxmlformats.org/officeDocument/2006/relationships/notesMaster" Target="/ppt/notesMasters/notesMaster1.xml" Id="R3a103ae218f4450d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5bf9cd255e7745d7" /><Relationship Type="http://schemas.openxmlformats.org/officeDocument/2006/relationships/notesMaster" Target="/ppt/notesMasters/notesMaster1.xml" Id="Rf321c75d3ba64ce2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09b31e1be27f47b4" /><Relationship Type="http://schemas.openxmlformats.org/officeDocument/2006/relationships/notesMaster" Target="/ppt/notesMasters/notesMaster1.xml" Id="Re277f22346e047bc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174c6f564ae648ed" /><Relationship Type="http://schemas.openxmlformats.org/officeDocument/2006/relationships/notesMaster" Target="/ppt/notesMasters/notesMaster1.xml" Id="Rfbc95982fe0c4813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50188711b4a24a73" /><Relationship Type="http://schemas.openxmlformats.org/officeDocument/2006/relationships/notesMaster" Target="/ppt/notesMasters/notesMaster1.xml" Id="R1b030a0589d74377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9cbf547d4da84031" /><Relationship Type="http://schemas.openxmlformats.org/officeDocument/2006/relationships/notesMaster" Target="/ppt/notesMasters/notesMaster1.xml" Id="R3cdc396b264a45eb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693df1a364e7499b" /><Relationship Type="http://schemas.openxmlformats.org/officeDocument/2006/relationships/notesMaster" Target="/ppt/notesMasters/notesMaster1.xml" Id="R968230ed87f140e7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da60d5c51cbb4aec" /><Relationship Type="http://schemas.openxmlformats.org/officeDocument/2006/relationships/notesMaster" Target="/ppt/notesMasters/notesMaster1.xml" Id="R455447c294af4155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c5fd99e055064955" /><Relationship Type="http://schemas.openxmlformats.org/officeDocument/2006/relationships/notesMaster" Target="/ppt/notesMasters/notesMaster1.xml" Id="R10be90213ebd4b3a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1b247ba578704c74" /><Relationship Type="http://schemas.openxmlformats.org/officeDocument/2006/relationships/notesMaster" Target="/ppt/notesMasters/notesMaster1.xml" Id="Ra45c5001a31a4a36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2552a858e7404626" /><Relationship Type="http://schemas.openxmlformats.org/officeDocument/2006/relationships/notesMaster" Target="/ppt/notesMasters/notesMaster1.xml" Id="R9709fad19ba24fda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b371efecda154fcb" /><Relationship Type="http://schemas.openxmlformats.org/officeDocument/2006/relationships/notesMaster" Target="/ppt/notesMasters/notesMaster1.xml" Id="R23c9c4a565424a49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13f9de5f168e45fe" /><Relationship Type="http://schemas.openxmlformats.org/officeDocument/2006/relationships/notesMaster" Target="/ppt/notesMasters/notesMaster1.xml" Id="R26a19191d81c4ac7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e4f2779b25264be3" /><Relationship Type="http://schemas.openxmlformats.org/officeDocument/2006/relationships/notesMaster" Target="/ppt/notesMasters/notesMaster1.xml" Id="Rd774724ac7e64b23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f96235db253447ef" /><Relationship Type="http://schemas.openxmlformats.org/officeDocument/2006/relationships/notesMaster" Target="/ppt/notesMasters/notesMaster1.xml" Id="Rbccc000c6f744069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cdd9db7b30cd44fa" /><Relationship Type="http://schemas.openxmlformats.org/officeDocument/2006/relationships/notesMaster" Target="/ppt/notesMasters/notesMaster1.xml" Id="R12f5429bfd5b4968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d07631991d914b4e" /><Relationship Type="http://schemas.openxmlformats.org/officeDocument/2006/relationships/notesMaster" Target="/ppt/notesMasters/notesMaster1.xml" Id="R6d347a1e7e7e49fd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cd6cb77337064817" /><Relationship Type="http://schemas.openxmlformats.org/officeDocument/2006/relationships/notesMaster" Target="/ppt/notesMasters/notesMaster1.xml" Id="R0b3210537dda4b4b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102feb7b8915469d" /><Relationship Type="http://schemas.openxmlformats.org/officeDocument/2006/relationships/notesMaster" Target="/ppt/notesMasters/notesMaster1.xml" Id="R0edd2b1f331f40b3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1a71cda0f997489c" /><Relationship Type="http://schemas.openxmlformats.org/officeDocument/2006/relationships/notesMaster" Target="/ppt/notesMasters/notesMaster1.xml" Id="R1703c310a5da40e9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33969df921aa45c2" /><Relationship Type="http://schemas.openxmlformats.org/officeDocument/2006/relationships/notesMaster" Target="/ppt/notesMasters/notesMaster1.xml" Id="R1626882cb09e4ede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8c9c304412764ee4" /><Relationship Type="http://schemas.openxmlformats.org/officeDocument/2006/relationships/notesMaster" Target="/ppt/notesMasters/notesMaster1.xml" Id="Rc59ac06987a9441f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d0dc4d93d68c45c4" /><Relationship Type="http://schemas.openxmlformats.org/officeDocument/2006/relationships/notesMaster" Target="/ppt/notesMasters/notesMaster1.xml" Id="R6a8882e77aac4cbc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ba4bb836c84249ca" /><Relationship Type="http://schemas.openxmlformats.org/officeDocument/2006/relationships/notesMaster" Target="/ppt/notesMasters/notesMaster1.xml" Id="R1a4f3b20f7d04a83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60ac0ff3a1f946a6" /><Relationship Type="http://schemas.openxmlformats.org/officeDocument/2006/relationships/notesMaster" Target="/ppt/notesMasters/notesMaster1.xml" Id="Reb360194e32c4e5b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966d733f90d04eb3" /><Relationship Type="http://schemas.openxmlformats.org/officeDocument/2006/relationships/notesMaster" Target="/ppt/notesMasters/notesMaster1.xml" Id="Rb0f06bb281454b11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fc26cf9e578b4f70" /><Relationship Type="http://schemas.openxmlformats.org/officeDocument/2006/relationships/notesMaster" Target="/ppt/notesMasters/notesMaster1.xml" Id="Ra0d1bb1dbba9494e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23ae1a83e134afe" /><Relationship Type="http://schemas.openxmlformats.org/officeDocument/2006/relationships/notesMaster" Target="/ppt/notesMasters/notesMaster1.xml" Id="R3b3fc79ff1504c9f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a217a8c0cc014b88" /><Relationship Type="http://schemas.openxmlformats.org/officeDocument/2006/relationships/notesMaster" Target="/ppt/notesMasters/notesMaster1.xml" Id="R46531467f8f2421d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6ce5f84482f24691" /><Relationship Type="http://schemas.openxmlformats.org/officeDocument/2006/relationships/notesMaster" Target="/ppt/notesMasters/notesMaster1.xml" Id="R858eb65213c344fc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2d810c15187a431d" /><Relationship Type="http://schemas.openxmlformats.org/officeDocument/2006/relationships/notesMaster" Target="/ppt/notesMasters/notesMaster1.xml" Id="R613d17c08a134d0a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1efe98bca0e4405e" /><Relationship Type="http://schemas.openxmlformats.org/officeDocument/2006/relationships/notesMaster" Target="/ppt/notesMasters/notesMaster1.xml" Id="R6e5bd5e6462c46b1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e3171f5aebf84eef" /><Relationship Type="http://schemas.openxmlformats.org/officeDocument/2006/relationships/notesMaster" Target="/ppt/notesMasters/notesMaster1.xml" Id="R4dbcc9953dd94634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a190c28adee54d2a" /><Relationship Type="http://schemas.openxmlformats.org/officeDocument/2006/relationships/notesMaster" Target="/ppt/notesMasters/notesMaster1.xml" Id="Rbe041cf80f5e4f5d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58314c7617f54c43" /><Relationship Type="http://schemas.openxmlformats.org/officeDocument/2006/relationships/notesMaster" Target="/ppt/notesMasters/notesMaster1.xml" Id="R251f0be3a2634c86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71988ba6504c4cf3" /><Relationship Type="http://schemas.openxmlformats.org/officeDocument/2006/relationships/notesMaster" Target="/ppt/notesMasters/notesMaster1.xml" Id="R7bf8d7cb1caa459e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2d6ccaa3c7c544b8" /><Relationship Type="http://schemas.openxmlformats.org/officeDocument/2006/relationships/notesMaster" Target="/ppt/notesMasters/notesMaster1.xml" Id="R9b5c49491bb34cc0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cd025cb8c91e4642" /><Relationship Type="http://schemas.openxmlformats.org/officeDocument/2006/relationships/notesMaster" Target="/ppt/notesMasters/notesMaster1.xml" Id="R86a360d63aa64f3b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bd62e185a23c4589" /><Relationship Type="http://schemas.openxmlformats.org/officeDocument/2006/relationships/notesMaster" Target="/ppt/notesMasters/notesMaster1.xml" Id="Rdbb994da9c1c4f5f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18bedea8720e4fe9" /><Relationship Type="http://schemas.openxmlformats.org/officeDocument/2006/relationships/notesMaster" Target="/ppt/notesMasters/notesMaster1.xml" Id="Rc0ff2904e4d24f2c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da8e231829764526" /><Relationship Type="http://schemas.openxmlformats.org/officeDocument/2006/relationships/notesMaster" Target="/ppt/notesMasters/notesMaster1.xml" Id="R8bb5754b58954d63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e095e58e456e463b" /><Relationship Type="http://schemas.openxmlformats.org/officeDocument/2006/relationships/notesMaster" Target="/ppt/notesMasters/notesMaster1.xml" Id="R504bb37e634d4ee3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7ef5a53ef377430e" /><Relationship Type="http://schemas.openxmlformats.org/officeDocument/2006/relationships/notesMaster" Target="/ppt/notesMasters/notesMaster1.xml" Id="R8993276614204554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b543c9e44c414bb3" /><Relationship Type="http://schemas.openxmlformats.org/officeDocument/2006/relationships/notesMaster" Target="/ppt/notesMasters/notesMaster1.xml" Id="R83f6974a257c4302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d36d482ab3da47a3" /><Relationship Type="http://schemas.openxmlformats.org/officeDocument/2006/relationships/notesMaster" Target="/ppt/notesMasters/notesMaster1.xml" Id="Rb3633c646cef4276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7e6f21ea17cb438b" /><Relationship Type="http://schemas.openxmlformats.org/officeDocument/2006/relationships/notesMaster" Target="/ppt/notesMasters/notesMaster1.xml" Id="Ra308ec2075764e82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b962fbc49d2f4d49" /><Relationship Type="http://schemas.openxmlformats.org/officeDocument/2006/relationships/notesMaster" Target="/ppt/notesMasters/notesMaster1.xml" Id="R9e704ffdba1e4ad0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27b557b994084a50" /><Relationship Type="http://schemas.openxmlformats.org/officeDocument/2006/relationships/notesMaster" Target="/ppt/notesMasters/notesMaster1.xml" Id="R7cbcc5068fe64975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91833b23a2f14a59" /><Relationship Type="http://schemas.openxmlformats.org/officeDocument/2006/relationships/notesMaster" Target="/ppt/notesMasters/notesMaster1.xml" Id="R5a90b69d068247be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749f7a184fc14f6e" /><Relationship Type="http://schemas.openxmlformats.org/officeDocument/2006/relationships/notesMaster" Target="/ppt/notesMasters/notesMaster1.xml" Id="R0276137460494df8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35cdd3ff45734340" /><Relationship Type="http://schemas.openxmlformats.org/officeDocument/2006/relationships/notesMaster" Target="/ppt/notesMasters/notesMaster1.xml" Id="Re4f64406372342e8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bf222b476d024fba" /><Relationship Type="http://schemas.openxmlformats.org/officeDocument/2006/relationships/notesMaster" Target="/ppt/notesMasters/notesMaster1.xml" Id="Rf1dec92d43944bb7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fefa80c312204b2b" /><Relationship Type="http://schemas.openxmlformats.org/officeDocument/2006/relationships/notesMaster" Target="/ppt/notesMasters/notesMaster1.xml" Id="R41d1dd5aaf134daf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84e1ce64cb2408e" /><Relationship Type="http://schemas.openxmlformats.org/officeDocument/2006/relationships/notesMaster" Target="/ppt/notesMasters/notesMaster1.xml" Id="Rc45baace3d7f47a5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087c4b388f1c4d26" /><Relationship Type="http://schemas.openxmlformats.org/officeDocument/2006/relationships/notesMaster" Target="/ppt/notesMasters/notesMaster1.xml" Id="Re50219a3abfb441a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9c6d95f3bcc444e1" /><Relationship Type="http://schemas.openxmlformats.org/officeDocument/2006/relationships/notesMaster" Target="/ppt/notesMasters/notesMaster1.xml" Id="R81857be978254997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51f12ccea6424bcb" /><Relationship Type="http://schemas.openxmlformats.org/officeDocument/2006/relationships/notesMaster" Target="/ppt/notesMasters/notesMaster1.xml" Id="R7653d54acf304dc2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cd309569b038484d" /><Relationship Type="http://schemas.openxmlformats.org/officeDocument/2006/relationships/notesMaster" Target="/ppt/notesMasters/notesMaster1.xml" Id="Re166d7e97a6c43a8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f6734f8475154407" /><Relationship Type="http://schemas.openxmlformats.org/officeDocument/2006/relationships/notesMaster" Target="/ppt/notesMasters/notesMaster1.xml" Id="Rcc53f35d91e94102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09061dd20d6149b1" /><Relationship Type="http://schemas.openxmlformats.org/officeDocument/2006/relationships/notesMaster" Target="/ppt/notesMasters/notesMaster1.xml" Id="R6afc768316b04510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699f0d2304ba45bc" /><Relationship Type="http://schemas.openxmlformats.org/officeDocument/2006/relationships/notesMaster" Target="/ppt/notesMasters/notesMaster1.xml" Id="R64b08f745c7f422e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cfab6d1da99f4412" /><Relationship Type="http://schemas.openxmlformats.org/officeDocument/2006/relationships/notesMaster" Target="/ppt/notesMasters/notesMaster1.xml" Id="R0ec91953c543408f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e7594a42e2434fc2" /><Relationship Type="http://schemas.openxmlformats.org/officeDocument/2006/relationships/notesMaster" Target="/ppt/notesMasters/notesMaster1.xml" Id="R6fc9023f6bf745f5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51d30d70145b4ea0" /><Relationship Type="http://schemas.openxmlformats.org/officeDocument/2006/relationships/notesMaster" Target="/ppt/notesMasters/notesMaster1.xml" Id="R5ca4e9fac7974494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0d73a5ec4daf47df" /><Relationship Type="http://schemas.openxmlformats.org/officeDocument/2006/relationships/notesMaster" Target="/ppt/notesMasters/notesMaster1.xml" Id="R7ca3e29b3cb545b1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48de26473cbd4ace" /><Relationship Type="http://schemas.openxmlformats.org/officeDocument/2006/relationships/notesMaster" Target="/ppt/notesMasters/notesMaster1.xml" Id="R2d13e4a9fd9c44aa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9660a5dbe33c4d26" /><Relationship Type="http://schemas.openxmlformats.org/officeDocument/2006/relationships/notesMaster" Target="/ppt/notesMasters/notesMaster1.xml" Id="R90b2845cc82640b1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c8b6cc09f3e24f9f" /><Relationship Type="http://schemas.openxmlformats.org/officeDocument/2006/relationships/notesMaster" Target="/ppt/notesMasters/notesMaster1.xml" Id="Reaea3cd25dbd4be8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24b13b233378453d" /><Relationship Type="http://schemas.openxmlformats.org/officeDocument/2006/relationships/notesMaster" Target="/ppt/notesMasters/notesMaster1.xml" Id="R6e95d3362fd84e08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07a914985d98418f" /><Relationship Type="http://schemas.openxmlformats.org/officeDocument/2006/relationships/notesMaster" Target="/ppt/notesMasters/notesMaster1.xml" Id="Rddc947144d6c450b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210e09d139d34e14" /><Relationship Type="http://schemas.openxmlformats.org/officeDocument/2006/relationships/notesMaster" Target="/ppt/notesMasters/notesMaster1.xml" Id="R780917c2f5bb4f2b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eb69a6b066b140cf" /><Relationship Type="http://schemas.openxmlformats.org/officeDocument/2006/relationships/notesMaster" Target="/ppt/notesMasters/notesMaster1.xml" Id="R4be5cbc6aa75436c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c9e85d1ab69943ee" /><Relationship Type="http://schemas.openxmlformats.org/officeDocument/2006/relationships/notesMaster" Target="/ppt/notesMasters/notesMaster1.xml" Id="Rc640630ac73c4395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35e97ed17fde4d1e" /><Relationship Type="http://schemas.openxmlformats.org/officeDocument/2006/relationships/notesMaster" Target="/ppt/notesMasters/notesMaster1.xml" Id="Rd200a7df4e914064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fbdf4fe264d94705" /><Relationship Type="http://schemas.openxmlformats.org/officeDocument/2006/relationships/notesMaster" Target="/ppt/notesMasters/notesMaster1.xml" Id="Rd60c920308464b49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7f3f922e1cec41bf" /><Relationship Type="http://schemas.openxmlformats.org/officeDocument/2006/relationships/notesMaster" Target="/ppt/notesMasters/notesMaster1.xml" Id="Rbf84c4751bc1470c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dd634bde442a4e69" /><Relationship Type="http://schemas.openxmlformats.org/officeDocument/2006/relationships/notesMaster" Target="/ppt/notesMasters/notesMaster1.xml" Id="R56f501d13b58453b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fb958130a703450e" /><Relationship Type="http://schemas.openxmlformats.org/officeDocument/2006/relationships/notesMaster" Target="/ppt/notesMasters/notesMaster1.xml" Id="Rb0cb350acad24a01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ae9a1e758ebf4746" /><Relationship Type="http://schemas.openxmlformats.org/officeDocument/2006/relationships/notesMaster" Target="/ppt/notesMasters/notesMaster1.xml" Id="R559397f2548f4dd6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6ede2607e9294f68" /><Relationship Type="http://schemas.openxmlformats.org/officeDocument/2006/relationships/notesMaster" Target="/ppt/notesMasters/notesMaster1.xml" Id="R28797b41479d41a4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238774ed30d04e15" /><Relationship Type="http://schemas.openxmlformats.org/officeDocument/2006/relationships/notesMaster" Target="/ppt/notesMasters/notesMaster1.xml" Id="Raee5cc8148bd494b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174a8f1059884259" /><Relationship Type="http://schemas.openxmlformats.org/officeDocument/2006/relationships/notesMaster" Target="/ppt/notesMasters/notesMaster1.xml" Id="R915b17f82599410f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51ffafa7b452416b" /><Relationship Type="http://schemas.openxmlformats.org/officeDocument/2006/relationships/notesMaster" Target="/ppt/notesMasters/notesMaster1.xml" Id="R966d368e2af54256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bc4611fdd0604f64" /><Relationship Type="http://schemas.openxmlformats.org/officeDocument/2006/relationships/notesMaster" Target="/ppt/notesMasters/notesMaster1.xml" Id="Re1e22430c3244432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63d6a267f842468b" /><Relationship Type="http://schemas.openxmlformats.org/officeDocument/2006/relationships/notesMaster" Target="/ppt/notesMasters/notesMaster1.xml" Id="R32193893e4984750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5b8c4c4add704439" /><Relationship Type="http://schemas.openxmlformats.org/officeDocument/2006/relationships/notesMaster" Target="/ppt/notesMasters/notesMaster1.xml" Id="R2bdef050490a4654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fdedae327df74be0" /><Relationship Type="http://schemas.openxmlformats.org/officeDocument/2006/relationships/notesMaster" Target="/ppt/notesMasters/notesMaster1.xml" Id="Re75474fa03874931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7c2341a624294118" /><Relationship Type="http://schemas.openxmlformats.org/officeDocument/2006/relationships/notesMaster" Target="/ppt/notesMasters/notesMaster1.xml" Id="Re42b0fcd079c4655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120b28cb997e4d8c" /><Relationship Type="http://schemas.openxmlformats.org/officeDocument/2006/relationships/notesMaster" Target="/ppt/notesMasters/notesMaster1.xml" Id="R1270b9092dfc4f36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ba7789e8e52146e3" /><Relationship Type="http://schemas.openxmlformats.org/officeDocument/2006/relationships/notesMaster" Target="/ppt/notesMasters/notesMaster1.xml" Id="R91699555ebb54df0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4db1562332f745bd" /><Relationship Type="http://schemas.openxmlformats.org/officeDocument/2006/relationships/notesMaster" Target="/ppt/notesMasters/notesMaster1.xml" Id="R0cd820dcf1904dbd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d5315cc74bf6445c" /><Relationship Type="http://schemas.openxmlformats.org/officeDocument/2006/relationships/notesMaster" Target="/ppt/notesMasters/notesMaster1.xml" Id="R2b040abffc1a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45초 teaser로 완성 결과·정상 수치·대표 HOLD를 먼저 보여주고 구현 설명은 하지 않는다.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local:assets/demo-videos/day5_service_teaser.gif</a:t>
            </a:r>
          </a:p>
          <a:p xmlns:a="http://schemas.openxmlformats.org/drawingml/2006/main">
            <a:r>
              <a:t>- local:output/course-demos/day5/demo_result.json</a:t>
            </a:r>
          </a:p>
          <a:p xmlns:a="http://schemas.openxmlformats.org/drawingml/2006/main">
            <a:r>
              <a:t>- local:materials/days2_5/Codex_Claude_제작_사례와_오프닝_데모_런북.md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local:/Users/sungjae-cha/sungjae-cha/llm-agent-and-workflow-automation/output/course-labs/day5/01_unified_service_result.json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local:src/course_services/service_router.py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local:output/course-labs/day5/01_unified_service_result.json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local:/Users/sungjae-cha/sungjae-cha/llm-agent-and-workflow-automation/output/course-labs/day5/01_unified_service_result.json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local:/Users/sungjae-cha/sungjae-cha/llm-agent-and-workflow-automation/output/course-labs/day5/02_trace.json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local:src/workflow_service.py</a:t>
            </a:r>
          </a:p>
          <a:p xmlns:a="http://schemas.openxmlformats.org/drawingml/2006/main">
            <a:r>
              <a:t>- local:output/course-labs/day5/02_trace.json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local:/Users/sungjae-cha/sungjae-cha/llm-agent-and-workflow-automation/output/course-labs/day5/02_trace.json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https://www.langchain.com/pricing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local:/Users/sungjae-cha/sungjae-cha/llm-agent-and-workflow-automation/output/course-labs/day5/03_monitoring_view.json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local:output/day1-workflow/trace.json</a:t>
            </a:r>
          </a:p>
          <a:p xmlns:a="http://schemas.openxmlformats.org/drawingml/2006/main">
            <a:r>
              <a:t>- local:output/course-labs/day5/03_monitoring_view.json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local:/Users/sungjae-cha/sungjae-cha/llm-agent-and-workflow-automation/output/course-labs/day5/03_monitoring_view.json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local:/Users/sungjae-cha/sungjae-cha/llm-agent-and-workflow-automation/output/course-labs/day5/04_experiment_result.json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local:output/course-labs/day5/04_experiment_result.json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local:/Users/sungjae-cha/sungjae-cha/llm-agent-and-workflow-automation/output/course-labs/day5/04_experiment_result.json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local:/Users/sungjae-cha/sungjae-cha/llm-agent-and-workflow-automation/output/course-labs/day5/05_human_feedback.jsonl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local:output/course-labs/day5/05_human_feedback.jsonl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local:/Users/sungjae-cha/sungjae-cha/llm-agent-and-workflow-automation/output/course-labs/day5/05_human_feedback.jsonl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local:/Users/sungjae-cha/sungjae-cha/llm-agent-and-workflow-automation/output/course-labs/day5/06_ops_checklist.json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local:materials/day1/강사_회의음성_라이브데모_런북.md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local:output/course-labs/day5/06_ops_checklist.json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local:/Users/sungjae-cha/sungjae-cha/llm-agent-and-workflow-automation/output/course-labs/day5/06_ops_checklist.json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https://vercel.com/docs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local:/Users/sungjae-cha/sungjae-cha/llm-agent-and-workflow-automation/output/course-labs/day5/07_release_candidate.json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local:scripts/run_day1_preflight.py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local:web-demo/</a:t>
            </a:r>
          </a:p>
          <a:p xmlns:a="http://schemas.openxmlformats.org/drawingml/2006/main">
            <a:r>
              <a:t>- local:output/course-labs/day5/07_release_candidate.json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local:/Users/sungjae-cha/sungjae-cha/llm-agent-and-workflow-automation/output/course-labs/day5/07_release_candidate.json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local:/Users/sungjae-cha/sungjae-cha/llm-agent-and-workflow-automation/output/course-labs/day5/08_release_scorecard.json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local:output/day1-workflow/</a:t>
            </a:r>
          </a:p>
          <a:p xmlns:a="http://schemas.openxmlformats.org/drawingml/2006/main">
            <a:r>
              <a:t>- local:slides/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local:/Users/sungjae-cha/sungjae-cha/llm-agent-and-workflow-automation/materials/day5/day5_service_lab.ipynb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local:materials/day5/day5_service_lab.ipynb</a:t>
            </a:r>
          </a:p>
          <a:p xmlns:a="http://schemas.openxmlformats.org/drawingml/2006/main">
            <a:r>
              <a:t>- local:output/course-labs/day5/08_release_scorecard.json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local:/Users/sungjae-cha/sungjae-cha/llm-agent-and-workflow-automation/output/course-labs/day5/08_release_scorecard.json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a4ef61e5c49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50f3c58d94615" /><Relationship Type="http://schemas.openxmlformats.org/officeDocument/2006/relationships/slideLayout" Target="/ppt/slideLayouts/slideLayout1.xml" Id="Rdcdd9d6a0548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d9d6a0548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405cf87964ec9" /><Relationship Type="http://schemas.openxmlformats.org/officeDocument/2006/relationships/notesSlide" Target="/ppt/notesSlides/notesSlide1.xml" Id="Rb4cdc3b9a23c42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153bcf8d41e0" /><Relationship Type="http://schemas.openxmlformats.org/officeDocument/2006/relationships/image" Target="/ppt/media/image.jpeg" Id="R26557620db0c4191" /><Relationship Type="http://schemas.openxmlformats.org/officeDocument/2006/relationships/notesSlide" Target="/ppt/notesSlides/notesSlide2.xml" Id="Ra029864ffac241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bf72040754248" /><Relationship Type="http://schemas.openxmlformats.org/officeDocument/2006/relationships/notesSlide" Target="/ppt/notesSlides/notesSlide3.xml" Id="R8812ed61763148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cf949a4e94bbf" /><Relationship Type="http://schemas.openxmlformats.org/officeDocument/2006/relationships/notesSlide" Target="/ppt/notesSlides/notesSlide4.xml" Id="R72c7d68a068f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32091bb3e4d03" /><Relationship Type="http://schemas.openxmlformats.org/officeDocument/2006/relationships/notesSlide" Target="/ppt/notesSlides/notesSlide5.xml" Id="Rbb870c0159c349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0609fa92a4002" /><Relationship Type="http://schemas.openxmlformats.org/officeDocument/2006/relationships/notesSlide" Target="/ppt/notesSlides/notesSlide6.xml" Id="Rd722eef4df2343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1ea7d88d143af" /><Relationship Type="http://schemas.openxmlformats.org/officeDocument/2006/relationships/notesSlide" Target="/ppt/notesSlides/notesSlide7.xml" Id="R5108a505441b46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a7abc3cd4427e" /><Relationship Type="http://schemas.openxmlformats.org/officeDocument/2006/relationships/notesSlide" Target="/ppt/notesSlides/notesSlide8.xml" Id="R878c52c3bc0a46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6d41cb5744768" /><Relationship Type="http://schemas.openxmlformats.org/officeDocument/2006/relationships/notesSlide" Target="/ppt/notesSlides/notesSlide9.xml" Id="R6e9a505f446542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cf2f1e3344de4" /><Relationship Type="http://schemas.openxmlformats.org/officeDocument/2006/relationships/notesSlide" Target="/ppt/notesSlides/notesSlide10.xml" Id="Rfd69abcfe23249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48143134d49d8" /><Relationship Type="http://schemas.openxmlformats.org/officeDocument/2006/relationships/notesSlide" Target="/ppt/notesSlides/notesSlide11.xml" Id="Rc412f2f85c3a49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038d34e7d492e" /><Relationship Type="http://schemas.openxmlformats.org/officeDocument/2006/relationships/notesSlide" Target="/ppt/notesSlides/notesSlide12.xml" Id="R034755c8c6c142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c26bac8064f80" /><Relationship Type="http://schemas.openxmlformats.org/officeDocument/2006/relationships/notesSlide" Target="/ppt/notesSlides/notesSlide13.xml" Id="R4a5f242da4bf43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78a4c955c4653" /><Relationship Type="http://schemas.openxmlformats.org/officeDocument/2006/relationships/image" Target="/ppt/media/image2.jpeg" Id="R63018eb0dcb345ed" /><Relationship Type="http://schemas.openxmlformats.org/officeDocument/2006/relationships/notesSlide" Target="/ppt/notesSlides/notesSlide14.xml" Id="R2e03b180e31c41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21a2699aa40ec" /><Relationship Type="http://schemas.openxmlformats.org/officeDocument/2006/relationships/notesSlide" Target="/ppt/notesSlides/notesSlide15.xml" Id="Racc5f3a9b3b44f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c7b14e09d4f72" /><Relationship Type="http://schemas.openxmlformats.org/officeDocument/2006/relationships/notesSlide" Target="/ppt/notesSlides/notesSlide16.xml" Id="Rfb8c95cca89d48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0dcec3d604a0c" /><Relationship Type="http://schemas.openxmlformats.org/officeDocument/2006/relationships/notesSlide" Target="/ppt/notesSlides/notesSlide17.xml" Id="Rbe9a74ecb87045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e236c0ebd44fa" /><Relationship Type="http://schemas.openxmlformats.org/officeDocument/2006/relationships/notesSlide" Target="/ppt/notesSlides/notesSlide18.xml" Id="R885208df5edf48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f1269df3d4801" /><Relationship Type="http://schemas.openxmlformats.org/officeDocument/2006/relationships/notesSlide" Target="/ppt/notesSlides/notesSlide19.xml" Id="R719d4f9928d741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be97f2f3a4ddf" /><Relationship Type="http://schemas.openxmlformats.org/officeDocument/2006/relationships/notesSlide" Target="/ppt/notesSlides/notesSlide20.xml" Id="R1f4666c936b247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1fb95d3174022" /><Relationship Type="http://schemas.openxmlformats.org/officeDocument/2006/relationships/notesSlide" Target="/ppt/notesSlides/notesSlide21.xml" Id="R2bdd0587ec8f46e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6509c422040ca" /><Relationship Type="http://schemas.openxmlformats.org/officeDocument/2006/relationships/notesSlide" Target="/ppt/notesSlides/notesSlide22.xml" Id="Rc761c622ee5148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611aa6b9c473c" /><Relationship Type="http://schemas.openxmlformats.org/officeDocument/2006/relationships/notesSlide" Target="/ppt/notesSlides/notesSlide23.xml" Id="R93e17c3c10454d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a050e30db4216" /><Relationship Type="http://schemas.openxmlformats.org/officeDocument/2006/relationships/notesSlide" Target="/ppt/notesSlides/notesSlide24.xml" Id="R689bd859689c48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e9ba06fd44218" /><Relationship Type="http://schemas.openxmlformats.org/officeDocument/2006/relationships/notesSlide" Target="/ppt/notesSlides/notesSlide25.xml" Id="R1d17429f86cb48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1c472b95043b4" /><Relationship Type="http://schemas.openxmlformats.org/officeDocument/2006/relationships/notesSlide" Target="/ppt/notesSlides/notesSlide26.xml" Id="R138fda2131a3467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47cf25eb44788" /><Relationship Type="http://schemas.openxmlformats.org/officeDocument/2006/relationships/notesSlide" Target="/ppt/notesSlides/notesSlide27.xml" Id="R3f288e9c229344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42859b10943e0" /><Relationship Type="http://schemas.openxmlformats.org/officeDocument/2006/relationships/notesSlide" Target="/ppt/notesSlides/notesSlide28.xml" Id="Rdccdedc094554fe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36c99d01a4b8f" /><Relationship Type="http://schemas.openxmlformats.org/officeDocument/2006/relationships/notesSlide" Target="/ppt/notesSlides/notesSlide29.xml" Id="Rf2cd40a2cd884d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63e0bb54b435b" /><Relationship Type="http://schemas.openxmlformats.org/officeDocument/2006/relationships/notesSlide" Target="/ppt/notesSlides/notesSlide30.xml" Id="R7333a0b396894c5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253c334064520" /><Relationship Type="http://schemas.openxmlformats.org/officeDocument/2006/relationships/notesSlide" Target="/ppt/notesSlides/notesSlide31.xml" Id="Rc1a2183486184f9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7caa2b58448c4" /><Relationship Type="http://schemas.openxmlformats.org/officeDocument/2006/relationships/notesSlide" Target="/ppt/notesSlides/notesSlide32.xml" Id="R79ed7fff6a784e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422e47ee74b49" /><Relationship Type="http://schemas.openxmlformats.org/officeDocument/2006/relationships/notesSlide" Target="/ppt/notesSlides/notesSlide33.xml" Id="Rf334f89ff62d41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7f1ca65ff472e" /><Relationship Type="http://schemas.openxmlformats.org/officeDocument/2006/relationships/notesSlide" Target="/ppt/notesSlides/notesSlide34.xml" Id="R4d9b22f6057d4bf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0220bc26a4ae7" /><Relationship Type="http://schemas.openxmlformats.org/officeDocument/2006/relationships/notesSlide" Target="/ppt/notesSlides/notesSlide35.xml" Id="Re4e2ab63204f49e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4d0424e264fc9" /><Relationship Type="http://schemas.openxmlformats.org/officeDocument/2006/relationships/notesSlide" Target="/ppt/notesSlides/notesSlide36.xml" Id="R019774f3a1284c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dda5905b34886" /><Relationship Type="http://schemas.openxmlformats.org/officeDocument/2006/relationships/notesSlide" Target="/ppt/notesSlides/notesSlide37.xml" Id="R8d7978e81d9449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058da9bca4409" /><Relationship Type="http://schemas.openxmlformats.org/officeDocument/2006/relationships/notesSlide" Target="/ppt/notesSlides/notesSlide38.xml" Id="R67630af6a9c14bd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5d6121f584a66" /><Relationship Type="http://schemas.openxmlformats.org/officeDocument/2006/relationships/notesSlide" Target="/ppt/notesSlides/notesSlide39.xml" Id="R7528aca2c9504ca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f3fd896f7429c" /><Relationship Type="http://schemas.openxmlformats.org/officeDocument/2006/relationships/notesSlide" Target="/ppt/notesSlides/notesSlide40.xml" Id="Ra5ac37176447495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349cd9e6f4cd9" /><Relationship Type="http://schemas.openxmlformats.org/officeDocument/2006/relationships/notesSlide" Target="/ppt/notesSlides/notesSlide41.xml" Id="R745fd5c0bc6e46b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4ceeda23b4e57" /><Relationship Type="http://schemas.openxmlformats.org/officeDocument/2006/relationships/notesSlide" Target="/ppt/notesSlides/notesSlide42.xml" Id="R39a830d191e1412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e7a8980274254" /><Relationship Type="http://schemas.openxmlformats.org/officeDocument/2006/relationships/notesSlide" Target="/ppt/notesSlides/notesSlide43.xml" Id="Rbf96890518b7423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497d2b924fa5" /><Relationship Type="http://schemas.openxmlformats.org/officeDocument/2006/relationships/image" Target="/ppt/media/image3.jpeg" Id="Ra65055a9eab548f8" /><Relationship Type="http://schemas.openxmlformats.org/officeDocument/2006/relationships/notesSlide" Target="/ppt/notesSlides/notesSlide44.xml" Id="R470862260d08424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08bfea9b14e03" /><Relationship Type="http://schemas.openxmlformats.org/officeDocument/2006/relationships/notesSlide" Target="/ppt/notesSlides/notesSlide45.xml" Id="R7db0eef94c794c8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df4a85124d53" /><Relationship Type="http://schemas.openxmlformats.org/officeDocument/2006/relationships/notesSlide" Target="/ppt/notesSlides/notesSlide46.xml" Id="Rd55871af6da94ff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626a929d24285" /><Relationship Type="http://schemas.openxmlformats.org/officeDocument/2006/relationships/notesSlide" Target="/ppt/notesSlides/notesSlide47.xml" Id="R54e2527927b34d0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6a8ceba0e426b" /><Relationship Type="http://schemas.openxmlformats.org/officeDocument/2006/relationships/notesSlide" Target="/ppt/notesSlides/notesSlide48.xml" Id="R1c05cf9295954b7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0ea4a8001494c" /><Relationship Type="http://schemas.openxmlformats.org/officeDocument/2006/relationships/notesSlide" Target="/ppt/notesSlides/notesSlide49.xml" Id="R46339f87fd014ac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f360be4434443" /><Relationship Type="http://schemas.openxmlformats.org/officeDocument/2006/relationships/notesSlide" Target="/ppt/notesSlides/notesSlide50.xml" Id="R8433b4ffe17a456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c7e9c1e1b440d" /><Relationship Type="http://schemas.openxmlformats.org/officeDocument/2006/relationships/notesSlide" Target="/ppt/notesSlides/notesSlide51.xml" Id="R28c7c0e9138d4ae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1ca24ba3849d1" /><Relationship Type="http://schemas.openxmlformats.org/officeDocument/2006/relationships/notesSlide" Target="/ppt/notesSlides/notesSlide52.xml" Id="R892502592f0c453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32a3e3dc04e77" /><Relationship Type="http://schemas.openxmlformats.org/officeDocument/2006/relationships/notesSlide" Target="/ppt/notesSlides/notesSlide53.xml" Id="Rc5ad078ee23b420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6dc9ef3f54b75" /><Relationship Type="http://schemas.openxmlformats.org/officeDocument/2006/relationships/notesSlide" Target="/ppt/notesSlides/notesSlide54.xml" Id="R2b6435b7d58346f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90a3c8333401e" /><Relationship Type="http://schemas.openxmlformats.org/officeDocument/2006/relationships/notesSlide" Target="/ppt/notesSlides/notesSlide55.xml" Id="Rc9d05fff7b3e450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77f39c1df45a8" /><Relationship Type="http://schemas.openxmlformats.org/officeDocument/2006/relationships/notesSlide" Target="/ppt/notesSlides/notesSlide56.xml" Id="Rf219b8a843c4444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08b701f1446d3" /><Relationship Type="http://schemas.openxmlformats.org/officeDocument/2006/relationships/notesSlide" Target="/ppt/notesSlides/notesSlide57.xml" Id="R498d1c7110ff4ab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cd9e643454ca6" /><Relationship Type="http://schemas.openxmlformats.org/officeDocument/2006/relationships/notesSlide" Target="/ppt/notesSlides/notesSlide58.xml" Id="R9a9dc57bce104c8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ba60be83b4b73" /><Relationship Type="http://schemas.openxmlformats.org/officeDocument/2006/relationships/notesSlide" Target="/ppt/notesSlides/notesSlide59.xml" Id="R12498752da4c474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bde4d21934785" /><Relationship Type="http://schemas.openxmlformats.org/officeDocument/2006/relationships/notesSlide" Target="/ppt/notesSlides/notesSlide60.xml" Id="R9aca7d18cd8640a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15a147c1a40de" /><Relationship Type="http://schemas.openxmlformats.org/officeDocument/2006/relationships/notesSlide" Target="/ppt/notesSlides/notesSlide61.xml" Id="R50b5232ae220489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0071a0736481b" /><Relationship Type="http://schemas.openxmlformats.org/officeDocument/2006/relationships/notesSlide" Target="/ppt/notesSlides/notesSlide62.xml" Id="Rf08ef047ccf84f2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feebcfa8e4945" /><Relationship Type="http://schemas.openxmlformats.org/officeDocument/2006/relationships/notesSlide" Target="/ppt/notesSlides/notesSlide63.xml" Id="R3ee36e7326bc481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088b21a0c4d00" /><Relationship Type="http://schemas.openxmlformats.org/officeDocument/2006/relationships/notesSlide" Target="/ppt/notesSlides/notesSlide64.xml" Id="Rdd7e70f4fa6d4e5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876096d7e413c" /><Relationship Type="http://schemas.openxmlformats.org/officeDocument/2006/relationships/notesSlide" Target="/ppt/notesSlides/notesSlide65.xml" Id="R9de790938f184fb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158c6e6ff4985" /><Relationship Type="http://schemas.openxmlformats.org/officeDocument/2006/relationships/notesSlide" Target="/ppt/notesSlides/notesSlide66.xml" Id="R0ea35bdaaa234363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1e5ba9adc4810" /><Relationship Type="http://schemas.openxmlformats.org/officeDocument/2006/relationships/notesSlide" Target="/ppt/notesSlides/notesSlide67.xml" Id="R532c7d66fffc47a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14bc5d646478b" /><Relationship Type="http://schemas.openxmlformats.org/officeDocument/2006/relationships/notesSlide" Target="/ppt/notesSlides/notesSlide68.xml" Id="Rd3a720edd45e426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4edc15be94d42" /><Relationship Type="http://schemas.openxmlformats.org/officeDocument/2006/relationships/notesSlide" Target="/ppt/notesSlides/notesSlide69.xml" Id="Rf4f5dcd1d49443a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830732d4e40f8" /><Relationship Type="http://schemas.openxmlformats.org/officeDocument/2006/relationships/notesSlide" Target="/ppt/notesSlides/notesSlide70.xml" Id="R413c9ec1fa1b4203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2da5dc70b442c" /><Relationship Type="http://schemas.openxmlformats.org/officeDocument/2006/relationships/notesSlide" Target="/ppt/notesSlides/notesSlide71.xml" Id="R3f8c719c35164b9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036fb21a94a50" /><Relationship Type="http://schemas.openxmlformats.org/officeDocument/2006/relationships/notesSlide" Target="/ppt/notesSlides/notesSlide72.xml" Id="R150715b1ac594b0a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609d56c9b483f" /><Relationship Type="http://schemas.openxmlformats.org/officeDocument/2006/relationships/notesSlide" Target="/ppt/notesSlides/notesSlide73.xml" Id="R272c4d696c59414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1c64fc6b74281" /><Relationship Type="http://schemas.openxmlformats.org/officeDocument/2006/relationships/image" Target="/ppt/media/image4.jpeg" Id="R43dd1f4594d64838" /><Relationship Type="http://schemas.openxmlformats.org/officeDocument/2006/relationships/notesSlide" Target="/ppt/notesSlides/notesSlide74.xml" Id="Rf66a28d2c7bf401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13ca489c440a2" /><Relationship Type="http://schemas.openxmlformats.org/officeDocument/2006/relationships/notesSlide" Target="/ppt/notesSlides/notesSlide75.xml" Id="Rd8ce7a8c976f4ea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a822218594322" /><Relationship Type="http://schemas.openxmlformats.org/officeDocument/2006/relationships/notesSlide" Target="/ppt/notesSlides/notesSlide76.xml" Id="R6b7ae509dbd7499c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f491f4e26438f" /><Relationship Type="http://schemas.openxmlformats.org/officeDocument/2006/relationships/notesSlide" Target="/ppt/notesSlides/notesSlide77.xml" Id="R91fe698945a7485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70606924a4943" /><Relationship Type="http://schemas.openxmlformats.org/officeDocument/2006/relationships/notesSlide" Target="/ppt/notesSlides/notesSlide78.xml" Id="R32c1ccbefc864da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fbf67aa114515" /><Relationship Type="http://schemas.openxmlformats.org/officeDocument/2006/relationships/notesSlide" Target="/ppt/notesSlides/notesSlide79.xml" Id="R6fb3af16b01d491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0b3c682724c83" /><Relationship Type="http://schemas.openxmlformats.org/officeDocument/2006/relationships/notesSlide" Target="/ppt/notesSlides/notesSlide80.xml" Id="R73820c5dd8a240c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fc757470148d3" /><Relationship Type="http://schemas.openxmlformats.org/officeDocument/2006/relationships/notesSlide" Target="/ppt/notesSlides/notesSlide81.xml" Id="Rd4fd80e272a745e3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e2de3ffac4f60" /><Relationship Type="http://schemas.openxmlformats.org/officeDocument/2006/relationships/notesSlide" Target="/ppt/notesSlides/notesSlide82.xml" Id="Ra252c5a48766489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4e102d7b24347" /><Relationship Type="http://schemas.openxmlformats.org/officeDocument/2006/relationships/notesSlide" Target="/ppt/notesSlides/notesSlide83.xml" Id="R8d2f9e23235f4795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97bd9133541ee" /><Relationship Type="http://schemas.openxmlformats.org/officeDocument/2006/relationships/notesSlide" Target="/ppt/notesSlides/notesSlide84.xml" Id="R9dcd30f5e111402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3e5ced84c4136" /><Relationship Type="http://schemas.openxmlformats.org/officeDocument/2006/relationships/notesSlide" Target="/ppt/notesSlides/notesSlide85.xml" Id="R57a3a9fe091e44f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d80762d4c4bfa" /><Relationship Type="http://schemas.openxmlformats.org/officeDocument/2006/relationships/notesSlide" Target="/ppt/notesSlides/notesSlide86.xml" Id="Ra4108d6fbc0f400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4df3a89cf4d3a" /><Relationship Type="http://schemas.openxmlformats.org/officeDocument/2006/relationships/notesSlide" Target="/ppt/notesSlides/notesSlide87.xml" Id="Rc7a9b93ad12640d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208f3a3a340b5" /><Relationship Type="http://schemas.openxmlformats.org/officeDocument/2006/relationships/notesSlide" Target="/ppt/notesSlides/notesSlide88.xml" Id="Rb131e6284b7d4b9d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8ae4586dd46cb" /><Relationship Type="http://schemas.openxmlformats.org/officeDocument/2006/relationships/notesSlide" Target="/ppt/notesSlides/notesSlide89.xml" Id="Rabf00b0273aa42a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2f90843064040" /><Relationship Type="http://schemas.openxmlformats.org/officeDocument/2006/relationships/notesSlide" Target="/ppt/notesSlides/notesSlide90.xml" Id="Rcb4e96afc2054aec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3fe1753e84c9f" /><Relationship Type="http://schemas.openxmlformats.org/officeDocument/2006/relationships/notesSlide" Target="/ppt/notesSlides/notesSlide91.xml" Id="Rc6d296af43a54de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f619eb551491d" /><Relationship Type="http://schemas.openxmlformats.org/officeDocument/2006/relationships/notesSlide" Target="/ppt/notesSlides/notesSlide92.xml" Id="Rcc524ca950aa4acb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fd7b507f54a8f" /><Relationship Type="http://schemas.openxmlformats.org/officeDocument/2006/relationships/notesSlide" Target="/ppt/notesSlides/notesSlide93.xml" Id="R01dd4addb9764a89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9644aae824647" /><Relationship Type="http://schemas.openxmlformats.org/officeDocument/2006/relationships/notesSlide" Target="/ppt/notesSlides/notesSlide94.xml" Id="R6d40b60783ac419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acc2f7d5f4206" /><Relationship Type="http://schemas.openxmlformats.org/officeDocument/2006/relationships/notesSlide" Target="/ppt/notesSlides/notesSlide95.xml" Id="Rba397823b683400b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307f7568c460c" /><Relationship Type="http://schemas.openxmlformats.org/officeDocument/2006/relationships/notesSlide" Target="/ppt/notesSlides/notesSlide96.xml" Id="Rd3ed6ac355dc4035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2d11d1032434a" /><Relationship Type="http://schemas.openxmlformats.org/officeDocument/2006/relationships/notesSlide" Target="/ppt/notesSlides/notesSlide97.xml" Id="Ra554521eb51249c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77987c0754fce" /><Relationship Type="http://schemas.openxmlformats.org/officeDocument/2006/relationships/notesSlide" Target="/ppt/notesSlides/notesSlide98.xml" Id="R394068eea1a342b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542b10a8436f" /><Relationship Type="http://schemas.openxmlformats.org/officeDocument/2006/relationships/notesSlide" Target="/ppt/notesSlides/notesSlide99.xml" Id="R0744fd6bd5b14c9d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77d90f66e42d8" /><Relationship Type="http://schemas.openxmlformats.org/officeDocument/2006/relationships/notesSlide" Target="/ppt/notesSlides/notesSlide100.xml" Id="Re014a420620f456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ff001b4e0404f" /><Relationship Type="http://schemas.openxmlformats.org/officeDocument/2006/relationships/notesSlide" Target="/ppt/notesSlides/notesSlide101.xml" Id="R8c0e228356434396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723c7b3fa4437" /><Relationship Type="http://schemas.openxmlformats.org/officeDocument/2006/relationships/notesSlide" Target="/ppt/notesSlides/notesSlide102.xml" Id="R058262fa796d4ce1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c7aeb05f24eea" /><Relationship Type="http://schemas.openxmlformats.org/officeDocument/2006/relationships/notesSlide" Target="/ppt/notesSlides/notesSlide103.xml" Id="R6abfa7ba681b4438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096810f2e4c96" /><Relationship Type="http://schemas.openxmlformats.org/officeDocument/2006/relationships/image" Target="/ppt/media/image5.jpeg" Id="R5d71b4d2135847d5" /><Relationship Type="http://schemas.openxmlformats.org/officeDocument/2006/relationships/notesSlide" Target="/ppt/notesSlides/notesSlide104.xml" Id="Re2252699b377409e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39cf6b57944ab" /><Relationship Type="http://schemas.openxmlformats.org/officeDocument/2006/relationships/notesSlide" Target="/ppt/notesSlides/notesSlide105.xml" Id="Rc1cc81ca51e34f40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523d395dc4662" /><Relationship Type="http://schemas.openxmlformats.org/officeDocument/2006/relationships/notesSlide" Target="/ppt/notesSlides/notesSlide106.xml" Id="R9a0b8139312d4518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6baf349d24ead" /><Relationship Type="http://schemas.openxmlformats.org/officeDocument/2006/relationships/notesSlide" Target="/ppt/notesSlides/notesSlide107.xml" Id="R9f5b21ef43fe450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5b7e0348d476c" /><Relationship Type="http://schemas.openxmlformats.org/officeDocument/2006/relationships/notesSlide" Target="/ppt/notesSlides/notesSlide108.xml" Id="R20f09794a60243f4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04ebf0f3a4dac" /><Relationship Type="http://schemas.openxmlformats.org/officeDocument/2006/relationships/notesSlide" Target="/ppt/notesSlides/notesSlide109.xml" Id="R417860cbebcc46c8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079d2f0eb4693" /><Relationship Type="http://schemas.openxmlformats.org/officeDocument/2006/relationships/notesSlide" Target="/ppt/notesSlides/notesSlide110.xml" Id="R6f718784f6714584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c964739414e5d" /><Relationship Type="http://schemas.openxmlformats.org/officeDocument/2006/relationships/notesSlide" Target="/ppt/notesSlides/notesSlide111.xml" Id="R4f362e255a8445f8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3007907a4ecf" /><Relationship Type="http://schemas.openxmlformats.org/officeDocument/2006/relationships/notesSlide" Target="/ppt/notesSlides/notesSlide112.xml" Id="R6a34c7730365497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57952e84e4526" /><Relationship Type="http://schemas.openxmlformats.org/officeDocument/2006/relationships/notesSlide" Target="/ppt/notesSlides/notesSlide113.xml" Id="Rccad51d0c8ec463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69b03dc5d4c0c" /><Relationship Type="http://schemas.openxmlformats.org/officeDocument/2006/relationships/notesSlide" Target="/ppt/notesSlides/notesSlide114.xml" Id="R350ca1e882224e93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dfe7e31d49a8" /><Relationship Type="http://schemas.openxmlformats.org/officeDocument/2006/relationships/notesSlide" Target="/ppt/notesSlides/notesSlide115.xml" Id="Rebd5356379a74acd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bfe95f19643ae" /><Relationship Type="http://schemas.openxmlformats.org/officeDocument/2006/relationships/notesSlide" Target="/ppt/notesSlides/notesSlide116.xml" Id="R032187587a6245c8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97eabcf1f41a7" /><Relationship Type="http://schemas.openxmlformats.org/officeDocument/2006/relationships/notesSlide" Target="/ppt/notesSlides/notesSlide117.xml" Id="R2b9be4d5343048c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02e519b9b46de" /><Relationship Type="http://schemas.openxmlformats.org/officeDocument/2006/relationships/notesSlide" Target="/ppt/notesSlides/notesSlide118.xml" Id="R0a66bd71f35e4f27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8835a589f4af4" /><Relationship Type="http://schemas.openxmlformats.org/officeDocument/2006/relationships/notesSlide" Target="/ppt/notesSlides/notesSlide119.xml" Id="Rd696d9c364064480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0d65bf62c47e9" /><Relationship Type="http://schemas.openxmlformats.org/officeDocument/2006/relationships/notesSlide" Target="/ppt/notesSlides/notesSlide120.xml" Id="R84ff63967a5f4a83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c4ff5dcfa4282" /><Relationship Type="http://schemas.openxmlformats.org/officeDocument/2006/relationships/notesSlide" Target="/ppt/notesSlides/notesSlide121.xml" Id="R4bdf821dee264bd9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024d1137747a3" /><Relationship Type="http://schemas.openxmlformats.org/officeDocument/2006/relationships/notesSlide" Target="/ppt/notesSlides/notesSlide122.xml" Id="Rb037774d35074f47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639b720c49cc" /><Relationship Type="http://schemas.openxmlformats.org/officeDocument/2006/relationships/notesSlide" Target="/ppt/notesSlides/notesSlide123.xml" Id="Rcb123d506da944eb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930c3bd694c28" /><Relationship Type="http://schemas.openxmlformats.org/officeDocument/2006/relationships/notesSlide" Target="/ppt/notesSlides/notesSlide124.xml" Id="R407847669ce94467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4c9226104323" /><Relationship Type="http://schemas.openxmlformats.org/officeDocument/2006/relationships/notesSlide" Target="/ppt/notesSlides/notesSlide125.xml" Id="Rd5b827aadd534b4c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d7476ed8d4475" /><Relationship Type="http://schemas.openxmlformats.org/officeDocument/2006/relationships/notesSlide" Target="/ppt/notesSlides/notesSlide126.xml" Id="Rfdaabcf3a2654f97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ac2f651cf4f7a" /><Relationship Type="http://schemas.openxmlformats.org/officeDocument/2006/relationships/notesSlide" Target="/ppt/notesSlides/notesSlide127.xml" Id="Rd8f7d6aba45a478f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21e6582254bc8" /><Relationship Type="http://schemas.openxmlformats.org/officeDocument/2006/relationships/notesSlide" Target="/ppt/notesSlides/notesSlide128.xml" Id="R7892ad8d281b4be3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38688db0b4e70" /><Relationship Type="http://schemas.openxmlformats.org/officeDocument/2006/relationships/notesSlide" Target="/ppt/notesSlides/notesSlide129.xml" Id="Re598219c04664296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638c147294243" /><Relationship Type="http://schemas.openxmlformats.org/officeDocument/2006/relationships/notesSlide" Target="/ppt/notesSlides/notesSlide130.xml" Id="R358f5f21543d43cb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f982ad3ba44ae" /><Relationship Type="http://schemas.openxmlformats.org/officeDocument/2006/relationships/notesSlide" Target="/ppt/notesSlides/notesSlide131.xml" Id="R67ad16ce57124d5a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3d424d0c54ea5" /><Relationship Type="http://schemas.openxmlformats.org/officeDocument/2006/relationships/notesSlide" Target="/ppt/notesSlides/notesSlide132.xml" Id="Rd0c0650cb0bb49d5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1b950e5f84378" /><Relationship Type="http://schemas.openxmlformats.org/officeDocument/2006/relationships/notesSlide" Target="/ppt/notesSlides/notesSlide133.xml" Id="R39df49663b664973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4a768203c42cc" /><Relationship Type="http://schemas.openxmlformats.org/officeDocument/2006/relationships/image" Target="/ppt/media/image6.jpeg" Id="R59ab7e381db248af" /><Relationship Type="http://schemas.openxmlformats.org/officeDocument/2006/relationships/notesSlide" Target="/ppt/notesSlides/notesSlide134.xml" Id="R5de69a632c5f48c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0945c923d4950" /><Relationship Type="http://schemas.openxmlformats.org/officeDocument/2006/relationships/notesSlide" Target="/ppt/notesSlides/notesSlide135.xml" Id="Rf213c1ae901045e8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023750eeb4675" /><Relationship Type="http://schemas.openxmlformats.org/officeDocument/2006/relationships/notesSlide" Target="/ppt/notesSlides/notesSlide136.xml" Id="Rc4f94b32bc4b458e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ac8bafab54441" /><Relationship Type="http://schemas.openxmlformats.org/officeDocument/2006/relationships/notesSlide" Target="/ppt/notesSlides/notesSlide137.xml" Id="Rec3abf610eb845c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4ccc7aedd41a3" /><Relationship Type="http://schemas.openxmlformats.org/officeDocument/2006/relationships/notesSlide" Target="/ppt/notesSlides/notesSlide138.xml" Id="R0afddf163dab47be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4c9df03ca40a8" /><Relationship Type="http://schemas.openxmlformats.org/officeDocument/2006/relationships/notesSlide" Target="/ppt/notesSlides/notesSlide139.xml" Id="R445178259c724dba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dee8d26fd4717" /><Relationship Type="http://schemas.openxmlformats.org/officeDocument/2006/relationships/notesSlide" Target="/ppt/notesSlides/notesSlide140.xml" Id="R8ff737792f7249bb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8768efd734914" /><Relationship Type="http://schemas.openxmlformats.org/officeDocument/2006/relationships/notesSlide" Target="/ppt/notesSlides/notesSlide141.xml" Id="R74d6f29603c94d0a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4cac3cc984358" /><Relationship Type="http://schemas.openxmlformats.org/officeDocument/2006/relationships/notesSlide" Target="/ppt/notesSlides/notesSlide142.xml" Id="Rd5bf2e35174d4032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8a7a496d14bd2" /><Relationship Type="http://schemas.openxmlformats.org/officeDocument/2006/relationships/notesSlide" Target="/ppt/notesSlides/notesSlide143.xml" Id="R6fabfecf8fc94dc2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8ab2bc9e3403b" /><Relationship Type="http://schemas.openxmlformats.org/officeDocument/2006/relationships/notesSlide" Target="/ppt/notesSlides/notesSlide144.xml" Id="R9fb37ab720334206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87cc2532c430c" /><Relationship Type="http://schemas.openxmlformats.org/officeDocument/2006/relationships/notesSlide" Target="/ppt/notesSlides/notesSlide145.xml" Id="R52c276a1d6e24dda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679b4b9c0491a" /><Relationship Type="http://schemas.openxmlformats.org/officeDocument/2006/relationships/notesSlide" Target="/ppt/notesSlides/notesSlide146.xml" Id="R5b87319e510249de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d702f29e54e95" /><Relationship Type="http://schemas.openxmlformats.org/officeDocument/2006/relationships/notesSlide" Target="/ppt/notesSlides/notesSlide147.xml" Id="R890dad2534e749ef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41ea6d6874ee9" /><Relationship Type="http://schemas.openxmlformats.org/officeDocument/2006/relationships/notesSlide" Target="/ppt/notesSlides/notesSlide148.xml" Id="Rd1527051941a41a8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d97b3acbb4213" /><Relationship Type="http://schemas.openxmlformats.org/officeDocument/2006/relationships/notesSlide" Target="/ppt/notesSlides/notesSlide149.xml" Id="Rc24b6cc79869448e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b0ce26cc74b03" /><Relationship Type="http://schemas.openxmlformats.org/officeDocument/2006/relationships/notesSlide" Target="/ppt/notesSlides/notesSlide150.xml" Id="Rae40920ad2aa42fd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13809c7b74577" /><Relationship Type="http://schemas.openxmlformats.org/officeDocument/2006/relationships/notesSlide" Target="/ppt/notesSlides/notesSlide151.xml" Id="Re7b0b9bddd574fed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432bf589349e4" /><Relationship Type="http://schemas.openxmlformats.org/officeDocument/2006/relationships/notesSlide" Target="/ppt/notesSlides/notesSlide152.xml" Id="R280acc89fb254e23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19444b8394a01" /><Relationship Type="http://schemas.openxmlformats.org/officeDocument/2006/relationships/notesSlide" Target="/ppt/notesSlides/notesSlide153.xml" Id="R6784205ef191478b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24ee529e34559" /><Relationship Type="http://schemas.openxmlformats.org/officeDocument/2006/relationships/notesSlide" Target="/ppt/notesSlides/notesSlide154.xml" Id="Rba3badb3bb744469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d8311653d4166" /><Relationship Type="http://schemas.openxmlformats.org/officeDocument/2006/relationships/notesSlide" Target="/ppt/notesSlides/notesSlide155.xml" Id="Raa34bd43aec14743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e9e94d97041f7" /><Relationship Type="http://schemas.openxmlformats.org/officeDocument/2006/relationships/notesSlide" Target="/ppt/notesSlides/notesSlide156.xml" Id="R241b73eb434947e4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fa8d7be004181" /><Relationship Type="http://schemas.openxmlformats.org/officeDocument/2006/relationships/notesSlide" Target="/ppt/notesSlides/notesSlide157.xml" Id="R632bde2705294d46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81281e9a74493" /><Relationship Type="http://schemas.openxmlformats.org/officeDocument/2006/relationships/notesSlide" Target="/ppt/notesSlides/notesSlide158.xml" Id="R3cd304dec5c8484f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873644f6d4c78" /><Relationship Type="http://schemas.openxmlformats.org/officeDocument/2006/relationships/notesSlide" Target="/ppt/notesSlides/notesSlide159.xml" Id="Rb8cf0c3ac3c8471a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d83c5af9341b1" /><Relationship Type="http://schemas.openxmlformats.org/officeDocument/2006/relationships/notesSlide" Target="/ppt/notesSlides/notesSlide160.xml" Id="R0681732a2e974fde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e9bd336f4d4f" /><Relationship Type="http://schemas.openxmlformats.org/officeDocument/2006/relationships/notesSlide" Target="/ppt/notesSlides/notesSlide161.xml" Id="R7889841b1fb94afa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25a01252b4396" /><Relationship Type="http://schemas.openxmlformats.org/officeDocument/2006/relationships/notesSlide" Target="/ppt/notesSlides/notesSlide162.xml" Id="R01108147b8044727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0c2e1f72941fd" /><Relationship Type="http://schemas.openxmlformats.org/officeDocument/2006/relationships/notesSlide" Target="/ppt/notesSlides/notesSlide163.xml" Id="R65285b7ec98b4825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fd9bd89c244ec" /><Relationship Type="http://schemas.openxmlformats.org/officeDocument/2006/relationships/image" Target="/ppt/media/image7.jpeg" Id="R5bea22c8e5b74916" /><Relationship Type="http://schemas.openxmlformats.org/officeDocument/2006/relationships/notesSlide" Target="/ppt/notesSlides/notesSlide164.xml" Id="R90f405d430564f70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e4fcaa0954bc2" /><Relationship Type="http://schemas.openxmlformats.org/officeDocument/2006/relationships/notesSlide" Target="/ppt/notesSlides/notesSlide165.xml" Id="Ra3577300c1654382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a16a9250d416c" /><Relationship Type="http://schemas.openxmlformats.org/officeDocument/2006/relationships/notesSlide" Target="/ppt/notesSlides/notesSlide166.xml" Id="R0b9901d1cf504bd1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d0c34f1ad4864" /><Relationship Type="http://schemas.openxmlformats.org/officeDocument/2006/relationships/notesSlide" Target="/ppt/notesSlides/notesSlide167.xml" Id="Rb6c3e0fc09cc448c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a99f81f524066" /><Relationship Type="http://schemas.openxmlformats.org/officeDocument/2006/relationships/notesSlide" Target="/ppt/notesSlides/notesSlide168.xml" Id="R08b2a76516f44d6c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4b25587874129" /><Relationship Type="http://schemas.openxmlformats.org/officeDocument/2006/relationships/notesSlide" Target="/ppt/notesSlides/notesSlide169.xml" Id="R10cc657d015f4112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ed9f2c6cc4a87" /><Relationship Type="http://schemas.openxmlformats.org/officeDocument/2006/relationships/notesSlide" Target="/ppt/notesSlides/notesSlide170.xml" Id="Rcdaa85ae3eca42e7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242f2e08a4778" /><Relationship Type="http://schemas.openxmlformats.org/officeDocument/2006/relationships/notesSlide" Target="/ppt/notesSlides/notesSlide171.xml" Id="Rcb0fc349ce4b4cdc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e82f7d27b4e97" /><Relationship Type="http://schemas.openxmlformats.org/officeDocument/2006/relationships/notesSlide" Target="/ppt/notesSlides/notesSlide172.xml" Id="R6838243385c9470e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e392c14b44da7" /><Relationship Type="http://schemas.openxmlformats.org/officeDocument/2006/relationships/notesSlide" Target="/ppt/notesSlides/notesSlide173.xml" Id="Rb29297627e7849d0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70e6b8bf0435a" /><Relationship Type="http://schemas.openxmlformats.org/officeDocument/2006/relationships/notesSlide" Target="/ppt/notesSlides/notesSlide174.xml" Id="Rfb2d32aa6e1243d2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39893fa66446d" /><Relationship Type="http://schemas.openxmlformats.org/officeDocument/2006/relationships/notesSlide" Target="/ppt/notesSlides/notesSlide175.xml" Id="Ra8f45d96c80542b4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51c44c4a14a47" /><Relationship Type="http://schemas.openxmlformats.org/officeDocument/2006/relationships/notesSlide" Target="/ppt/notesSlides/notesSlide176.xml" Id="Ref090b00e1f64aed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e9e1605b4c81" /><Relationship Type="http://schemas.openxmlformats.org/officeDocument/2006/relationships/notesSlide" Target="/ppt/notesSlides/notesSlide177.xml" Id="R64f8887e9b324bb8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faf2f839f4c23" /><Relationship Type="http://schemas.openxmlformats.org/officeDocument/2006/relationships/notesSlide" Target="/ppt/notesSlides/notesSlide178.xml" Id="Rb6638b68650e4939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5c4ab2c5947c8" /><Relationship Type="http://schemas.openxmlformats.org/officeDocument/2006/relationships/notesSlide" Target="/ppt/notesSlides/notesSlide179.xml" Id="R3ac5d468af114cc2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f85f085bb4ea8" /><Relationship Type="http://schemas.openxmlformats.org/officeDocument/2006/relationships/notesSlide" Target="/ppt/notesSlides/notesSlide180.xml" Id="R421c6904cc0b4e7d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30e9934164810" /><Relationship Type="http://schemas.openxmlformats.org/officeDocument/2006/relationships/notesSlide" Target="/ppt/notesSlides/notesSlide181.xml" Id="Ra139e5141ee0467e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26db3f26b43e8" /><Relationship Type="http://schemas.openxmlformats.org/officeDocument/2006/relationships/notesSlide" Target="/ppt/notesSlides/notesSlide182.xml" Id="R94e189d5e7154e71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448b2de04e22" /><Relationship Type="http://schemas.openxmlformats.org/officeDocument/2006/relationships/notesSlide" Target="/ppt/notesSlides/notesSlide183.xml" Id="R59fd2d5c73a74629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7bb6d66cd4cf8" /><Relationship Type="http://schemas.openxmlformats.org/officeDocument/2006/relationships/notesSlide" Target="/ppt/notesSlides/notesSlide184.xml" Id="Ra575cf084a6c47e3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4f8b81dd04851" /><Relationship Type="http://schemas.openxmlformats.org/officeDocument/2006/relationships/notesSlide" Target="/ppt/notesSlides/notesSlide185.xml" Id="Rf26a016ac242476b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2c98c2734f36" /><Relationship Type="http://schemas.openxmlformats.org/officeDocument/2006/relationships/notesSlide" Target="/ppt/notesSlides/notesSlide186.xml" Id="Re43a941d160443e5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34b61606c41b5" /><Relationship Type="http://schemas.openxmlformats.org/officeDocument/2006/relationships/notesSlide" Target="/ppt/notesSlides/notesSlide187.xml" Id="R0bbf7b663f484db8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f281e6bae4dea" /><Relationship Type="http://schemas.openxmlformats.org/officeDocument/2006/relationships/notesSlide" Target="/ppt/notesSlides/notesSlide188.xml" Id="Rdafe06576fe743b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8e6b64fd44e79" /><Relationship Type="http://schemas.openxmlformats.org/officeDocument/2006/relationships/notesSlide" Target="/ppt/notesSlides/notesSlide189.xml" Id="R266dc54c109d4246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c26ad24074489" /><Relationship Type="http://schemas.openxmlformats.org/officeDocument/2006/relationships/notesSlide" Target="/ppt/notesSlides/notesSlide190.xml" Id="R3add2835502042bb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2bafcb07b46cf" /><Relationship Type="http://schemas.openxmlformats.org/officeDocument/2006/relationships/notesSlide" Target="/ppt/notesSlides/notesSlide191.xml" Id="R7b94d86ab94a4221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82040a2aa4c89" /><Relationship Type="http://schemas.openxmlformats.org/officeDocument/2006/relationships/notesSlide" Target="/ppt/notesSlides/notesSlide192.xml" Id="Rfd1eb6ab227e4f6b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d3b094db042ef" /><Relationship Type="http://schemas.openxmlformats.org/officeDocument/2006/relationships/notesSlide" Target="/ppt/notesSlides/notesSlide193.xml" Id="R9ec78c0b4ba9450c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b73ec45f74a6e" /><Relationship Type="http://schemas.openxmlformats.org/officeDocument/2006/relationships/image" Target="/ppt/media/image8.jpeg" Id="R2381b6af017b4c8e" /><Relationship Type="http://schemas.openxmlformats.org/officeDocument/2006/relationships/notesSlide" Target="/ppt/notesSlides/notesSlide194.xml" Id="Rea68ec45de1d40a5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0c888a2c44b4a" /><Relationship Type="http://schemas.openxmlformats.org/officeDocument/2006/relationships/notesSlide" Target="/ppt/notesSlides/notesSlide195.xml" Id="Rf5db790dbd31411f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f66b1e96e4083" /><Relationship Type="http://schemas.openxmlformats.org/officeDocument/2006/relationships/notesSlide" Target="/ppt/notesSlides/notesSlide196.xml" Id="R20073d9678cb4886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823166b07494a" /><Relationship Type="http://schemas.openxmlformats.org/officeDocument/2006/relationships/notesSlide" Target="/ppt/notesSlides/notesSlide197.xml" Id="R5386cbfae4814af2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0839e823440f0" /><Relationship Type="http://schemas.openxmlformats.org/officeDocument/2006/relationships/notesSlide" Target="/ppt/notesSlides/notesSlide198.xml" Id="Ra4d0cccc62c647e4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7dcdb45664666" /><Relationship Type="http://schemas.openxmlformats.org/officeDocument/2006/relationships/notesSlide" Target="/ppt/notesSlides/notesSlide199.xml" Id="Rbc9b33d17a0145e4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3e24056b74074" /><Relationship Type="http://schemas.openxmlformats.org/officeDocument/2006/relationships/notesSlide" Target="/ppt/notesSlides/notesSlide200.xml" Id="R531b50b240424002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52fefddc8423e" /><Relationship Type="http://schemas.openxmlformats.org/officeDocument/2006/relationships/notesSlide" Target="/ppt/notesSlides/notesSlide201.xml" Id="R087c3ef16e5d4620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e31ca85234e0d" /><Relationship Type="http://schemas.openxmlformats.org/officeDocument/2006/relationships/notesSlide" Target="/ppt/notesSlides/notesSlide202.xml" Id="R50325342569a4e26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1f4e2f93b4b9c" /><Relationship Type="http://schemas.openxmlformats.org/officeDocument/2006/relationships/notesSlide" Target="/ppt/notesSlides/notesSlide203.xml" Id="R19ab7a01c8634a9f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9c3cd317943b6" /><Relationship Type="http://schemas.openxmlformats.org/officeDocument/2006/relationships/notesSlide" Target="/ppt/notesSlides/notesSlide204.xml" Id="Rd006554dec7a48aa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073f3fcc14846" /><Relationship Type="http://schemas.openxmlformats.org/officeDocument/2006/relationships/notesSlide" Target="/ppt/notesSlides/notesSlide205.xml" Id="Ra6a970b993fd46c4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62ce2db0f4e93" /><Relationship Type="http://schemas.openxmlformats.org/officeDocument/2006/relationships/notesSlide" Target="/ppt/notesSlides/notesSlide206.xml" Id="R205df00f6f464c9e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889242aee405a" /><Relationship Type="http://schemas.openxmlformats.org/officeDocument/2006/relationships/notesSlide" Target="/ppt/notesSlides/notesSlide207.xml" Id="Rd4bf559277cf46bf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2df3f78794ec5" /><Relationship Type="http://schemas.openxmlformats.org/officeDocument/2006/relationships/notesSlide" Target="/ppt/notesSlides/notesSlide208.xml" Id="Rcc8baeaedfef4aef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454352f64f96" /><Relationship Type="http://schemas.openxmlformats.org/officeDocument/2006/relationships/notesSlide" Target="/ppt/notesSlides/notesSlide209.xml" Id="R1962d4f0d9c64dbf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70487f4a74742" /><Relationship Type="http://schemas.openxmlformats.org/officeDocument/2006/relationships/notesSlide" Target="/ppt/notesSlides/notesSlide210.xml" Id="R100435f1427d4eab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18c7c9a144ece" /><Relationship Type="http://schemas.openxmlformats.org/officeDocument/2006/relationships/notesSlide" Target="/ppt/notesSlides/notesSlide211.xml" Id="R535fad38b25347a6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4aafeba644e78" /><Relationship Type="http://schemas.openxmlformats.org/officeDocument/2006/relationships/notesSlide" Target="/ppt/notesSlides/notesSlide212.xml" Id="Rdf13586d4c4b4c3d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5d1f9aa0e45ab" /><Relationship Type="http://schemas.openxmlformats.org/officeDocument/2006/relationships/notesSlide" Target="/ppt/notesSlides/notesSlide213.xml" Id="Rfd48f9c317e04f0e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30bd1ffa14645" /><Relationship Type="http://schemas.openxmlformats.org/officeDocument/2006/relationships/notesSlide" Target="/ppt/notesSlides/notesSlide214.xml" Id="Rc3c5b6e677364fbe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81da54f32414f" /><Relationship Type="http://schemas.openxmlformats.org/officeDocument/2006/relationships/notesSlide" Target="/ppt/notesSlides/notesSlide215.xml" Id="Re57e433c308f4cbc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c68db0db4408b" /><Relationship Type="http://schemas.openxmlformats.org/officeDocument/2006/relationships/notesSlide" Target="/ppt/notesSlides/notesSlide216.xml" Id="R3d4abc7ab50f4247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066823d0548ac" /><Relationship Type="http://schemas.openxmlformats.org/officeDocument/2006/relationships/notesSlide" Target="/ppt/notesSlides/notesSlide217.xml" Id="R887071c5f86846f8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1ac1f7a374963" /><Relationship Type="http://schemas.openxmlformats.org/officeDocument/2006/relationships/notesSlide" Target="/ppt/notesSlides/notesSlide218.xml" Id="R8b5f6fb48e994300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6880c531142de" /><Relationship Type="http://schemas.openxmlformats.org/officeDocument/2006/relationships/notesSlide" Target="/ppt/notesSlides/notesSlide219.xml" Id="R42b40efd85c94da8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b8f29eabf435e" /><Relationship Type="http://schemas.openxmlformats.org/officeDocument/2006/relationships/notesSlide" Target="/ppt/notesSlides/notesSlide220.xml" Id="Rab3b0a7f69f84f3b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2b33500e54dd2" /><Relationship Type="http://schemas.openxmlformats.org/officeDocument/2006/relationships/notesSlide" Target="/ppt/notesSlides/notesSlide221.xml" Id="Rce6b194e9f5246d7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cd7d6dfba4167" /><Relationship Type="http://schemas.openxmlformats.org/officeDocument/2006/relationships/notesSlide" Target="/ppt/notesSlides/notesSlide222.xml" Id="R7ebcde10f5ed4caf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223cd3edb4909" /><Relationship Type="http://schemas.openxmlformats.org/officeDocument/2006/relationships/notesSlide" Target="/ppt/notesSlides/notesSlide223.xml" Id="R8e9624dc28524b99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d4d37f8ef450d" /><Relationship Type="http://schemas.openxmlformats.org/officeDocument/2006/relationships/image" Target="/ppt/media/image9.jpeg" Id="Rf9d3952630364e6b" /><Relationship Type="http://schemas.openxmlformats.org/officeDocument/2006/relationships/notesSlide" Target="/ppt/notesSlides/notesSlide224.xml" Id="R5b98c722dfcd4f43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65eb07fb74ddc" /><Relationship Type="http://schemas.openxmlformats.org/officeDocument/2006/relationships/notesSlide" Target="/ppt/notesSlides/notesSlide225.xml" Id="R0557c519ed9d4424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2b0bfb04a47a2" /><Relationship Type="http://schemas.openxmlformats.org/officeDocument/2006/relationships/notesSlide" Target="/ppt/notesSlides/notesSlide226.xml" Id="Rb8cff84297be43b9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aa3c1576c41b0" /><Relationship Type="http://schemas.openxmlformats.org/officeDocument/2006/relationships/notesSlide" Target="/ppt/notesSlides/notesSlide227.xml" Id="R7d5e3c478bf34ddf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848477f324a42" /><Relationship Type="http://schemas.openxmlformats.org/officeDocument/2006/relationships/notesSlide" Target="/ppt/notesSlides/notesSlide228.xml" Id="R0e038d7ce4ec4e7a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e547d8b134949" /><Relationship Type="http://schemas.openxmlformats.org/officeDocument/2006/relationships/notesSlide" Target="/ppt/notesSlides/notesSlide229.xml" Id="R49bc6f892b9745f4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7badf592443e8" /><Relationship Type="http://schemas.openxmlformats.org/officeDocument/2006/relationships/notesSlide" Target="/ppt/notesSlides/notesSlide230.xml" Id="R84d3b531843f49b4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2a9e7e3b64fef" /><Relationship Type="http://schemas.openxmlformats.org/officeDocument/2006/relationships/notesSlide" Target="/ppt/notesSlides/notesSlide231.xml" Id="R28b61a80e5d44091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9d7231e0d4053" /><Relationship Type="http://schemas.openxmlformats.org/officeDocument/2006/relationships/notesSlide" Target="/ppt/notesSlides/notesSlide232.xml" Id="Rea1acea08a9245b9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746e32ceb446e" /><Relationship Type="http://schemas.openxmlformats.org/officeDocument/2006/relationships/notesSlide" Target="/ppt/notesSlides/notesSlide233.xml" Id="R9d66b519803e4a63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a55ada61946ea" /><Relationship Type="http://schemas.openxmlformats.org/officeDocument/2006/relationships/notesSlide" Target="/ppt/notesSlides/notesSlide234.xml" Id="Ra933eab8ca654f6e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bf73a8cb6492f" /><Relationship Type="http://schemas.openxmlformats.org/officeDocument/2006/relationships/notesSlide" Target="/ppt/notesSlides/notesSlide235.xml" Id="R642cd550e01e421b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23ec4ac2b47eb" /><Relationship Type="http://schemas.openxmlformats.org/officeDocument/2006/relationships/notesSlide" Target="/ppt/notesSlides/notesSlide236.xml" Id="Rbf8b80f7d691445c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10deb9f6d4503" /><Relationship Type="http://schemas.openxmlformats.org/officeDocument/2006/relationships/notesSlide" Target="/ppt/notesSlides/notesSlide237.xml" Id="R3a60eb5edc994730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8a3554cb64462" /><Relationship Type="http://schemas.openxmlformats.org/officeDocument/2006/relationships/notesSlide" Target="/ppt/notesSlides/notesSlide238.xml" Id="R549e1a30477c4f07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872e16b4d4ff3" /><Relationship Type="http://schemas.openxmlformats.org/officeDocument/2006/relationships/notesSlide" Target="/ppt/notesSlides/notesSlide239.xml" Id="R596dacc32de3498c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8ae8c096548af" /><Relationship Type="http://schemas.openxmlformats.org/officeDocument/2006/relationships/notesSlide" Target="/ppt/notesSlides/notesSlide240.xml" Id="Re2f79d6c104a45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07137-A251-47A0-A4FB-80D731B6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41E32-3C1A-4800-ACDB-8E699115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Meeting·Review Service Router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FA3E2-2E57-4E52-91B2-8F9399A7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IPA · LLM AGENT &amp; 업무자동화 40H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2519-99BE-465F-8F1E-F862CCE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09:00-09:50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8E245-8A3F-4E1B-92FB-F8C2152D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Router · Input kind · unified_service_result.json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F1E76-E358-41AE-B7F5-4718317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A7853-615C-48C9-803C-52400494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EE06F-DA16-4A77-9D31-F3128BF4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Meeting·Review Service Router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402B4-152C-499C-AE47-CB7988FF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0159B-D09B-4E17-8FF2-151576C0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src/course_services/service_router.py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src/course_services/meeting_service.py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BFFD4-19B4-4AD0-862C-B40643B8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338FB-9E39-49B3-AB20-0CF7EA98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unified_service_result.json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BF0F5-4C55-44A3-8B61-CEE8692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1차시</a:t>
            </a:r>
          </a:p>
        </p:txBody>
      </p:sp>
    </p:spTree>
    <p:extLst>
      <p:ext uri="{BB962C8B-B14F-4D97-AF65-F5344CB8AC3E}">
        <p14:creationId xmlns:p14="http://schemas.microsoft.com/office/powerpoint/2010/main" val="1853017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A2667-993E-427D-9F10-501A9A77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 Operations Console 완성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BAD5B-6553-4BEB-8D3D-7747AF64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45초 결과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B669D-155A-4705-BB7E-9C7F446B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EA1AC-B191-4425-AD25-13E769E0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0BC60-3EDF-4E8A-A307-4CD7591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A4FE9-741B-4AF5-A06A-1AEBFBC0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57620db0c4191"/>
          <a:stretch xmlns:a="http://schemas.openxmlformats.org/drawingml/2006/main"/>
        </p:blipFill>
        <p:spPr>
          <a:xfrm xmlns:a="http://schemas.openxmlformats.org/drawingml/2006/main">
            <a:off x="5295900" y="1409843"/>
            <a:ext cx="6057900" cy="34096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616E2-D9C8-4DCF-8F2D-26CCF2D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모델 추측으로 업무 종류를 고르면 잘못된 tool과 권한이 연결될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9E8E2-ED39-4A12-9E5F-3D546CC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 계약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핵심 처리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실패 경계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판단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평가·실행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23B4D-487C-478A-9932-B4985AA3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48250"/>
            <a:ext cx="605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재생 파일 · assets/demo-videos/day5_service_teaser.gif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7F3F3-06E3-4C7C-8417-A426AD23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오늘 8차시는 이 화면을 현재 저장소에서 다시 만드는 과정입니다.</a:t>
            </a:r>
          </a:p>
        </p:txBody>
      </p:sp>
    </p:spTree>
    <p:extLst>
      <p:ext uri="{BB962C8B-B14F-4D97-AF65-F5344CB8AC3E}">
        <p14:creationId xmlns:p14="http://schemas.microsoft.com/office/powerpoint/2010/main" val="376232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FEE931-40D3-4700-8A6F-5250A77E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5일차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9B38C-4E77-484E-96FE-1AE76CFD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하루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BDB22-8348-4B6A-B199-7DFB2E2B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F81EC-51DE-49C1-BD5A-995AB8AE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D6C6B-CD8F-441F-A5D0-1D4B5901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ECD56-17BA-43CB-B576-C951A0C6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4A9F2-8FFE-4029-8FBF-777C372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3시간 블록(30분 휴식) · 2시간 블록(20분 휴식) · 점심 14:00-15:00 · 3시간 블록(30분 휴식)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26C6A-DC6A-45C9-898C-6790F08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C0F52-C60D-489C-9BDC-CA206F3F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7CC9A-C0BD-4D78-8D40-3CA4530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2A0AC-C1C3-43C3-8A51-20972793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5BF69-1ADB-4786-84D0-16EC648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E197C-2C05-4D03-90A4-34C58B6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94786-2098-4BC5-AB85-6244A3F1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8F19F-F0C5-432C-B487-0CA82FC0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35C6F-8ADD-4F1B-8ABA-CC80C319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C4206-30D2-4139-B5F8-A0A98A7D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53DAB-DAEB-4FA8-898C-F9CA6E2A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0B170-CA69-43D0-A511-06D1E50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BAE71-B54C-468F-A87F-98F0FFB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7F426-C204-4D7B-AE1A-16F77DE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028E8-986D-4816-B457-9E6EB3D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D3C94-8DC9-4516-84E0-D0279C88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697A9-18D6-40B0-8C70-5918DF32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214EE-77EE-4A16-9CD3-C91AE9E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3BC34-EB58-4927-894E-F7BE266D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0E9FD-27F6-47D0-A441-774F1A9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C3126-4A35-4E10-B276-390C9D6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5FD13A-4A76-4BBC-9478-CA3EE524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A71B03-7C75-4F64-9382-7EB0A742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FAFE1-30CC-4436-86DE-0C6BF8E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0A53A-2482-4DCD-A676-0580826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698E3-B312-4EA8-A028-B24B197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96C61-5350-479D-9491-84F35E65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304DC-87E1-4418-89E3-C008933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24D652-0E8D-4BFD-9D2A-671B36A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A020A1-684A-4D56-BDDF-A938E6B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730479-A3FC-4B10-BA45-9D9F7DEA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7CAAF0-112B-488A-874A-6E17810B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3E6CC2-B0CE-45AC-889A-BAF4FAD9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74258C-2868-4623-B788-F71900E4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984BDC-EF78-4796-8E65-7BE17842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EC8504-15A9-4261-B21A-67F0BA41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2C226B-D10E-4FA2-ABBF-81366759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C5BF39-7DAB-4C6A-9E1B-33C0729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BB0C1F-CC98-48AC-B61A-F3FC5626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32E3A3-2E2A-40C9-A975-85901C0F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ADE6CE-91A6-4636-B078-620EDB5E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64A7A5-1C00-4E52-86B2-427A5A99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F53CC7-E27D-4909-9AA1-1177DAC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12320D-5E89-4562-B9F1-9D91F001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9F95D1-8A9C-49D2-8776-8D85B7CB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6AF729-847F-4291-9794-211C154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91BD19-488A-4FCA-A22F-DBCEAAE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3B3F36-3AFD-49E5-88CF-B28E09F4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E39683-BC5E-4723-A21A-FDAB6379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94F5BF-BD1A-4E75-B239-FE2C74E3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ACAEF0-95D8-44F0-8E92-540CB8D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9D2456-BF43-44FC-86EB-9F599F9E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CE9D04-E31D-47A0-A9F9-0608D75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81C34B-50DA-4540-9149-86FA1A2A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48FA34-7827-4A59-8DCF-BD23E48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1FFCDB-1D48-4CF7-AA91-88D38381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3BB179-5D3D-4C87-820F-A7921A75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A8F8FC-287E-4C0C-9AA1-2E397FBE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646BCE-633C-4684-A335-7AC53D18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D45BE3-F2C4-4653-A4A8-6C7D366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4E7297-0003-4B61-AC88-B36DFC46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EE93CD-162D-466C-9147-2EFC9F0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2FC689-A179-4089-BDA4-2A58FCB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44EF9E-211B-41C7-9ECD-3AF1254C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DAFFBF-9041-4F90-8DBA-4FCF6352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C441F2-6253-4B0B-B8AB-603D1FF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5B1F76-254B-4C02-B9A8-60572C5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48EC12-6D61-40A3-8030-1056839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E3933F-4291-4B33-B57D-DFF6308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EE109C-5717-4140-97AA-B28D66DB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E442D5-8D3F-4D37-9275-C3D85947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BEEACC-0F39-4842-8BBE-A8515190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2EB7E4-15D4-4E3A-A958-3669DF3A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37509F-0537-4891-90ED-DA248D79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78AF80-E6A2-4BBE-894E-002ED0D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BA1555-BA18-49EF-B4E6-1B829BF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A70FCC-87E3-44CB-BB27-C1B53922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9A7DEF3-961C-41DF-AE1A-86FFEA99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9D5B0A2-AF97-4F00-949C-2F5BF14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C87C65-2F36-4C70-9C04-F9BA603F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CFB4F2-5657-4E0F-9D91-4403EA17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4F3A22-6845-478F-8C3D-7382684C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3F61E7-820F-4E4F-B165-D6D96AE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7B694A-B93D-46C9-B019-2B00348E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CCD734-6899-4033-B458-527EA246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3DB1EA7-9A3A-4DF5-9C39-9BC7E696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915972-170D-4A9B-A9DD-8930FFE0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6726FA4-91C4-4485-BE49-B2EBF775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3F7DAA-5A47-41AD-9430-4951631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F4ADDA3-CD4D-4961-A743-5DB39583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86E3D89-F09A-4F2F-9598-15714912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11:30-12:00 쉬는 시간 · 13:40-14:00 쉬는 시간 · 14:00-15:00 점심시간 · 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032293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8A2DC-D5A5-4272-8D0A-4D1620B0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FBC45-C2F5-4B68-8FD8-4C962596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9E5C2-3106-485A-8818-6091301B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2B071-6CE6-4A02-BF10-83A54655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BFEB6-65DF-440E-9AF6-8A6FF362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3F426-4D01-4C1F-B2AC-B861902F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DBDF9-FC40-4D70-A4A1-3A59FC79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7918B-D294-4FED-BB65-A2FC56A0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meeting_transcript와 code_diff를 같은 entry point에서 실행한다.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09551-F247-490F-8E95-C006B44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726A4-E2A4-470E-84A8-40DDF19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392BC-AF65-4CE3-9B73-A3E3399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내용을 LLM에게 보여주고 업무 종류와 권한을 함께 추측시킨다.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92199-9C76-4F4B-A20E-D6E34FE8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121F0-7B98-4FE9-9E42-C84C4F9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6D47D-8787-48DD-90C5-3013B199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523775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1D0CE-6570-43BA-B8C6-B1C930ED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8833A-6380-4021-ABB8-0EBF7BD2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C060A-BDE9-4652-A9EA-0602A0C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18DB1-39DF-4937-AB2D-44E8D9C9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3FD01-4B5B-40DA-ACB8-017716F1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C3D1E-FB1A-47C1-90B9-40F22F4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CE65F-CF08-43D3-9235-D02388D8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AE2EE-99DE-4B10-A439-B98DEB3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C9EC-5F2F-4123-BF5F-E954609E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2E83A-EF42-47B2-9900-4F5F1D00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E00EE-9642-4E3F-B65D-EE8C86FE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6F2B8-4D0C-42BF-A463-F1C59606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507FD-857C-40DA-834E-F77A99A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33CD1-AFE6-473D-9C7B-DA693FF0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입력을 알맞은 workflow로 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935D3-E696-4FC8-9627-F07AA2A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7404B-6524-406B-9C55-2D91DADC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Input kind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F8C1C-EF83-40F1-8CCA-AD2C0F8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9AAED-F9D6-410B-8378-1CAEF16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호출자가 명시한 업무 종류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13E80-9876-4DBD-B470-309B0DA5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6961E-F076-47FC-8EAA-90500E23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9C3E9-0717-4379-86C6-9DBD0EDD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8EE16-4036-4BA6-ADE1-FDD3D3E8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서로 다른 service 결과를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E81B6-F7AF-422E-8F3B-A9E6216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A6477-4907-47F7-91B0-B601D6F5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D0AB3-CC9F-41C6-B803-DC3DB121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BA8A7-7E43-4BAC-A666-A8865E32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읽기·쓰기·승인 경계</a:t>
            </a:r>
          </a:p>
        </p:txBody>
      </p:sp>
    </p:spTree>
    <p:extLst>
      <p:ext uri="{BB962C8B-B14F-4D97-AF65-F5344CB8AC3E}">
        <p14:creationId xmlns:p14="http://schemas.microsoft.com/office/powerpoint/2010/main" val="1540969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9BF7B-AF40-47C7-89E9-22CA7B0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27D96-210B-45C2-A8FA-CF6B7F6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9FFCE-A7D1-49B8-820F-81F1EA47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86BB0-D9A4-4257-A674-1062FEC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4C39-7989-46E2-80D8-F69D29D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725EE-B4DC-4BDF-A5C6-4E18F3C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D1437-293E-439D-8336-5A9F6AF8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320C8-50F0-4E1A-81A6-8E06EBB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src/course_services/service_router.py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E00E0-947A-4986-BD8E-5FDA2878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906D8-61E5-411B-82E8-0191D879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65315-2017-4434-850F-AF4D6BC6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path validate → input kind 확인 → meeting 또는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C294C-3FD0-409C-B48D-2D917A3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B63CB-27C6-4200-AEF8-98898AA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F0C40-D175-4221-B622-4F834307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E5599-63F3-4D3A-A86F-1C670BD4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B0560-FF2B-44FB-8D3B-4417A1A8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59B3A-F403-4789-A360-2B279F17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unknown kind와 workspace escape는 EXPECTED_FAILURE다.</a:t>
            </a:r>
          </a:p>
        </p:txBody>
      </p:sp>
    </p:spTree>
    <p:extLst>
      <p:ext uri="{BB962C8B-B14F-4D97-AF65-F5344CB8AC3E}">
        <p14:creationId xmlns:p14="http://schemas.microsoft.com/office/powerpoint/2010/main" val="59458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D8F46-72FF-42AA-8229-B98B8E66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42FE5-69EC-4899-98BC-4D8AFF2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F36EC-8F54-4971-B231-F7BDE7A6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929FB-4E33-4E11-87DE-17E5EA3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7BE5D-191C-4FE9-8DAF-E0F225D2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3BF85-C63A-4E0A-B552-06AAA6A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D780E-D4B3-413F-9741-8FC42F07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5E96A-0BCF-4649-83C1-37BA5E83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0DC3D-19AB-4267-AB6C-108BB2CA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path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B584D-03C2-4E08-B052-2CC06EFE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521EF-AEFA-453C-87F2-AE7E9C5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371DA-02C1-45F9-9C20-38A7A11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input kind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CCE31-4161-4460-B060-318D27A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B2FA5-8F3E-4831-BA3C-11BD4C4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88B8E-F25B-4E3F-A8B8-A97A3537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 또는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3ECB9-8834-4B25-85E9-926987D3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B82B8-1985-4AD3-BC2C-B35781B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74E22-11A1-47CD-826B-1666FDE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공통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53134-CB79-4FE3-AA4B-FC3316AB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FC139-FE3B-40B3-82CA-73A60623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8FF85-8D7C-4336-B6D4-82927C8D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승인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7F4FA-72B8-40DC-A7CA-771D83D5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unified_service_result.json에서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8291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0828-8D61-44F7-95C2-5B16110B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FAA1-6D3D-45AA-92AD-1106AB8F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AFB63-6D0B-4B21-9317-FD3768B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7DB5-4FC8-4FAF-9A9F-11BD9F44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55BA1-EF77-4C92-B4E7-194B5B13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06456-8737-4555-936C-CE0AB073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CC7F2-547C-4DC8-A87A-F3B3E4D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62DB6-55AC-4D08-8620-51D0098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88107-B31D-4C87-83BE-36270B31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18FE3-5823-44BA-99FD-D2CFF8E4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8333B-3740-4822-B712-DCBC7241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unknown kind와 workspace escape는 EXPECTED_FAILURE다.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66B9D-D2BE-4433-8431-045C224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5BB5C-2FA7-45E2-AFA7-CC92403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CFB57-CCEA-4C0C-A521-1F2672B1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B54DE-510B-43E5-8D42-D6F6379C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DABB3-C429-44D1-BC91-167F6BB1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A08C8-3CFC-4802-8D15-944015D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식별자·unified_service_result.json</a:t>
            </a:r>
          </a:p>
        </p:txBody>
      </p:sp>
    </p:spTree>
    <p:extLst>
      <p:ext uri="{BB962C8B-B14F-4D97-AF65-F5344CB8AC3E}">
        <p14:creationId xmlns:p14="http://schemas.microsoft.com/office/powerpoint/2010/main" val="6620360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48172-9A01-406D-85A7-1828CF3C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68048-2DC0-4CA4-8E21-44D81CFF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F592D-AB01-44F5-921F-DB902344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39029-6246-4FEC-BE2B-6C1B0A0F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FF2E9-BE58-4132-B319-1993AC58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F33F1-3D40-4502-AC1E-18E62FED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414D2-4958-4CCA-8F2F-C6BE05A8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9EAEE-D363-47A4-9EE8-3B521120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C33B7-AC56-49E4-B83E-D6830C0D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src/course_services/service_router.py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524F1-7F2A-4570-9FD5-2A415D0A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FA36B-37C4-4D64-988F-4C0AA5B7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EC8D5-89C4-4628-83A1-49F84A2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D3B67-E8CD-4B03-9961-4F9963B5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0DEE5-4A08-42BE-9A17-A07FEAB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29757-9C1A-442C-8527-F0365AAB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69FA5-609B-4BD6-9B0D-3E1423B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BC9E7-1B8F-4427-96E2-9A8D85DC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2CEA8-7447-470C-A11F-7DCDFEAE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81485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E69BF-457A-444D-AE64-B87F546E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5E29C-5EB3-42C0-88F5-CE99CE12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BE722-1144-4AC1-B487-81AE3ECB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A4E90-2444-4AAE-9632-84FDF07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C9322-156A-48FE-9E6B-112E1625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0A491-1574-4C98-BAEA-C3339CF7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D82D2-5592-417E-A6C5-0D0A91E0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8BF86-A1D0-4612-9F1B-06686E51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입력을 알맞은 workflow로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665C6-A07E-4F21-BBF6-9368294F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0935F-ED4B-4D5B-B22D-5694E7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src/course_services/service_router.py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824AE-EAE4-4B10-A74E-537C316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Input kind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30F88-03B3-4D97-9C34-E2EDE8E9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호출자가 명시한 업무 종류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2DF95-0480-42B6-9CEB-D7A51FD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C6DBA-53FE-4F85-AE31-35C54F64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src/course_services/meeting_service.py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DCE39-E2FF-433D-9E66-F2791057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60FA6-DF4F-45C0-8C57-CD42A170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서로 다른 service 결과를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BEE29-ACC9-419C-BF82-B34BF227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7F691-A93C-4C60-BCCF-19D80647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src/course_services/review_service.py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5D1A6-0A02-457B-9EAA-BB54629A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5D369-B960-4107-9107-06425D15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읽기·쓰기·승인 경계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F2F44-17B9-48EA-83AB-A9AC2E96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C8C64-A609-46D7-92D1-105CE4EE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76476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3290D4-3CA8-4825-9036-DD1D91FA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531A-DB48-4661-A29E-6935D57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EAA92-B718-467B-904C-ACF3BDBB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D9F3C-5A5E-439C-9077-85A874C8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A9718-4162-4DFC-8602-2DEBC06F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44204-68FD-488A-BC9D-2FF05DC1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4E844-4523-4070-B0A9-12375F14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D3B8B-3047-48E9-BD71-6490E991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3D0F9-15FE-4B9E-8DFA-DF29D251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CBA85-F99D-456B-A5CB-255FDDA7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2D979-EEB6-49E3-9E57-E47B6255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60ED0-E69A-4D88-968D-701CEC06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257C8-1F7B-4144-965F-AE6ABA3C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7C50F-5550-4359-8CFD-138C3839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8AB61-B338-413A-B653-CBC3DCAF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3DEAF-3D73-4791-8CAB-08E3A2C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path validate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66D21-9066-4C30-95F6-E4B54475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163B5-1214-4124-B580-5D1DA6E6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F1110-7EE9-4A29-9A15-36406AA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4407E-D7F5-4503-ACFF-0A8CB722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Input kind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098ED-838C-462C-B2F4-87F1D8A0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9DDCE-B1A1-4577-BCF3-179C681B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input kind 확인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9C3B1-31F5-4325-9D30-55859355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36135-E54E-4181-BFBF-6AA0106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CCE59-257E-4539-8A5D-AD3B85D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965E5-E6F6-4F2F-9022-82E78E74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3CB74-D6CB-40A6-860D-B1F7A24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9F9FA-D10F-4C26-9FCC-54697C22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 또는 review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ABA4D-8C4C-406D-9216-1B7A847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673262-7DE4-4DC0-810B-3B2A4C4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DCEDE-354A-45DA-96B3-4B4C25D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351D7A-6950-4360-A85F-EE7C71CE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FB1D4-2982-4FB7-9ABF-52753AEF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B97D54-F697-491E-8F91-6532ACCC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공통 result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702541-DEF7-4D4F-8A3A-9AB20D8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1F923-18BD-44EB-80ED-9C2C63E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813650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B0E2-860A-4F3B-AC09-4CAA861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3F530-2592-41D0-BE27-66FAFBE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4F1CE-DBCE-4914-9EDC-BF25AED9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90033-0419-4FA7-8142-0A31C8D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17CA0-688D-4835-A346-68F27FD0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3FEE4-EDC3-4DFE-8416-1689C73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DD3FB-673B-4AD7-9317-659DF05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9A25D-F5BA-413C-B074-E7BB5DC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7C436-C93A-43C7-ACC0-B05DAFB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내용을 LLM에게 보여주고 업무 종류와 권한을 함께 추측시킨다.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B0F58-11A4-4C62-B12C-E750C427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C41DC-8C38-4E08-9D89-4FDED751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내용을 LLM에게 보여주고 업무 종류와 권한을 함께 추측시킨다. 상태에서는 unified_service_result.json을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DD063-FE4A-4B01-B7CA-F900151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654216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CAFEA-4970-446E-925B-0266F069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1411A-8994-4C2D-9C4D-A568DC71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44CA-CC30-40BE-BB37-9F08EAC4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06BCC-4123-4909-9320-2DDFC8DA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C7B6-9394-4111-A126-BEA8427D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2C639-39FA-4DE2-93D7-32BC61D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83011-C472-4ED6-B9AE-A22770B4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25887-6F40-4AB6-A29A-A1439BAE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F2B5E-82C4-4452-B26F-CD7F27E2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unknown kind와 workspace escape는 EXPECTED_FAILURE다.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8BA08-F88F-4706-BE22-1DA2814D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936E2-6C62-4B09-91DC-55F3EC14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0DA09-F9A6-4707-91D8-9A63EA4C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내용을 LLM에게 보여주고 업무 종류와 권한을 함께 추측시킨다.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5AAB1-0641-47FC-B847-72FED5B5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95754-CD75-4995-A132-7EB0B96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23222-E0F1-4CCB-921F-A57EBD2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input_kind를 API contract로 받고 unsupported type은 거부한다.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53AB0-73D9-4C89-860E-5027168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69C49-70E7-4D5F-8E13-7EA8D05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D8B63-F965-4AA4-A92C-640275FC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unified_service_result.json과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228788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76E8-8E08-4084-B471-FAD9A4CF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9DE43-A00C-4952-ACF9-638C452C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13970-51E4-4CC5-8B5C-F1166095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D4893-E7B7-48F5-8216-80D37CC0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4B9B6-6CB8-4D14-AA54-EFABF329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2F450-CEF6-4C44-9462-CF169B7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18eb0dcb345ed"/>
          <a:stretch xmlns:a="http://schemas.openxmlformats.org/drawingml/2006/main"/>
        </p:blipFill>
        <p:spPr>
          <a:xfrm xmlns:a="http://schemas.openxmlformats.org/drawingml/2006/main">
            <a:off x="7387248" y="1485900"/>
            <a:ext cx="1437055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B29E5-E3E3-4FC9-9E62-CCD8F74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src/course_services/meeting_service.py의 책임을 찾고 unified_service_result.json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68498-6826-4D96-BEE4-FDBEE33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Meeting·Review Service Router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9778604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3B09D-D430-4079-BD32-0234DA3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33231-DB50-4168-86E7-F96E02FF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B02AD-0189-494B-B13B-C9F34B3E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E70B-D778-41A3-A627-ACC56430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27417-7F9A-4342-9339-097B376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2C030-E10A-43CB-96CE-DC7C32F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32DCD-318E-4571-B8E1-99E4BD01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B454F-625E-40D3-8DAB-DB4BFAF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690BB-3B7D-4211-8F6E-48F396F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 service route를 추가할 때 workspace 경계와 external_write=false를 test한다.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698DA-A2A3-4890-ACE5-A45E7E96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148B9-900F-407C-B569-D78C2D81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6C390-C376-49D7-AF0E-17E56F96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27DCB-BF7D-4796-ACB0-993729A0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CD879-E8A2-4B14-8960-FEC09F2C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83FA8-75B6-4C3C-AA2D-ED183C9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unknown kind와 workspace escape는 EXPECTED_FAILURE다.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D3F9F-F11A-47A3-B822-E02F8962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66435-C40C-4634-B35D-ADE020B1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242E6-5CC9-4C0A-BF3B-D7DB990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1762664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B4BCF-1627-4A54-9E8B-772265A4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C4723-FF3D-4C7E-9870-A6012CB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8CEA8-5484-41FA-9635-AD29F59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09BC-63D7-4AC5-A2F7-3494009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24C74-AA6E-4B04-814F-448ACAB9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B2D6C-1D17-4B58-A669-9CF081A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E1E0D-98D5-4494-8617-BF23B4EB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A0A69-B32F-4E25-974F-B272386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28059-2D68-42F9-8422-55DE121E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84F02-9E89-4EE8-84E7-E5ECC556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43673-35AC-4BBA-AF31-0F4E207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D7193-05D9-4188-8F3B-C060EE9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60EDF-6FB0-4BB5-A54F-FC8EF0C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F001D-3FA7-48A8-9D1C-B106A78E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288F1-EFE2-49A1-A3D3-56A54CE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6F9A5-BCD6-475C-9288-ED77CE9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BB1FC-391D-4092-92C6-00F75387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3469F-8410-42A3-AE87-C52435BB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3D71C-7BE6-429E-B288-01CA04D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97F49-82D9-48D4-9241-C9A0354F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7C6C8-BF53-4C36-817C-66D3A7DB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563FF-4A52-44D4-9BE1-A6A73D0B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092848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4EBED-BE19-4ABE-ABE5-7C51D69B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1DD33-7A26-4384-AA99-ECB578F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534BC-12E4-4F1E-8F27-C49AEA44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C7C71-E589-41EA-8353-BBA98FA5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DD103-D305-44D5-BC0E-3817255D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2F532-63F0-4915-A78D-47C1B58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93C95-7C72-4E8D-8A3A-85A3BE1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3991-5D01-4D4A-AC6D-C0C4712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0B1E5-A197-4580-A7B4-81B05FD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src/course_services/service_router.py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ECA94-22D8-4B2D-8877-1E046B59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7FE47-12F8-45D5-83E9-AA106425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E3457-5D70-442B-AA22-B735F0D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DFDB8-C35A-4FB6-914E-59D93114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DC19C-AA8B-4545-9FD3-EAA566B0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89A3D-4326-4136-AE57-AFC559A9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8BEDB-CEAD-41C3-BE85-77776186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846CD-15AC-4CC9-B83C-DA601F44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F696D-5B91-4D59-9795-38BCA43F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회의와 diff가 각각 올바른 service 이름으로 반환된다.</a:t>
            </a:r>
          </a:p>
        </p:txBody>
      </p:sp>
    </p:spTree>
    <p:extLst>
      <p:ext uri="{BB962C8B-B14F-4D97-AF65-F5344CB8AC3E}">
        <p14:creationId xmlns:p14="http://schemas.microsoft.com/office/powerpoint/2010/main" val="904805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70222-3E2A-42A6-AB9D-97E869B9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4D275-C729-4F71-8390-5555BC3A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78281-A04B-4F6F-909E-F413D7D5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060D-EDD9-44CA-BB87-19E7B2B2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6A477-6158-4070-B15A-BF7A0AF8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AA929-A13C-4FDF-AF2B-42D337F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BC2AA-13E0-4BB7-9574-C964AD2C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0D80E-DCF8-4A73-8262-35D4823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7C133-70CB-49E1-A715-AE6C5ED3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5F1FF-32FE-4B24-A451-0AFE20FF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387F0-3047-4AA2-A8E1-7A76708E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21080217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FE468-A2DF-47E8-AE1B-17087B84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01_unified_service_result.json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177E4-38C9-4ACB-94F2-3F7530F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976B2-D51D-48F8-B545-0D62ACCE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BDA67-3C63-433A-BAEE-7E1D6002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4CA5-729E-430E-B051-8416DFFA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285F9-A87D-4E69-87E9-5A1BB19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62A2E-94A2-425B-BB62-8930A19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88695-5EAE-418C-B040-07BEFCB7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"meeting":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"service": "meeting",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"result":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"title": "고객 문의 자동화 PoC 범위 회의",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"summary": "배송 지연·반품 안내를 1차 범위로 정하고 외부 발행 전 휴먼 검토를 적용한다.",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"decisions":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"1차 자동화 범위는 배송 지연 문의와 반품 절차 안내로 제한한다.",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"개인정보·낮은 정확도·근거 없음은 상담원 검토 큐로 보낸다."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"action_items":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"task": "공개 FAQ 30건 비식별 샘플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"owner": "서연",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"due_date": "2026-08-27"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"task": "응답 JSON 스키마와 실패 테스트 작성",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"owner": "준호",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"due_date": "2026-08-28"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"evidence_line_count": 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"generated_on": "2026-08-25",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8191130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05496-9560-40C0-848B-D241F3D6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E16F3-7441-4FD4-959D-FDB5BE1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8CC25-3E58-4B08-A888-8B9CE65E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E1208-995D-42C4-9696-383A534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7FDF9-F4D0-4C34-8ED9-107EFD30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A20C8-A5DB-4B68-B658-63764889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54906-EEBD-4933-B8CC-385990CA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7BCBA-0948-4FCA-AF8B-155D8FBA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unknown kind와 workspace escape는 EXPECTED_FAILURE다.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0D856-A208-4AD2-8C0D-64951F6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8C214-6DA7-4795-A9BB-20D2E75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E2925-A109-4ED6-B267-1218222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input_kind를 API contract로 받고 unsupported type은 거부한다.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1403-1302-44D5-80C7-AF5D0BC8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unknown kind와 workspace escape는 EXPECTED_FAILURE다.</a:t>
            </a:r>
          </a:p>
        </p:txBody>
      </p:sp>
    </p:spTree>
    <p:extLst>
      <p:ext uri="{BB962C8B-B14F-4D97-AF65-F5344CB8AC3E}">
        <p14:creationId xmlns:p14="http://schemas.microsoft.com/office/powerpoint/2010/main" val="4899064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89F7C-CDCD-4E4C-9186-1CAC18F9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79840-37F6-430E-8E73-477D39AE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5F040-178A-418E-8951-D1286A1E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A6663-7024-4C5F-81B3-C81C7DFB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7C2C3-4031-4D09-89D4-5770B716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944F3-7F6D-4F43-BC60-AD6C87B0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B5A11-A5F6-40B2-805E-96EDB30E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FA58-F801-40B1-986F-CC79C026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DF349-462E-4DE1-ACE6-E2D722A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45B72-21A7-4297-9872-16AA40D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B0A62-EDE0-4249-BD44-3EABBBA4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B480C-25B6-4A96-931B-4778B89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저장</a:t>
            </a:r>
          </a:p>
        </p:txBody>
      </p:sp>
    </p:spTree>
    <p:extLst>
      <p:ext uri="{BB962C8B-B14F-4D97-AF65-F5344CB8AC3E}">
        <p14:creationId xmlns:p14="http://schemas.microsoft.com/office/powerpoint/2010/main" val="6082098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50339-A033-4EFA-833F-4FBB3A62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8ADF9-00F9-40E2-A924-D99C3590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C3F58-77EC-4003-9FAA-1924853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F1067-DCE3-4958-8351-855A07A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B7C9C-0FAF-4F1E-8E15-0224F0CD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3B240-93F6-46BF-8C47-A65A1FC9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83BDC-86F8-4CF3-BE90-34AC7B9D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1차시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C2658-9474-4202-A892-E93667A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79DF3-BC5A-43F4-B0CC-B45CCB1B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src.course_services.service_router import route_service_request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meeting = route_service_request(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input_kind="meeting_transcript", source_path=ROOT / "data/meeting_sample_ko.txt", workspace_root=ROOT,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route_service_request(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input_kind="code_diff", source_path=ROOT / "data/day3_review_cases/unsafe_pr.diff", workspace_root=ROOT,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unknown = route_service_request(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input_kind="unknown", source_path=ROOT / "data/meeting_sample_ko.txt", workspace_root=ROOT,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router_result = {"meeting": meeting, "review": review, "boundary": unknown}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unknown["error_code"] == "UNSUPPORTED_INPUT_KIND"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save_json("01_unified_service_result.json", router_result)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{"meeting": meeting["service"], "review": review["service"], "boundary": unknown["error_code"]}</a:t>
            </a:r>
          </a:p>
        </p:txBody>
      </p:sp>
    </p:spTree>
    <p:extLst>
      <p:ext uri="{BB962C8B-B14F-4D97-AF65-F5344CB8AC3E}">
        <p14:creationId xmlns:p14="http://schemas.microsoft.com/office/powerpoint/2010/main" val="2938061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1E55F-2D6E-4DBA-AB9B-8EBFF12C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44378-EF9A-46AD-8635-1BC0C08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FD806-F4A4-491E-8F9C-3C828823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D435F-F3BA-4A43-8A20-E54781A2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4036E-6BA3-43D8-BCA8-D7DD31CD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2175A-29E9-4714-A38F-FE74A2D0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80B4D-F371-4ECA-BD96-31DB456D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3C30-0905-459C-9EB4-721C38B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B64E9-2CC6-4A07-918A-7F8805B4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output/course-labs/day5/01_unified_service_result.json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B3293-981D-4C68-8152-7DA8572C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unified_service_result.json의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9454936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40DEB-DD61-48BD-9DB1-475CC9D7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E072B-6E80-4521-B438-9F399C9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34C56-CACA-48A0-9DCC-B3590C73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F01C3-13FD-4FB1-8285-AF04634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B04C8-51E8-4FC3-9263-E8C566D7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88F04-BA39-4454-9214-43CF9EEA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2886F-6BC9-4C69-9A2E-9121F45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unknown kind와 workspace escape는 EXPECTED_FAILURE다.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55E2B-9DF3-437F-81BA-538603D3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06BF-DCBA-402E-A4F8-94EC8E50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"output/course-labs/day5/01_unified_service_result.json"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45364-0F69-4FDB-AC8F-2B66E30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9186234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F3D9C-7D17-4B3A-843D-1971B8B2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494C3-F444-4D6E-B2E6-CB4E3D94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E6E42-249B-48F9-BA50-D3FAC42E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CBAB8-F5BE-4DFF-BC17-DC505D8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D3535-9E56-4890-B4E2-C21A74DF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982A1-FD33-422B-B0DE-295CA82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A92F-8C84-4820-BA7A-D36CCC5E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BD1FB-C157-4ED5-AFB9-E7CD78BE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063B9-6F3D-4FF7-B6F4-E2FA7804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회의와 diff가 각각 올바른 service 이름으로 반환된다.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3E63E-C463-4DC6-BA2A-9BB4018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94DE7-1DE6-47E6-8ED4-3A61032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28207-7627-4682-AE02-8BAB88EC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src/course_services/service_router.py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66613-FCDA-4B78-9531-9EB304FB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AD710-EA9C-490B-B067-ECF8910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370D6-4B2D-4728-ABBB-9BAC881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67EE7-6AB3-4843-B7C7-5310DD02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C1888-0CD0-4A7F-906D-F9E961BD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ACDDA-48A1-4A7C-970B-306B7D0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8365184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99CAD-658C-4B8C-8C45-846268A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EC701-7DCB-4863-894D-6514F5C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758E2-2C8F-4607-BA1F-10098E8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6C46-D3C4-4791-A930-7F5CB1DF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7DDB1-91F8-4F8A-832C-7C077E5B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7C2B-0834-4293-BB55-4D5D13C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80725-E9C5-45D5-9722-0F07475D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28336-58B6-4822-A7E6-CA68C598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82644-6DAD-4D46-BC4F-6E4FD23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unknown kind와 workspace escape는 EXPECTED_FAILURE다.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96430-C6AD-4381-AA77-BFC31DA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8F925-1C3D-4663-BB25-5356F9F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FB0EA-56C9-432B-A706-1E6961C3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0B76F-1C5E-478A-99B2-9F0955BB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5CEA4-C675-40CB-A9D2-8692A65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4A4E0-1453-4705-8ECE-AEFF712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B8EE0-4652-457E-8445-062BCC3E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DA5E3-79D7-4888-B550-3F501BD1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C0222-33CC-48D4-8B23-DDD3ECE7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unknown kind와 workspace escape는 EXPECTED_FAILURE다.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8634192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752EF-2FB5-4103-A889-BD5D3840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88CE-FDF5-4BDE-B1B9-C119F91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B13AD-1108-48ED-BDD4-E8B29E3D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972A0-57BD-47CE-BD84-889D0AE7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05584-892C-4752-ADDA-B22DF24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F72A5-89AA-4F7E-AD8D-F33D4E1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72029-1CDC-4269-933C-8FBBDBF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화면에서 회의·PR 리뷰를 선택 실행하는 내부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A758C-1F6C-410A-95D8-B103EEE5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B89E7-0265-4776-9492-5B7F9AA0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62D7A-6E2C-4818-81BF-49FFE371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706C1-FB2A-4DB0-B13C-89C4FA49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23228-DE2D-4280-B502-12913987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F6CD6-10A0-4A18-A1A2-8BE3F1D6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화면에서 회의·PR 리뷰를 선택 실행하는 내부 도구의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51075-2D17-42ED-B4FF-DF9DAAE1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82723-A84A-46B1-94AD-5D29E4FA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D37DD-5929-424A-8220-33F22E9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27395-D202-4370-BB05-144DEDCC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5CA6F-8110-4DB2-AB7D-7D48B7DF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878E6-94B8-4703-AB97-EC37B9D6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7401938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7A6C4-F652-4089-8110-54C542A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9D13A-F39B-4EA2-92C2-DB0F6FD8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6D59B-E092-44C8-B2D5-2587399B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C87FE-BAE5-47F4-94A5-05A09D0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0781B-B905-4119-AD1D-3696D277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AC279-5CDD-4DFE-9E3F-D635B5DB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61F9F-10AD-403D-8F06-71F080D2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904CA-9A9B-4AEB-80D8-21410734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48C11-2084-42B0-8CC1-067A535D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C844-C6AF-41DA-82FA-67A8A5E5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내용을 LLM에게 보여주고 업무 종류와 권한을 함께 추측시킨다.의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F025C-BED6-40EF-9203-792C6CA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3A6C-C69A-466A-903E-9294AF3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3BB3C-0735-4748-AA52-6CE43D4C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1CFB9-FCFA-4C01-84E7-2EE896C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E6E56-EB4C-4749-89F0-D9B185F6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DA624-FEA5-4794-9BD7-9B145B58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 service route를 추가할 때 workspace 경계와 external_write=false를 test한다.의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4421C-E6CB-43E7-AE49-9767AF57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3522B-41CB-4E23-A1CD-1CDB806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30BA5-4E6E-476C-8E6E-0E9B10DF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5906806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9950D-5545-4D2C-AD0D-02B41B4C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E1382-C5D9-47EF-859F-3744F9D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B86C9-B146-4388-A7B7-031FE56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A0197-6A60-48FB-B0F0-9027DAC7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BB67E-C334-4ADA-B024-4FEA07D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11598-C66A-4DA8-B82C-E9546CA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30609-E4EA-4E08-B45F-8DF0E03A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8A031-62D2-40E3-9D8A-5685F9E3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F72CC-423E-4E19-8651-034F76E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회의와 diff가 각각 올바른 service 이름으로 반환된다.로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17239-E421-4F19-98B6-23E42A49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69B30-C380-4C7B-949E-9B566D1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B66DC-7DFE-4CD7-8DED-E350EC77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Meeting·Review Service Router의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B940F-B45E-4F0D-9F21-2B7B7C7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199CF-2542-4187-B93D-370B8354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3DF36-D687-4B7C-BBC7-EF6D776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내용을 LLM에게 보여주고 업무 종류와 권한을 함께 추측시킨다. 발생 시 unified_service_result.json에서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223BD-5D09-4415-962C-6EFAFDB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7EB07-F1DD-4F56-9D4B-3E098EF2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C9C9F-0B60-47C7-8C79-5FF3E423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5379738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15333-D53C-4BEB-94DB-92BF60C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A51E0-F8BE-4C44-9F4D-872FB6A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70552-B1EF-43E1-9430-2441FF77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3BA4-9E35-4C25-A6F7-CDAAF0DE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8C6FA-082D-4EEC-B161-C71CC3BA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70676-F903-44CE-91DE-357A8B8A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7CA1E-DCED-444A-BEF7-7C1C0D3B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567BB-68EC-42D5-8172-AAF545C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A98BE-11F5-42BE-8C07-66BC4B9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Meeting·Review Service Router이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B5B13-4CB2-497A-9C67-AD21F048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13C79-58E2-486B-AF9F-928C28B7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C1934-AB3A-4973-9F2F-75083756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488DC-5314-47B3-B864-FA5C1CF9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6466C-63E0-47E3-AA01-384595B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8E352-86A9-4C77-A24C-CB75BB4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unified_service_result.json과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F821C-18B1-4C93-9482-58240481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LangSmith Trace 구조</a:t>
            </a:r>
          </a:p>
        </p:txBody>
      </p:sp>
    </p:spTree>
    <p:extLst>
      <p:ext uri="{BB962C8B-B14F-4D97-AF65-F5344CB8AC3E}">
        <p14:creationId xmlns:p14="http://schemas.microsoft.com/office/powerpoint/2010/main" val="14315283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57989-6BA5-4C7F-BB85-4D5549DA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564FE-8B93-4843-88D9-A04F0A58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LangSmith Trace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641BC-1DAD-4F54-A889-2B22E5D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2차시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EDC8-F317-462E-9B7C-F6F6E060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09:50-10:40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3D2C4-AA12-4458-A59F-E86C47E8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Project · Trace · trace.json 또는 LangSmith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B00EC-93D5-44EB-B831-2954CA5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BB7EE-9A0E-45C0-BD35-23CFACF9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17AD-41CA-4614-8D1D-E3FDEA4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LangSmith Trace 구조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E57FD-DC3D-406E-8EB7-59F74C5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41B0-D566-43EE-A6A7-D6B69586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src/workflow_service.py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9337C-2623-4E9C-9924-A19F0CC0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24C4C-04DE-466A-9146-ECB8F9B2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trace.json 또는 LangSmith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5DB5C-FCF6-4FEC-8F8B-6CF7E8D0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2차시</a:t>
            </a:r>
          </a:p>
        </p:txBody>
      </p:sp>
    </p:spTree>
    <p:extLst>
      <p:ext uri="{BB962C8B-B14F-4D97-AF65-F5344CB8AC3E}">
        <p14:creationId xmlns:p14="http://schemas.microsoft.com/office/powerpoint/2010/main" val="48296707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7C77D-96B0-444A-9DB8-11CCBEF2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CA9CC-4B87-4746-8986-D539F82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D4D0-E3B2-4E61-9C1E-D61DB16C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F1CE8-D6D5-47AB-994E-25760980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104C9-DE68-4673-B06D-169AA20D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B81AB-519D-4542-938C-0FDF1E9D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0156A-AF75-4B02-B8D2-06040DA1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F6B21-1907-4EF9-ADF0-57370E0F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3C1CA-6A3E-4CFD-B6B5-EBAB797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unified_service_result.json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38E70-2E7A-4B9F-9E40-21E74422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A7915-BE75-41B1-A4AF-532A7CF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B7967-19DF-4B96-ADD2-854F9B6F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4A309-35E5-4FE5-8783-D895530B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54F77-1746-4B47-9A59-ACDE8B1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7D932-D77C-4A57-9DD9-D17FBD71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A3D33-FABE-40B7-84E8-CDE5AADF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9F66C-7D44-45E7-A33D-EFF2B736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02310-B355-448F-9527-9EA69CAB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</a:t>
            </a:r>
          </a:p>
        </p:txBody>
      </p:sp>
    </p:spTree>
    <p:extLst>
      <p:ext uri="{BB962C8B-B14F-4D97-AF65-F5344CB8AC3E}">
        <p14:creationId xmlns:p14="http://schemas.microsoft.com/office/powerpoint/2010/main" val="5659122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6F71A-C54F-41C7-A646-9C20D85F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8EDE-6D77-4829-91E8-65E9E086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AFA10-1CDF-458F-B73B-282421D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ED2AC-64A0-4182-BF89-D6535449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62F3A-9553-424E-807E-0E73CDA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9D135-50A6-4775-80E8-93DB6378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JSON만 저장하면 느린 node와 실패 원인을 다시 찾기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C83DD-47E7-473B-921E-50BEAF3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request start에서 trace.json 또는 LangSmith run까지,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52649-B9F5-4E3D-8FE0-D356F04C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91F55-94C6-462F-A9A0-D8D2DDB5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trace.json 또는 LangSmith run</a:t>
            </a:r>
          </a:p>
        </p:txBody>
      </p:sp>
    </p:spTree>
    <p:extLst>
      <p:ext uri="{BB962C8B-B14F-4D97-AF65-F5344CB8AC3E}">
        <p14:creationId xmlns:p14="http://schemas.microsoft.com/office/powerpoint/2010/main" val="2644481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83AA1-B916-4255-9571-609C70EC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841FC-A92D-46AB-9291-1AF33B4F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59F4-C7B9-4420-81A2-C9054152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949A0-8DD0-4E6E-8F2C-102C86E8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767B1-AEEC-4ADD-9CDA-2A4E263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B4BCE-7D71-46F6-9659-90F14BA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545C8-B14F-43D5-A6CA-F69C0B51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01A44-48C1-4C1C-B5D5-2673381A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project·trace·run·thread의 관계를 이해하고 첫 trace를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548BF-1421-4F4F-A25D-D20DBEA0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C0DBC-CB39-4D44-9EBC-93D783F4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B90A2-6B7F-4FD4-A05B-DA278BF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raw transcript·token·고객 정보를 trace input에 그대로 보낸다.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B987B-702A-4F5B-A522-EF5F4240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A8B41-98A5-474E-B1B5-BDE07CFB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D7667-C68A-4260-9109-B6E34BF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7275175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F87A32-7DB3-4038-8C5B-31EC3B32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0D362-3043-4817-AB05-A6CC111C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9C6E0-21D6-49A0-9D1C-9DF52820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A3A3-FB13-4E21-A355-927C798F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D735F-F279-48E1-BCD7-2312FBA8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8807B-0528-400F-A34F-44882290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21925-D38A-4EAD-984F-D990484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E740A-4A68-4C20-BE8E-54C0F58C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613A7-89A8-48CF-9E78-75EE06F7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BC926-6D71-4202-9773-1979D34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3BDD3-B5BA-4620-9A49-AEDB62DA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24DAC-43EB-4CF1-A916-308F7964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D2150-A5E0-41CD-840E-27E92DE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4F8B6-23D6-4AFA-A33B-77997D97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관련 실행을 모으는 공간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92EEB-3AC4-4AAB-9ED4-4996799A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9186F-16E4-43D7-A332-C067BFC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C28FA-BFBD-48D2-83C4-71C1D27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93095-6B27-4D73-8F73-44DA6A39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요청의 전체 실행 계보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4493F-8AC9-48D7-8BA1-04DAD3DD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1936D-0068-4A89-92F3-A963E6F1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EF11E-003F-44B4-9129-B288CDF8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B495F-1505-4C3C-A4A8-F23A156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node·LLM·tool 한 번의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5AB68-9734-49CF-9574-F9BC37D2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35870-EA5E-42CF-91B2-863194F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E68C2-FCEA-4A77-ADDD-D52BFE88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8DD6C-6EC1-4481-9274-264130B7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대화·재개 실행의 연속성</a:t>
            </a:r>
          </a:p>
        </p:txBody>
      </p:sp>
    </p:spTree>
    <p:extLst>
      <p:ext uri="{BB962C8B-B14F-4D97-AF65-F5344CB8AC3E}">
        <p14:creationId xmlns:p14="http://schemas.microsoft.com/office/powerpoint/2010/main" val="7167827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D7C18-7B8D-452F-814F-D98A08D3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85847-AE2C-4B84-B734-A3C4BF59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E004E-3E19-48CF-A207-576A59C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90F76-51FF-4A62-AB3B-3AEB0757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0CBD1-EECB-4D86-9509-496DB2E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E52A9-39EE-404A-91F1-F7630495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0BC66-8A37-4739-97BA-7593755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9744A-652D-4307-87EB-2914F56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6095D-C9A9-4A8B-9F1A-D5D3A9F6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5DAF-752D-41E8-9998-4DC03D6F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6AE7C-3D2F-46E2-98AD-A8005956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request start → span 시작 → 입력 최소화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54872-CCD1-4F0C-8596-68E12511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FFA68-195C-47AE-B8E6-5E583AB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772CA-5DF9-4FE4-80B4-21F28BA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90D5F-E2C3-434B-8A06-109F0A2E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D6953-30A2-44F8-A93F-1415BC3B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F603E-6312-4479-A29E-679BBA2D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12127309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0D83D-510E-4F1B-9CC3-30A1A33C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63E7A-F263-4FB2-AA9B-712EB28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6C5B0-89C2-48A1-995F-D6D6F6A4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9CC30-E512-4D7C-BC19-5717B4AF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8E46E-D74C-4EA4-94FC-F088BB23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139A6-AFAE-4E3A-A05D-2910FD9C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8FD01-1D18-48CC-8010-F8C7069F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F72F4-14A7-4FA7-9F46-5F21CE90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8D270-4393-41BF-ADCD-15B0184D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request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80289-A258-4E10-A749-391AD138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DC3A-B7C7-4B05-9530-ABF46CD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C8817-C6D3-4104-93EF-526C034C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span 시작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3A28F-D829-4A71-8655-2872E560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9D36F-864E-46AB-AE58-BE04DFDB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28964-7142-44A2-BECF-C5F6388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입력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9660B-4A49-4363-8304-1FE5ED8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01AE0-E135-4971-92B0-7D5D01F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89AFE-45D7-407F-863C-DB59D98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615C-69EC-489E-8591-F4BBF25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E73E3-11E7-4C7B-8468-954494A4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39BB0-6102-4322-956A-B265DA3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 close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7603E-F957-44DB-BC70-95FE14C2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trace.json 또는 LangSmith run에서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854309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7D08B-FDFF-403B-AEC8-61705B7C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A2248-5D9E-4F4F-8C70-416AFDEF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996FC-FD48-4C6E-BCC4-B94A93D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3C37B-1FA1-47E3-8DA8-D18EF08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3C216-193F-491A-93AB-5B02989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AAD70-C176-4657-B1AE-F09E347B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6439F-DCD3-4426-977D-AD4C1D66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1A482-823B-43AC-A43F-B78EC2D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6EB2-130D-4241-A8C2-6394F64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0DD99-17AC-4624-B52E-BF95C3F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C28AC-4A10-4F00-BA18-3AC13E39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D8B18-3299-4B71-9481-007AF4E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3DA79-7F7E-46A6-B95C-11991B56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E8C27-4908-4F11-8C7D-E7E1F9A2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764CD-D264-418E-BF58-ED9CD0C7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56B4F-D795-48FE-A880-A1F6FAF0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1C68E-9CC4-401F-A949-7A1D3E20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식별자·trace.json 또는 LangSmith run</a:t>
            </a:r>
          </a:p>
        </p:txBody>
      </p:sp>
    </p:spTree>
    <p:extLst>
      <p:ext uri="{BB962C8B-B14F-4D97-AF65-F5344CB8AC3E}">
        <p14:creationId xmlns:p14="http://schemas.microsoft.com/office/powerpoint/2010/main" val="296009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6FDBD-45AB-46CA-A20F-5AD014B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4D189-B6A1-4365-ACA2-438172A0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17A95-3F76-4190-B561-52B91FE6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A3328-9B66-4D1B-B84D-452E065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41C79-C6AF-44E2-9DED-86F8276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12818-C55C-4C44-BCAA-E52F4A7D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4DBE7-99F6-48E0-AFC9-9D08180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4C64C-22A4-4CD3-A07A-6E489D2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5C649-3D6E-4C4A-93E8-814E9CDE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B9105-665D-4D74-B092-DFB8B9D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8DD24-1016-42EF-8AC5-D8A4510D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436A9-AD3B-425C-AE08-0F5AF54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src/workflow_service.py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DC3E4-F9FE-4C4C-A990-C1D5BB67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9BC5-1AFE-485D-8B52-4B6C05B5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DA541-823D-4C37-B938-C6165B6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16EB8-2751-4AC6-8D22-61B06C7A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CEF21-0032-45EE-939A-0839CCB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12415-EC06-4C66-84E1-EBBFED91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</p:spTree>
    <p:extLst>
      <p:ext uri="{BB962C8B-B14F-4D97-AF65-F5344CB8AC3E}">
        <p14:creationId xmlns:p14="http://schemas.microsoft.com/office/powerpoint/2010/main" val="3580299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DA273-C09E-4A93-9416-5ECDA0CA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124B1-0D20-4B01-864F-EE2C5B0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C2B5B-7749-49D3-AD26-D773754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23639-947E-479B-A798-5250DFB5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EF3DB-7538-4BB6-8A8C-12E436D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7A4D7-5DE4-495C-8B55-249B6C75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BDE1F-2C88-4765-91D5-45B261D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9507B-3CD8-4D8C-AC06-EF0729E9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관련 실행을 모으는 공간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911EC-B16E-40FA-9A82-E268FA3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DE9A8-564B-4185-BCC5-97B59F58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src/observability_lab.py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07F46-DE66-4227-9069-EF92E397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15A61-950B-42B2-B0CD-7FC106BD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한 요청의 전체 실행 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BBFB2-FBA6-4E32-A95E-E87BBF8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596DD-6CCC-41CB-9F3C-BAB83D53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src/workflow_service.py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4E38D-F396-459D-B90A-6511FF7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F3E73-73C3-4398-A72E-3758E449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node·LLM·tool 한 번의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B66A0-8AA7-4E90-AAF7-2B5FB22F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01FD4-A4F3-4A37-A8CB-74AE5985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output/day1-workflow/trace.json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B74CC-5C47-4C2F-A19F-2FABBEC0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Thread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13E9E-ED1D-4717-9CEB-D2D05DE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대화·재개 실행의 연속성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18F06-EF7E-4AEB-AA4F-345D6C6F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89061-05F5-42CB-87D8-31FE349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.env.sample</a:t>
            </a:r>
          </a:p>
        </p:txBody>
      </p:sp>
    </p:spTree>
    <p:extLst>
      <p:ext uri="{BB962C8B-B14F-4D97-AF65-F5344CB8AC3E}">
        <p14:creationId xmlns:p14="http://schemas.microsoft.com/office/powerpoint/2010/main" val="9032054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5D5C59-5D75-42E1-B037-19E37859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57D4B-3407-4FEA-BB8E-AB825446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D2145-1786-4A5E-BC82-C52BAFF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9A52F-A621-4418-9693-E6F6CC4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C65F7-9913-46ED-9AFC-78193E5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1574A-DE51-4FF7-8D55-959A459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F62AD-7E4C-4E6A-80A7-8EA7976B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B236E-DB75-47E3-9028-F77CDEA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C92F4-2FAB-439E-A983-8183FB4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187E4-9499-4D98-AD7B-8CBCF3DE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21F20-915A-4EF5-BCEC-A037B0BA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13BFA-4779-4707-8A20-84C6747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E89C-52BA-4033-AB67-ACB63B0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81AC9-6EDF-4716-8C38-5DE49EC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A9838-3FF2-4703-BD47-819191F6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FCF1C-B115-4F66-9025-9C894DC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request start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C752F-90A2-45AE-98B2-7FC9B0E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AEAF9-E08A-494D-85AB-5C67FC0F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5E0B2-0C5B-473E-A38A-0610339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71E39-1016-4F12-9043-A699B7B5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2FFF0-3F16-4F97-8268-4D052E46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5B6D2-711A-4467-82B3-4D7F9DBE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span 시작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55637-28E1-4C71-84F4-549B1B4A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31D6E-EBA0-4C73-9801-50C7D15D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934E8-7484-4D4D-A104-B43EB0E5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DF457-A053-42CD-A3E6-75100F2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1D2AD-8D82-44FA-9886-3351DA6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382B2-3E9A-4507-989C-89EB018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입력 최소화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CF395-2204-41A9-A187-A5B2970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C5494-4892-47AB-AC8C-C49C0B6B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208AEB-A1B2-4F39-BBE0-2E0A1E97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6EDF3-E308-4B1F-BFE6-D3C0F7AF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Thread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BC7368-C80B-4002-88B0-4787E02A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D442B-31BC-4684-AB5F-58E0DC13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status·latency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A276E1-9A57-46D8-8C6D-0BE9661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1F123B-57DE-496F-BDAB-4F0E877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9762392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CFDED-7C08-46D1-AC3B-9696DA2A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9B593-408D-4598-8EDA-D740A91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3869C-21E4-4448-B71C-5EC583B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9D07D-23D8-487B-AF05-2D33FD70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4C3FC-760A-4033-9F49-CC6886D9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47873-A16C-4F35-9E0C-C0C4408F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57566-89DB-4FB4-A9EE-2AB33E53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D3D34-35B2-471B-827E-4C701D50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AF052-1944-4F60-98A6-F06C9ACA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raw transcript·token·고객 정보를 trace input에 그대로 보낸다.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91B74-BF3A-4095-AA84-FC50863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4DFEA-7B3F-456F-890C-8450B32C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raw transcript·token·고객 정보를 trace input에 그대로 보낸다. 상태에서는 trace.json 또는 LangSmith run을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DE8F9-392C-4D5C-AF33-D1A02BEE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558018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24EAE-D601-4678-806F-4773C5B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9A599-B0A9-42C3-B509-550A627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4D78E-FA5B-46CC-91E1-56F42A7B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4BAD2-09FB-4C35-9DA5-22A86AC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52786-072B-46F4-B340-D789571B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D464D-2B2E-4517-BF1A-BBC7959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A2EA3-6B01-4682-8D83-65463F9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51175-945D-4DB5-B023-634070C5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377C0-676F-4EBD-A4E3-0641AF8F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local_only나 key 없음은 upload하지 않고 error code를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1FCD5-BECE-460C-BEC9-2CA6E4DD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52D66-FA12-42F8-BF56-846015AA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41249-999C-47F9-AD99-0ED9268A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raw transcript·token·고객 정보를 trace input에 그대로 보낸다.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C81B5-3A5A-479C-B5B2-86B2BA65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11F76-E7A7-41BC-89AC-2CA92B0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C2108-6F7E-4066-B75D-8B563E3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local trace 기본, synthetic/deidentified만 명시 upload, raw content는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0377E-C399-4DB2-A3C1-13716FB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BDE1F-5BAC-4C25-A487-2AFC5D5B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53E6A-5C1A-4898-A364-7F2CEA9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trace.json 또는 LangSmith run과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6512093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9276B-650D-4B90-ADE6-3262F52B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429CE-1D48-410F-8579-7A386D36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B9D8-B4E5-4484-BF66-43DF9F1E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D5010-71C0-4C2A-85A4-DC75036C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B5992-1606-4FCE-BD0E-5ED12F7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D9AD8-646F-417B-80D5-F22B709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55a9eab548f8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97DE6-F971-4140-A02D-18D81DE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src/workflow_service.py의 책임을 찾고 trace.json 또는 LangSmith run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CBE79-A845-4D38-A659-8867B6BF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LangSmith Trace 구조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73749107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C8ED2-A5A2-4D65-922A-028268E1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12C0-C1C4-4C3D-B513-8247E750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DA8DF-A6BC-4210-91E4-E2084A6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A7E41-604D-4CE4-85D0-8D4A74CB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AF84C-5BED-4538-8CBF-193EB07C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2B5FE-A593-493F-B06F-B814215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D952B-4D18-47AA-B371-D56FD70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634F3-96AE-41EB-A720-A126CC05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6F3CC-F5F7-41B9-A18D-4EBD7A5B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 node에 latency·status metadata를 추가하되 PII payload를 넣지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62E34-1F9B-44A6-A820-DA12349D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73F43-3748-45CC-8CFB-5BE3C5C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79059-F7C5-4845-86AC-32402F4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src/workflow_service.py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7DAC3-B976-4D1C-BB48-5263F9A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1D67D-4C6E-4BDF-B7F6-3E0CAF7C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5A904-8273-4454-81DA-CD99106B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5DD38-ADC6-4110-98E1-F8C5DD66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702AF-0990-4C7A-8DCE-EBBCA6B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9148F-8150-40BD-875F-175D9BB4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146939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914A4-64B0-44E8-8F6A-B0937203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1438E-22A3-41CE-8AF0-15A1579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0264F-C2E1-44DE-9F0C-1D404313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64B1D-0417-4D7F-BF3C-61DD5AB4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C7174-5ED7-40B2-8A5B-C65F69F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4B394-B168-4DDD-ABBE-5B7D711C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440A7-1581-4823-86E9-B43FC12C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EAFD3-7384-4F36-A76B-344DAC1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BBF54-5D50-4D9D-9CEA-2EA3792D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832AD-2E9A-4EB6-865F-BC5B5066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B11F5-409A-47B5-8780-108B615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F5B33-3158-425A-B51F-912AC4DE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2F511-021B-4385-8895-7813E519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62E59-E073-48D1-9126-9029C312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C6527-E927-4624-BF0E-7018AB7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F4FB3-2B0E-4812-A12D-7F2DB94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A7C82-F212-4884-A240-7883917A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78A26-0C8D-4958-AB26-214ED0BE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20634-16BD-4977-89FF-A21DE1B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A46C3-4143-4454-B7CD-79965F56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E1DA6-A4FD-4B4C-89C0-96A96DF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5E09E-EB27-49CA-9A84-73E142BD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90605295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5B170-20AF-43D8-951E-2EC541D5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DA617-4B24-4D06-9458-4BE0988F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38EB0-40C3-4D8D-9DA3-07159878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A3E36-7E47-4D0F-8A5B-3766AB7D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97492-1D84-4EEA-A320-ECBB50CF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B17B0-A2EA-43DF-AFF8-8990228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2575A-11E7-41DA-9CBE-CA10E23B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5EFFB-A406-4AC4-AB7D-72F03D78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3B32-7CDD-4979-A72C-367E8A06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3CC76-F232-4EC1-ADF0-1AF30006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610F5-F73E-4C80-94D1-107BC91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29D4A-5456-4A29-951F-4DC8792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src/workflow_service.py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E42EE-D540-431F-A84E-ACC44241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B9C3C-2C48-4FE5-ABCC-BFD16584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7BA48-7571-486D-94CC-9AA1FD0D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src.workflow_service --decision approve --out output/day5-trace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41FFF-AE79-4CD1-9115-7655B390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ED44A-D267-42BA-9946-0D3B8ED0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596FC-187C-4A68-B86B-C45EC48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trace에 span 계층과 READY/HOLD 결정이 남는다.</a:t>
            </a:r>
          </a:p>
        </p:txBody>
      </p:sp>
    </p:spTree>
    <p:extLst>
      <p:ext uri="{BB962C8B-B14F-4D97-AF65-F5344CB8AC3E}">
        <p14:creationId xmlns:p14="http://schemas.microsoft.com/office/powerpoint/2010/main" val="57742715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2A85A-79BA-4B25-920D-D81D837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F5352-923F-47B7-A530-046992F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57B12-CC9F-460D-9B51-DFBF675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4F088-91D6-4973-A723-4F000960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CFE7-516C-441F-877B-B5D15DBF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087E-EC37-4036-881E-6F49FA28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5FA32-33B3-4287-AF96-882778E0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6FC63-19CE-4210-BEBD-94F51C8A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DC176-A1DE-4D24-BF09-DDCEECF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src.workflow_service --decision approve --out output/day5-trace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93CD7-1B37-4E6B-89C5-607D55D9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419A5-85C2-4198-9242-20BED615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83514631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7986C-00EB-4785-AB13-3E6317D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02_trace.json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32A1-6DE2-4B98-B773-075C6C54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4B76-0185-4154-820B-5CEFBBBA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3F9A-C491-4713-BCD0-224B8EE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8E3BD-8B9F-4848-905B-EF7AAAAF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6E68F-31DD-4B57-AFD5-33EC47D1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BEC55-CA7E-4923-875B-4922594F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0B837-607A-4966-B35B-9775163F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"run_name": "day5-agent-operations",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"started_at": "2026-08-24T15:57:41.224069+00:00",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"finished_at": "2026-08-24T15:57:41.224124+00:00",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"metadata":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"data_classification": "synthetic",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"external_write":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"spans":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"route_meeting",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"input_keys":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"input_kind"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"latency_ms":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"route_code_review",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"input_keys":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"input_kind"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"latency_ms":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9197550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57070-EAFC-493D-B503-436A67E7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EB8E1-826F-4783-9E69-179708A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BEB1F-5856-40CB-8255-DA698FB4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1F68A-1A2C-4907-94E9-5B325CCB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9612-369D-45BB-8CC8-89F8E330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F6EEB-8D72-4087-8EE8-9B180B7F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88A22-9B5F-4875-81B2-DEE6EDB0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86504-40F4-4DC9-8660-6A2854B2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C12EC-B7E7-4A9C-B13F-7CFCD6FF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CD508-CC35-4D75-B95C-BA2E4D7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572E-4EF9-4BBD-BA42-CCAF013C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trace 기본, synthetic/deidentified만 명시 upload, raw content는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BA0D7-2B85-4633-A160-9E36EDA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local_only나 key 없음은 upload하지 않고 error code를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68529440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E4462-E916-400B-A72F-A838240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B4BE2-51C9-45E5-8814-11C771E6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6524-8C7A-4957-B1A6-52F39E8A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03175-F169-4F4F-9E9B-575D7A38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E22FC-17B4-4A18-9068-09FD8A52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29B31-9B06-42AB-81FC-417C3AA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D835-11A9-4C11-8A92-FCE84AA8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F577E-F023-41DB-A00A-085246B5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src/workflow_service.py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5C79C-9871-4E61-9026-C5993BE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7F100-5C55-474B-A2A9-B86E0751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000EE-2D0E-4A6F-8254-82DC9325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54CDC-55CE-4804-A18B-966949BD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저장</a:t>
            </a:r>
          </a:p>
        </p:txBody>
      </p:sp>
    </p:spTree>
    <p:extLst>
      <p:ext uri="{BB962C8B-B14F-4D97-AF65-F5344CB8AC3E}">
        <p14:creationId xmlns:p14="http://schemas.microsoft.com/office/powerpoint/2010/main" val="78872869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41466-E547-4D26-B626-0CBB4F6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EB3E8-9306-4EC1-B8B3-84518E4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B90C6-9F21-443F-8BE1-F346BFFA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302F2-D51E-41BF-B76A-1DE86E37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E8215-6E02-4F93-83E4-C73964F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E7DB4-270D-4BF0-86BB-7C6662E9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21D58-45A2-453B-B392-5F0A56F2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2차시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20C5A-A45F-4F53-9540-AFF05405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88DF1-CD80-442A-A2C5-C1B4961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src.observability_lab import LocalTraceRecorder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trace_recorder = LocalTraceRecorder(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run_name="day5-agent-operations",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metadata={"data_classification": "synthetic", "external_write": False},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with trace_recorder.span("route_meeting", inputs={"input_kind": "meeting_transcript"}):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assert meeting["status"] == "SUCCESS"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with trace_recorder.span("route_code_review", inputs={"input_kind": "code_diff"}):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assert review["status"] == "SUCCESS"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trace = trace_recorder.to_dict()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trace["langsmith_upload"] = {"requested": False, "reason": "LOCAL_FIRST"}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save_json("02_trace.json", trace)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[(span["name"], span["status"]) for span in trace["spans"]]</a:t>
            </a:r>
          </a:p>
        </p:txBody>
      </p:sp>
    </p:spTree>
    <p:extLst>
      <p:ext uri="{BB962C8B-B14F-4D97-AF65-F5344CB8AC3E}">
        <p14:creationId xmlns:p14="http://schemas.microsoft.com/office/powerpoint/2010/main" val="196174077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120C4-B5D1-469D-AB22-8393C5F7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09200-D0E1-41A8-8ACA-B8F2904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67B11-EDA3-4CD4-B2A5-09E28BE7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7B7F3-805F-4D92-8643-7C41E6CF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C79E3-1D69-43F6-B715-75F8C196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4AFF6-6486-438B-94F8-1A05A86F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2E27-207D-4297-A683-28D6869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00320-732F-4624-A298-912A6C25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src.workflow_service --decision approve --out output/day5-trace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B0ECE-D3E2-4BDC-8BD4-D5762EC5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output/course-labs/day5/02_trace.json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0E8FD-A67C-43FE-97CE-584BF0F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trace.json 또는 LangSmith run의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36980751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8AE9F-9FEA-43F2-B99A-5B9595A9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FF28C-8449-4B8E-A842-6448E27D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6AE46-524C-4715-9790-119219D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528F3-5D63-4ED1-BFB3-837838C6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BF436-B2FC-4D57-9354-F7DD1830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38A5E-02B8-4D7A-90DF-273F036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14F58-38FB-4676-8014-599B6BAF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BA2B3-ADE7-4CF7-BE8D-04571DD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8DAEE-BCB5-4B32-8B5D-AD18F22D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"output/course-labs/day5/02_trace.json"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EEC36-ED54-41D7-B840-2A69052E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89926941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06612-FE98-4F09-BF63-445CEF42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D7A3E-7D55-4066-B050-5ECD4639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DC564-B5E9-4222-84BC-8E7161EF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74224-7E90-4726-B573-D32E3BB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D1DAD-8CCB-414D-8425-51DD612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96374-21C4-4F64-8949-98BB534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45A38-C5CF-44FA-895D-6C2BECA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2FD59-5B35-45AA-9804-0592EAA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C1C82-5402-4F1A-B0BB-7E9D1AF4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trace에 span 계층과 READY/HOLD 결정이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98622-EFB0-4B69-8475-E3C098DF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71ED0-D89F-4073-A42E-A1068FA2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DD802-93CD-4C6C-A0B0-B5BE06DD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3DCD1-1CD2-4EC3-9350-DD368981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25C3B-1554-4388-913E-74B4C49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93EDB-E8BB-4EED-B3A2-7A0C09FE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15774-A1AD-4B68-9445-911D9AE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EEDC1-99A1-435E-B19F-4B01CE8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B929F-89BB-4E96-9836-DB20AD5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69485634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14910-1D75-4512-AFF8-5052DB6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D75CC-8AFA-415F-9572-8D9B789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673A8-1E8A-4FD8-80A7-8437536C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4B953-E0F3-4B7F-BB09-E664EF2F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D12D-A1AF-467E-A28D-B4CE1A4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A6A6B-C65E-4C2C-86D8-03A4A638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1C31F-A40A-4437-970B-5A213680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9654C-4154-4B5A-8464-E07EF561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CE8FC-D85A-40AB-8FC5-0FC868A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C20B2-2B2A-4870-8164-6D8CA107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01B15-F8B9-4BC4-8D84-FCCA5C09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AF41D-36CB-4294-B0E2-A75A9D94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31607-0167-4042-8D06-77476E87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6F887-8D3E-45C1-A25B-8128E1D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CA6B3-C40E-446F-A5C1-DB52D06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1C7B4-6F39-4D5A-8583-7C996018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C922C-1003-47F3-A500-957018CD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C0F9E-4E5C-483A-BBB6-487FC33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local_only나 key 없음은 upload하지 않고 error code를 반환한다.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86167368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32A91-4577-41C3-A53D-B50AD344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17B39-C64F-43DE-927F-644A2290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A8239-220B-44D3-9E85-DA9FFD0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349CB-4202-4F52-B0C4-48639388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82CA3-6A4F-4B44-9087-3E1AFD07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7F4DA-952E-4890-AA3A-22C493D0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CEE5E-D550-4F70-87D5-37A9D20E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장애 문의에서 request ID로 어느 node가 실패했는지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9C36C-28B9-43DD-9D14-FD600979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E0848-40D1-4EB7-BA0A-6E0ADFB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D80A-BBA7-40ED-B985-D159A369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BF788-A4DE-4D22-9EDE-58EFCB44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BE735-15C8-4F9A-8DA5-3D653034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2856C-1DE6-4DD3-A5A5-4FB5CA91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장애 문의에서 request ID로 어느 node가 실패했는지 조회의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206DC-0BA1-4685-BBF9-17BE6B4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ABD6A-D491-4BF5-B643-E2640607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2691-DD61-42B2-993D-FB090F03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33846-D438-42CC-B8EB-F461E181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ECECC-D6EB-4CD3-82FF-D70B48E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84789-95DB-4682-A251-0E0EBA3B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75427504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3B4C3-EBBC-4E2D-90F5-FBA0900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0FD39-EFDF-4CD2-A178-9E5C6D8E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AFAB0-AE03-4325-A9FD-D7341B6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B3E91-61EC-442F-B3D6-1627C42B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EB9E9-5FFA-401F-9772-41DC1633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B2253-4291-4FB5-A2FB-14D3D50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EF9D9-0E9A-45FC-BAEB-15AACAB0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ACE43-0687-4E23-835C-F938214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CE098-3564-402C-88ED-C75CAECE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2693A-F1CF-4DA4-804D-01F609A0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raw transcript·token·고객 정보를 trace input에 그대로 보낸다.의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85AFC-8471-4921-93D3-745686BA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63069-BD9A-4278-9B15-D880D09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7DC07-F272-4B97-ADA4-527D9F1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EDBA7-75F1-4F01-B5CB-B828CED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F96F0-9EE7-4D9A-B435-998EA92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338D1-A9F8-4349-9326-32B74573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 node에 latency·status metadata를 추가하되 PII payload를 넣지 않는다.의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F1887-252D-4B01-83AB-5C28B5E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76E22-2070-419E-84D6-E0E20F77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411E2-64C3-411A-9AA9-D6FD24C8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69521394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8B9EF-31FF-4559-BC75-886B99A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49DCA-DD80-4184-A2F2-3168C2A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226A4-E75D-4A6A-94E7-148F7EB6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8B322-CF73-4906-AC25-03F388F9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1D740-53EA-4EA5-8FF7-A700066B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46DA4-C5ED-48C2-9EBE-DB9A6AB9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9102E-F2F4-409A-AFC0-BD60473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62EB2-1DD6-4035-A2B7-858317F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50A14-E433-44BA-9C42-9AEBAA9F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trace에 span 계층과 READY/HOLD 결정이 남는다.로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09B46-92AE-4497-93C5-3C29F853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399AD-C152-4205-9786-B12B4681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8489E-EFD0-4AAB-8F80-D6008A7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LangSmith Trace 구조의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951A5-379C-4038-87C1-BB147846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366F7-16B9-4076-8C5A-EC2AE7A4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C8B7C-CB69-4AD2-85C6-064F1B3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raw transcript·token·고객 정보를 trace input에 그대로 보낸다. 발생 시 trace.json 또는 LangSmith run에서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72621-A956-4D50-B13A-DA24C607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1E7E8-8798-4BE8-A3D2-379CA497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BFDFE-CCDF-44B0-9F86-5DCBF09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63823829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51FAD-6F18-43D8-9968-06A2568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C47A2-2F42-4254-ADD2-4DA80E6F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DD473-AD82-40F5-A72A-4A6B24F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C9A83-BF4E-4E32-85BD-3246CC6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AFB2B-298A-43DE-9690-F691832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CDE66-B82D-4D96-B25B-017C3A3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AC86B-EA15-47C4-8BD4-78EF7E2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5EB2B-EB27-466A-94DB-6A32196E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4C3F0-C29A-4EFF-8D4D-62541C5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LangSmith Trace 구조이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A69DE-B1DE-4590-978A-892ED3E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608E0-C174-4342-BF59-C2523EC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8704-185A-491F-BBA6-6CEC4A67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src.workflow_service --decision approve --out output/day5-trace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0059F-520A-4283-89E7-3CC101FD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E080D-D6A9-4340-BA89-686D2419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9F8F2-D190-4114-A4C4-B380F937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trace.json 또는 LangSmith run과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8217C-E2F6-4326-A68E-658C5E07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운영 Metadata와 Monitoring</a:t>
            </a:r>
          </a:p>
        </p:txBody>
      </p:sp>
    </p:spTree>
    <p:extLst>
      <p:ext uri="{BB962C8B-B14F-4D97-AF65-F5344CB8AC3E}">
        <p14:creationId xmlns:p14="http://schemas.microsoft.com/office/powerpoint/2010/main" val="110644531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F5943-ECB5-4F71-B944-18E0A362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7B1A8-9F8D-4DC3-9A81-4FADB1F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운영 Metadata와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C51C4-3667-4782-97A9-31C9D121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3차시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AEC87-7E3D-476C-8A69-70B9C11C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10:40-11:30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7FF2B-DFA4-44FE-AC4D-B3BCF18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Tag · Metadata · monitoring_view.md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2E7B7-2A89-490B-9660-EAAFB87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D481F-C67F-4B50-B6F2-93F18E7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7EBC3-6E6C-4301-A765-1DD3241F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운영 Metadata와 Monitoring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64864-8E96-475B-828B-25C7B851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495AD-846A-46B5-9136-A03994C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A733B-BE12-4550-9208-A110D0C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7D5E4-41A8-4E90-B9DA-91730429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monitoring_view.md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3BA1C-9330-4897-A2EC-E7D64CC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3차시</a:t>
            </a:r>
          </a:p>
        </p:txBody>
      </p:sp>
    </p:spTree>
    <p:extLst>
      <p:ext uri="{BB962C8B-B14F-4D97-AF65-F5344CB8AC3E}">
        <p14:creationId xmlns:p14="http://schemas.microsoft.com/office/powerpoint/2010/main" val="177421340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15E55-7321-4226-B0A1-1A98FDC8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4C4C7-1358-4C9C-811A-1E399FB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22352-09C8-47A6-9298-9E1FD85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AD665-54E5-4362-83A8-208C0CEE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8C65A-F621-499D-A7C8-9DDDC530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B0D9B-40BF-451D-ABF9-6F06F10B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F1A7C-AE60-4F63-8DF3-60FA4A9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7C756-D0FE-45CA-95EA-80F1ACE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1F46F-EAEE-4777-942A-AD64503F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trace.json 또는 LangSmith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02970-6C49-428A-AE84-52086832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112E6-EBBC-4404-9E5C-C1D1CB8D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98731-7753-460A-8416-317DB43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7791A-12BD-4157-A5BA-3667748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FB12D-6FFD-4FF4-B8DB-A489291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4BCE4-01F9-469D-B4A8-8EB4F768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1554E-DB69-4569-83BB-215D39CE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4667D-505E-46A1-ACB7-63A44E03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2179A-FAE7-4064-B5B1-A51C87A2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</a:t>
            </a:r>
          </a:p>
        </p:txBody>
      </p:sp>
    </p:spTree>
    <p:extLst>
      <p:ext uri="{BB962C8B-B14F-4D97-AF65-F5344CB8AC3E}">
        <p14:creationId xmlns:p14="http://schemas.microsoft.com/office/powerpoint/2010/main" val="212340087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A6290-BAD8-479D-8AD6-4A3F862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8C43-5552-4F24-BE60-C0DC6C0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F53C2-F6E9-4403-A7F9-FE66496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4C0FC-0E10-4554-B8D6-18641F2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82922-E914-4A5A-AC97-E5C10A2F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5E831-E059-476A-83DF-0FE680A5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평균 latency 하나만 보면 특정 provider와 실패 유형의 꼬리가 숨겨진다.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CE305-6F5D-4B9A-9BAB-7BE62834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tag version에서 monitoring_view.md까지,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1081C-1B33-4335-BADA-FF209C9B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58D5E-0162-4D4B-A49B-D5E69AE1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monitoring_view.md</a:t>
            </a:r>
          </a:p>
        </p:txBody>
      </p:sp>
    </p:spTree>
    <p:extLst>
      <p:ext uri="{BB962C8B-B14F-4D97-AF65-F5344CB8AC3E}">
        <p14:creationId xmlns:p14="http://schemas.microsoft.com/office/powerpoint/2010/main" val="72561317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1D0F5-46FA-401E-8B44-7AD36C7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68080-3857-41D2-BCCB-64037BA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F099D-65ED-4B9E-A051-66C02BB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50B15-4977-42D9-A08B-4D24C969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BE54E-E932-413D-9C52-60BB84FC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02C29-3AD5-4AFC-A888-376C3D7A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4816D-F32E-4AE6-83B7-B1C7337D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34B44-7025-40D5-8487-B144B33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status·error·latency·provider·cost metadata를 비교한다.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956A9-F286-4DBA-AFD7-DB88A156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1F117-FE2A-4D8E-AB27-8065DB3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AEC91-1714-45BD-900C-9D777F9D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trace만 보고 HOLD·reject·fallback을 제외한다.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56B11-5FCB-42D4-B68D-100A572C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6EE62-908D-40F8-AB0C-7EE12A62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F0498-C512-4E2B-B87F-E3BBEB3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2505336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4BA0F-C3A6-438C-BD0D-5BCFE690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E81EA-FCA4-467A-B3BF-4B1B397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9FCBB-A81F-40E1-8EAC-38D246D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D166E-36E7-4C5D-B661-CD982EB3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CC441-71C2-4360-915F-F30F5505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AF39D-E042-4530-9437-793A5332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221B4-BC68-48D1-AAC3-0D35DE06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20A77-08D9-48E2-B394-D892073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91525-0BF5-43C7-B23E-B2D7790E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3376D-CA57-4CCA-8282-F55DB515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C81D3-C9F4-482E-8F5F-B2F5DC3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AD5F8-DC79-4BC0-B926-3078E6B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AB8AE-A42A-479A-8ACF-20C4B0BE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6ADEF-1389-4489-A1AC-938B760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실행을 분류하는 짧은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0040A-51B0-4BF7-AFF9-4773D6F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A0EE6-2E5B-44F6-9959-463F810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161BC-3617-44A2-B977-2B97F23E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20E3D-A74A-485D-BC51-AFF2CF9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조회·비교용 구조화 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21BAA-0DE8-4F95-A589-66BC6573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E9444-5D0D-4486-9965-0EAF8F97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1152C-D313-48F7-98DA-EA3D0AA1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44BE2-726F-46B5-87B7-63E9468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요청부터 결과까지 걸린 시간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3F015-C524-4AB1-ACFA-3F25838A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CBDFB-A4E6-464E-AEBB-5768FF09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9B060-FAD4-402D-AF5D-02C7926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3A521-05C7-4FA6-A0E0-66B4119B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token·compute 사용 비용</a:t>
            </a:r>
          </a:p>
        </p:txBody>
      </p:sp>
    </p:spTree>
    <p:extLst>
      <p:ext uri="{BB962C8B-B14F-4D97-AF65-F5344CB8AC3E}">
        <p14:creationId xmlns:p14="http://schemas.microsoft.com/office/powerpoint/2010/main" val="2369339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446E7-A957-4048-B33E-5407212A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4BFFA-9691-449A-87C7-928B48C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5BD9F-CB62-47B8-A93F-81A306ED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74160-6A32-436F-8A54-03A502BC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2DCFA-D8C2-4111-929F-FA13CC9D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0F8F8-6C56-4333-AE00-69D807AE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A1537-E778-40F0-B689-23B6A626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AAFB0-F460-4BFC-ABF2-7383311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44250-AADA-450A-93F5-2E95ECE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AE2D2-E2B3-47CC-9948-4057AF2C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CC31C-60CE-43F4-9F61-EC1B6113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tag version → provider metadata → node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3FB23-BB75-438C-99AC-CA4EF4C1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7E747-59A1-42AF-BE6C-AE4EDAA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F6ED6-5FFA-41BD-B47E-49CF1FC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E5241-28C1-417F-86E5-789B18B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DB13C-AC22-4E42-A312-3B2BD991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1D6D8-1539-41D0-9EFA-84C8BA9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</a:t>
            </a:r>
          </a:p>
        </p:txBody>
      </p:sp>
    </p:spTree>
    <p:extLst>
      <p:ext uri="{BB962C8B-B14F-4D97-AF65-F5344CB8AC3E}">
        <p14:creationId xmlns:p14="http://schemas.microsoft.com/office/powerpoint/2010/main" val="82884953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B9862-4022-4BD6-A52C-D909BFB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7A58B-6DF4-43CF-98CF-738142F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58B25-EA04-48BF-B7C4-42C667CD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52732-2E2E-4B3C-BD98-2633B422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6D6F0-B442-4DC7-9383-06D8C01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4E671-2EF9-4479-874E-5509BF3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3EA09-576C-45F3-8A2F-2894DD9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CEAD7-D068-4723-8471-806E5B0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2EACE-A698-40C5-9D58-E8971E19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tag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ECE71-A405-4C95-92DB-759100B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ADE06-BD59-48DB-A4A0-067923E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45B93-6232-471C-B0AD-035724CD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36C93-EE30-4005-941C-DC1B7383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5AA77-888D-4F61-A74C-63AE1F8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9FC26-9EF6-46B4-A75A-CA867BF3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5ACAA-94CB-4CE9-8795-9F4597D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2F159-0AA6-46A4-B37A-19F6A956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5232A-DAA8-49D3-A3D4-3DF9069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4DEB9-5D13-4063-A5EC-4B18E87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D5086-A281-4F9F-8D95-7F74F1A2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64876-40F5-473D-8D99-302D724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READY/HOLD filter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01080-5F9F-4569-A7EE-2F88A07E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monitoring_view.md에서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4787080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7EF01-37C6-4D07-8E51-E3171581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AA516-8FB5-46F7-9104-1096108E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5FB7C-C5E9-4FAC-A5D3-78D67392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5C35D-350F-4997-A17A-F8CFA18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DC4EC-156B-4D3F-87DA-DD50E246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C6D59-1E5E-4510-AEE7-86E89B41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F5A9F-4AA8-4203-9777-51A143D7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869D0-7757-41F8-846D-8151AF02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5511D-D83F-4F36-8229-3345B46B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155CD-CB4C-4B15-93DB-43731F88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F7185-D4A5-43B4-8F6B-A5B9E99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30EA4-4F1C-4F11-834A-95AAB2B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77232-7022-4E4F-A40C-15A583AB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9C8EC-DA67-4370-9A71-985ACEF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FEDB5-3DF4-4734-BEF3-5E8ECDE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FAE12-8F0C-4EB3-A509-A2A6063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DB23F-E5CA-43B5-A8C9-A0813D0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식별자·monitoring_view.md</a:t>
            </a:r>
          </a:p>
        </p:txBody>
      </p:sp>
    </p:spTree>
    <p:extLst>
      <p:ext uri="{BB962C8B-B14F-4D97-AF65-F5344CB8AC3E}">
        <p14:creationId xmlns:p14="http://schemas.microsoft.com/office/powerpoint/2010/main" val="10078268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65574-0449-468C-B6A4-2460F6FB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F162B-2F19-4308-955A-46A77253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13614-1999-4BC2-8353-77AF8AB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CD49E-5523-466B-8620-ABC8CBE8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E46F1-05B4-422C-AEDF-463E43C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249AE-B5D4-4507-BB77-84DA6DE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1C57A-0BB5-4BE5-B6FA-E3D7DBDD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612D8-BCB1-4342-9E53-B302F02B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4E043-B4AE-4A0C-892A-401B472B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AF7E7-A047-4A11-ABDC-CE1CE0E5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F932E-6030-4F15-AB24-27B9269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D4791-36FB-4362-8EE9-A8FFB85C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B7DD1-1FA9-4697-98D9-F5593C72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6D67F-49BF-4A89-9E90-067D659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15154-0AEA-4F61-B890-1CC6D2AC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419E4-1613-4C24-AAE4-EA032A0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CE249-40A9-4ACC-9906-6CCB87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A01C2-F344-46CD-9D70-82F69560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</p:spTree>
    <p:extLst>
      <p:ext uri="{BB962C8B-B14F-4D97-AF65-F5344CB8AC3E}">
        <p14:creationId xmlns:p14="http://schemas.microsoft.com/office/powerpoint/2010/main" val="5947065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4DB63-D50E-480C-8B90-73FD99D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8895C-A28C-4724-85F8-9C62AAB4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6E8EE-0C16-4FF5-B54D-C8591FC8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8BC71-1E69-43F0-9BBF-7DF3D005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F615A-C183-42FC-83D3-790D28D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F2115-BE37-4375-AF80-1CD8677D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A7AB1-3A67-4AD5-AC7D-F9709FE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41D0F-4428-4C30-B509-BA1B90CA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실행을 분류하는 짧은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949F3-0BD4-4A92-BD86-B17F3830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9B604-F962-469E-9417-1F53B21B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src/observability_lab.py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9C528-DA53-4641-A6F8-1CA370D6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592FB-B926-4E13-AF98-FC87F12B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조회·비교용 구조화 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0D583-88D9-468D-8EDD-68A2ABCF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5705E-8AAB-4DDD-9088-5065E9A6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output/day1-workflow/trace.json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3B56F-0BA8-42E6-98A1-54E9269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42910-DA07-4F67-A4B7-A60B616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요청부터 결과까지 걸린 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75E22-D1B5-4952-9230-F57E3BF0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4FC0E-E350-4035-BA90-2C701E16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materials/day5/day5_service_lab.ipynb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75582-2B24-4BF8-9AE1-44647B21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91E34-7308-4806-BAE3-94D6C454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token·compute 사용 비용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1E7D7-180E-424F-B1C6-3AD6F02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2B5B7-D56E-4797-A61E-D3BAC8FD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</p:spTree>
    <p:extLst>
      <p:ext uri="{BB962C8B-B14F-4D97-AF65-F5344CB8AC3E}">
        <p14:creationId xmlns:p14="http://schemas.microsoft.com/office/powerpoint/2010/main" val="32454660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31E330-38C8-4AB5-AA26-256E1FE7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E4155-F943-4B98-A0CB-E35D22E1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41EB0-0847-49BD-AC58-7F37D38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2686B-D272-4651-9EF2-806D408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A44B0-F872-477F-BB7F-610C6BFA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43553-6C08-4EF0-8E33-C4CD7402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2ED71-28E2-43F0-9D59-0F72946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2D6E-A150-466A-8D29-8F9055D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BC9EA-11A1-4447-922A-F9E44AAF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BD0A6-2110-40C5-B431-9C2761A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54366-E307-40D7-9E0E-918E5D1A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62073-5541-4F47-B739-E4F6253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EBEC-2202-4E9F-9D9B-374B20D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6E5BF-B94C-42DD-9B89-6A5ADF5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FE67E-4125-440F-A198-F69DB74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2C21D-19ED-4ED0-A116-F0B4594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tag version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69D8-5E29-4A9E-BAE9-7BE34D8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306CA-EDE0-4853-BEAD-6CE35843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34738-4D41-4A19-9F48-06C6528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FE834-18DD-413F-8FA8-352CAFE9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C400C-2241-48C6-B47F-31EC7DB9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8B1A6-6F2B-455A-B08D-A2839FC2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 metadata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4F217-041E-45F8-B1FD-ED86A5F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687C4-0688-41B1-82A5-C2277EF5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B797F-E20C-4503-AECB-3684887E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EF101-5B47-42CD-B1A4-D6E204A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A5D17-18A0-40FA-A3A8-613CCDF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AE360-1859-4C6C-8182-213F94DE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node latency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F4414-5D8E-4F1B-8B6C-E903778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D9F15-2109-45B5-BE8B-3D19404F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ECFDA2-28AB-4B3D-9E56-98BBDA98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DAAB5-7F26-47F8-87BC-1283BBE5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72F7C9-4822-4D57-98C2-C398210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9F92D-1EF4-422A-A66A-7F38A82E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code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3F8CB5-B8A9-4B16-9903-D1494A7B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9766E7-C07D-492D-8864-076DCC09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8685778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B9824-2E91-440D-9CCF-8479443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A8CBE-46B3-4901-B8F7-35E26E2D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8D55-A4A0-4AC3-A8CE-9A7C5888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70D17-DA4A-4BAB-A6BD-07365432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8124C-8349-4564-88EB-9A01F4E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60C66-9FF6-4CAC-9869-47226C6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DC488-4587-418C-81D7-7AABC226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97BA8-A2A8-4B88-8901-A16A0B06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66E7A-30B7-410E-8C36-934EF739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성공 trace만 보고 HOLD·reject·fallback을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310FC-A7AD-4FAE-9D8A-18A8CD32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77FD9-A258-4365-BC0B-7742DEC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trace만 보고 HOLD·reject·fallback을 제외한다. 상태에서는 monitoring_view.md을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0B379-4064-430F-BF8E-C6BD3288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1349107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CDD08-8335-4AD5-8845-49EF378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A1445-692B-4098-8B73-7457903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06BFC-34E3-4A61-B05E-60118B87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37494-3ABD-4EFE-BBD4-5585C38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C3291-2F7D-4628-8824-47C5785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25A1C-11A1-4477-A970-8A405B3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D4472-D7F2-4166-BB53-7360FE3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E8F5-A12C-4F60-89C2-3C375353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4F22B-C2CD-440D-9B97-E4FCDFE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오류 원문 대신 stable error_code와 type만 외부 trace에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22062-5155-4497-A591-43853074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DA45B-3BE9-4A65-A1CC-CDE063D8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24810-9A50-4475-AD4D-C19CA800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성공 trace만 보고 HOLD·reject·fallback을 제외한다.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7AFE4-3B97-402B-8518-19AB394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CF7C5-359C-4CFE-9C97-51FEC3A1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9DD43-76BE-4DA5-AB0D-D8074EF2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status와 fallback_reason을 같은 dashboard filter에 포함한다.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0C246-2112-4503-9ED9-EFD6E0B6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E3A18-390A-43D2-8F6A-6BB50596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8A273-9453-4B35-B53B-71FAB0A2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monitoring_view.md과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97700308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6D27C-B20B-4CD8-9A55-F53403F7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FF1BD-CA4E-4686-ABA3-2A3E3CBD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80871-E78C-4F69-A787-361901B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F3F17-093A-4F5F-84D2-721FEFB5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1D0BD-2D63-4111-885A-AE87D00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CBA2-26D9-4A8B-9138-6A73820D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d1f4594d64838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6FF85-8F3F-4E1F-BADB-BDD283A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output/day1-workflow/trace.json의 책임을 찾고 monitoring_view.md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9767C-6280-4F2D-820B-AE756E98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Metadata와 Monitoring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51784611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449AC-A1C7-4DC2-82D7-FEEB81C7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1297E-FB70-4A47-A778-083961EE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62CDF-D700-4B61-B091-00EAC078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3FDCE-A40B-4A21-8A50-09A19B2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C7502-C8CC-476C-9203-8B5F0A73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D0FB9-4BF1-4AC8-A969-3A56EEA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FF16-90C6-478D-BB75-669CC7DA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78707-F301-4F45-A057-FF142E8C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3BB90-4F62-4F41-8C90-3B99B484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추적 field를 늘리기 전에 운영 질문 한 개와 필요한 metadata만 정의한다.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B36CC-A329-4136-8E8E-A82FE9AC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AE3CB-73FF-4142-9722-C6D5E352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08CA0-7D3E-401E-ADF0-9C209A76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F0CFB-C83B-4C1A-B869-9FC5A98B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F8C60-4B7F-4EBB-A742-36E0645B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E9E5A-B0B9-460F-BD7B-40510F94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66C9B-E6E4-4D17-B15C-08D701AF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A518A-DB4F-4A95-9F74-DD831A7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C38BF-41C7-4893-9E2A-97BCB7E5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34235019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6F90F-34CE-4713-AE3D-4B9B73E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5EC4B-610B-4439-B12D-86FD6C3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F807B-5ADD-48E8-8AF9-CEEF448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6AF9D-35BC-4CF6-B4BA-51417867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61A72-95A1-4FC1-93FA-24945A1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C2BDE-BAD4-4740-A0E0-B44C4AEB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068FB-A302-4753-8440-67491F3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DE0A3-5901-4945-985A-D598003F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643A8-D7C8-4FF4-9E3F-2EF38028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13298-1B73-4FB7-9CA9-06DBE174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AD132-126E-4205-BB32-ABFE526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9D649-CFCA-42A0-A316-12443E09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6FBC7-11FF-4DAC-8001-9F47032E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E24F3-4912-4DA3-845E-AAA49A75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48D47-B91B-46E5-BA95-1779BB0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48F0F-96C1-4798-9FA9-B96809C0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BBA36-7F28-44BB-9B1D-544D2B1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6762C-140F-4DF0-9996-88D7DAC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A5198-374F-4079-B9BB-EF7A4FF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FE17A-2664-4864-99B5-E2EF8E3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318F2-D9FD-4EF6-955C-49106355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38605-785C-4157-BA44-3B16110C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12579644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2931E-19C6-4155-96A0-EB71C5D5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84D94-CF6D-4F41-9272-3FF37A0B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3B89E-6048-4FAA-B159-5651F24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A0EB5-C8CC-4B1B-9420-948CB946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8C1AE-B6A6-4A34-8882-1E81783A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660EE-2EBF-4061-BAA9-28B54AA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D8119-D3A2-4143-BC68-321136A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8E113-4159-4F57-ADD7-41D46A97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AFA45-7E94-4B1E-8954-64C52CA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3DDA3-437E-46D6-A88B-07E7061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3ABB9-8F92-4975-AC93-30AC5A50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E6EE9-1310-48E2-83AE-1C45B43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output/day1-workflow/trace.json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C38A8-5C33-4BE9-811C-3E1319C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1430A-BA33-417F-BD70-4AB4F973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C58E8-AAFA-49B2-9748-86303860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tests/test_observability_workflow.py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F4160-845A-4934-855C-4BDBB272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E0561-8507-48F7-9F9D-5E91906A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E4555-7325-4924-8CC9-3BB93A9C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provider_used와 node latency를 필터링할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12794486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55173-4051-409D-9D7B-226BB382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6FE77-6878-4EB3-A113-A4A24B09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41AD7-2D41-480F-AAD2-EC8DD6E0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5679D-8344-4083-A60C-07F8FBC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B84B0-0A8E-4587-9E6E-C3DBF29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C4BDA-9DCD-475A-BF84-937186F4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61962-91A1-4988-89FA-1916ADA1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8AA0B-E51A-4EAC-B115-BE58E62F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C921B-9F4D-4170-8D53-9637C39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tests/test_observability_workflow.py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713D4-A15A-4E33-9570-CC0CDEF8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8F371-5DAE-4B73-8DBE-C786F0C1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99142463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0C6EA-5795-4C9B-96BF-A439515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03_monitoring_view.json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7ECE2-C534-4233-A47B-63EC27DE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A2641-042A-432E-BED6-334BE731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B7F2F-C95B-41D0-9CF8-31C8464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83843-9682-4741-BBAF-28C7688F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C6426-1219-4FD4-88C4-253D95E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EEEA8-510F-40C1-BC46-2F6A22CF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17F7A-2310-41F6-BF18-1AE5CE27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"run_name": "day5-agent-operations",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"status_counts":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"SUCCESS": 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"ERROR":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"latency_ms":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"route_meeting":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"route_code_review": 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"filters":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"provider_used",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"error_code",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"fallback_reason",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"decision"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"raw_content_uploaded":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944426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CE8A1-992B-4615-B2BC-74A83A0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FD29D-CAD9-42B6-98FA-E11E8EB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A3617-5FEC-4C03-8318-83F9CB00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7D067-1E4D-4A8E-A043-DF7A9E54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E3672-EC5F-4ECA-8CAC-62CAF72D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1E78B-8865-4387-A03C-317A9B2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E7A8A-1F94-4835-8F41-02DA8D9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44F0E-530E-4890-9B16-70EED7B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4A478-6353-4613-9718-8F91ABE0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AD11D-8505-404C-BA58-E460661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0E8EE-F784-4AEB-9EB5-6327DB9C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status와 fallback_reason을 같은 dashboard filter에 포함한다.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E6F2D-405F-478A-9686-FFB24CA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오류 원문 대신 stable error_code와 type만 외부 trace에 남는다.</a:t>
            </a:r>
          </a:p>
        </p:txBody>
      </p:sp>
    </p:spTree>
    <p:extLst>
      <p:ext uri="{BB962C8B-B14F-4D97-AF65-F5344CB8AC3E}">
        <p14:creationId xmlns:p14="http://schemas.microsoft.com/office/powerpoint/2010/main" val="135692642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2F49D-3D50-4E35-B99C-27338212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F5D21-2D98-4161-A19C-47C61DA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84EE2-D575-4869-B4DD-6B84E61B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35B16-6F7F-4CB4-8053-9FB3469F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424D8-6B12-403B-8269-C49B4025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1FF52-7224-42B9-B29B-97A8A98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72DCF-9FB0-4E83-8FE0-CE3EF037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DF70A-1015-4014-895D-0DF90FE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output/day1-workflow/trace.json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64ED9-1932-492C-8BB5-9F2C5B1C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B4CEA-30AA-4036-B537-FF6C4F03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48948-9219-45F5-AE51-C0F644F4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D5DF0-FF9F-44C5-9DE1-CEAB540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저장</a:t>
            </a:r>
          </a:p>
        </p:txBody>
      </p:sp>
    </p:spTree>
    <p:extLst>
      <p:ext uri="{BB962C8B-B14F-4D97-AF65-F5344CB8AC3E}">
        <p14:creationId xmlns:p14="http://schemas.microsoft.com/office/powerpoint/2010/main" val="7721114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2AD69-1161-4B5E-88D0-DE245968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3B8FA-E95A-4075-8A75-CC221517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8B4EF-D8B7-4280-8D31-E0F7BCCC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5C66B-E5FB-443E-84F0-D4CE00F8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749F6-7E02-459F-B567-DF07F12A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291DC-0D6A-4090-9ED6-A2886FC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5B49E-5BE6-4595-96DF-009A3103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3차시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190A8-75A9-4BAF-ADEA-7901418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C74D8-31FD-4762-A1CC-184AF628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monitoring_view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"run_name": trace["run_name"],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"status_counts":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"SUCCESS": sum(span["status"] == "SUCCESS" for span in trace["spans"]),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"ERROR": sum(span["status"] == "ERROR" for span in trace["spans"]),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"latency_ms": {span["name"]: span["latency_ms"] for span in trace["spans"]},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"filters": ["provider_used", "error_code", "fallback_reason", "decision"],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"raw_content_uploaded": False,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save_json("03_monitoring_view.json", monitoring_view)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monitoring_view</a:t>
            </a:r>
          </a:p>
        </p:txBody>
      </p:sp>
    </p:spTree>
    <p:extLst>
      <p:ext uri="{BB962C8B-B14F-4D97-AF65-F5344CB8AC3E}">
        <p14:creationId xmlns:p14="http://schemas.microsoft.com/office/powerpoint/2010/main" val="125260524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11051-313C-4B03-B8D7-8F9AC3B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6B638-8B80-4034-BB87-C3D00764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197C3-7354-43FB-AD63-1C2B85A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7F5B2-6983-48AC-B1AF-B335713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400CC-3861-4F87-AFEE-CABF37AF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78EF-D140-4F7B-A947-9EF1718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9A742-1528-4424-9CFF-4C8828B3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E5EB6-AFAD-46E8-9D39-97C9723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tests/test_observability_workflow.py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83674-80F7-4C49-BD89-382A7B2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output/course-labs/day5/03_monitoring_view.json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2B54E-D66A-4648-9EC4-2B44D663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monitoring_view.md의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74645472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93535-0C27-4376-AD91-0655C28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56476-FBAF-4448-80EA-D00DFF2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9894A-D91B-4905-8A69-A0FC8CE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3081A-25C4-49E2-8511-2933501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6A320-63B5-4AE6-9780-7E978CA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C9EE4-25BB-407D-B7D7-B9A12D08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1A578-6CB5-4ED0-80ED-7E17B80F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4C8FE-3E29-45F7-AA68-74551DF8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0A68B-91B9-4B57-BAAF-45EDA87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"output/course-labs/day5/03_monitoring_view.json"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B6ACE-B208-402F-BD5D-0F032DC6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52534821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BBAE2-D74F-4697-9E6A-26B8881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21E75-C8B8-431F-8C90-4CE370D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46BD3-D0A4-42FC-BCA3-1AF3297C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AE1A1-0B1C-4A42-98D1-F215D3B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DE2ED-464D-4C21-8559-F04AEAE8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A1120-C74C-4C8A-B617-8B2A7E9D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3FF9F-2204-4A8C-9E75-48202D2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60841-DA72-4EB2-9FF9-D2B6B56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72BFF-A507-4AC1-B2D5-52DA9B5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provider_used와 node latency를 필터링할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B234A-ED65-45BE-92D0-936B7199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F7E03-3727-4293-89E5-52817A35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7EC07-7E14-4E46-93CE-2FC649A3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16453-4C03-4C7D-A7FB-03A35633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0B9D9-1DF7-46C1-87AC-BC20D5C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81B91-2B2E-4596-BE96-1E173C9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B7BA5-7C04-4C4F-AB63-25758B53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6CC31-5D6B-4573-9A9A-BCE62FC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A7DFF-7E9D-48B7-9D68-790F7548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15372477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93D94-32A4-4DDD-BE34-1327ADD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0F6D7-AA16-44AF-9B1A-B703EC67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1A435-AD7D-46D0-AB9F-9FE1397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B476A-F4CB-4954-8371-4E23135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6F38D-70B0-4ADE-A5F5-CEF617F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9E6AC-579F-4829-8F15-4E79882E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2C3D0-9E26-4969-8AB9-076F0748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3D35F-43D0-436B-9F5A-B3B15D2C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D732F-DFCE-4173-AC6F-57089BDD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40930-95C4-45EA-8F9D-2F9C559B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852E8-6965-4056-93CF-C7BF2592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7DF4A-D539-4A26-8696-8E086ADB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57BBD-14D4-454C-9FC2-D832034E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819F4-21A1-4354-B058-BBB4125D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062B5-338E-4F09-861D-F0506822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FAA46-7C11-44A8-99A4-BA766DFB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026BF-1EE4-4864-BF4A-E3884854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EB20C-1486-489B-AEE9-1CC8C14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원문 대신 stable error_code와 type만 외부 trace에 남는다.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65172171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1CD4E-384F-4894-915F-9ED5C349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1B006-4CAF-4DDE-B317-AE7FA4C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34D9D-8090-41EB-ADBA-070045B7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B4A3F-1DF6-41F9-A9EA-A3C85FE0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46569-7AEC-4671-9574-74D5A49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90292-79B4-471B-A16E-8B6017DE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17429-0E0A-4D40-BC96-5E673545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모델 교체 후 latency·fallback·HOLD 비율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1C1E0-FE31-4313-A054-826142FF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DB497-AA27-400F-978D-53803D4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F47F9-8012-4EFF-9065-A52CC72A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4056D-75DA-497F-BE95-611CA04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E25A-ECC8-41E4-9969-7E4C6FA5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B8C22-5C1F-4808-AEE3-38F19D1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모델 교체 후 latency·fallback·HOLD 비율 비교의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0E4F3-B49E-4267-9EBE-9312874E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315EB-ECFB-42B9-9AD0-6935F52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1D99D-111B-44A9-86A9-F907BCDA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3F908-38D1-4F4F-948F-EFAF3894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84208-AB8C-44FC-8135-AB46C85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67763-71B6-40F4-8A92-977F70C3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196013507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0B95E-8A8E-464A-A4A2-A64D4D4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63876-4397-4866-8A64-0728326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2985F-082D-4E47-85B8-D21F484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39679-C0B4-49BC-91B2-EDCC359E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43C0C-0B67-451E-8B63-21ED574E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AFF33-DF78-437A-91AF-1D1F9385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D3938-95C5-4D26-9E6B-88C1BCDA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2A0B8-E4F9-40DB-8248-AF2AB8C9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ABD5D-52A7-4B70-B43A-5500E8D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16058-7616-4CE0-BCEE-42FF3F68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trace만 보고 HOLD·reject·fallback을 제외한다.의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999F7-A0F6-4B64-AF00-83A64F0C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1BBDA-D071-4EEF-89FD-B154B7B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61601-3648-4750-AE7C-7349F38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529A0-A184-4490-BDA5-575AD615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BC6B2-F193-4361-ADB1-D8E7E94C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442D4-8CA1-454F-9C2D-FA40DAB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추적 field를 늘리기 전에 운영 질문 한 개와 필요한 metadata만 정의한다.의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290C4-EDE5-4741-869F-088531A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F7163-9811-47F0-9C61-41201FD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19299-06E8-4455-B907-B83F354C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856493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ACEC6-3750-4E72-BC70-14FE376A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2F04E-CCCC-46A4-8C12-73D918A2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B607A-D1FE-4454-B999-EEA4406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3FCD4-986A-4230-AF26-DC17D9F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3037C-120C-4C14-AB21-D1040359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1B3ED-A7C5-4EDB-BEAE-0CF4B2FF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7E9F0-DC5C-460F-8488-A4874525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408F2-23B6-4E8B-807C-3A3A74D6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B2955-105F-4207-A135-8EF1BB22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provider_used와 node latency를 필터링할 수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447D8-3789-48D9-A69B-4EC5D4A3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E8CC0-8319-4E62-8ED4-9E145E32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6F5C2-0D64-404A-8E50-DF45BA30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 Metadata와 Monitoring의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837B6-A3E1-4502-AD69-C9667D0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6F85E-B7FF-48BE-BA4D-5421D2D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D9641-93CB-4E13-89E7-B2C1C4DF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trace만 보고 HOLD·reject·fallback을 제외한다. 발생 시 monitoring_view.md에서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411D2-2763-4DC0-9F4B-A25D60C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AF6D5-D09B-4B60-A9BF-1EF1CAA9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06CEC-A2BF-4249-974B-B4AB35BE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07529934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869E8-4C4B-48D4-B273-6E2E8CD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12B1C-28E9-442F-8DC5-ED0BB6D7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C1743-9995-4B71-ABF8-2BA92CE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8E15B-A3A0-44D5-9415-917245C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DC051-C3E4-4D5A-875B-16E69B39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DFC9-B39B-4FDE-A456-4C573132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E740C-5F15-4861-9F8E-469A7CB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15604-2A4F-4D3B-A458-695032B2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11FF-5135-44B2-8273-BC6897C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운영 Metadata와 Monitoring이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5A427-54F0-4E3E-95B0-078305C8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F82A0-F0B8-430E-9736-CC191FE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B9DA8-2711-41A8-96CD-D47470C8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tests/test_observability_workflow.py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2B5A2-E2F3-4E8F-90DB-E942860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CA2B9-3F4C-4808-8656-D2A36EF8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3E44E-5FF8-4FC8-AA8A-585CB72F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monitoring_view.md과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DA84B-55A6-42C3-AA24-167FF395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Dataset Experiment와 Release Gate</a:t>
            </a:r>
          </a:p>
        </p:txBody>
      </p:sp>
    </p:spTree>
    <p:extLst>
      <p:ext uri="{BB962C8B-B14F-4D97-AF65-F5344CB8AC3E}">
        <p14:creationId xmlns:p14="http://schemas.microsoft.com/office/powerpoint/2010/main" val="33528208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02597-5CF3-4A4B-A419-7017496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2641D-700B-404C-A86E-91B478B4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Dataset Experiment와 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E6AF2-8D34-4BFC-9462-80D5605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B4A34-995D-4038-8713-E02BC52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12:00-12:50  (쉬는 시간 13:40-14:00)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A552E-F8FC-4AAD-BBC2-97B2D67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Dataset · Experiment · experiment_result.json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3065-CA4F-474B-B594-78569FC6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76EE0-C206-4094-BC76-C28888B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0EC46-52AC-4E28-AA92-4172C4D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Dataset Experiment와 Release Gate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A1CB3-4775-493A-B338-4C50FFAF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EFAD2-88E5-459C-80E6-813A8114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src/course_services/eval_service.py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75C86-0ABC-48A3-8DDD-06D242D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13BD2-E756-49F6-AE2D-13E1F32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experiment_result.json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7736E-A82C-4DD0-AFB0-CDB9EC5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4차시</a:t>
            </a:r>
          </a:p>
        </p:txBody>
      </p:sp>
    </p:spTree>
    <p:extLst>
      <p:ext uri="{BB962C8B-B14F-4D97-AF65-F5344CB8AC3E}">
        <p14:creationId xmlns:p14="http://schemas.microsoft.com/office/powerpoint/2010/main" val="44719733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4ED13-C5A1-46DC-A38A-E79CF95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49750-0B5E-4E80-B8CF-7E271CD0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CA735-C0E2-4BBC-B03F-2F33A9E9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E5B3-1B77-4DEA-B7F6-8A77AEA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309C6-A2E3-43FA-A648-D32BFAC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7E81C-65B9-45C0-B192-4FB0EFE8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7A9B1-BF7D-45D2-9C48-F316FCB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CC9D3-7F4C-47CB-A45B-A99255E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40FB6-48BB-4CAA-BD2D-A212613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monitoring_view.md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D3096-F3F2-439C-B586-9A93AAE6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A802D-933A-41DC-9B22-0E6DC11C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3F127-0ACB-4940-9DFF-7F49921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1A1D1-17F7-4EB0-818C-2E9E821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4597F-85F0-4B35-98A2-1A4049A3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9A1C-8C2A-4032-B1C1-FBB7587A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B3CA0-D504-419D-9574-FB70511A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A389F-E16D-4D02-8B06-7021532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A25E9-0728-44F5-911D-5B935611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</a:t>
            </a:r>
          </a:p>
        </p:txBody>
      </p:sp>
    </p:spTree>
    <p:extLst>
      <p:ext uri="{BB962C8B-B14F-4D97-AF65-F5344CB8AC3E}">
        <p14:creationId xmlns:p14="http://schemas.microsoft.com/office/powerpoint/2010/main" val="184653537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F83E1-466C-4E10-B87B-4263B137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C17F9-E729-428D-9214-15286C2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287F5-7B63-4DBA-A1EB-B5EAC7BC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DA23F-83D9-46F9-997D-0270CEB9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F337B-E2EB-4A84-B10B-8424F61D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388D0-DDB1-410F-812E-20DA327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데모 입력이 매번 달라지면 개선인지 운인지 구분할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A6F2E-636B-4589-A81A-17FAAC9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golden load에서 experiment_result.json까지,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D34C4-5B5D-48B9-B218-3C4BBB57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376D3-42A9-4257-830E-5BBEE8DD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experiment_result.json</a:t>
            </a:r>
          </a:p>
        </p:txBody>
      </p:sp>
    </p:spTree>
    <p:extLst>
      <p:ext uri="{BB962C8B-B14F-4D97-AF65-F5344CB8AC3E}">
        <p14:creationId xmlns:p14="http://schemas.microsoft.com/office/powerpoint/2010/main" val="2216662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4FE6C-4CE6-4B26-AF3C-3F44502C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31860-71D5-4AC7-B46F-1579BB37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C3252-E11F-4BAD-8405-2D3C36F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F4477-033B-4EC9-A821-92FCF7E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D9B9F-809F-4688-9088-047DE755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CBFB-9051-4BD4-A1D6-DBBEEEFF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22258-E4BC-413A-B891-CF90B6C8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DF84A-31CE-474A-BF94-C2926DA9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review case를 code evaluator로 실행한다.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5D8B1-0399-42B4-B0D5-4E44B88A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89549-BE67-4922-84C8-1713A8A4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A6CB3-17FF-468A-A7FA-55D4C655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judge 한 개 점수를 객관적 정답처럼 사용한다.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5B49B-B5BB-4E9D-94DF-39A2A70C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14744-B630-42F1-A67A-FB048A2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1936D-D6B0-4371-876B-AF8A6A2C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9911216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15B49-EF93-4F9B-8479-DB94735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5A06E-DD68-4EAE-84A5-F73D1E79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82BC7-E31D-4C96-B595-3F3C4BB1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27484-7580-455F-895B-6B5AD2C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072F-A8C6-43A0-9347-A65149C0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F6C50-12CD-4D06-BDE7-27E36F85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FB7D5-1F06-485D-A8DE-1F105B5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5F4F9-EE53-4CFD-9061-62225AC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6BF5D-058C-4C66-99CE-51EA6645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B94B2-C650-4601-A29A-735C6670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99259-C67B-4D82-8C4C-5D5D25D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96D0A-2C03-453F-9CC7-2B59FB0A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1CF23-DA08-45B5-823C-45E538DA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B5C8F-B5A1-4746-98BA-8690E3CE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반복 평가할 입력·정답 묶음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4A56C-C37A-4CD1-B741-35EB27AC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A7E48-3A23-43F5-A32F-F0DE756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87832-9BDB-490B-8A0F-BD2B3CEE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1FAFE-53D5-4D75-8808-702AFF33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특정 버전을 dataset에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F5068-EF83-40C2-97CD-FAE790F5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B86D3-007F-468F-98A8-F110E18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 evaluator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1BA56-4ED2-4DB3-869E-9AB162AB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BB34D-A6FB-4735-9A6A-5661FA47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규칙으로 자동 채점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6B367-E483-4286-BDF6-C401E183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45983-85B4-4199-9820-3E273CC8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33E97-A882-43CE-BE2E-F18BCFF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E2B340-AACB-4001-ACA0-84A4597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새로 비교할 구현</a:t>
            </a:r>
          </a:p>
        </p:txBody>
      </p:sp>
    </p:spTree>
    <p:extLst>
      <p:ext uri="{BB962C8B-B14F-4D97-AF65-F5344CB8AC3E}">
        <p14:creationId xmlns:p14="http://schemas.microsoft.com/office/powerpoint/2010/main" val="51070848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C7FBA-B3DF-42DE-AF7C-D519EEC6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BE780-3258-4DB5-AF0A-BD53D993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85451-DF8E-45A1-9122-E71D685D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33FB0-CC76-46D9-8F9B-3E849B6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7AE52-3784-484E-BCD5-448B7B5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5E6C3-1B8D-4203-8665-478496F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9F53F-4925-434E-B971-0C46292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C25D4-6ECE-48DD-9132-D4981BD0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src/course_services/eval_service.py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1850C-3C6A-4B33-9F13-B96A46D0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ECE46-A343-4135-9899-953CD423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A03DB-1367-485C-B916-90AFB0B6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load → baseline run → candidate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30E1D-6CAB-4455-A64A-A69FF1ED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C8942-D0F3-41CF-B709-FBA66457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82EEA-C872-46C6-BAC2-5AFAF9BC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E477E-E4E8-4E89-880D-456A91E4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EF09A-939E-4A37-975A-A3B0E91A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3AD52-7764-4E85-A96F-3AB6B3BE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 또는 recall 0.8 미만은 HOLD다.</a:t>
            </a:r>
          </a:p>
        </p:txBody>
      </p:sp>
    </p:spTree>
    <p:extLst>
      <p:ext uri="{BB962C8B-B14F-4D97-AF65-F5344CB8AC3E}">
        <p14:creationId xmlns:p14="http://schemas.microsoft.com/office/powerpoint/2010/main" val="124349555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20202-7FAD-4C26-B610-356EED49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0FE5F-E176-4E51-8BD6-9EDEA9A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4A417-96E9-410E-BF2C-6BC6D711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A155C-5A51-4ED8-80AE-FA5036E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63C35-2342-4114-85F8-3223CBC7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4A332-E8D7-4266-8A76-B44ED7B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EF4A9-8C2A-4839-AD72-DCBC2FF9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69464-B942-42DB-8CE7-4531669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AB67F-CDC3-4717-8A09-532035AC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55BDD-6836-428A-ADFE-F19829BA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A585-4E3D-40EC-BDA1-7A68EB8A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1B6BE-5510-4FDC-86BE-DBC0318E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01B82-835C-44A5-8519-A404802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F4354-33FD-4FBA-AF30-519A975A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FC3E3-0E9F-4F39-A3FA-305EF06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candidate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9EA71-ECBB-491D-A100-32F94D7A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4CB55-675A-409F-8F5D-1DB94B9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DA43B-FE51-4D48-99BE-8FB15690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metric 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ED9F8-8C11-4945-BD83-475D3308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A8D12-6362-40C0-98CE-5F15ACBF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8EA46-0FC5-400D-B08F-3C59563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FE5B0-0CD4-4AEC-B30E-00A7C91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experiment_result.json에서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1547059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58102-5623-4A9D-81DD-5BF88EAE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BA46B-61F4-4D65-8620-44742EC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49200-2808-4696-94B0-05012CD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94CCE-288A-4BEB-BEE8-36F123B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703B8-E46E-4034-96D5-16AA4D5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33D54-A2B4-4A58-B803-8E1A280C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24C83-8C02-4118-A471-F8FDC67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8F8B6-1EC9-4B67-AB47-C5BA6E9B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E357A-6E03-4C27-8F4B-9D885106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6EA1A-8372-40D9-BF8F-46EFA34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BD920-66CE-45F3-BD69-26BE543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 또는 recall 0.8 미만은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4467B-A3ED-49F3-B4A4-A2388485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A76A7-A10D-4D46-B8D3-CE719A64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638D3-2207-4E87-B97C-44D57A9D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C53D9-A409-4265-87C1-E99A280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33404-2EF6-4657-894A-E7E708F1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53D2A-2AD0-4C42-911F-97C5048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식별자·experiment_result.json</a:t>
            </a:r>
          </a:p>
        </p:txBody>
      </p:sp>
    </p:spTree>
    <p:extLst>
      <p:ext uri="{BB962C8B-B14F-4D97-AF65-F5344CB8AC3E}">
        <p14:creationId xmlns:p14="http://schemas.microsoft.com/office/powerpoint/2010/main" val="1832717798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D70F5-BE99-4C74-B573-8FAF682D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D3E40-C90E-4A08-B091-4C4214E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5F7E5-D261-4B12-A4EF-C7340A5D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9BE92-8F7C-4898-BF53-1EBF590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3D45B-F856-4E1A-982F-01D3CA0B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D2BAE-6064-4080-A7EF-A5D70162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C2D8D-2CAC-41A8-830D-D7AC981E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5409A-F523-41B8-A031-F7035CFD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75A2A-12F5-4080-89BA-35DFC764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49C44-5C20-4C54-B67F-B722FAD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6C5BD-EC01-4075-842F-5F3C8B7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E651C-E4B9-4237-B86B-83CB221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1696B-6D96-4E13-B3F5-D590820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A83C0-45FD-4F00-BC45-5B7C1702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00190-796E-40D5-BC55-656287F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25F86-C2B2-4E30-ACDD-32FBA9BE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C5D77-D21B-4FD3-BB43-2F5D136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5B561-21C1-4A79-A692-E091EEBF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81836392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B4FA6-0223-4708-A661-568D4A1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7AE09-9F63-4187-882C-6901A8E6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B2F19-8E73-4581-A4C0-2EAD7470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AEAFB-5898-4209-B47A-F250A9B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A44FE-DAFA-48CE-9742-B40A5F6D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FECC8-3D3D-475D-943E-8174396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87B2F-F33A-4B15-8739-95CE5BBC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54537-A0F7-4953-AF42-EB1536AD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반복 평가할 입력·정답 묶음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122D5-67F1-4173-8E85-FDF4013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A4975-B5DA-494F-A507-BDBAD59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src/course_services/eval_service.py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9D96C-A90F-462E-B3B4-F1EBA751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1291C-AF4B-4950-9FA7-E279D37F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특정 버전을 dataset에 실행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8D5A2-41C9-45B7-9F1A-B8BA925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1ADF2-2B55-401D-B6B4-F85F18B9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data/day5_eval/golden_review_findings.json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34EDB-70AD-48B4-8673-887BAEA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 evaluator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0CFA0-BB52-4E30-89E3-1BAB169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규칙으로 자동 채점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419A7-AC0D-4535-9E6E-206AFAE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11D1B-E966-46DE-8856-81A9F212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F142B-09E9-48BB-A6C4-30E909B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5406B-D96E-4E26-AFEA-91488E6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새로 비교할 구현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53FB3-84A6-4538-9E49-51A9770C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36347-A9AC-4084-A793-206F04A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71738443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E69EC-9A15-40CD-8338-C9075B5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3DB7C-42D5-4C04-B133-7DAD139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22398-A655-4B82-8375-A744D68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3C5A9-89B3-40BF-B36B-0508069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71AFE-43DD-4920-9187-D89672A5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721D8-F78B-4F64-BA1F-094039B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E0E17-80BF-4D96-B73D-D20A3963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4A578-7B0D-4BF8-8FB3-B290198E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0548D-579E-48AD-B9D6-0DF6AB7E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9D13C-41BE-4445-BCD9-3EF6E89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3620F-2982-420E-8CA6-148E9F96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4C8CA-AB48-47CF-82AD-6F9903E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261BA-94D6-47A6-83AC-56C6CA21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BE35A-95D5-45FB-BB24-05EA440B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94887-B788-4EAF-8C78-A8DF4CB6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6D7EA-0645-409C-AA1F-6156955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load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EB771-390A-40FE-98EE-87A5F51D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366D5-8405-424C-9CF7-A996B221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E8F5D-B378-4C65-B137-6756465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BB6FE-B29F-4EBA-BD5D-8F036A5B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A4A01-5A25-4026-AFBF-BF451DA1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F0825-770F-4043-84DE-EDCF456C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 run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06095-8F50-4140-9624-9736B15B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D7272-6675-4FEC-A62F-6E47DBF7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B4CAD-E24C-4B09-A1AE-7B55FD3F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53F21-4420-4DAF-86FA-C3EECE1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 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EF66E-C6F7-4DDC-AA5D-C8F16EA6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EADA9-9E51-46A5-AD20-CCE6545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candidate run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905BD2-7E97-4C29-B19B-E1F8F6B6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5BEFE3-574D-451A-9F89-A16F4FA4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C5EA92-DB71-4511-A76A-E51AA741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4F124-B070-4BC5-A73F-AF2A14D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Candidate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BB950-CE6F-49A9-990A-E30717F8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9A8F9F-1A6C-441F-9F6A-7CDA6485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metric compare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F0E5B4-F93D-4C34-A8F8-272CF7C9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F14C98-A7B8-4DC3-9103-1BBE60D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80733371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83B54-B671-4405-B91A-A9FF8FC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0BA23-F2B5-415E-BC94-9B7BD750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493CF-B3B6-4214-976F-F62141FF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4C797-BB58-4144-87E8-BBE19C49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AF1CF-18F5-4697-AE1B-D9FB97E1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2756-F9A9-42A2-9E5C-26D0F1BB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FF76E-5269-4016-B01A-A348D6F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D6B3F-F726-4DE1-9012-FB7638B5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D9DFF-8036-4066-8748-52F9233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LLM judge 한 개 점수를 객관적 정답처럼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8DB85-49B5-4A72-A6DF-333F43E8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B0244-5529-480E-84D7-8EB4DC29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judge 한 개 점수를 객관적 정답처럼 사용한다. 상태에서는 experiment_result.json을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341C3-7532-41F2-A223-619F0CC8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5222309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72F41-2179-4A06-8CA6-F0CD93B5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5ACD-1512-4DC9-BF10-656109F8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9A1DC-F417-4948-9C28-C8814540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2AB59-1672-406B-A070-BA771E25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791D2-08CF-4505-9347-230424F0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CF607-5B12-40A0-A5E0-B857D648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8CCE6-CAA2-4347-9116-4E46F34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5CD1-C03A-4A7A-AF73-5DE1B52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A3A23-D547-44FA-ADD7-0E00F92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precision 또는 recall 0.8 미만은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75EC9-EEDD-4700-B978-69F9B77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78A82-1986-4885-BDC8-DB52E0D7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F2C4F-A9B6-42F2-9A51-DA4C2EA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LLM judge 한 개 점수를 객관적 정답처럼 사용한다.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55ED1-24A3-4AF3-ABC8-F9E05B65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070FD-5921-47AD-BBB4-7111E04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9F6BE-80D5-4CBA-92B5-8DFF5526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schema·line mapping·policy는 code evaluator, 의미 품질은 human sample로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6CD4A-E6FE-4985-B740-441965B8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C2E2D-391A-47C4-AA07-DC03ACE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1EAF2-0700-4AE8-AA84-3808D03A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experiment_result.json과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31120555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64C71-2767-42D3-992F-0D082A15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2EEF-BB53-4939-8EA9-CDA9B96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66324-7A80-4AFF-B9EC-CB0D60C2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042C2-39AD-4668-A302-3691486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ECA20-1632-4F2C-9303-7D826AD7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F3BC0-9BF5-4ED9-9B65-3C67605D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1b4d2135847d5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2C381-B16E-4E33-8789-5845EC1B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data/day5_eval/golden_review_findings.json의 책임을 찾고 experiment_result.json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030E9-928D-40F0-B2EB-C7E1E9EC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Dataset Experiment와 Release Gate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622754203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5D530-D9DD-42E0-AAA8-CACD679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D1700-F05E-4B6A-A263-F39F323E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BEDF-DC09-4492-90B5-B4ECD9F0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E41A4-A3F6-4DC4-AEC8-D038649C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DEDF5-FC41-42F3-B187-0E3C463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1E020-126D-4EFC-B021-0FE41F0E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98C5-724A-405B-B5EE-1031F7F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E0290-7E23-4525-816B-1FB8C85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C9EBF-231A-44A1-B6F8-7A5F24F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 평가 지표에 empty set과 threshold boundary test를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F83CB-9EB5-4149-A046-F8453278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5A281-E4A2-4FA0-B3D7-7806D6F4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7CBC3-80AB-452B-A5B5-D0626B1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07621-44BE-484C-92DE-3E9A129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5FED2-6638-4551-8257-24B498F6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5EB8B-65B4-49E6-8BA3-CF335DAA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 또는 recall 0.8 미만은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996DD-E9F6-49CE-B609-32498DC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DD3E4-650D-4DD4-A453-97AB9ACA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6C5BE-BAF3-439D-BFE4-8D6A53E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860777904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3CF50-6114-404B-9165-776C5EE6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1283F-C8BB-4583-85D0-D933B72E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210B5-6ED3-4A3D-829D-996CFFB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AABC-3479-4535-9C3D-5B0DBC55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1AA25-D511-408B-9D4A-CC968416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740CF-D331-4296-967B-8563093E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E78F-F87C-4BE1-8F7F-7DC7907F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0AED9-2C53-45C5-9D55-1B4A5848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9286F-251F-4D44-B3A4-26B87918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F1AD4-5116-41E3-A66A-8D8AC4F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7079B-0EE8-4E3C-9172-BCBE3CB3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08E37-8E6F-4410-AF30-2139690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E851D-A0A6-4D8D-8E9F-D911FA3D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E6B02-0A44-4F9B-84C1-5A9AD73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EF21E-7CCA-4880-9265-3883827C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744C8-41E8-45C2-974C-F712E25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221A3-C299-41BE-B06C-9FE74972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08621-5D41-4DC2-AAD8-47A8ECD1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682E5-388F-4C68-AAAF-DFB6849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F9D64-9D9C-4839-B2A7-DD041AB3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B91C1-F858-4278-8528-178AF149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69254-972D-4762-BBC0-3791735C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74167077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B53B4-1266-4BEC-804E-0540DA5C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5E6D2-3590-41B6-AF84-42C5BA6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86179-37FA-4F72-91A8-193207F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76019-F629-4407-A0BB-B309CBEB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7B316-3F82-4223-83FB-9A3C48F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6E829-8D47-4F5B-9CE7-E8190FC2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C4DE4-D7C9-421E-B376-4E77B6B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232A-5C0D-48B2-A4DD-F9910CB3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93EDC-86F6-4982-ABC4-5EF3D537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7E22-D61C-47CB-8E5E-F6A6E1D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87018-25E0-4651-A685-C33C87A4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34468-A765-4238-9AFB-879B438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63EC5-2D71-4619-BEFD-74F5E35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E2B56-BB1F-48B4-9577-439E2B25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9C6C7-FB9D-427B-92C3-3447230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offline_eval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B7EFB-3E99-4A6A-B6ED-AD03257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F3487-E0FF-42C3-B00A-6DF0C3CE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2795F-6D2A-48CB-97FA-23FA46A7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fixture precision·recall·F1이 1.0이다.</a:t>
            </a:r>
          </a:p>
        </p:txBody>
      </p:sp>
    </p:spTree>
    <p:extLst>
      <p:ext uri="{BB962C8B-B14F-4D97-AF65-F5344CB8AC3E}">
        <p14:creationId xmlns:p14="http://schemas.microsoft.com/office/powerpoint/2010/main" val="66527832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E418A-A776-46B3-9037-084C545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DE3F1-A19F-4C80-B291-DBFD433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6DA67-49B6-4268-BDD0-403F0B78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B5DF3-BE0E-4F16-A54D-F01408B0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57B03-39C4-498D-B68F-43554912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555CF-284B-4A2F-9589-AC4149E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0DCD9-5C4A-4F49-845B-2C32E819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3162E-AFB2-4BAC-A6F1-B4251301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DF345-3740-45C9-ADB4-4E04BCD0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offline_eval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7CAF3-63E6-4CD7-96F7-E0226C0B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BC276-D62E-4E83-B69E-E5B187C3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9777843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31498-8C26-4C59-BF72-DADFCAB8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04_experiment_result.json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76A6E-4AD9-4C98-8107-08C0997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4824E-3117-4EC4-AC13-5297EA8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D800C-B59C-4AF8-908F-D0EF3D4C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C829D-C607-4FE4-AE77-F7D35015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E564C-DDAA-484D-956C-6E37100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0E587-01BE-4B16-A64D-800F6ADF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7F31D-19D6-478F-AC9C-9777A20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"metrics":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"true_positive": 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"false_positive":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"false_negative":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"precision":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"recall":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"f1":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"normal":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"decision": "READY",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"reasons":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"human_release_required":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"boundary":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"decision": "HOLD",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"reasons":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"RECALL_BELOW_0_8",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"PRECISION_BELOW_0_8",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"SAFETY_CHECK_FAILED",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"LATENCY_BUDGET_EXCEEDED"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"human_release_required":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583082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71C65-9503-4EFA-A347-8F86FB83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2D410-EAE5-4F80-8BFD-085A50E9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77B55-3DEA-4D03-8EA7-EEFE8BE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EC1A8-9E92-44C2-B6D8-EAF9AEA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156A-884B-4269-BCBF-38C8A8D9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51B32-871E-41D2-B0FA-E6AE7470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AD857-0AF7-482A-A662-AB36BA17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94C7E-CF27-403D-98C6-E2A23271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 또는 recall 0.8 미만은 HOLD다.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1B47B-91DA-4677-8F02-42779682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0187A-1020-4097-9B11-95F9621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E92A9-500A-4710-B6BE-9B062DB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schema·line mapping·policy는 code evaluator, 의미 품질은 human sample로 나눈다.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FCE30-3FD7-43F7-B9D0-B72D13D9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precision 또는 recall 0.8 미만은 HOLD다.</a:t>
            </a:r>
          </a:p>
        </p:txBody>
      </p:sp>
    </p:spTree>
    <p:extLst>
      <p:ext uri="{BB962C8B-B14F-4D97-AF65-F5344CB8AC3E}">
        <p14:creationId xmlns:p14="http://schemas.microsoft.com/office/powerpoint/2010/main" val="105628239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CF205-4A94-4329-BE43-04EEE964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581A-4569-485D-AFEB-4DD0DA36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646B2-BDB6-4DBA-B48A-F48B0542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F9AF1-435E-465C-BAFE-536DC4E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190B0-90BC-42A5-9CDE-CB626F2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91EC2-AEFA-40FA-BB82-0BA99D0A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DFCCD-F1F1-427C-B647-E62875E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B2E80-592A-4FAC-B2CC-A742981F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49222-BF92-486F-9870-AAFE5F52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8922E-BCCF-4F0A-8C30-78F14EC7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10F5A-CC7C-443A-B327-6B8AB360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FA22D-9743-4D65-BDC0-350D12E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저장</a:t>
            </a:r>
          </a:p>
        </p:txBody>
      </p:sp>
    </p:spTree>
    <p:extLst>
      <p:ext uri="{BB962C8B-B14F-4D97-AF65-F5344CB8AC3E}">
        <p14:creationId xmlns:p14="http://schemas.microsoft.com/office/powerpoint/2010/main" val="118203994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CBFDD-3366-4711-8EC2-8D231D4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38936-ABF5-4FC7-8F28-A470BA45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C88B5-BCD5-4226-B29A-BD145247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C2184-F7B5-4985-AE99-004A7163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5D2A1-3747-444C-AA95-5E0B26B1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A89B-FC3E-4E1A-9258-3F38F4D0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A0525-7BAB-438D-8A18-7091F32E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4차시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979A6-6332-46F8-96AF-954C2E3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431C5-814B-48F7-99E1-709C660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src.course_services.eval_service import evaluate_review_findings, release_gate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json.loads((ROOT / "data/day5_eval/golden_review_findings.json").read_text(encoding="utf-8"))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experiment_metrics = evaluate_review_findings(review["result"]["findings"], expected)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ready_gate = release_gate(review_metrics=experiment_metrics, safety_passed=True, latency_seconds=0.2)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hold_gate = release_gate(review_metrics={"precision": 0.7, "recall": 0.6}, safety_passed=False, latency_seconds=42.0)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ready_gate["decision"] == "READY" and hold_gate["decision"] == "HOLD"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save_json("04_experiment_result.json", {"metrics": experiment_metrics, "normal": ready_gate, "boundary": hold_gate})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{"metrics": experiment_metrics, "normal": ready_gate["decision"], "boundary": hold_gate["decision"]}</a:t>
            </a:r>
          </a:p>
        </p:txBody>
      </p:sp>
    </p:spTree>
    <p:extLst>
      <p:ext uri="{BB962C8B-B14F-4D97-AF65-F5344CB8AC3E}">
        <p14:creationId xmlns:p14="http://schemas.microsoft.com/office/powerpoint/2010/main" val="677154977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EA649-5D4B-480C-BF85-B7B3C9DB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76CD3-4F4E-4859-8BB3-BC2C14B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71165-4EEB-40D0-9E86-A277BCCC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6CEFE-C35F-4266-84C1-51BA1D3D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E6DC1-DC8C-4BA8-9D63-6C7184D1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A6AE1-0D3D-4551-BB81-F9EE29F4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209DE-7F9B-4380-9914-5675E13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166C7-3131-495F-AAE2-948CC1C7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offline_eval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FF2AD-D0A1-4A2B-9CA6-56E7F368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output/course-labs/day5/04_experiment_result.json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BF990-3B30-4177-BD58-DF7B49CB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experiment_result.json의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974298166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3D19E-ED44-447C-9E4B-BBC3AC3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8930C-6FDE-481B-8225-3BDFA4D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4DB26-1712-4D12-B26F-B0495863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28B2A-2062-42EE-90C8-AE26574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6408D-084D-4101-97C2-F1617C8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C641A-6B13-4C36-B071-0496635A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2816E-20E6-4919-B8D9-EA023179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 또는 recall 0.8 미만은 HOLD다.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21400-0767-4A41-A01F-50BA0197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06392-2624-4EBC-B62E-9CAA596B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"output/course-labs/day5/04_experiment_result.json"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6146E-A207-4575-9A8B-D8A3DE13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40380214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EA894-CEFB-4A43-9EF8-23397BA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C7022-ED1E-4891-8B3D-D52D76D6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FAC9B-A97D-431E-AB26-FC01120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50E34-8B57-4F64-927E-256CCB12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752CA-6C86-428F-9296-943E0AE8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5E895-8227-473A-A037-C6AE8569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A922F-19EA-422F-A987-09B1A29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EDAD0-F55D-41F9-890C-B0F651A9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F7826-5F1A-4812-848D-0ECCA881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fixture precision·recall·F1이 1.0이다.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EA12-0C1F-40DE-8F7D-A75D03D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B7428-EA50-4453-BB2A-F31E5ACF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DB61A-6CA3-4F53-8797-F5B2CC4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src/course_services/eval_service.py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962A4-CB99-464C-9B03-2C1249AB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BB62B-9AC1-445C-8191-6C6F967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692E3-D94C-4AC9-8EAD-A7DD67C7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39EB8-1F1E-45AF-A9CD-F4C85BEC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20025-75B6-4BE5-8ABD-A9D174A2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D02F-C862-4689-A038-9CD3DF2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63932909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364E9-BC28-4638-B413-09DA9C3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3A81F-FC0D-4734-BECC-B0233F98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67D55-3A98-45B9-AEB9-DF47451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C3630-C236-4669-B5E7-A5D36A8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105F2-9C95-4A86-9657-BC6E8BA2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0332F-FEA5-4C47-B256-2AF1688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9E42-3D0F-42BF-94A6-8D042DB6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11820-C87D-4576-B759-A63A2BF3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FF966-F61B-4232-83A4-1BD7D0A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precision 또는 recall 0.8 미만은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B2413-2834-4C82-ADDC-A775AE7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4AC98-1DDC-4AE8-BB0F-56CCC5F3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38C55-C52D-44A6-A620-F67BB28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18E66-89DF-4440-B2C7-4A281D9F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917E4-E2A0-484B-919D-2A045495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8F7F3-C6E9-45DA-9682-9D283068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42667-1AD1-4802-AA58-AC90AA6D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C872F-5D9C-40BD-808A-1C10935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6E1B8-D809-4A9F-B9F4-5447A17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 또는 recall 0.8 미만은 HOLD다.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28147599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D316D-4A17-40A8-800C-BFC03714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C82B5-0352-4CB7-A8CF-740C4979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5335F-4DBF-49B6-BF68-B924065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F6A8D-9DE7-4CDD-8814-A9876B1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A30C2-8333-40D8-ACAA-14AC27C6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1371E-FC97-4C10-9BC4-B1C1FEA3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026C4-AE84-4F00-9613-449D486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릴리스 후보가 기존 version보다 실제로 나아졌는지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B9AA-9695-486A-8860-5ADC66C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A1AF4-08FC-4F72-AEFA-F6A49330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56666-C4A8-4900-807B-96FCBCBF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0340F-C2E6-4B3D-93E5-C04EA008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C167F-AC30-43EF-B628-60206AA5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4DF67-D4FB-4AC1-BD70-94F2CEDA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릴리스 후보가 기존 version보다 실제로 나아졌는지 비교의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30E70-FC4F-4DF2-879B-ABBB8100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420F3-0772-4F00-82E4-4678D088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EF929-C2DE-4BC5-889D-0AC2D08E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ACB06-9D89-432C-977E-92F1F790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A1684-8C1C-4878-B65A-A6D0348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0489D-E731-435D-B988-DA6F9DFB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63102975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F8A0B-F03E-48B1-8A5D-A04139ED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EAF34-FFC4-4598-8D06-FFFD6E20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1204B-89A4-414F-A817-90C9182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7486C-BDFA-4AE1-97AC-E036F715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C11F6-9AE7-42A4-BEA4-09318BF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F996B-C913-46CD-9361-27D7E33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05050-E301-4C9B-A4DB-4753FB7D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A6A12-B849-4EA7-9215-9DF8CFB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19872-070F-4B9E-A191-612A6A1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C7F44-E5EC-48F5-88C9-5801B3A6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judge 한 개 점수를 객관적 정답처럼 사용한다.의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2C442-CD27-4C85-A11A-53E4A5B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3C902-C03A-4F34-B8A5-E6D1BC90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6B619-CA2B-44B4-BCF3-CC74AF29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C760D-C47D-4B0C-8589-2FE4350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744BF-7C64-4853-91D5-1C697ECD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EC372-EA71-4B8E-A44D-D394A807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새 평가 지표에 empty set과 threshold boundary test를 추가한다.의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984F5-809E-4CD2-8418-18BE6F01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19472-B41A-400D-BA0E-4307F1F0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C85D0-40DE-497F-A114-E8A5B5B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295250553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254E8-7474-47BB-9088-98B5D798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A35C-DA37-446C-961A-218C763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731A-C1E0-44AB-BB41-0D7A0FC7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DB57D-BFA8-4E6B-900C-584C7A25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E8524-BBC6-41EC-B277-3B50214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943F1-9515-4038-A7A7-DC4D1D6E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C772A-21ED-44A6-86BD-293E358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378CD-3132-4B9D-9E7B-FE184871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AA647-A107-43D6-A133-1573918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fixture precision·recall·F1이 1.0이다.로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63AD5-BF83-49EB-B9D9-64EBC7C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B6E59-0E83-4318-8479-87712EA7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8F5DF-4EF8-4A27-A8D7-17DD1A7E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Experiment와 Release Gate의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E47AA-513B-46FD-AA8A-52E4B87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09E98-D013-4669-9898-228BCBC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CEFA3-B487-4C27-9E11-A60A5F2A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judge 한 개 점수를 객관적 정답처럼 사용한다. 발생 시 experiment_result.json에서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FDA7E-F038-4A75-B1C4-841C18EA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FC918-EBFD-43A1-BBF6-DFA9FF41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12655-5A92-4329-B43E-1DEF0D4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04880911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F91FE-40BD-45E6-9D10-79B0841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975F3-0BBF-4D38-8CF6-3F08E3DB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0D6D-3431-43FB-9E52-B0358A81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DB7F8-C8AE-4E36-A2B5-C50DF06B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89072-9B56-442E-8A90-51900A1A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A3E51-74FA-43A3-AE9E-BB857394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4D761-6CF7-4043-8602-32A7C349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BFE4-A256-458B-89C9-E23817E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C4824-B320-49F4-B6A8-14387A6B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Dataset Experiment와 Release Gate이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2E0C2-A0E3-413E-89E5-C1B9BD3A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1428A-6BD7-44AD-A3B7-01CFBF5A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C5FD0-DA0D-4585-A1AA-2373AA68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offline_eval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5ACCA-C4FE-44F1-AECB-9321500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32EBD-A9BF-4386-8E92-FEDA2D2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1C5D6-C04B-4FE9-AA4E-C9E3EFD4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experiment_result.json과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8E88A-55E1-4217-85C9-B2E18CF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Human Feedback과 Annotation</a:t>
            </a:r>
          </a:p>
        </p:txBody>
      </p:sp>
    </p:spTree>
    <p:extLst>
      <p:ext uri="{BB962C8B-B14F-4D97-AF65-F5344CB8AC3E}">
        <p14:creationId xmlns:p14="http://schemas.microsoft.com/office/powerpoint/2010/main" val="1652317850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659A9-58D1-4FB5-A010-88DE6733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F57B5-3051-4FDD-B040-752619C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Human Feedback과 Annotation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39CEE-7F06-42AD-AC28-885B1343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5차시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5A067-28A8-4298-A91F-37C2CF78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12:50-13:40  (쉬는 시간 13:40-14:00)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C2D40-470A-422E-B596-570E5E4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Annotation · Feedback · human_feedback.jsonl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EFE26-DBF4-465E-8617-522018B4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11431-6D0D-4E5F-A5CF-6FE87C5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F87BF-71CD-465C-96AC-A51A73E7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Human Feedback과 Annotation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3DD8B-8CD6-41EE-B9A0-E62FA9A3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5FF34-352A-41B1-83CA-B32DA467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269BF-E7AD-414B-A62A-391294C1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937EC-BC72-4787-BEFB-77EA016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human_feedback.jsonl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0A2CE-554D-4293-AE3B-9CE785B6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5차시</a:t>
            </a:r>
          </a:p>
        </p:txBody>
      </p:sp>
    </p:spTree>
    <p:extLst>
      <p:ext uri="{BB962C8B-B14F-4D97-AF65-F5344CB8AC3E}">
        <p14:creationId xmlns:p14="http://schemas.microsoft.com/office/powerpoint/2010/main" val="165676377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54DB9-B085-4FED-904C-7385B6A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62E44-5AA5-42ED-89FC-1989DC15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B3F38-2F53-4C8C-AA71-FEDD238F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05A0F-7060-4193-B660-EBF731E4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AE23B-812E-4A37-912B-C305251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2E7FB-B627-41CC-A6BE-3F088FD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9BBF-3069-4102-8D0A-4DB24256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705CE-BDB9-4199-946A-581B963D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042C1-D9AB-49DB-8378-271089E1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experiment_result.json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7FA27-A8F4-41E9-A087-77CACCE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CCD8F-3DE8-4BF8-A43B-EF67520E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11F45-6E3F-48BD-9E3C-468C8631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07987-8C11-40D7-A93B-94565F58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1D7E2-4249-4BCB-B00D-CE902F4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99B28-4C5C-4EA5-906F-9824A6C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8456F-15F1-4718-ACD1-2DB4B42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31D5A-B393-4CB9-94F7-7B2B53B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D3DF9-7CEF-4198-8AD8-D543FA9F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</a:t>
            </a:r>
          </a:p>
        </p:txBody>
      </p:sp>
    </p:spTree>
    <p:extLst>
      <p:ext uri="{BB962C8B-B14F-4D97-AF65-F5344CB8AC3E}">
        <p14:creationId xmlns:p14="http://schemas.microsoft.com/office/powerpoint/2010/main" val="1907246049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4E3B7-0802-44B2-B121-2FEE21F2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EC5D3-300E-45BD-AF52-F36487D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7347E-DCF3-4D58-9660-1EC086C8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6B3E6-9288-4D9B-A5D7-2D07C112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3E6D7-BB39-4569-B225-20AFDD1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0AEF5-B4AE-4452-932F-EE14E7C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단순 thumbs-up은 어떤 오류를 고쳐야 하는지 알려주지 못한다.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5912D-2F98-4F11-B3E7-F30EBDC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HOLD sample에서 human_feedback.jsonl까지,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11529-C2D3-4C54-A7B8-84A0CDF3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B30A2-9F89-454B-B3E4-BC46CF48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human_feedback.jsonl</a:t>
            </a:r>
          </a:p>
        </p:txBody>
      </p:sp>
    </p:spTree>
    <p:extLst>
      <p:ext uri="{BB962C8B-B14F-4D97-AF65-F5344CB8AC3E}">
        <p14:creationId xmlns:p14="http://schemas.microsoft.com/office/powerpoint/2010/main" val="973052244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E9A02-7602-4ABB-BF0C-C4EA0D57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AD6FC-4F11-4C39-8289-43BBE4C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3468C-7300-454D-BB05-0B1D6EE1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33F0A-F2DF-47C4-8EAC-01FEB3CB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F040B-62A5-461E-98E4-BB29B2CA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E2083-2D5B-4F2F-9620-1DE1B40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77DDC-05C6-4F32-A430-D203369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D9910-B1E0-497A-9B2B-8A0C635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approve·edit·reject와 수정 이유를 label로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338D2-551B-4D6B-9803-D5E41C05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A7B81-A9CD-44E3-997A-A578C51F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DA951-F52D-452C-AF58-0B09C378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수정 내용을 곧바로 training data로 재사용한다.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54113-1338-453B-A5F6-5346DDFF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9EEA4-5751-43A6-AAA9-0B54F76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1B586-69ED-4282-8A1E-A045E652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76210168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E480B-EC8F-43D7-B22B-8A79F8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2902B-A9E2-4D23-AC8D-5155A187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17C59-EB14-4B5C-8BBC-EADF8E12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5A38F-48B2-4BB8-91A6-A032628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EADBF-0398-406B-AE2F-52B8EE48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64ADE-EFEB-447C-82B8-ECAEF85B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C2357-D527-48F2-93F3-C70E470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FE830-AFFE-4A3E-91BC-8EF4AD1B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D42D1-D58B-4D82-BAF3-8AEF85D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F138C-7EF4-413A-BFF3-5461883B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171F0-253D-4681-9CBF-82A9C908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1B99E-040B-49E7-842E-53905796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Annotation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72130-6C6F-4CC7-9A91-ED1506A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47D30-9E00-495F-91DA-3953774F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사람이 결과에 붙인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62D9C-06F9-43A1-998B-25F6B909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7AA04-71A4-4FDB-BFE1-8D0730A6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8BC4B-5E77-4924-AFA4-3BF4B73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D7589-99E2-45B7-A14A-CA2374E2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 품질에 대한 평가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E1779-2946-424A-9650-A905065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2ADA1-039F-460E-929D-ABA5DA6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D752A-5449-4D42-94AD-3D5BC29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873E2-3311-4065-B3E7-E7A870A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검토가 필요한 실행 목록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7C539-9611-4AE2-92B9-15528135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489C0-71A4-4984-A8E6-5DB2F75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Reviewer agreement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5656A6-453F-4B0D-AA9A-CA5D2EA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021C8-4139-4DBA-82E5-850A1DFD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검토자 판단 일치 정도</a:t>
            </a:r>
          </a:p>
        </p:txBody>
      </p:sp>
    </p:spTree>
    <p:extLst>
      <p:ext uri="{BB962C8B-B14F-4D97-AF65-F5344CB8AC3E}">
        <p14:creationId xmlns:p14="http://schemas.microsoft.com/office/powerpoint/2010/main" val="790817605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7C5FF-616F-4CE4-A03F-A585788C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A86DA-BFAE-4A92-856F-79024BB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B8D10-9D63-4613-A63C-010B045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3A488-A7C8-4AD7-9BD9-A5FE95AC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321CD-D449-43C4-855F-0F8369C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4FD8B-0C92-496A-9B70-54EE4D7F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F9D22-329B-45D2-9E86-3615F92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99885-A5BF-422B-8DB2-B0691B0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ED105-5233-4DC8-8E93-22AA1515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6F6A1-C312-460A-952C-019CEBDA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AA7FA-EFA3-4444-B2A6-8810D54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HOLD sample → 근거 표시 → 사람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07D01-FF10-4EA7-899D-BFB81357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9D8DE-F99C-48BE-89DA-A272A820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B2005-8C91-4CA3-926B-A19B6550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6CD1F-BD93-4EFC-A211-A5156997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C28DD-1480-4AD6-A306-924508F3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C0761-7BF8-43DD-9E5F-F5C46A76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</a:t>
            </a:r>
          </a:p>
        </p:txBody>
      </p:sp>
    </p:spTree>
    <p:extLst>
      <p:ext uri="{BB962C8B-B14F-4D97-AF65-F5344CB8AC3E}">
        <p14:creationId xmlns:p14="http://schemas.microsoft.com/office/powerpoint/2010/main" val="186900298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E89C8-1A1B-486E-8340-B583D29B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5F306-C2DA-4FCF-866A-645F07C6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189C5-5E67-4765-9994-336AEDB9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270E2-459C-4D44-819E-ED60099F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27A28-E52C-432C-8CBD-691EF6A8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E4675-0C77-4427-8690-6995ECF7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2FE05-58F6-4817-B658-BBF19097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1F28D-5623-4CDB-BFBE-6A9C7431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C0212-278D-4183-B45A-F035EB8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HOLD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0B6EC-2941-4590-8BEE-D2009A7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6F5E8-F318-440D-870A-8072F863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10BFC-7BBF-4006-91E3-3DFA3BAA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근거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5CDC4-1A64-4C30-BE19-4B61698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D62E6-BE08-428E-937A-8924BD9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A17BC-1A0F-47B9-9B43-E51B8746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A3FC9-54D4-4CE5-A4D4-D63D74DD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D2D6E-9C3F-4848-AED1-0F65FB66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72345-253E-4220-A834-5BD8AD2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reason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45C4E-B0EE-4CAF-A6B2-2A3793F4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13DAC-78E5-45C7-8980-3D55933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9C191-29DF-4D73-8E87-C4574422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dataset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948D0-5C86-4299-A681-8A31703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human_feedback.jsonl에서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49666151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85069-206B-40EA-916C-3FEC3419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B6D7B-A9D5-4878-B0B2-08AC6722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6BC16-3E54-443F-BDCA-51BFA499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A8B61-37C8-4FC1-9C14-1A8C4FBB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1FF9F-16EC-4D73-A4BA-A4362F5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DDC0C-DF40-4F18-8A79-A672E4FB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DFA6C-0D35-4D02-BDDD-7BBCF4A2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0B3AD-F66A-4B99-B0E2-D375C3A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55E02-B4FF-405F-84F5-38A9972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1E1A3-6A89-4559-8C60-9471AD3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FA09-B0AC-4F1A-82D9-186740EB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62AF2-3657-49A8-9712-DF12F8BA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1E54B-3F17-4701-A8CD-D871885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283CC-B0BC-4A31-8EED-2EF68D0A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61809-21BC-4F01-9C9A-3A08811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9A952-652B-4FB8-A33E-883169F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79806-7661-4A23-81A2-6C546188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식별자·human_feedback.jsonl</a:t>
            </a:r>
          </a:p>
        </p:txBody>
      </p:sp>
    </p:spTree>
    <p:extLst>
      <p:ext uri="{BB962C8B-B14F-4D97-AF65-F5344CB8AC3E}">
        <p14:creationId xmlns:p14="http://schemas.microsoft.com/office/powerpoint/2010/main" val="822797140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3C523-A513-40E7-9CC5-5619C51C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28745-AA15-4917-84BD-F4790DB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09730-7E4F-4052-9AA1-1D432061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02ECC-4F24-4D0B-ABDB-AA7A154F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4F5F3-E5D9-42AB-BAEC-892AB09A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A4E3B-CF08-41B6-9B09-1E3EA7B5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855A2-5157-41AA-B68C-594AAD7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BBDC0-E9F4-4325-BE98-394D134A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C7971-05AD-4875-8451-6D7B68C4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3E85F-68BA-4A32-B419-92F4374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E31A5-58AE-47E5-8D06-881BAE94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8FEF3-CABC-4B9F-8DF7-81BBFD59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618C9-3315-47C4-9BEB-199CEE0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10156-B981-49B4-8705-D589706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DC6DC-E643-4AF7-8FEE-3459E52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web-demo/app.js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9264B-9C1B-4101-A7A4-88EA34F5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045A6-C720-495D-8D15-C9298535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0178D-50FD-4C2C-86E0-3121A411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52635051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3C882-D60C-49B6-BD4C-52B20B5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29EB9-C5D8-4667-83EC-F37CD228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4519F-6F90-4C58-A523-69B6272D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69EF2-59BB-4689-8091-0A8B199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6660B-0295-4365-9499-142E24B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69A65-B520-4CD4-BC5B-FCB9BF4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8D9EB-B2A2-409B-A768-AA78A73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Annotation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03823-6D6D-4BB2-B693-D2890DB1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사람이 결과에 붙인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AAFF3-88C1-449F-888F-26C1F28A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0360F-7433-43C8-B5A3-BFDE819A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src/meeting_agent_workflow.py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334D0-FDC1-4682-8FD0-36B0ED6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267EE-0F5E-4B5F-81D8-3117B163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품질에 대한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B02E8-6E7C-406A-8B24-A4C05B2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E016F-806B-44D9-AFC4-D1ABE8A4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src/langgraph_lab.py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74276-10A6-4A73-BC7C-89BDD243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B1DE6-ADE4-4E63-9C37-0063167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검토가 필요한 실행 목록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AC120-2B75-4969-BB5F-1CEE5BC4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E4CAA-B58A-472F-B150-21313E37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web-demo/app.js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24BBF-BB57-427F-857A-65D830F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Reviewer agreement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25F5C-32B7-49A3-B56A-C00F4BCA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검토자 판단 일치 정도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EA30C-EB16-4EA3-AC5D-68A5378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55CE2-18F1-45CF-9EF6-6202F472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38013899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E0FE1A-3612-42BC-9CBA-794EBC13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B1581-109B-45B4-AA64-FBF2F51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E1CA7-1935-42C2-9FEC-8910432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EE952-D4DD-4890-BC91-259FA351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D34E4-DF57-4EDC-B3EE-D97183B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23F68-75A1-46D9-B988-2D4CFC8C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BBEDE-D938-4958-8F79-0D48C3C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E022F-CE3E-4EC6-B94C-ED589BCE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A4C95-A686-4658-998F-5348B15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85CA5-5391-4B19-9C80-1E97F081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5EE0D-9522-451C-84B3-7A4F5A97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0FA90-0119-4CC2-B318-08E435C9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3A8C4-5FA0-4BBF-95D3-2EB9C804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CDA9C-DF73-4FEE-B41F-868B6F7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Annotation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60CF4-FA07-4AA7-9AB3-C235822E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911FB-61F8-4819-BCC9-BAD6D8DA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HOLD sample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60500-9A2A-4F7C-8477-6747CE7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F23D6-5DE8-493C-A23F-2B18E75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4C51F-471E-433A-94AE-F59AFDAA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BF57-0CE7-4919-913C-D83008C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195B2-3264-4D70-8441-CB69E7CB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222FD-F3EA-4571-A6DA-8BA958B6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근거 표시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A5116-CBE4-4F98-93B3-E6925C56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3B1D2-4D9B-4638-AFAF-42BADF8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C6BF9-DBE0-496E-942F-3BC1E28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BEC50-48E6-4ADF-B68C-4C36635C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02CBB-EFA4-479E-856D-8993A87B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030292-6709-45C9-A13B-ABB9B2DE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결정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B5E42-F78D-4887-895C-0AA1F083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96A82-D729-4590-A3C5-3FB70E0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2C325-8D94-4DEE-80C7-21A8CCC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702F8-C0BB-4D7F-B00D-203227C0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Reviewer agreement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10AC88-5FC7-465F-A575-FBA69FD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CB8A6-6AE3-4FC4-8D17-96D6DA4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reason label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76A31-7CB7-4A2B-8C79-EAE3FE55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136922-2E40-47E7-9DBA-F3DC1E2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17478036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030F1-B468-4F5A-9C33-27BC6285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3F256-7606-491D-8218-91C9B42B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31CA5-5CB1-419D-B14C-1E4E410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1A7D6-05EB-426C-AF2B-968635F2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81427-EAD8-484D-855F-291575FB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7C357-7188-4A5E-B724-D077C05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0AC9A-5996-482B-B01E-1781E4F2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1C67E-A5CC-481E-B563-A19E524D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E77D9-7827-4A8D-B2D2-D784F16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사람 수정 내용을 곧바로 training data로 재사용한다.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FD722-6CC5-4161-A286-042BF1E4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E1407-BC11-42D7-9193-BE0BFA73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수정 내용을 곧바로 training data로 재사용한다. 상태에서는 human_feedback.jsonl을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2B05C-992E-42AB-AA9E-4EB1F7AD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95461868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6A32F-8446-434B-A9F1-D1F9F548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FB88C-A501-46C5-8D2C-4300B85F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41E6A-5906-49FA-8E78-9461E0FD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D2BD3-6358-4F98-91CD-397159D3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B6AA-7CB7-438D-959D-DFDF0563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A984-56EF-4D51-A30D-502D5237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72270-C67A-4CD3-A04D-66B0D3D7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ABB08-A913-47E9-A8B4-FD1A6B2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FAEDC-FAE3-4305-A053-A792428B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PII가 있는 raw content는 annotation export에서 제외된다.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CA806-E688-4FA3-9EC0-476CF53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963E9-D0B4-4BEC-998F-04605F5B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C49AB-96AF-48D7-9E8A-3F044AF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사람 수정 내용을 곧바로 training data로 재사용한다.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94E29-AE92-40D0-B97C-E1030AC1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A27E3-97BC-403C-B63B-0618B23F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EF049-54DF-4D1F-919F-59FA852E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동의·비식별·품질 검토 후 별도 dataset 승인을 거친다.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E6299-7B9A-457E-82E8-4B717237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8F8CC-BE0E-4C72-AB30-FCD2EACF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02EC9-0C71-4C39-A3D7-E3A4868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human_feedback.jsonl과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66388147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FBF0-DCEB-4EB7-AC5A-698DAA7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E16C9-711C-49AD-81AC-7F9F077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9EC98-93AA-45D0-A0F1-7DAF48A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B7CE3-0ABD-41E7-B294-73E0806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597BE-E07E-43BD-91AC-7F77153C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CF93-DAD9-4150-94E5-07ABFCCB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b7e381db248af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B3CF5-456F-4E63-9E60-69E32644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src/langgraph_lab.py의 책임을 찾고 human_feedback.jsonl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D46F6-44FE-4686-9D0E-A555FA7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Human Feedback과 Annotation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40814093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2B767-38C2-49C3-8B9E-9589D9B4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F185A-A0A1-4688-8D40-18070258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9E5C0-F18E-466E-89A7-65797CA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8054C-004B-49D8-AA04-7D15FE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6166C-9484-499E-8B70-1E787B2F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23F08-D7A1-486C-B81C-A58291DC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991B7-32B2-42AB-8BB0-FB9E6EFB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9DC36-DA15-4462-B96D-755E46CD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5D312-CB87-4AA0-8378-BF31A52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feedback schema와 allowed label을 구현하고 unknown label을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6C1FA-CE0E-44B5-84C7-848C16D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ABC17-1D8B-4F60-9F4E-EC53CF5F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9FAE2-C91A-4359-9D80-6603A8F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web-demo/app.js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4E98C-E3EB-433F-942C-67819C2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58DB-A379-4714-9327-9149950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A6666-38F4-4452-BB38-FD0C99FA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CD9FB-6A86-4E34-8654-E912EF5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9206B-8B29-43EC-8D8C-06AAB7F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CBF08-03D6-4DD6-89BA-2B9AC348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380020974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BDA44-239D-407A-BD18-DD5C3FA6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729A-9BE6-4B1C-BDCB-E9EE5AD7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53766-6560-4F8D-A124-820F36F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3DB44-E442-44B7-A5D3-B235DC80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BD693-115F-4C91-B49D-E5BBD28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78CCE-CB96-40CE-A248-1A3591B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46340-8CE8-43D1-A700-52F60D05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1A392-27DD-4E56-87C8-6E2A9045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5D36D-9EBC-404B-997A-BC352F2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2AED5-AC82-4547-A0B5-B55E3F7D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7E8F1-1803-49F7-9A0A-BA82290C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1E1BD-56CF-4C2C-AF72-EBB42F8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07CF6-EB6C-41C3-80B9-824F290B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D670B-CEAE-41B1-BD3B-AAE0FCCF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6C812-A1AB-4357-83C4-1138BEFB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66C77-D4B7-406C-813A-EEA36DB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422F5-85AC-4E51-80C7-A256C5D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9FB6A-6A10-4345-90CF-5B0116F1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3B303-6B04-41F4-91B6-FDFBDBE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03658-C4C6-4DCF-A859-4783EF2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56F1B-228A-493C-AD3F-C75FE1FB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77EA9-ABF3-48D1-A6E2-B91B9891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01408118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9BECC-C432-451E-BC6F-54AD0BDD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13B87-D2FA-4409-AB25-A8974E12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B36FA-F4D3-4A5B-A842-4EFDC70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E5DD3-7BD2-498C-8946-6A0704B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AED29-121A-43BB-8B4F-658D7D54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8B2B1-2350-4517-A6FB-287C065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B990E-FAD5-4494-9C2A-C74F45D4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B0A26-4087-4797-8127-00B08C76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28B56-3A39-4DEE-8405-E965F364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9083A-2988-41A4-B0DF-A6ED863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EA1B9-9EF5-4D8F-AC1E-A71F2111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92531-9D28-495D-920C-29ECB350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7A069-6689-45A4-9917-A4FB1E4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49816-084B-481A-8717-09933622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F126D-4093-417E-ADE1-D4D8C595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src.langgraph_lab --decision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2996E-C567-4B24-AFA0-7AA3E98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59F99-7890-444D-8909-873529FE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7E36C-B398-4CB9-B698-C77DF85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approve·edit·reject가 reviewer·reason과 저장된다.</a:t>
            </a:r>
          </a:p>
        </p:txBody>
      </p:sp>
    </p:spTree>
    <p:extLst>
      <p:ext uri="{BB962C8B-B14F-4D97-AF65-F5344CB8AC3E}">
        <p14:creationId xmlns:p14="http://schemas.microsoft.com/office/powerpoint/2010/main" val="364026201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AB629-AF59-4E75-AEFD-7C8F6A40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3BB27-9C76-4B02-A86E-A10E571E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C5684-45AC-4E58-AD95-FEB7964A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A2080-E9B3-4760-9806-A954CF6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B58B-B4A4-4F26-846A-25A7743F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CA0C2-9D70-4BFC-8001-F5D8BAF8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6C8CD-AA0E-41A0-9192-3091A73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5CADC-8FFC-4844-BB52-0681429B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2F069-EC49-4908-8047-2D87F981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src.langgraph_lab --decision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576B6-444A-4424-91F1-F39CE1BB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A685E-5930-44FB-88A8-B8BF788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536946621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799F5-3E78-4481-B9F0-06FA0604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05_human_feedback.jsonl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89D25-DB92-4133-9E61-1772BEB1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83387-D347-4EEE-A273-BEEA8164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DEA32-FA83-4F39-9058-850B8E0F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E3C07-8A64-4998-81A5-4ED77139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ECD6B-1A90-4D12-BE25-CFBD22A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F857E-7EBD-47D2-98B0-B30027F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D02E9-5D13-489C-A65F-E7DC94DB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{"run_id": "synthetic-001", "decision": "approve", "reason": "EVIDENCE_CONFIRMED", "reviewer": "human"}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{"run_id": "synthetic-002", "decision": "edit", "reason": "OWNER_CORRECTED", "reviewer": "human"}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{"run_id": "synthetic-003", "decision": "reject", "reason": "UNKNOWN_EVIDENCE", "reviewer": "human"}</a:t>
            </a:r>
          </a:p>
        </p:txBody>
      </p:sp>
    </p:spTree>
    <p:extLst>
      <p:ext uri="{BB962C8B-B14F-4D97-AF65-F5344CB8AC3E}">
        <p14:creationId xmlns:p14="http://schemas.microsoft.com/office/powerpoint/2010/main" val="619608866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3A32D-EAF5-4152-8706-DFFBA8A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851DF-CBA8-4814-AFB2-0522804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87599-3025-4DFE-BCA6-A83FC22B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073AC-F20D-4007-ACFA-0D0DE4E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28173-79CD-44C7-8C98-83C9EAD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82D6A-90B4-4D27-97A6-B579BE84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A5FA8-1EF2-4EBB-93F9-72579B64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EE55A-ECD1-446E-80E6-5C0B62E8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F29A3-EA15-4C57-B993-E8473436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96203-0FB7-4898-BA12-5ACE3B75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5FDBA-9CA6-46E2-BFEC-D6EEC0C3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동의·비식별·품질 검토 후 별도 dataset 승인을 거친다.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88E74-9FB2-4EB1-8662-801A53B0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PII가 있는 raw content는 annotation export에서 제외된다.</a:t>
            </a:r>
          </a:p>
        </p:txBody>
      </p:sp>
    </p:spTree>
    <p:extLst>
      <p:ext uri="{BB962C8B-B14F-4D97-AF65-F5344CB8AC3E}">
        <p14:creationId xmlns:p14="http://schemas.microsoft.com/office/powerpoint/2010/main" val="6593562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46ACB-0D11-44BA-9D2D-452ABAB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52A23-40F2-40BE-9CF4-A1DB959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4828B-0B17-4942-ADE6-8D2531C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8EA88-2008-4C91-B1F3-E034896F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0D1C2-F5A0-499C-9E46-A833817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29F83-E0CB-4BC3-9EC4-4EAE4BE1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3086A-3094-47AB-AAA9-9A3C82C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2CC56-BD84-4A55-9530-629FF8F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web-demo/app.js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667BF-7008-47A7-82DA-DC9898FC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AAF8B-49F4-4D41-B134-C580F034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38597-2A01-4556-A258-E1C2095E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51324-D9A4-4960-B316-132C201D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저장</a:t>
            </a:r>
          </a:p>
        </p:txBody>
      </p:sp>
    </p:spTree>
    <p:extLst>
      <p:ext uri="{BB962C8B-B14F-4D97-AF65-F5344CB8AC3E}">
        <p14:creationId xmlns:p14="http://schemas.microsoft.com/office/powerpoint/2010/main" val="31246781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36ED0-E22C-43B9-8FF7-054C2F8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6606C-7AF9-4A7C-B58B-6577D5B3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6B24C-07A3-4AC9-AE55-005BB946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02DB4-C723-4F9C-BA16-6FEF3BE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B69B-2B9A-484D-A4BA-D804BF4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520D6-A825-48EA-8B88-C53C8B4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D115C-F9C9-40DD-8AF7-4DB68493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5차시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CD33E-1251-4901-8BCC-AAB22A13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6D787-889E-494C-82DE-3EF0A3A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feedback = [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{"run_id": "synthetic-001", "decision": "approve", "reason": "EVIDENCE_CONFIRMED", "reviewer": "human"},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{"run_id": "synthetic-002", "decision": "edit", "reason": "OWNER_CORRECTED", "reviewer": "human"},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{"run_id": "synthetic-003", "decision": "reject", "reason": "UNKNOWN_EVIDENCE", "reviewer": "human"},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feedback_path = OUT / "05_human_feedback.jsonl"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feedback_path.write_text("".join(json.dumps(row, ensure_ascii=False) + "\n" for row in feedback), encoding="utf-8")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print({"saved": str(feedback_path.relative_to(ROOT)), "rows": len(feedback)})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39963942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E483E-17D7-4FF2-8DC2-FE192C3A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25149-1309-4251-990D-21C30BBD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9E3BD-465E-4FB6-B2A3-D7DB87B8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8C766-1001-4DC2-8CAB-FD427DE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76543-3370-4E57-B13D-C2E444C0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B078C-4C41-4CF8-AB15-519581A2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B857D-E466-420E-935C-7AD2908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AE241-E5EC-4921-BCDD-57B8CE5E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src.langgraph_lab --decision 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6D2C4-869C-46BE-A326-00474AB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output/course-labs/day5/05_human_feedback.jsonl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B9010-27AB-414D-B32E-A380120B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human_feedback.jsonl의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513751230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8B0AC-3FEB-4615-9878-B1F3E558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9B406-6E13-4630-9D4B-A4A0B9E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47172-CB13-4298-AA19-8AB80687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B7333-CA8F-43BF-8CBE-B42E349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F313F-02B3-4284-A18B-3BB2C158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453A6-6FE2-4413-A04D-8D73A8F5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002FA-C398-4E20-B5F5-D4AE8CE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D2ACE-C486-41CD-B3C6-B10648ED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7880E-DDBC-4FC7-B814-F41795F2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"output/course-labs/day5/05_human_feedback.jsonl"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4AB0E-B16C-4D7D-8A8E-F8CEDBE3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394094592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7858B-20C0-4C97-ACE7-8570D27F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AAB38-5FFD-4A93-AFA9-FB823CF9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334A7-B363-46AE-BF4F-C1E253F6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919EA-9720-4696-A986-4CEB04B6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43D77-5C74-48AE-81B2-F16AE69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F4DB3-212A-4961-8B76-D9B7E87F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E7E49-359A-4515-8FDE-A7CA5CC5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A7A43-45E4-490E-A78A-30A73859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9DA9-C7A6-4326-9514-ED6FFD2D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approve·edit·reject가 reviewer·reason과 저장된다.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B9B9D-0AF6-4230-B647-3153D2ED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F410E-DFD0-426B-B58A-E3DD2B0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59C6A-DB3E-4EC8-8038-A046AB1F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src/meeting_agent_workflow.py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8E1BC-3B28-493F-BDA3-8000A73E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1BCF5-BB84-48B7-8557-4A8C9F0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F4ADC-491B-41E8-8D4A-E0920ED3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396C6-5EF9-4F3B-88A4-16C565D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C7B96-A868-4780-B79F-EEF122B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F93FA-282F-4E1B-9FFE-A2A1CA11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111057452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CE4C28-401F-408F-9A86-8E6B85FF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F8245-88CD-4778-B274-8479BC2B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CD8D3-B83A-4855-AF28-451C6D4F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AFC93-8329-45BE-BFB6-7A60F3F5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4C91D-4BFB-4FB1-A60A-1D294E1B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638B-464E-4097-BA01-FC206F8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8CF17-FB0C-413F-8C30-34F566B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68BAF-F512-40E4-9307-B99E347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026F7-86E1-4FC6-BA2D-35AE031A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563E8-D1A7-4DEE-A5BF-4A3559CC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AEF07-97EC-4511-8933-FE737B3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5B4AB-17B5-4558-8531-59B1910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38AB4-2C5B-4BB4-8FC6-CAC7B32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7937F-EFA6-4A0A-A29F-6A0E396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F8252-8630-41A7-960E-3B3F1B08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F08BC-60A3-4511-AE5B-1AA8B827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7F917-6470-4697-A474-6CBED906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EF04B-522B-4560-B66B-3585199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PII가 있는 raw content는 annotation export에서 제외된다.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32116152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4E94D-4EFD-4DD3-AEE0-4438AB33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9B7CA-CF2E-4BF0-9DF6-D3BF5D3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51AE1-4D98-4C2A-BBF5-C5978BBE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6A6AD-0D72-4BED-8B33-FBAFB2E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CC717-63F3-4748-A56B-2BB440D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0C462-CAB7-418F-A416-DC180DC4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D0B10-5562-4D6F-82E3-F362B761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운영자 검토 결과를 다음 prompt·rule 개선 후보로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E00E0-0262-4758-8194-2CC3202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2603E-245B-4A41-873F-21F543A0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94EB-9AAE-45E1-BCEA-2641F489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2217C-82BB-4D24-BA72-19AD6A92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408D1-93AC-4A54-8C19-DEC5D57F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39FB4-8CAC-4DFD-99AE-6CC78576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운영자 검토 결과를 다음 prompt·rule 개선 후보로 연결의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B35B4-76CC-496F-93A9-889776E5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B00C8-036E-4CFF-B70B-03823F0F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30596-BC3C-45CE-8221-D3084600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B8DCD-7D9C-4E16-A7E7-E8A7785E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7590D-5D4A-49BF-BC1A-AC88C5CF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A1414-AF2D-48A2-9B9E-83E91486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71235089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69A96-D792-426D-969F-CD4CCDBA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786B4-9098-421F-9846-E4310B4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1247E-F498-4431-90ED-22FA2B2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E8873-9801-4047-A8E5-51EDA907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A804C-FE3E-4C1D-BCEF-D10724A8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F0A9B-E69A-4DCC-A11A-3CC514AA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DD353-3BFA-4FC6-B81D-34D3880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625F6-0DBA-4FB3-9C63-1896C113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6E44F-3CF0-449D-AAA6-1E129B75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5DC2C-7FDA-4A7E-850D-50A0C351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수정 내용을 곧바로 training data로 재사용한다.의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3B7F4-4277-4632-8CD9-5E56E278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C526A-EC46-4AF7-9302-97A375F8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50A32-696A-4DC3-A086-D15E7512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44290-4DEB-47D7-B9F9-79994420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7088A-7C79-4CB4-8428-5678C697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99361-64E6-4E20-BDFA-0A6F29A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feedback schema와 allowed label을 구현하고 unknown label을 차단한다.의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C044D-4730-4D8A-B55F-14B19CEA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7B699-6B72-43AD-B5CA-C8AD48A7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DB54E-D417-4CA6-ABCD-2FCF3320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35501189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5ED3E-EA10-4EC6-A6F8-42A78342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E312F-368B-4A53-A2C7-F6A3D4B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D4446-96E1-4626-9872-BED6A20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8F60E-1B9C-4EBA-B81F-5784ADE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FE441-5124-4AB0-A8F8-4A2FE77D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D90A5-527C-47F6-BA46-03F92107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7591C-1668-4A06-90DF-FB3F0F7F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7C88C-7627-4E64-95BD-A7AD0508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9FD53-1D63-4A35-9C9C-256A30C3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approve·edit·reject가 reviewer·reason과 저장된다.로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894C4-DA7D-4EBB-BF6D-D4E6DA9D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29C63-39B6-45CC-BFE3-1964A407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D8708-9970-4E52-A73D-4ED281F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Feedback과 Annotation의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89BA2-BFA4-4C4B-B188-7BE4E43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E63F5-8E9A-4B48-A0B9-E0B6B995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107FD-F918-4FF8-93BB-568796AF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수정 내용을 곧바로 training data로 재사용한다. 발생 시 human_feedback.jsonl에서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EE7A0-0201-4861-A017-14CA3A94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8FC0D-C2C1-4B11-B16C-91A301FE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EF691-44F7-401C-8451-7AD7F79C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412515247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47C2C-271A-4225-994C-08AA59C4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E7206-AE41-48AC-9EED-F8FF52F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D6123-D5C3-42A6-A755-DBAD4311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9AD3-3442-4720-A806-CC8C0155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026D0-03C6-40BF-BBEC-26C9384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3CF8C-E83E-40DD-9B67-74752FD0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32B11-13A3-49FA-A0B4-5588FAEA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62610-9838-4DC7-BD52-8695BAB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B87CA-9F69-47DF-9456-075E1210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Human Feedback과 Annotation이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E11B2-2E4B-4E71-BFFF-619FCAA8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EC6CD-C131-44A3-BD9E-B8E63B01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83F8E-49A6-4D3A-8B97-F7E1314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src.langgraph_lab --decision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A95F5-E5C4-42C8-BA20-97698AD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73B9E-E620-4976-A77B-1AC05891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4598A-0433-424E-A615-24E2D17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human_feedback.jsonl과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5D9E3-B493-4506-8ADC-8224CA6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PII·Retention·Incident 운영</a:t>
            </a:r>
          </a:p>
        </p:txBody>
      </p:sp>
    </p:spTree>
    <p:extLst>
      <p:ext uri="{BB962C8B-B14F-4D97-AF65-F5344CB8AC3E}">
        <p14:creationId xmlns:p14="http://schemas.microsoft.com/office/powerpoint/2010/main" val="1529425677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4E708-C3B6-4E7C-A436-A0114CD6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B075E-F5FA-4114-BF86-27DBF60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PII·Retention·Incident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08C0E-78B5-4D7E-85CD-1A9D984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6차시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6BFAA-7024-47CE-A6B3-B3935254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15:00-15:50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1C184-6D84-40A7-A01A-B9A88F7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PII · Redaction · ops_checklist.md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8A3C5-DB8B-41E9-AB4F-9FB96278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96854-E08F-40DF-8654-74C0CBE7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1869-896C-4049-83CD-CBB5FEE6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PII·Retention·Incident 운영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32326-3287-4FE3-B0C4-7C3F5FC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40ED1-C8E2-49D9-804E-73DA424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D420E-3B5D-4CA9-B5E7-C0EF5B82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4C635-7168-4626-B833-1A0EE2C6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ops_checklist.md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02F5-0BE3-4860-AF86-AE90472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6차시</a:t>
            </a:r>
          </a:p>
        </p:txBody>
      </p:sp>
    </p:spTree>
    <p:extLst>
      <p:ext uri="{BB962C8B-B14F-4D97-AF65-F5344CB8AC3E}">
        <p14:creationId xmlns:p14="http://schemas.microsoft.com/office/powerpoint/2010/main" val="188155929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99BA4-C52E-423B-9A56-BFF82CB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6차시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70F92-30DD-46DE-8974-AE70A409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2A120-D8C4-44D2-9D4C-2231965F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0B635-2BE4-400D-B215-61E6064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826AB-C5AF-4E98-A247-61B25134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6CA9-73C2-4525-AFA9-77CD7117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B007F-CB3A-4B90-84E9-A2F7B690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A3F2-751A-4C66-ACC4-4E6FA120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76004-801F-46C3-B4EF-812F48A3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human_feedback.jsonl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33E9C-1204-4B10-B74C-242EDD9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A516C-BC42-4881-8421-7EC38F9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276B6-1F67-4208-8501-4541518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0D26C-0B2D-4B8F-B7A5-5D33DDA8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FD084-F85F-4E18-812D-20E9406F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8E684-0B91-4977-995C-E15268CC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96D10-6DD6-4062-ADA0-0F54A69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6E17B-7BE2-44B0-B62B-65953D75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39F8D-7294-48ED-9AFC-F92637A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</a:t>
            </a:r>
          </a:p>
        </p:txBody>
      </p:sp>
    </p:spTree>
    <p:extLst>
      <p:ext uri="{BB962C8B-B14F-4D97-AF65-F5344CB8AC3E}">
        <p14:creationId xmlns:p14="http://schemas.microsoft.com/office/powerpoint/2010/main" val="419952227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5531-C6C1-4ED6-9A3B-C1B35A4A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65B36-5CFC-499D-99F3-96E369B5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27BDC-27B4-421B-B310-8A7AB939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B31C2-F7AD-4E44-8ABD-20CB4DEE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76F1E-C632-4DBD-ACC7-E227FF41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7089B-BA8A-4176-A547-C18E3DBC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회의·상담·코드에는 개인 정보와 회사 비밀이 동시에 들어갈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350B3-B5B6-40B8-B0B7-138F19A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classify에서 ops_checklist.md까지,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4D6C-0583-4FEE-BAAA-CF65D94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E95FC-C59C-4B5A-8FC7-A98BE423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ops_checklist.md</a:t>
            </a:r>
          </a:p>
        </p:txBody>
      </p:sp>
    </p:spTree>
    <p:extLst>
      <p:ext uri="{BB962C8B-B14F-4D97-AF65-F5344CB8AC3E}">
        <p14:creationId xmlns:p14="http://schemas.microsoft.com/office/powerpoint/2010/main" val="2131873323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5D45D-7006-4BA6-B39F-8390F43E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BA638-6445-4857-8AEB-2E15D9C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18F97-3DA5-4842-8447-D7CFC339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F9865-7DBA-418A-BF8F-C6F2C36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303F3-99C2-41A4-882B-B3A0CD34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E59D1-3268-4C43-BAAF-ABF10555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D6278-4F8D-42C3-B507-7E80E7D0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982F7-C9A4-4DD2-A31C-317D3D4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redaction·retention·access·incident checklist를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5F49-2891-42B7-88E3-1CCF34B4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F4157-DECD-4BC6-B601-B2A98DDE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0DC02-24D6-44B2-96B7-3E791A8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편의를 위해 원본 audio와 raw prompt를 무기한 외부에 보관한다.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B5F23-DC8E-4A2C-943E-B0C360F6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FE09D-40EF-4A60-93C8-D508DAB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A013F-65A7-4064-84A4-912BFE5F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23658138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FEEE8-ADCF-4E8B-BB25-C5DEA16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19D0C-09DE-4F9B-B2D0-568B2B4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13255-EF97-4723-9843-62F4BBF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0114-5D8D-4232-A157-9B97590C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E4D82-F2F1-43A5-91A0-65F7D073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DFDE2-0297-4F3E-B205-0BE5431A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39962-1885-4793-8FAC-69D5A3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A6B24-5C95-4264-9629-A31E06F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E3679-F71D-4B90-A347-D40E487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A7539-2FA9-47E2-AAE3-16E605D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88C68-2911-4CE1-ABAC-2B4F1727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7EDA6-97AC-4A71-A0B7-8FDCC29B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3D416-9A40-4662-9991-AC50F73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949F7-5624-445B-8015-26AAF2F2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개인을 식별할 수 있는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0D3EF-7990-4118-9E49-266BF0BC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CED87-1790-48A3-891A-A30770F2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Redaction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54F8D-AF85-4314-BCFF-DABB25F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0573F-6FBC-48A9-AC0B-2A728AC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민감 정보를 가리거나 제거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9588D-C808-47AB-91C8-D9C82C96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0BBF6-F9A1-4DBC-AF1E-3D67BA1E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767B5-16A7-4511-A5D6-62D3AFBA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4C440-6149-457E-B251-DFD22C7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데이터 보관 기간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12519-782E-4040-890B-69EA554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4E35B-4BFE-4013-A14E-C8B7798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Incident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A8093-955A-4E1C-81C4-37077255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53912E-FB35-454E-97DE-1BDF3D7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보안·품질 장애 사건</a:t>
            </a:r>
          </a:p>
        </p:txBody>
      </p:sp>
    </p:spTree>
    <p:extLst>
      <p:ext uri="{BB962C8B-B14F-4D97-AF65-F5344CB8AC3E}">
        <p14:creationId xmlns:p14="http://schemas.microsoft.com/office/powerpoint/2010/main" val="138174136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D9CA5-5991-4030-93CF-7018082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D12D7-FF11-4BE3-BE03-FD63DE2D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AC3F9-81AF-426B-9339-2293832B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6D6CF-5C2F-40FF-91AA-0027A9A2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2F07-E512-4430-8507-823FDED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92425-D5EC-4C1F-A801-4BA8B8F6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ECC18-DFA8-4716-A23B-CF1B72F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74764-D585-41B5-B275-9B56D736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AF97B-C9E2-43AE-80E9-19C2DD5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3DFA3-64B5-4E88-A653-88EC448C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2AAE7-CA04-4AA2-817C-D6ABAC1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classify → minimize → redact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8454C-FE83-427C-84C3-D1AC5B62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63280-AEE1-4E7D-B631-8AA406F0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219E2-1BC8-4087-B498-31CBDEE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FF9AA-5824-4AFB-BEA8-29BEAA8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EE925-4BC8-4CA4-856B-81187A91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178F0-827F-4560-8B4D-D2EE54E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local_only와 secret 탐지는 upload를 차단한다.</a:t>
            </a:r>
          </a:p>
        </p:txBody>
      </p:sp>
    </p:spTree>
    <p:extLst>
      <p:ext uri="{BB962C8B-B14F-4D97-AF65-F5344CB8AC3E}">
        <p14:creationId xmlns:p14="http://schemas.microsoft.com/office/powerpoint/2010/main" val="460241776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8BDC9-4445-4200-9BCF-C750F866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29831-D766-432D-A67D-7DA411E9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FE606-1676-4887-88A2-8F998F8F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867C8-4714-4826-B4E6-686954D9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A709D-B257-454E-A99E-728D174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AEAF9-93EC-4282-B84E-4637745A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1FAC2-D693-40C3-B69C-EE31C46B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B56B5-B254-4013-9E01-1DD1405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3B561-D719-4DFF-8A91-E91099FB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B932-EEC3-4585-B4BD-85B41B1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364FA-7AF7-47C7-8BCF-6A50E723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5E82-52CA-41C7-8FF5-80ABE2A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minimize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1540B-9E4F-4EC3-A3B6-2EBD43C4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765E9-542A-4F80-853A-74BE711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1B018-0B07-4A21-B3D6-7C57C6F2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redact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74E4A-B558-425F-ACB8-86CB1406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7CC60-DDAF-4E32-ABB9-E2BD91C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784FE-BA01-42F0-B800-9FABCD11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retain/delete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F0C9F-70FC-42B4-8936-01815C41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BE99D-00D0-4E0D-A7F9-971D2AD6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074F6-2FF0-44AE-B2A6-46BC7FB4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incident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EE3CE-2125-46A0-92BE-2097D7B1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ops_checklist.md에서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84240414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F974C-5673-4D6D-80FE-C25D1725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FD4E3-DC64-43C5-9160-B5739D7C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5D386-7921-4484-B482-4AF4A47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B51F9-2427-479B-8861-6DD62E4B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E8DD0-57AC-4965-8BDD-1357AA0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AE020-FE22-4ED1-B568-D2ECB65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2C1AB-A73C-4811-A7C8-4AE1853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94A9D-908C-4BED-A392-D1BA875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58DC0-A1C7-4F24-A7D6-E2E5E264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6629D-D35B-42CE-88D6-6365817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55951-210E-4E35-88EF-2FFB6F2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local_only와 secret 탐지는 upload를 차단한다.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5D893-3A6F-4962-AA6F-9DCCE19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B497E-B456-4955-BB78-696A1C68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AC92C-313D-47BA-80E8-3316FEC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86AD4-9E99-41AD-9F40-9856BEA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8AB55-C0B6-43CA-9135-8870550C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E9E66-E8F8-4570-A6A5-5F252D2B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식별자·ops_checklist.md</a:t>
            </a:r>
          </a:p>
        </p:txBody>
      </p:sp>
    </p:spTree>
    <p:extLst>
      <p:ext uri="{BB962C8B-B14F-4D97-AF65-F5344CB8AC3E}">
        <p14:creationId xmlns:p14="http://schemas.microsoft.com/office/powerpoint/2010/main" val="1901737196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8C607-C361-4A00-B21F-1AA07219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C058D-46FC-4B02-AFC4-377AAB1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3210D-1BAC-4183-B954-66FD35CA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6EFB4-25EB-4ACB-AF18-07319E11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107D0-9094-4CA5-B9E2-75EF84E6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47AF5-1436-4BE8-9BCB-1CA00B38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4C67A-6012-4A58-9749-3445569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5DA17-4FD7-4A2F-A66E-D0AB84D4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25EF1-508C-44AC-830E-2A3CF4BE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99D96-CA05-442D-9716-56DCFCCF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694CC-F03A-4940-9E31-DFC65A65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AB48A-A810-4A5A-8254-51E2342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8BF50-1F76-4584-8236-9342493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CCF81-18BA-4EB7-A9EF-A284A54F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5FA35-67EB-4E76-B267-925E78A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823BA-46DC-4ED0-BE8A-EA8C8A6F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48A70-5DAE-4A07-ABED-FA6CFFD7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B1CA8-727B-4864-AD2E-EB355349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materials/day1/강사_회의음성_라이브데모_런북.md</a:t>
            </a:r>
          </a:p>
        </p:txBody>
      </p:sp>
    </p:spTree>
    <p:extLst>
      <p:ext uri="{BB962C8B-B14F-4D97-AF65-F5344CB8AC3E}">
        <p14:creationId xmlns:p14="http://schemas.microsoft.com/office/powerpoint/2010/main" val="439985135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220AC-3716-4C73-9276-F350B26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9CAF4-C970-434E-AB6C-140947D2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03EE1-699E-4B79-9D67-25ECB6D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2326F-D49B-474D-AD8D-E79F7E3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8716D-14AA-4628-AFA6-EE2BB92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B9F93-4AC0-4CB1-B2BD-9173204A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206F8-E078-461F-A8D0-B1863C7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22E8A-BB8D-4AB5-8BBB-B9905637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개인을 식별할 수 있는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1805C-5F90-45CB-8F11-14B324E3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AF81D-6519-483E-98DE-B9BE8826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src/observability_lab.py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DE62A-9F60-4496-AF34-B079BEE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Redaction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90DB3-647B-49B1-B414-ADC29D09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민감 정보를 가리거나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DDDB4-1DCE-4F64-B477-0F57EB59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1432-2C09-4F4F-B3BB-6A04083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63B6C-3FE3-45BA-945B-F4AB8B16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49BA6-B6CC-478F-AADB-E4A3001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데이터 보관 기간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689BD-C644-40E5-8D23-41DFA6D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54D74-5161-4DB8-B5B8-F2A694CD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.env.sample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88324-560C-4269-8EB7-9B13B6F4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Incident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66581-E5BE-4072-8C44-FA3B8077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보안·품질 장애 사건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0E006-E1AC-4AA1-A294-84C0D888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734C2-3CD9-4557-A05C-8ECFAC09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materials/day1/강사_회의음성_라이브데모_런북.md</a:t>
            </a:r>
          </a:p>
        </p:txBody>
      </p:sp>
    </p:spTree>
    <p:extLst>
      <p:ext uri="{BB962C8B-B14F-4D97-AF65-F5344CB8AC3E}">
        <p14:creationId xmlns:p14="http://schemas.microsoft.com/office/powerpoint/2010/main" val="2114991657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5478D8-057A-420E-B4EA-83A4CCAE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B8F46-DE8F-499D-90C3-8F7402CD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EDFE2-6A5D-4BED-B48A-4E123482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4F40B-E080-4F16-BAE4-5488A9A3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F8F1C-3051-4EBE-914F-1B6ABF69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F27D-567C-4B21-B6E2-3595230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546D7-B8F6-4661-8C7F-490E15A4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7D6E6-FAD5-4592-A096-C798656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1D9FC-03B0-4785-832D-6F69B43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FDF9B-6559-4D86-82E1-BEDC936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A4D74-37CF-43F4-B01E-520A03F2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58049-7713-4A24-A795-CAFBE04E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8FA8C-5BE2-4D3D-B0D3-02DFA515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5CA75-F795-4228-AB9A-887A677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9DE94-BC0A-40EA-A9E1-D9E9C23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312D1-7B2A-4225-821F-0D5FF757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classify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34B6-5A74-4F23-ADC1-FC0809ED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EB633-AADA-44C8-8330-CDACE68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7EBA3-7493-4739-8EF7-254C962F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E3F03-266A-4610-BEFE-E2345115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Redaction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ED4A6-659D-469D-8DD9-34C0164B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B1BDA-0D86-4337-9C11-6F98F146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minimize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A07C1-7682-4E9F-8A10-35BD62E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5C244-A560-4713-9FA9-217AECD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9962E-A0A7-46C4-9243-D3CBD89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89ED2-4648-420F-94AB-B6D7CD87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4133F-DDA1-4720-9DC6-8EE0012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36B8AB-C621-446D-B709-4221914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redact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AEDCC0-A395-4F71-9F7A-B6E3E2A0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6779F-F31A-4A78-8C90-8B2B4B4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32682-74AA-4537-9A16-F7CED747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7DFFA6-FA63-4611-8CC8-08A4E2B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Incident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90828-0970-40E2-9228-31FFC34E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0FDAA8-7F8B-438A-B451-7BDC1BF3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retain/delete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B75003-7A8E-4E88-A49E-38A9FD71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987F5B-D5D2-49DA-B27C-82F882B0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38437987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B9166-15C5-439B-9A20-657B297E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3AF6E-D80E-4B41-A877-F065B2D8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2D4D0-3136-44D4-AD13-F0FF76A8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7BDB2-0B8B-4221-B3DF-7644243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FDD51-F574-4D24-99B9-2BEF94F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994C6-1168-45A4-A649-3109DC9F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3693C-4E11-41C1-9ED2-E7354462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289D2-DD4A-47D8-A1A3-A1DF6CC5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159FC-1E1D-49EC-8E31-06B63BB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편의를 위해 원본 audio와 raw prompt를 무기한 외부에 보관한다.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5D5B8-3C3B-4819-BBB0-CCD328C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2AAFD-9926-4C8B-8769-4E3118D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편의를 위해 원본 audio와 raw prompt를 무기한 외부에 보관한다. 상태에서는 ops_checklist.md을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E3328-B2F1-40B6-8207-5100E76F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15766764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15003-2AD5-405B-97BB-42C773B3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AF9A3-03A8-4CEC-A45F-C628FC01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34089-7CBB-4F7E-9828-6D4BCBA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B9B71-4201-45C2-94F5-7D8A64E0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7E7FB-1F55-4165-84B1-1573A73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D0139-9653-4FC1-846B-924D42A8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BF15-0CEB-41E9-A292-0CF0550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F3C52-6317-420C-8AB7-C8DEECFB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25F4E-823F-40D8-9477-B85357C0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local_only와 secret 탐지는 upload를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D52C1-8D5A-4174-ADBC-0900598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3058E-453A-4248-9A94-1A10087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2E418-13DC-46BE-88B9-82BA1899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편의를 위해 원본 audio와 raw prompt를 무기한 외부에 보관한다.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84F7F-B653-4793-BEE6-672762DE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805A9-7A1A-4B1D-9CA2-E1C14452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9DED7-42EB-4C1E-8E7E-8DDA409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목적·동의·최소수집·보존기한·삭제 경로를 배포 전 결정한다.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E0D5D-6D29-413B-92B3-253C5647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BDB1F-2E0A-488E-8AA5-CC5A57E0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51575-43E4-42C6-9EDD-054670AA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ops_checklist.md과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631741531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144F-11E5-4348-9A66-E47B610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C1D2-6E4A-452E-B8AD-442B5A5A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4029C-DB13-4FD1-BCB8-8D79C836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8A5BB-CD72-4BF1-8C63-9BD58FF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48F11-1143-428B-8347-F7E9ED10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1FB76-F2E0-4952-A378-D3A1D28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a22c8e5b74916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FA13B-097F-484B-BE14-2DCC8589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AGENTS.md의 책임을 찾고 ops_checklist.md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99AE5-52FF-45E9-9E78-C5B28D2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PII·Retention·Incident 운영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311795026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558EF-EBFD-433D-8D4F-7AC6D6F2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76CBF-DE71-4960-BFB4-10AB396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0C15A-85FF-499B-8D63-43FF7E38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897D9-C2D6-48D1-B6C7-AC0A9FAA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E31AD-0B56-4675-84F3-8728C5FC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06135-3C85-4CB7-A46E-64BC8DD9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F8B38-476C-4070-8CB0-17AC2516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A34D2-21B5-4ADA-9070-87C6DC86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34F92-82D9-4D72-82DC-FBC8350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 scrubber가 token·email·전화번호를 제거하는 정상·실패 test를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41981-51FE-4E4D-922C-CE7DD41B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8EFCE-B711-4873-BD02-74C17CD6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04A44-B201-4C51-9939-0D0E06DD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BD841-3EF3-48A9-AF05-619C273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BB915-B24C-44A6-8F8D-E0EC0CE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F14F3-FDD3-4380-94D7-CCBDA52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local_only와 secret 탐지는 upload를 차단한다.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697BD-E0E4-4C9B-8275-5C7F75D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255D0-BD8F-465E-89A5-23F4C815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C553A-FD19-46B1-8D8F-33F24C0A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18268532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B4EDA-CFA3-4F37-B11B-F9199CE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4E9E3-7CFF-41B6-B96B-1E2ACE3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BB10B-27AC-4722-A3A0-C6BB2A5A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132ED-0CE0-4539-9936-F6999607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AB28F-CE9D-4A09-A4FF-C17EE13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7B747-8397-4796-8B9D-B7D4348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56E9D-C739-43CA-9DD2-A48E74E0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0D56D-5938-4CEA-9429-E352EC1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25A72-398C-4CC0-919B-41548AE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029EB-CEBB-45AD-8F30-9EA4C66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06A03-346D-4957-960D-DDDF81FB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65294-3FAB-4D33-8B5F-9145F12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F1452-B589-4E41-826B-339E92CE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9AAB2-9CC9-44DA-B860-9A28A6B1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56C31-EF8F-4169-ADFE-D6AAC08E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6944A-9C58-455C-A6D1-8B223209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BFFD5-A439-4D83-89CB-00A6E502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1D706-0F8A-4930-9718-583A1A45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7A958-D564-4412-9D83-42B5D174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C698B-29D3-44D4-AF10-D5BA190F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455B2-6771-452F-B436-79A5B976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4887A-1FB4-4660-B375-03FABF2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76718820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7C383-0E90-47AC-B3AD-595FDF8B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7A861-D30B-4391-A0A2-3C0B7C6E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4BDA9-FC4E-4302-8953-EE02929C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F0FB5-0E21-48F6-960E-C27C5D0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CCB18-F668-4B27-8A5F-B8DA036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5BBAB-09B6-4241-ABC3-46F3AAC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D1FBA-97FD-4974-A678-04DFB421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99445-ED8C-4987-897E-55A8BBF9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E5B91-B08C-47E8-971F-E440D98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src/observability_lab.py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6495C-10CA-4354-9D99-B8ABCBF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633E5-8308-453B-9259-F41BBA8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4C69E-B0AC-4A80-8C66-6E38150B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3C7E5-84C1-4301-A773-B6E19613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D416B-B376-4C81-9920-95FDC3F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6C1F9-4ADC-4269-B3F8-ED990E7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tests/test_observability_workflow.py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03C24-DC7A-440F-AA0C-1F005A06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B3F80-9E47-4F8C-94B4-660E1DC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1D282-C08D-4235-B873-B33CD42B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synthetic·deidentified만 외부 upload 후보가 된다.</a:t>
            </a:r>
          </a:p>
        </p:txBody>
      </p:sp>
    </p:spTree>
    <p:extLst>
      <p:ext uri="{BB962C8B-B14F-4D97-AF65-F5344CB8AC3E}">
        <p14:creationId xmlns:p14="http://schemas.microsoft.com/office/powerpoint/2010/main" val="541816711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68E9A-784A-4C75-BEBC-7BF66B9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F10EB-1DB3-4D1B-AE87-974BECB8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0DD57-60A6-4869-A023-D4AF069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345AA-4CBA-44C6-9E8D-3C261C2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D2ADC-DE30-4A31-A648-42464B81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33D07-4891-441F-8E93-2E4DF7FD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CF106-AE31-4249-91FA-F1586D6A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FDD0B-FB9E-4F48-A35E-EE93769E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AD039-9076-41E0-8E8F-88DDA785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tests/test_observability_workflow.py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48BD7-3DB2-43FA-A70B-37FA8DEC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E8502-D7B7-4067-9209-4502878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56562836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B05B7-E690-4E07-98A1-B0810BD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06_ops_checklist.json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88BE4-091C-495B-AAD5-FB6D481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37FD8-40AE-40FB-AE3F-0CE5EC1D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72CD6-C328-4858-B119-28CF398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25AE5-A4F0-428E-BE65-66F295D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C7671-58BC-4BAC-9B61-73903D3B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6472B-C460-4954-8D2E-60E150B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08AB8-F493-4320-B9B0-7C2433DB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"classification": "synthetic",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"redaction":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"text": "담당자 [EMAIL_REDACTED] [PHONE_REDACTED] [TOKEN_REDACTED]",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"redacted":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"replacements":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"EMAIL_REDACTED":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"PHONE_REDACTED":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"TOKEN_REDACTED":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"retention_days": 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"raw_content_upload":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"incident_owner_required":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9320135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FDAEC-BA01-4132-B307-819CD4D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1CA31-1906-4EC6-93B4-47D30D6E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FAB1-2CA1-41E9-89AC-8E47A0B2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04B65-968D-4D07-B566-8A4B41F7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59C8C-6C56-4F06-B502-DE146196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768FB-A037-4620-8B69-CCCAD08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247DC-0E70-4535-8123-2F9AD8D5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E6B09-BAE0-43BE-BE41-6F1F4F3E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local_only와 secret 탐지는 upload를 차단한다.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9FE18-7672-42EA-A43C-48B229B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B6120-DF6B-43D6-98D8-1DA4D61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5DAD5-C011-43A1-B098-4FC95DE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목적·동의·최소수집·보존기한·삭제 경로를 배포 전 결정한다.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1E30C-AD30-4320-82DA-59AFC3CD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local_only와 secret 탐지는 upload를 차단한다.</a:t>
            </a:r>
          </a:p>
        </p:txBody>
      </p:sp>
    </p:spTree>
    <p:extLst>
      <p:ext uri="{BB962C8B-B14F-4D97-AF65-F5344CB8AC3E}">
        <p14:creationId xmlns:p14="http://schemas.microsoft.com/office/powerpoint/2010/main" val="27352848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B13F2-0E24-4C6A-AB45-545BFFCF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4572D-0D57-4D08-AA24-11CDD30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09B5A-8E98-44B9-88D4-277D3722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E0269-3235-4F33-B655-CE55D837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47DE-BD86-4F4C-8D4A-ED22982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1DDDE-0F16-4E0D-9091-C2A0CE78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63FCC-F7CA-4E80-A6F7-7E36C858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F8D2A-7040-443F-A42E-35ED0A40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E05A1-F294-427B-8D20-D6A7BAA2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879B3-5BEF-4F25-AEBE-15989DEB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59BDB-F0FE-448D-A3CD-B6EB038D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79F1F-7FA1-4CDD-8AC4-6E92647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저장</a:t>
            </a:r>
          </a:p>
        </p:txBody>
      </p:sp>
    </p:spTree>
    <p:extLst>
      <p:ext uri="{BB962C8B-B14F-4D97-AF65-F5344CB8AC3E}">
        <p14:creationId xmlns:p14="http://schemas.microsoft.com/office/powerpoint/2010/main" val="394387598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C0398-B71A-49B7-B6FE-BA545E78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10C36-A97A-48A5-AD97-ED2D77BA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BE4A4-3231-4D01-BB0A-2A9A9091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21151-17D1-4771-99E7-3A2F2025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007AF-03F2-4C27-AE14-F4E0E26C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9802B-32C4-4F37-9882-0D94334F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9B341-A0AC-4FEE-A9DB-AD27A29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6차시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7DAE1-7552-4CB9-9C5F-AE9C6966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81134-C43D-4485-8920-E333C9EC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src.observability_lab import redact_observability_text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sample_sensitive = "담당자 test@example.com 010-1234-5678 sk-exampletoken123456789"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redaction = redact_observability_text(sample_sensitive)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ops_checklist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"classification": "synthetic", "redaction": redaction, "retention_days": 7,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"raw_content_upload": False, "incident_owner_required": True,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redaction["redacted"] is True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"test@example.com" not in redaction["text"]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save_json("06_ops_checklist.json", ops_checklist)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ops_checklist</a:t>
            </a:r>
          </a:p>
        </p:txBody>
      </p:sp>
    </p:spTree>
    <p:extLst>
      <p:ext uri="{BB962C8B-B14F-4D97-AF65-F5344CB8AC3E}">
        <p14:creationId xmlns:p14="http://schemas.microsoft.com/office/powerpoint/2010/main" val="1730234049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EC98D-ED43-4E1F-803A-FFA87128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D146E-FC11-480B-8513-475A36B5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9607D-0454-4962-8E53-D9AFFE1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C7C92-3AB8-426C-B5D7-4206E446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18EF4-035C-4964-A3A9-4E3A5DED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5B066-81A4-4540-912C-8857FD6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6F426-740B-485E-8A3B-5DE9CDB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313F0-10D9-4E89-8213-48DC239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tests/test_observability_workflow.py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8B40B-23BF-4DC4-9A01-4ACDE617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output/course-labs/day5/06_ops_checklist.json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89F2E-AC77-4750-A41A-57357370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ops_checklist.md의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77385448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4E416-F845-4A4C-A2E8-F84CEC6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90ED8-73DE-48B5-BA3A-C53442C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A57E7-196F-4A45-8355-61496B4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18475-CA44-480F-B4CE-6645CB0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71C3E-61E5-4378-9316-B2192ED5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75AB2-0E3E-4538-AF68-7D869012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BECB8-96E9-4468-B990-FB2CF58B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local_only와 secret 탐지는 upload를 차단한다.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12E42-DA03-43C2-9C02-ED3EB749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49310-D0C9-49B1-BB23-4B00F745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"output/course-labs/day5/06_ops_checklist.json"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B8222-91AC-42E0-BED3-5AD1CD0C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339752024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473A3-FA9B-487E-948E-7D479BE8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2C8A7-8CB4-4D28-84A7-EF4ECBC4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2065F-6522-48B1-9B12-748A25B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9377C-F616-461F-892C-AD038646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9F6B3-C64B-4345-8769-8C1AA2A9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6E829-29F8-41DA-8EF4-419BDD9E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7827F-C4D0-448E-99FF-F71CC25D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EF66B-D0DF-47A0-BAA8-3F81902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25B26-B069-4960-8F63-D5A6544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synthetic·deidentified만 외부 upload 후보가 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1F686-C27C-4B96-824F-A005AAD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37D73-C85D-4DF6-A861-163FA13D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AF377-D1D5-4A4B-8ECD-278E9382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src/observability_lab.py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F545-06A4-403C-B1E4-9C26BDE7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B3E63-0041-4447-90C9-F3F4ECF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71362-7E41-49D9-B95C-87A144E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F6802-60B8-44E2-9B04-21BB27BB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7D848-4B90-4454-BD7A-96B47A1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48A9B-0E52-4AEE-902B-44FFD68C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1407257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585A0-2E98-4BF3-BC24-F774BED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4A7BF-C0E5-417B-9A18-82BE5373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AB784-FDBE-4A02-888A-0BF1500E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C495-E2B4-4D7B-8DC9-B2FE8DB6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32D55-BA4A-4E5D-835B-5143ED2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087A7-4BD2-4EE6-9E47-05A5F2B9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7C39E-56F6-4D2B-A1A9-9B61544B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F9A5E-19D1-4A3C-9191-A208452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433F7-0A25-45BA-B95A-10BFF54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local_only와 secret 탐지는 upload를 차단한다.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FF70A-BF02-49EA-809E-6B8B77F1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14D55-5F0C-425B-B859-1ACC29A1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B1C64-35CF-48DD-B297-C469D4A9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53A1B-E665-4423-B286-0BFCF048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46CF0-CB2E-4616-B776-68D97486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714E6-9080-42FF-AEA4-42E06C3A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B86A9-76F6-4148-9016-8250B258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33634-2FB7-41A6-9FC2-D893D871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BB6C7-F64E-4120-9688-8AFD289C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local_only와 secret 탐지는 upload를 차단한다.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374872764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208FB-D5DF-4367-8F02-BC3DDE3A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30E9A-E0B8-4862-8FB5-4DCA6022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DE1D1-5B57-4DCF-98A4-404E3C7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36A56-CCEB-413E-AE32-5CEE377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6EE39-EEA2-42A5-900B-F180BF45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9ECDE-8AED-42D3-9CB4-3B989C6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C690B-B362-421F-A581-C0BE32A7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데모에서 시작해 실제 고객 데이터로 넘어가기 위한 readiness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F8B0C-938C-4333-A003-A246C26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FB0BA-94B8-4D25-9626-6D239C37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61791-3C6A-4B08-9E58-B547068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5C892-7FC5-427B-993A-752F31A3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7C047-BCEE-4947-A37E-0C38562C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AA0FA-B27F-4CDF-870C-5916B92E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 데모에서 시작해 실제 고객 데이터로 넘어가기 위한 readiness gate의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E3619-FFED-4BD1-AAF5-7A1021C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CC9F4-12C7-4BBD-9145-2E866AC1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6405F-10DF-4011-855F-D22BFF58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A9EEE-39EB-4F3F-976E-17FB44D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5BC0A-97F6-43F8-8B6D-06929B03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3E745-D2E6-42CE-80B6-AA1D3B9B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797177588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57D72-22A3-423F-95D7-6D59E932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F4642-A00D-419E-9845-FFA29154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E97C0-DBCB-407F-B63D-58CBAF82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2DF8D-BBF9-44A8-8D8E-74018195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D3ABC-CEB8-4E2B-82E8-52C589B2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96173-FE01-440D-92E1-F7E6420D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15FB9-F23A-439C-BFEF-76F4CF2B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E488A-ED68-4779-B089-A5C58D9D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EAF1C-2191-489A-9D46-D6EB055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D9430-FE3F-4682-A99C-408B6AF7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편의를 위해 원본 audio와 raw prompt를 무기한 외부에 보관한다.의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0CAEB-B7A4-4A18-833F-DB4CE73A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08920-E865-48F8-B5B3-6F52B7FA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04F55-4190-4CAE-8B4A-45E2802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949CC-627C-40AA-B383-6E1040A7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FB64E-8C03-4045-A49A-D34028D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16159-A1BD-4DF2-8BC8-FD5B3B1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trace scrubber가 token·email·전화번호를 제거하는 정상·실패 test를 만든다.의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2FA89-8FFE-4093-96D4-2B97DA3A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C1A24-EA23-4EB0-8DE2-5F528E5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978AD-E412-4B4A-AF23-E15FBF94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968938120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74E43-C9F7-4586-9F0E-6D5D7D6A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E32E4-FD07-4F85-BF9D-83C511C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33EEF-7738-44D6-AEEF-602C71EA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A7DC0-84EE-4451-8BE3-091CA82C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978A-AC8D-4785-A3C7-5C6CB3D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2F8A1-6291-4276-9953-B02C4E1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E5A6F-F1C7-4D2F-80B4-A291FAFD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9A83C-062E-4C1A-8289-AD2C8BEB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463F0-5D0C-40F6-B10B-E24D4C7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synthetic·deidentified만 외부 upload 후보가 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2C24A-FAB1-4F94-8AF3-F4EA0780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2FECD-1200-4B72-B9D7-4CA58C16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D1674-53D5-49C1-B486-2B4D3624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PII·Retention·Incident 운영의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746EA-0813-4B54-A151-345A030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BBF15-20A0-4F32-AA9C-0D1E863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DE56C-7B14-4095-ADF5-5B31DAD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편의를 위해 원본 audio와 raw prompt를 무기한 외부에 보관한다. 발생 시 ops_checklist.md에서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5E8AD-C5AC-4C18-9505-A7BF3A75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BCC81-4D53-4B25-8FDD-53CA8F2F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43DA6-1070-4CE0-8A77-C156B08B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768161142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0FAFC-6F8A-4CC0-9B94-1FB51682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4B447-277C-41B2-AC6E-6F279F32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C44CB-FA85-40C1-A67A-6B005195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006C5-CA1C-4CBA-AB48-078BD99A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09B41-194F-4730-814A-D0813E4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732EF-8674-4ACC-9DB7-F120EAB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157BF-3AE7-4267-9424-3A390E66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F3E14-F7B1-43F3-8322-01FFE7E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01FF9-5670-46CB-B9C0-1BA2056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PII·Retention·Incident 운영이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A084C-A9A3-4412-AD06-5484DC5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3F371-6837-451A-92C3-4D6B36FE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9E6FF-125C-4015-BCBB-08FF4973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tests/test_observability_workflow.py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4B17D-3490-4419-B491-5B08525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3C2A4-D1A0-495E-B34F-1FE36E4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25876-D521-4D7E-B6C4-A704D891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ops_checklist.md과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03F7D-86E7-4A95-AA67-3C276701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Release Candidate와 Vercel Demo</a:t>
            </a:r>
          </a:p>
        </p:txBody>
      </p:sp>
    </p:spTree>
    <p:extLst>
      <p:ext uri="{BB962C8B-B14F-4D97-AF65-F5344CB8AC3E}">
        <p14:creationId xmlns:p14="http://schemas.microsoft.com/office/powerpoint/2010/main" val="1094468898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9FBBA-6775-4418-B35C-82ACB70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FB944-1E19-4FD7-8F7A-A953B67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Release Candidate와 Vercel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7EF29-58AC-4766-9601-ABFB9BE0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7차시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8A6D-2314-4CED-BD9C-7174A640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15:50-16:40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EC88E-7B97-4FC3-B7C1-AA6080E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Release candidate · Smoke test · release_candidate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66229-A39B-4544-8164-16E5BAE7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5850-D09D-4557-A886-5608C4FD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DCD09-909C-4033-9529-90F5F1B7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Release Candidate와 Vercel Demo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6F241-4432-410E-A774-A3CE47C9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9D9E5-5553-4C1B-B3EB-E48EFF5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web-demo/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7CA4F-57EB-4DE3-921D-2C89705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BA67F-2D1F-4844-BDB0-DAF71835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release_candidate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34AF2-ED44-4592-B976-FBA6F006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7차시</a:t>
            </a:r>
          </a:p>
        </p:txBody>
      </p:sp>
    </p:spTree>
    <p:extLst>
      <p:ext uri="{BB962C8B-B14F-4D97-AF65-F5344CB8AC3E}">
        <p14:creationId xmlns:p14="http://schemas.microsoft.com/office/powerpoint/2010/main" val="1248868547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C07B8-DF71-42B3-A833-62BEEEE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7차시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E503C-32A9-4A04-8A6D-D6508F19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4BBC9-4724-4814-9F26-B63110C7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AC658-D437-4961-8CB9-D0EB8A24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B7F95-792F-46AE-B3E7-AC2310C4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056AC-7FA4-4081-8352-CF19156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329B2-8B05-49DE-87B3-2B83485A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53FD7-5126-452F-954B-D7637DB5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0F64C-0CB5-44AC-8762-3006FB6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ops_checklist.md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2D949-63E9-402D-A2D1-CED442B9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0175B-378C-49A7-A553-48A0795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1A9BF-18B6-48BF-9896-2B3B6C6E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A20DE-2C4C-4F49-B86E-7A732C8C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6B52E-E070-4ABD-A04A-48AD296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3B45F-0D68-4B0E-BE83-C02E3F5C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CCF5A-7031-44B5-BF75-E849D71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2CE3E-309C-4986-8FF9-C84722CB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AA586-0F0B-41BC-AC6E-BE7EB608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</a:t>
            </a:r>
          </a:p>
        </p:txBody>
      </p:sp>
    </p:spTree>
    <p:extLst>
      <p:ext uri="{BB962C8B-B14F-4D97-AF65-F5344CB8AC3E}">
        <p14:creationId xmlns:p14="http://schemas.microsoft.com/office/powerpoint/2010/main" val="1246797185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81C0A-D95A-42E9-8561-156BAF7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4774F-78D2-45B3-974B-7F22FE3D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9AF31-8EE0-4EFC-BAFC-17B29DDD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1C35E-C722-4F1E-9616-23F543CB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6E0EE-1561-4EFA-BA1E-8C4E6B71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4C44A-7251-4EA5-B150-E9852AC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코드는 최신인데 화면과 문서가 이전 schema면 사용자는 첫 실행에서 막힌다.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6888D-74AE-4C71-84D1-20B335A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focused tests에서 release_candidate까지,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2C420-38E6-463E-8766-BB480D3B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34B1-FCEF-4D84-BB21-39B6A91E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1365398689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F66C7-6E01-405B-9B22-A3A567F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21DB0-6745-413E-97BA-C739C1A4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7EC2A-2434-4205-A9A5-437533E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420F-C943-4AF1-9D92-BDC8F7B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06F93-C9AB-46D1-B5D5-E694A720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9AD12-2488-4E92-9CB8-F457C45B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2BB2E-2F9F-4B35-BCE5-2703977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D8A67-7A6C-44FF-9C30-C0AD85B4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test·README·sample data·Vercel demo를 release candidate로 묶는다.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9A9BC-4440-4DD7-929F-8FD9D92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9331D-5794-42E6-AF4B-BA075FE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20855-19BB-401E-814E-BBC3CB17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Vercel 화면만 동작하고 backend result contract와 다른 mock을 보여준다.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73ED0-9170-402B-9B81-9FE3C96E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B0056-6722-4CF6-BE56-1F89179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DCEFF-0AA8-4E3E-82AC-D1F51943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53561967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83ACC-6716-492A-AD47-17F51C4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FB121-0B89-44B3-AC64-27875843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5084E-5627-41EE-8F2E-A034674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8F509-651B-471C-B151-4BC1DA10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65A60-F55C-47DA-901A-D5B0668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42A27-7443-4A43-8634-38DC052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6036F-0987-4FCA-B4BD-2095306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BAEBD-BA16-4ACA-B195-74A3546E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B4294-CBB6-4C3C-8EDF-BC6967E3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EFD70-B9F6-47F4-AA4B-3ABE25B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79DA0-271C-436F-81BF-72ED527D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585D1-832B-4871-9A23-84BCD50D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9928F-0970-4030-93BC-74DF10C7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92F3D-5E57-48AD-A0C0-4F0486E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배포 직전 검증 버전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C521C-0755-40A9-8A41-DC9C738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EE03C-7663-4174-9142-BC4EBE4E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Smoke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B0009-AACA-4BCB-81F7-51681600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039C1-C4ED-444A-8ED2-365AC405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핵심 경로의 빠른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EA924-6F66-48FA-9D6B-3548D784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752BD-2B9C-4C86-80C6-C35915ED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27A97-33D6-4C26-A318-3BF121BD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A6120-F747-4EE8-8DA9-DDE172C4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설치·실행·복구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63D09-AC5A-44FA-98AD-D03A401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A301F-ECFA-423C-B9C2-04EC795D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F58DA-C219-45F5-BE05-DB4DEEF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30017-682C-4548-BB2A-33BF316D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실제 입력과 결과를 보여주는 시연</a:t>
            </a:r>
          </a:p>
        </p:txBody>
      </p:sp>
    </p:spTree>
    <p:extLst>
      <p:ext uri="{BB962C8B-B14F-4D97-AF65-F5344CB8AC3E}">
        <p14:creationId xmlns:p14="http://schemas.microsoft.com/office/powerpoint/2010/main" val="940142986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F051A-9882-43A4-BF15-5E0599F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78E5A-9719-4D46-806B-8E17D512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A1C22-C051-415E-9222-28E90146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E9040-940E-4838-B08E-F43D1358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FA74A-10C1-43FE-8B92-7929D302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1EAE3-FDF4-4D20-BDA0-AF863A1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C781C-24A3-4C81-8B82-A5463078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0EACC-A1CB-41C0-8474-D4DF8A89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E4D17-CCD9-4E4A-8B57-0BA081AE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3D18B-49FA-420A-807B-5323C54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7161A-C9F9-4A39-89B4-8283E3C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tests → full suite → README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D3D24-242D-4D40-8A43-5C47DEC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724E9-923C-4CD4-BDF6-E1FDF3C0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B10A9-26F5-43A8-8E45-BB77744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15A3C-21C0-454D-A74A-F822913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4A475-A488-4F2E-80BF-ABFCB74F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86342-8DB3-454E-B645-BAE08125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46660908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B3AFC-925D-48F0-BB4E-03C0FC5B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BB350-6D98-4C63-9922-ECC49267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5F12E-2018-411D-B17D-F8AB68F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9AA3A-41B2-4FD9-A97F-F14946EA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0EBDD-7483-4B47-810A-1B330693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BECDA-0B23-4701-82C8-96C771F6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4E05D-9110-48DA-ACF4-7E97F9CB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23985-DE39-47B0-9478-07611E2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713B3-1FC2-4E8E-BB13-B517222E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497D6-CDE0-4454-A4F9-59142F71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0FBF0-2429-4728-A4CC-6970CCE4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2D7F5-E214-4FFD-A60C-61F7F727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full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95370-D624-415B-BE08-85B2D36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9A259-686E-4229-BACF-99F80A74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17AE5-6D7E-4634-BE73-29FC87D5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3A740-1E8E-4A22-9119-5826D9E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F0945-9395-4072-8191-1CC9E283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A310E-26AB-4F9F-BC59-02A1DB1C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demo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ACB4C-1675-4688-9888-21AE625E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4AF71-BF31-4BA0-92D9-7DB93D07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9A33C-6DC3-4578-A0B0-6AD15CB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F783A-A18A-453F-854A-CF9060E8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release_candidate에서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506039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0FC20-D32F-424A-9AE7-EA0D975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75D0C-FA54-4327-A0E1-4B7CA46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178D3-BED7-45B9-87F8-E17CAD0C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D9A9F-B9A4-4FB8-994C-2A463F4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450DE-A9B8-4BC1-8C5F-96280200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BDA2F-B679-4B40-A196-38FB911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B28D1-14B2-47F9-BF43-879960C9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2B3E4-BC03-4399-A6F6-759BF5A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89756-A384-4C05-BF59-E8147463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E32A9-E794-4E80-AA55-6A46F49C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2802E-7897-42CA-A300-A782230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182FA-8DFA-46B1-98C1-2D2D2E0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4E1BE-8D4E-4CD6-A700-9B247FF2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FBF68-3CFB-425A-887B-1048D4F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9F1E-0983-40F7-9EF5-A3D4C089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14CE2-A277-4910-B8CC-E5DEEDD8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6D2CA-2464-4F20-A5A5-E699B14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2124785145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0D0A1-7298-4EE4-89FD-461D60D4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E40B1-EAFC-41A3-ABA1-000B57A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ECF5C-A105-46A1-BE19-24A1A8D9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1D1B2-CBF4-4A13-871C-63256DD6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D081C-B035-454C-A6A5-923692C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BD01B-1D27-4A95-A7DC-0113CA8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32E4D-F155-4152-B281-83FF231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CBD3-841D-408B-BEE3-588233D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7B8D3-8191-422E-B877-DAB7EF6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6CFA6-FCBA-4743-91C5-02C4B144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B9F44-D205-4AF7-BEB6-0FDAB91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2E31C-1168-44C7-8790-FD303D69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109D0-321B-44D3-8017-AF7A7CF1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D1E2B-2662-4A0B-A6F4-F5A16912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F33BA-FD45-4007-8F63-98282A4B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scripts/run_day1_preflight.py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2893F-072D-4ED0-B54F-8F5D7D02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A27AF-32BD-4FB5-AB70-2739191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23B36-9569-461B-AB66-8726A2FA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734209584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C5162-ED97-4D2A-9C40-4CFDCFDB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F59FB-858F-4729-ABD4-E793C24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29048-3FDD-4A1A-86F8-00109A9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31565-705D-4DBA-A984-C374FE1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77C06-F1B5-4519-BC6A-402018ED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B3EC4-7348-4631-AC90-6161256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6001F-D954-4BC5-8AFF-A7795428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CC0E0-4A64-4DD0-BC96-6D355573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배포 직전 검증 버전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58F34-4448-40E1-B838-386D75FD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3D858-D165-409E-A111-7C2E059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README.md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ABAA9-C540-48C0-816E-EEB940B6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Smoke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CBA31-796F-4F43-AA41-7BA918A1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핵심 경로의 빠른 점검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C05E9-8F5C-47CB-A79A-4253EE6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4A157-663C-4CF9-A13B-B890C38F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web-demo/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39F7E-DA5E-4EFF-8409-3C4D192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BE7D6-927A-49D9-98E0-674273F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설치·실행·복구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C219C-AFBA-4E36-8EDE-0AF78FC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30733-99D4-43E1-925E-FF6FC3A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scripts/run_day1_preflight.py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32309-71D4-4B67-A8F8-A936DC75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221E2-BE80-48FB-B18B-B9DF5842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실제 입력과 결과를 보여주는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9AF62-269F-4500-A739-2F98117E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B05F3-11B3-476D-A50C-92EC3102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materials/day5/day5_service_lab.ipynb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307123623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888A3-DD19-446B-9671-0D6F7218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44DC9-F0B2-41A0-B907-9578701A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CC76D-D53A-49D9-9714-B4E224FE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34788-9B05-4B37-9A1B-4A41EFD2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624E9-BFD6-4120-803E-4C885C5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837A9-D1A6-43FD-A047-C20AE6FF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4FFBB-8F79-4CC9-8123-075DA79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C8CB9-D57D-48F4-A802-E96A738B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687FC-8997-4AF1-971C-065A6331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976BE-30F3-4DA4-8A72-E713AAD3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7B13D-80D0-4A80-B320-DB40C5A1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7037C-92F6-472B-8F63-D7B055D2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40D11-90D8-405C-ABD1-0D6E742A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30CC2-24A1-4B2B-905F-7A537E45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53EEA-BD9E-4937-A712-D7D80E5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424ED-A846-46CC-844A-AD464DCE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tests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F3A00-A967-40FD-88DB-44B31A6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6DBAB-8D76-4B60-8990-FE8B1937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1A251-372A-4845-80D6-6583878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30EE4-D957-4B8E-9F49-7BFBC348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Smoke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F89A8-3C26-426A-A1E8-2BA3E62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BD89C-724B-410D-B222-728DECFB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full suite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4FF0C-A0A2-4E94-8E3B-AF201EB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CC72B-3A60-4F4D-9737-4E585A67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258BB-AB9B-4263-9D4F-2C552BF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D71B2-C7DB-4DCA-B47E-C19585C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3A22A-0C5B-43F1-8270-0BC167A9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2502B-4D20-41F6-8619-FDA572E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A426C-7261-4174-B94D-84EDD0C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5BBAB-5AB4-48D9-B574-55BC0DA1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B442CC-A05B-440F-A9DC-B596BE93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B7114-312A-4409-9DA6-AC7A325C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99876F-4E1D-434C-917A-972FE5C3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1B214-ECB1-4A93-BFCA-F3B85FC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demo build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45EC8-E62F-4F7F-AAF9-3BA7F1E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2AF2D-FE82-4AA0-A08F-81E7E75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499636454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29A02-5D2C-4608-82F4-F925B1C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1163-134D-4A71-94C5-47FEB5F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05502-62E8-4C98-94BE-9A432AC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8B705-FE8D-45C9-8D38-B94028E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BFD0A-26C2-4A51-8CA7-94FC219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3C493-B6A2-47F4-8AD9-665FBBA6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5D076-9338-47BE-9710-F0A63826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52C9F-875E-4E72-A8D9-991214FC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42296-FE0D-4C5D-AEB9-34A4FBDC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Vercel 화면만 동작하고 backend result contract와 다른 mock을 보여준다.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FCD81-D72D-457E-83D6-71F4FC22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BF9D8-1DBD-443E-9AF4-2FCDC19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Vercel 화면만 동작하고 backend result contract와 다른 mock을 보여준다. 상태에서는 release_candidate을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82448-4CCD-4FFC-BC43-34B9B88A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40732913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762D0-7E17-4CB0-8D0E-7B253C9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C804C-EDAF-4688-A5E5-14A4DF91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336D0-760B-497E-B3C5-3632F492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51F49-F4BB-4758-B4A1-A5E63C9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9138E-1BB0-43C1-BE6B-E209E9DE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DE8F-9165-4242-A298-5D34EAA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1B4B7-6449-4129-9502-62456643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7F36C-F249-4163-A65D-E66C51D9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BFCF5-B09A-404D-899A-4357C78B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build 실패·test 실패·HOLD가 있으면 release candidate가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8ACE-9413-4A1C-A47A-71598D14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2DF34-E458-478C-9C7A-F5B5E3CA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241A7-63C7-44DA-AE1E-C5FDED1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Vercel 화면만 동작하고 backend result contract와 다른 mock을 보여준다.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81C62-538C-4BFF-A455-1077E6B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38E8E-C9B1-4136-858E-D9A21579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5EDE5-273C-4AFB-8E59-561D55FD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Python output JSON을 demo의 단일 input으로 사용하고 schema version을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427FA-873B-4A13-ABCC-609D0CD5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EADD4-EC3C-46E5-9F90-3B26949B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58608-C11F-498A-869E-65EA3B3A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release_candidate과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279813104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B7FCF-CD73-4309-9B24-61CD262C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1E235-FDC5-4826-B8A1-41E9D425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521C4-2C84-4878-9D5C-6AFAE0A1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4654A-CA1D-439F-9ED3-CD9FD3AA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EB0DA-9A91-4FC1-9034-5E69F0A5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3091A-D1E7-49FE-8213-C5D7DCA8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1b6af017b4c8e"/>
          <a:stretch xmlns:a="http://schemas.openxmlformats.org/drawingml/2006/main"/>
        </p:blipFill>
        <p:spPr>
          <a:xfrm xmlns:a="http://schemas.openxmlformats.org/drawingml/2006/main">
            <a:off x="7387248" y="1485900"/>
            <a:ext cx="1437055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7ABB1-A5DD-4EBB-8AB8-AB760481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web-demo/의 책임을 찾고 release_candidate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BE3B4-13C9-4F41-9A2E-9C11AC7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Release Candidate와 Vercel Demo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282110170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625EF-CAFA-4887-815B-36B51D5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05FC7-F648-4DB6-93CA-44D288CE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D2E2E-9A33-4F2B-95F7-847CD955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F6BD7-44D6-4CD5-B708-57C5016E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B4919-A038-4F29-8811-EC9B873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97B77-A75F-4014-926E-0CCAB0B1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E35A3-8122-4276-AF56-C6ED5ADC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70089-7B75-40C0-8939-4E33C12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246E2-C97F-4495-8B30-1B8422D5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기능 구현 후 README·test·demo data가 같은 contract인지 diff로 검토한다.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76479-D906-45AF-80C3-5D15B16C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A0470-A2BE-42B6-8E70-52BA7A2B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7A682-11C8-4A87-B306-E753CE6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scripts/run_day1_preflight.py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64CFC-32D0-4360-B40E-68DBB79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F0B32-BBD5-4B56-B4F3-DCF4D0E6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26E74-31F9-4164-8770-B9CEB277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0B6AE-E1AD-4946-B804-FFAEC8C0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E5738-7A1D-4492-B939-ABE772C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54159-C92D-4407-8ED0-0F4F2F9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034354673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56BE5-F993-43FC-AB19-3F8FE7C4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22FE7-7EEA-4C09-8181-D32E212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1DDCA-A3F6-44E8-958A-B98980F6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71DD4-6E23-4ECF-8EC4-CF04EFD4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0902D-6AAF-44A3-8943-05250A10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29AB7-D6CE-4132-9F02-7B2F9D4C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BA45-DBFC-4876-822A-76F2A73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66B8C-B99B-4D83-8D4A-4A09A0EC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B61F6-D991-4FC1-93DD-CA46408C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F97D1-1EE5-422B-B8C1-D9812302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D4A98-3105-49D0-91F2-7CDC9061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BA775-7851-48E7-A640-9E1A1A5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6B64F-C5BD-4A19-8C7C-4274D05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37D12-E5B2-409E-AF89-D55967D9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D9E03-8EB2-43DC-A81E-FE6E5DDF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7C915-91BD-4106-A97E-D1E590C0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9064B-5D1A-4D5C-B049-BB0CD2D2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F6352-2C4D-4C91-8C34-BACC6E2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571B4-C9EA-4885-A7CF-6B3C829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8150E-1C4F-4E09-A1D2-93BE76A5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1F458-8B55-4854-8146-9843BA1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21C18-FC59-411C-9B74-65674B35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368445896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4D14D-9E11-4E7D-8639-AA837D56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1BF1F-8F96-4D10-A1B9-387E5DB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C5DE5-0F8B-452D-9140-6AC7E08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2A77C-4DA8-47C1-A5B2-2D5ACF6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F8757-F5C1-432F-B7FA-CA9DA0E8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9AB04-3AAF-4C7B-8D3B-EFA5205D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7C4E2-3C8F-4FD0-9127-E916549D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DD2B6-3718-4CC7-A48E-FF5C7B13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BFACF-BE88-4333-923F-1CC98386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EA6E4-9D06-4ECA-943A-D4B927F5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CDD5C-0B97-4ADA-9787-891F85B7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A80B7-B73D-4071-AC9E-2E45E9B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web-demo/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EFFD6-4E80-4168-93CC-2C0C42AC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0222A-EEB4-4035-B0F0-AFDCFFD9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8CB2C-73D4-4B67-B7FB-BE4524F2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scripts/run_day1_preflight.py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33650-0542-4F35-828B-F8257D0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E5256-C1F5-4CFB-9A65-A0D55D5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CFDCA-0344-40B5-9BDB-B2181E0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local fixture로 end-to-end 결과와 demo JSON이 생성된다.</a:t>
            </a:r>
          </a:p>
        </p:txBody>
      </p:sp>
    </p:spTree>
    <p:extLst>
      <p:ext uri="{BB962C8B-B14F-4D97-AF65-F5344CB8AC3E}">
        <p14:creationId xmlns:p14="http://schemas.microsoft.com/office/powerpoint/2010/main" val="88713563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75586-6AEB-4681-BA00-841206F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29057-AC8A-4DE1-A8AD-8662CD3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DC355-3628-4FDD-970D-11CCB53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F62B3-E48F-4B08-A2E7-DD812BC5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97AE4-29E5-4DEE-8925-4AD54382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73EF9-A930-4432-892D-19AE4777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EC0D0-F7A9-4820-87B2-B386B844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6933B-0748-467B-B52F-D98C4D47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2FD8D-6256-4FCC-AD97-324AFC77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scripts/run_day1_preflight.py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AEA88-7358-4B34-96C0-19D45456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31DAB-4E07-4426-990D-AA244F9C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925140299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ABFF-0700-42DD-AF57-EF00D407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07_release_candidate.json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0A3B1-9586-4ECC-B11F-4B5E456A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12E80-7832-4C44-875E-537CDD3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B2EBB-0CB7-4504-8416-A77A6FE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EDD2D-0279-401D-8123-57DD2FC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36EE5-1B98-46D0-9B17-D3490F79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367A8-7873-4EB6-A60D-0558335C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B9563-E8DB-4241-B503-6900C0E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"demo_decisions":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"2": "READY",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"3": "READY_FOR_HUMAN_REVIEW",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"4": "READY_FOR_SANDBOX_REVIEW",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"5": "READY"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"web_build":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"command": "/opt/homebrew/bin/node build.mjs",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"returncode":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"stdout_tail":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"Built dist/ with the review UI and generated workflow data."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"stderr_tail":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"schema_source": "output/course-demos/dayN/demo_result.json"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3988665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38980-5BCE-4750-BD53-95C1922E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65CE9-3771-40B2-87D8-DB3A8D67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F6360-6C4C-4A38-B425-7346B42D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072EC-17A3-4354-9939-DB2C54A2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C8231-D982-4516-ADB9-EE9DC6DF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4FB7D-9974-4006-AF2D-26ABE4B9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D967D-883E-4CB3-BF53-EF041300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19AAA-31F0-47DD-A56B-F56F77F2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F800-1731-486A-9342-A5F14839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42579-1E16-42EE-B1D7-027EE881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B390D-8062-4EDE-8A39-8CFBAFB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Python output JSON을 demo의 단일 input으로 사용하고 schema version을 표시한다.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7FEE5-C731-4570-8F36-0C694CDD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build 실패·test 실패·HOLD가 있으면 release candidate가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195748157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CCE18-9095-46D4-92D4-66BAAEC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1EEC6-DE05-4011-A640-6D3C45B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AA2FB-6A27-4B73-8551-A070FAAA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600A1-E2C8-4A34-A393-EE06AF78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96A51-163F-4AEE-9C38-23D16C9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EA120-CF84-4D17-9948-167634E7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B0919-A314-47DA-B8CB-AE6CEE7D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3DF3B-2B7E-4251-B7E0-57629E29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web-demo/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scripts/run_day1_preflight.py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AA942-114B-425C-964A-E341DF0F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B1046-00F7-4E6B-AC36-6642E13F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0472E-1005-418E-A366-4FBA828A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37124-FA3E-4744-9466-D2305AC4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저장</a:t>
            </a:r>
          </a:p>
        </p:txBody>
      </p:sp>
    </p:spTree>
    <p:extLst>
      <p:ext uri="{BB962C8B-B14F-4D97-AF65-F5344CB8AC3E}">
        <p14:creationId xmlns:p14="http://schemas.microsoft.com/office/powerpoint/2010/main" val="1037132962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D4244-3E5A-47D7-A21F-1CB429E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0568D-9082-4317-9D29-8D752572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598D0-F54B-4EE9-B048-C7E10EB1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6F135-42AC-46ED-8578-066E3B9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DA2BD-C15D-4F96-8952-CA75E144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FABCD-E960-4F0F-973B-3CD42F1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C7D13-3D0A-4626-97AD-2680499B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7차시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31628-6F47-45F8-9021-E6C0ABA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5C57A-07BD-41F0-83A0-1721E8D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shutil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src.course_services.course_demo import write_course_demo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release_data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day: write_course_demo(day, workspace_root=ROOT, output_dir=ROOT / f"output/course-demos/day{day}")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for day in (2, 3, 4, 5)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node = shutil.which("node")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web_build = run_command(node, "build.mjs", cwd=ROOT / "web-demo") if node else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"command": "node build.mjs", "returncode": 2, "error_code": "NODE_NOT_AVAILABLE"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release_candidate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"demo_decisions": {str(day): result["decision"] for day, result in release_data.items()},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"web_build": web_build,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"schema_source": "output/course-demos/dayN/demo_result.json",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save_json("07_release_candidate.json", release_candidate)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release_candidate</a:t>
            </a:r>
          </a:p>
        </p:txBody>
      </p:sp>
    </p:spTree>
    <p:extLst>
      <p:ext uri="{BB962C8B-B14F-4D97-AF65-F5344CB8AC3E}">
        <p14:creationId xmlns:p14="http://schemas.microsoft.com/office/powerpoint/2010/main" val="596040113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32C75-FA25-4A9A-A4A8-7F91DDD2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08FAE-7938-460C-AAC7-2A70C1B3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89B03-0F95-4FDA-89CD-6681AD8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F911E-3F06-4D4F-8E60-463D20B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2C764-703E-4E27-9DA3-9D9538C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12095-ABEF-47DA-B7FA-EB5CCD8F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F13B4-90B1-410D-AA76-BD3262C3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56BA6-DDFA-4E32-BDB9-D82EC3DB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scripts/run_day1_preflight.py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5889E-1541-48F0-B801-4B4CDD09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output/course-labs/day5/07_release_candidate.json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6A863-85A1-4A5B-B7A3-DC8B0232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release_candidate의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680058356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3ED1A-7FE7-442E-8AFB-937C385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02C77-CC36-4372-A538-A2CF8135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9711-1B25-4F10-8485-898C1555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860BF-5C07-4971-9364-9C0B091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22FF3-20F2-4ECE-8BB1-579C2DE9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BBAAA-AD83-435C-A73B-7D93DB2E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1C6BD-719F-4BC0-8CF7-B03A5C1B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9DCB0-5423-4CCD-A36C-B9F4932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F1B39-F7B0-4A0E-84E5-C31CB949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"output/course-labs/day5/07_release_candidate.json"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F4FAE-927E-4FAA-B75F-DCC60A4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78091397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5DC06-C2E6-4600-8B36-B09F2F35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9C19-B0EB-477A-9C10-E4B5A5E0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4652-2F5B-4DBB-A368-E5657CAD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9E1DC-B205-46B1-AB27-F167929D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0C12D-8575-4B41-B5AB-01ADDDED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62611-6E01-44F5-9D52-1057586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AFA15-2D8C-4A4F-984F-2728BB5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001C1-4063-451D-A94E-D9FAFA11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35723-9E82-416F-921E-68C54FF8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local fixture로 end-to-end 결과와 demo JSON이 생성된다.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ED54F-8A44-4498-A826-DED9DD8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07CBE-9B2B-4224-B4C9-F91A323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20D8E-BFD8-4708-A17A-1B68C41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942ED-B72C-4747-96D6-CC19878C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44066-40B9-43E0-A3CB-4EB27F2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3A42D-12B0-4514-8F86-EAB0045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168F9-F35D-4FA0-A8B1-60CD33BD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0639F-7168-4E3F-B342-A53FCD07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FFECF-FB75-40B0-B636-9A21B9C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849712924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42F28-EFFB-4A7C-9496-CFBA1412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ED57C-76D4-4687-9EE1-C5001E16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8C6A3-D66A-42D7-BA09-B8E87D13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F711F-0B94-449D-9BB6-A773D4E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3F630-CCE1-40C3-830D-85049D54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12C5-97D6-419C-B625-959263C0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345CF-063D-4890-8808-E376124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93E63-6462-40BA-A92F-D6E4EEB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5CDDA-45D1-4012-9138-D647BE3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D716E-9A5A-48FD-BF59-90AD515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80318-7665-4D45-AC4B-9E2563CA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242AA-1CD7-4C50-9360-1408BA9A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14C73-D844-48C0-A48A-F14A55B9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5AB1C-3339-4B2E-8FE6-5453BF15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2FEFA-9D5D-4578-A7C0-FAF7141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0DAF2-18E0-4904-9847-DFC0C55B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D86D5-FED8-4321-98FE-11148ED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2203B-07B2-461E-BABF-7F14E613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build 실패·test 실패·HOLD가 있으면 release candidate가 아니다.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861638919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DACC9-67C9-4B06-A61B-2F38B3B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3C93C-610E-4763-A363-18CFE0C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DF2A5-4E3D-4DF4-B45E-65B7C867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C2AED-E9C5-4C60-8ED1-5BB0217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8FB99-3A80-4D12-935F-46EDC618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71FE2-B10A-4471-8D13-401622A1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0FC3D-F2E2-4AFB-905A-CCB7769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내부 시연 URL과 재현 가능한 GitHub repo를 한 번에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16EFC-83F6-4BF7-B50E-5E02BB91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243E6-C801-4E38-8611-5C0DAAB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086C3-646C-4606-A4A7-8203C39E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15F8B-9CE5-4F34-9EB7-FAAD4BEF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0C39A-5F96-4DB2-A122-06CF667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B1EB2-E163-41BD-A191-E627F606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내부 시연 URL과 재현 가능한 GitHub repo를 한 번에 전달의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CA2A-E8BE-4CE6-B349-0807CE81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F7CFC-BA43-4364-B997-8BBA225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50597-DD78-4852-915D-6CD2BAA0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F41B1-CCDE-4EF2-836F-5CD04DBA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00134-59DD-4ECB-887F-F7F8F1CA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FE578-48D9-4297-88D9-41B9F4E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343348128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1D65D-9952-4277-A92F-9C3FE414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C7442-53B6-4B90-B870-6469938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4DD34-6962-410D-82FE-FF47595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EADB1-F94F-4B4A-8647-F260E72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E6637-5C5D-456B-9F0E-73288880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344F5-C4CA-4D1F-8927-78E79DAA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EBE61-2B49-4911-83C0-40C9FB02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31742-63B7-40AF-B581-9DCDF363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63B33-AE49-42C8-93BA-FDED095F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2515-CB64-45D5-AEBF-5C3631A7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Vercel 화면만 동작하고 backend result contract와 다른 mock을 보여준다.의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2E17D-F96C-4836-961F-71E1F83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A9760-DA68-4E02-B93C-12BEB5FE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4F10D-D9EE-4D7E-8DA2-F6CD157C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73123-3D38-4B95-8478-6B69171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C4466-9F53-4204-86C3-8E721EB5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C66C1-DF9D-4E38-9874-EA47336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기능 구현 후 README·test·demo data가 같은 contract인지 diff로 검토한다.의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CB3B6-C38A-476B-A72C-E2D1431B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7C7AC-DD92-43DA-AD67-BC5A802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AF141-7B83-4532-9EF1-75FDF3C7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821006173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81AC0-AC5E-4F9E-9388-1DF0E82D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33025-9259-4F6F-893B-FECAE5F2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734E6-514C-4A6C-8137-9BB69F32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87129-B0FC-4A99-880F-D291DBA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8AFCC-806D-4F4D-8542-7B59432A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B3316-9B77-4232-87AA-D618D98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0C2E5-1C55-46B0-A4D7-ECD817D9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F5BCE-DE5A-4050-B43A-C6BE0B25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00069-2E5D-4A6B-AD2A-3DB08A3E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local fixture로 end-to-end 결과와 demo JSON이 생성된다.로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249AA-7D5A-43A9-8586-F9915E35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6528-B1F4-4602-9B15-717214B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B4338-CC59-4458-9DB8-3A18206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Candidate와 Vercel Demo의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4F861-D3B0-4E9C-A47A-C2754A6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B6647-1BC7-463F-8359-505786B9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32A43-059B-4792-9732-C415FEB9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Vercel 화면만 동작하고 backend result contract와 다른 mock을 보여준다. 발생 시 release_candidate에서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FA026-E449-4C65-A65E-62909317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31F39-8D55-4C9C-B259-572F7D03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77BC5-B7A1-424C-B7F3-2EBCDD4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57145218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88CC5-F7F4-4F6D-B25B-9F2EAFED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95CDE-365A-42CF-A0CF-36BBAC9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0D1A8-ECD3-44A8-85B1-E6401E1C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186FF-4347-49E3-B816-BADB33CF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02708-0584-4F29-8221-6482DC1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A775C-E935-4B22-A4B8-40E06ED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EFAF7-F3B3-44A2-9AE7-5C8ADA1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484A4-229B-49D3-B848-FCD8412D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1E0DA-D6C3-4CD0-A494-1189C2C5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Release Candidate와 Vercel Demo이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E78C9-73A8-4B4F-B5FB-45D56726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5A5DB-1292-4ED0-8260-67CEE6F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9AEF2-76EF-42E5-8182-92C69E5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scripts/run_day1_preflight.py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56C74-C918-4E17-BB5D-5940F691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C23F2-DA12-4C18-A375-8D783F7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B3EB7-BBAF-4897-BCF2-B9D51BC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release_candidate과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D1BD4-9B96-4DAD-B142-47931E4B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최종 Demo와 Scorecard</a:t>
            </a:r>
          </a:p>
        </p:txBody>
      </p:sp>
    </p:spTree>
    <p:extLst>
      <p:ext uri="{BB962C8B-B14F-4D97-AF65-F5344CB8AC3E}">
        <p14:creationId xmlns:p14="http://schemas.microsoft.com/office/powerpoint/2010/main" val="408013558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73D44-A46F-495C-9F72-B8EB2B9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9D30D-40CE-40E5-B18E-6209E0DD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최종 Demo와 Scorecard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13A9C-29C6-435B-94EF-622934B8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5 · 8차시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A1B98-B6E9-4F96-B8CD-B90FDFF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16:40-17:30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7944F-1E42-4499-BB2A-A4C34784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Problem · Evidence · final_tag_and_scorecard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4F917-4ABF-43D0-A305-CE93A69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D0F2A-56B9-46D3-A84B-2001C4B9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400A7-1D7A-43D6-9D3B-FE14D15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최종 Demo와 Scorecard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24DD1-FAA6-40CB-88FB-D747B22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EDA61-9DB4-4D0E-B9EC-9C127313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93A6-CAD2-4298-90AF-7967616D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B312A-233A-49A7-A1BC-90D28F8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final_tag_and_scorecard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68955-8A70-4995-BC0E-15EBDD84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5 · 통합·관측·평가·배포 · 8차시</a:t>
            </a:r>
          </a:p>
        </p:txBody>
      </p:sp>
    </p:spTree>
    <p:extLst>
      <p:ext uri="{BB962C8B-B14F-4D97-AF65-F5344CB8AC3E}">
        <p14:creationId xmlns:p14="http://schemas.microsoft.com/office/powerpoint/2010/main" val="53727528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8F930-D353-4904-ACEB-EB749F0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8차시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7ADA7-A2F8-42F2-ABE9-3887932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964B2-E0FD-43A9-A5FE-83B5025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9E49F-11A2-4E55-880D-01250B0D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88135-4980-42A1-BAAB-F80018EA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E8B46-A040-4743-A0AD-F61E383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4014B-3441-48CF-B46E-4A70E189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6E70C-C3E5-4311-831F-BF0C32C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41C4D-0D95-4E11-9FDB-72E083A6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release_candidate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1AAA8-96F1-4F91-A305-D153189E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D9B4-CB0B-4646-AB98-47010F0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41BA2-0E6D-40DC-BEC2-0ABEC18B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7ECB0-988C-4867-8661-E3A042F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3ACD0-CF28-4B1C-8C96-97D7CFF2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4FC99-0059-40E9-BFB3-176FD85F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E9741-85DB-49ED-9E79-A5FC2C58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5C742-0F84-4B35-A06B-98D15631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8563E-A7C2-4FC0-811A-69B21979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733617143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4EC7B-ED08-46B2-837D-2354EDD7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1E38A-1667-4A30-A5E4-A260EC4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E0244-2F29-4D7C-A36C-88B12E4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AC24E-4614-492D-A8B3-023290C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9A331-0220-4C17-8F66-9A51F207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826C2-3374-442F-B76A-67DF4E7A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기능 목록만 보여주면 왜 안전하고 운영 가능한지 판단할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94BB8-80D2-43F2-B0E2-910CF2C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문제 30초에서 final_tag_and_scorecard까지,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24F21-2835-4E1D-BB36-15A4C0C9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F3ABD-39FA-4C58-BAA5-5BBFC34E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final_tag_and_scorecard</a:t>
            </a:r>
          </a:p>
        </p:txBody>
      </p:sp>
    </p:spTree>
    <p:extLst>
      <p:ext uri="{BB962C8B-B14F-4D97-AF65-F5344CB8AC3E}">
        <p14:creationId xmlns:p14="http://schemas.microsoft.com/office/powerpoint/2010/main" val="737599134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C9D20-00F0-44F2-88E4-D1319293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E57F5-2E57-4DED-92A8-D96309C6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A3EDD-7E4A-4EEA-A02F-E2E8214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4D508-FF88-4D83-95F9-228AADF2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C6815-16C2-465E-B04C-3D1BD73B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F6D7D-2C08-4648-BAA3-8EA327BB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1578C-1F2C-495F-A626-48E31690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D9636-B782-486F-8677-AB63FC4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3분 demo와 2분 질문으로 서비스 가치를 검증한다.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1F994-98AB-4ADF-9B25-ADF56A15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1797B-78D6-4658-80CA-4BCE34E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32CD6-48AF-4876-8C1A-BAEFA3D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화면만 보여주고 실패·사람 승인·평가를 생략한다.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58EF7-CB2C-489B-AA29-0474035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96EE5-DEFA-4818-877C-86557C72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B41FC-AA35-43F1-8E6A-B1CEA1B1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33420338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BBB17-0A6C-4B30-8C09-2FB5E125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631F1-10D8-41A5-9A7D-DB192F6F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49CF1-F7F9-493E-81E7-BA35AB65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CD8E1-2E54-4CFD-9F13-11D7DE8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FBE4C-5101-4923-88E4-2EA0B875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D36AC-473C-4232-A5FA-DFF24720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AC22-4331-4B4D-894F-79C07AD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271A8-48E1-4E2A-B3D0-266A7E48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9AC5E-1CBE-4585-BAB7-92A9FC7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881C8-D16A-46BA-A109-53A512F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E954C-4F10-4F07-B9CC-BA864D01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7ABB0-842E-4FE6-8268-1856357C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3658C-F919-430F-98A3-A2C916D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9FB16-7DEE-4ED8-A12C-ECCFF841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누구의 어떤 반복 업무인지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305E4-F5AB-493C-A556-E86C0F3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C04A1-EB4E-4D68-95B2-C7F39CF2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AA4B2-8942-464B-9A3D-D1A2E339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0772D-8583-4553-8FE3-37F2B13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실행·test·평가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FC334-7B3C-4D63-9C17-9A60B87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69C49-5ABF-4015-BD90-AE53019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Trade-off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D481D-FC75-4F8E-9177-94892C02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45071-9883-46EC-9ADE-1E68D79F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선택으로 얻고 포기한 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823EE-19AC-4338-A4DD-9AD3751A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42696-FE2F-46B8-B59B-BD1C6307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D2E11-5AEF-4FFF-AB74-7E03B1E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CE9FB-870F-4682-B50A-3A778E6B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검증 우선순위</a:t>
            </a:r>
          </a:p>
        </p:txBody>
      </p:sp>
    </p:spTree>
    <p:extLst>
      <p:ext uri="{BB962C8B-B14F-4D97-AF65-F5344CB8AC3E}">
        <p14:creationId xmlns:p14="http://schemas.microsoft.com/office/powerpoint/2010/main" val="1150595699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03A92-2ADC-4B1A-ADC4-1B80940F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94E0B-14C3-4E8A-B1E1-73A95D00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EA1F8-7E46-4E25-A858-E251FE13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2CF0F-1351-4AB4-9737-FF965B6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76532-81E7-409A-B808-5693BC42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FB14D-1B8D-4263-945F-F4DC373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D88FE-10CD-465F-927A-62D133F7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79168-64E1-4985-9C74-187A4055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7C95E-66EC-431F-B472-32CAB7C3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D75AD-BBEB-4928-8220-C9D19EBB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95264-6A46-4DD6-9E83-B8E9A27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문제 30초 → live demo 90초 → 실패·HITL 30초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405E8-3F42-43E5-ACBD-9EB44069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E6C7A-C5F9-4434-8AF7-878F1200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1C6B5-FE7C-40D8-A5C6-1137B6AF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7390A-4037-4C12-A89E-9110254E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7B8FA-28EE-40C7-AB95-6CEC54DA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D6917-4255-4749-8252-07CD860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1059957085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B10DC-912B-4C87-89F7-40F60CA2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4E457-ACF9-47F0-B0A2-20237DE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89EAF-993A-4AC1-A234-D78F4ABB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BF0C-7395-4BF7-B176-B7655E84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14104-43E2-4FC5-89C6-B9ECA67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37127-18F5-40B4-A50B-2339376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0936F-E37E-44D3-9C6C-C0B5A49E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8C6C-688D-4F38-A99B-14BF946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D3A64-E0C0-469C-B831-6D8A76C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문제 30초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6AD82-5F88-45F9-9026-65647423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6A83E-47FA-4529-8346-923523AE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0FECC-1C5D-409E-A014-1A8862E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live demo 90초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30AB9-67C0-4097-8D35-91BBBFD1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24897-4728-4D86-8B7E-7644DEE0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796FF-1D7A-45D4-B2B4-81379456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실패·HITL 30초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0600A-6F94-4C23-ABBF-C93FCB4C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6902E-7756-4F4E-B02E-AA234A7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A3A19-F4CC-4C09-9992-1CBCEDAC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평가 30초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BEF83-61BC-4B86-AAA1-1BD4A14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C5796-43E3-4D42-8F77-D844B8C6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457BD-42E0-45CC-AA45-6B9BCF0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질문 2분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6D918-F74B-4759-888C-EDA5D1DA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final_tag_and_scorecard에서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66566684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4218A-9226-4E31-8E3C-D6D5372E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C9384-F65F-4BE3-B9D8-8DE9EEC5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A2513-62BC-4B45-B9BD-4611434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FF416-0C7D-4E13-941D-3A8125B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65C48-4076-4F05-AD6C-E296C55C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2166A-5E0D-4A92-9DFC-E5439582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2D055-B302-4600-9D47-C36A1B9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AA184-8C39-4050-A030-A4A31698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8BD88-324E-48DE-BA72-B919A976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88900-42C3-4A4F-BEA9-3D69AED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A7E95-595F-47AE-BFBA-F4FFF95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FE048-A99C-444C-8CC0-16C494BB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BAFCF-CDF4-43A5-80BC-F19AB72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1CE7A-B1E7-4EAE-A3B7-77440387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7B9BC-BF7C-4CEA-B7C7-AFF5475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D41C1-CAD1-4191-BFB5-F4D7246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5AD1B-04B5-4B01-AB5D-6DB9E6EC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식별자·final_tag_and_scorecard</a:t>
            </a:r>
          </a:p>
        </p:txBody>
      </p:sp>
    </p:spTree>
    <p:extLst>
      <p:ext uri="{BB962C8B-B14F-4D97-AF65-F5344CB8AC3E}">
        <p14:creationId xmlns:p14="http://schemas.microsoft.com/office/powerpoint/2010/main" val="715571905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710A9-E837-4941-9036-B209E749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9A352-FB7E-4E39-BDC1-DB98A9F0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672BC-F471-47C9-8FCF-6194621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A0FE4-D8C3-4324-8FDD-8FD296F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18D4B-9059-4808-AE3B-58E6067C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5AEF-3734-4D05-A3EC-D42D88A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E92D8-B51D-4144-82B7-975B6532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1E557-D2C1-46B1-8B48-479388C0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C4D88-A299-407E-B5D7-6894AB9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B5CED-4077-4B1D-B283-61566240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760D7-BF8A-4AAE-A597-6D00CF87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2DF70-0E6C-48F3-8C1F-27775738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4BB5B-2003-4A29-AA5D-6843764F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0DD8E-C016-45A9-8028-1EC98100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F1E98-10E6-4786-B503-2B8F743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CC33E-590D-4774-B16E-99D69F4D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C07A8-73EA-4901-A4DD-FAAEF520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5AC1F-9EE1-4CB7-8909-599BA298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slides/</a:t>
            </a:r>
          </a:p>
        </p:txBody>
      </p:sp>
    </p:spTree>
    <p:extLst>
      <p:ext uri="{BB962C8B-B14F-4D97-AF65-F5344CB8AC3E}">
        <p14:creationId xmlns:p14="http://schemas.microsoft.com/office/powerpoint/2010/main" val="103929779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03020-062A-46B3-A54F-9BC6776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76A99-F8EC-498B-B677-0E6CD86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CEB32-64FC-45AD-A906-9B8C4E1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A705E-B1D5-413E-9BD4-594A0636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E7C4-4FBE-4309-AD2F-442579FE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8CBBD-EFEC-462D-8D56-C1AF011B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57826-D858-4F17-9350-CD01E896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C19A6-7684-46ED-96C0-084081D9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누구의 어떤 반복 업무인지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9B354-5C01-400B-94D7-BC1D884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AFD42-F151-4FC3-822C-0FE1D99F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README.md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4713C-E9ED-4B86-8E52-4872897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674B1-73EA-4F75-A3C4-9EB29EF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실행·test·평가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272FB-895D-4BBE-9BB4-4C1F8A91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C8B4D-7303-42F4-B46F-6A6F1D10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materials/day5/day5_service_lab.ipynb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6732C-B70A-4BFD-A59D-319E14AF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Trade-off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E5FE6-B47B-47BC-89CA-02626F4F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선택으로 얻고 포기한 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55678-C1C3-4FA9-8CF0-7ECCFDEC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D5CFE-139D-4898-912D-0BF46CCD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output/day1-workflow/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FECEA-1F20-4E3E-952C-EBAA18FE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CDCF2-40C7-46A4-B852-7833CF1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검증 우선순위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0F9AA-822E-48CF-A6AC-88C6D881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5F2B5-49F7-428F-B3B7-1AD6ECEC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slides/</a:t>
            </a:r>
          </a:p>
        </p:txBody>
      </p:sp>
    </p:spTree>
    <p:extLst>
      <p:ext uri="{BB962C8B-B14F-4D97-AF65-F5344CB8AC3E}">
        <p14:creationId xmlns:p14="http://schemas.microsoft.com/office/powerpoint/2010/main" val="1398457342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B53B8-E8B1-4EAF-A84F-368DD135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3A067-B015-46DF-9185-21DADC3A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75084-0296-4D1F-B730-81C2E8A2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FF790-55BB-4935-8B0F-6D402069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92151-3CC3-42D5-8385-51EB58D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B812B-E193-48D9-BD9E-D49DED9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E6079-B33E-4ABE-8A75-106F6ABC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A5CE0-8637-4B06-8044-DD754DF5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5431-75D1-43B2-96CF-4A265547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FE2CD-A14A-4010-A1E9-1DE33A56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51CFF-E941-4E4F-BFDE-39BF3A0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8396B-BE03-45D9-9BF4-31D2F98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7D227-6D34-49B5-9B10-6E4ED90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9639E-7678-4988-82B6-CBC3678B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06E98-EE6F-4712-A1B9-A406464E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07695-DF7C-4A8C-8163-625AFFA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문제 30초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A3ECE-0B54-4952-938B-4A9E92A0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7C5BB-A1D7-4843-8595-26DD3A9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2C477-DC70-4F4E-A316-7435EC57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5187B-8C60-4D9E-85B4-1B403F2C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F25E3-6179-4BA0-AAAA-7ECF03BF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4D1C3-BC46-4C25-9E00-47E03EC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live demo 90초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0E153-E0DF-4447-8253-AA44591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79540-F61C-407D-B8E5-02173D17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FF529-7A11-4575-A1C3-9552BCC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84270-13FF-4DC1-9485-A4CA950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Trade-off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C8388-34E6-430A-A6DD-6BD295AF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7C74B-5084-42B8-9879-ED62DD31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실패·HITL 30초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DC2C3-1BD4-4AEC-BAC8-23AF192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D7821-D062-4EB8-8FEE-16E0ABA2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A3FD5-EBAA-4E6A-9E4A-9E5B2CC9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685C6-F7CB-4BDC-9BEE-39ED1B68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Next step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7B9B25-ED55-4847-92BA-17FA4696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172051-99FB-4323-9455-380BF8C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평가 30초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860B9-0619-49E5-8AB7-BEF95447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84415E-CB32-4691-AADE-01AB2DA5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460802716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3242E-8523-4A3B-965E-CB9402AF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D1072-47F7-438F-B7B0-94929E52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077E6-E4AE-4DA1-8C7F-044B650A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0D061-6177-4CA9-A26C-3868BDE4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944D3-CD12-4FEA-B724-074C8E35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EC625-ED19-42FC-91C5-596571F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807D9-F093-4DEF-B6FE-94CCD9A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D4FC1-26C4-4B30-9C72-42A5ECFF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2F2EE-3063-4ADB-B7DD-3BEE71D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성공 화면만 보여주고 실패·사람 승인·평가를 생략한다.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540B0-93B9-4288-8882-D008FB03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F6920-AC5B-46F3-A9CE-D652746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화면만 보여주고 실패·사람 승인·평가를 생략한다. 상태에서는 final_tag_and_scorecard을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0BB2A-B3DC-4FE9-B18B-12A6A8BB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83392891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6170D-092B-4023-ADF6-77D4CA6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4F8C7-4CAA-4291-A2A0-BBCFD4BF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C2432-5579-45A0-9141-EBFFB14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FBBE1-9D27-4E69-A9BD-621F006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9E524-CBCC-45E0-BB94-2C39EB7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B18BF-0989-4333-BE0A-12CC4FB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D6B7D-62CD-46E5-84EF-331AD620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EF465-CB76-4A44-A384-8AB3BB4A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97634-9001-4339-8F3F-D4FCF36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비밀키·실제 고객 데이터·자동 외부 쓰기는 발표 자료에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308DF-36AA-4DBE-B653-FB4A41BF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E2189-A602-4145-8535-2000916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AD681-B701-4BB9-B460-BC4D9B2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성공 화면만 보여주고 실패·사람 승인·평가를 생략한다.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BCECC-A1EF-4F0E-A275-7F4FCF6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E8556-B955-4C41-A298-1AD62AC4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D3AFC-1912-4C75-AB18-60FBD9D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정상 한 건과 대표 HOLD 한 건을 나란히 보여준다.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088E9-6969-408B-B45C-A5E1391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47C17-421E-42AF-8064-96F82852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AEFC3-0A8E-4A73-B970-2DCE0ED4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final_tag_and_scorecard과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2117735973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B35AF-CDE3-4B29-87EC-ACBA6E4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F282C-2FBB-4DCD-8945-68E0B85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13132-A605-4125-8DE3-A3E9FA30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A601F-DD14-4DBC-9ECB-C48F4CC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319D0-602E-436C-BB8E-8A83C728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64572-59B3-4352-9E7F-B334A26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3952630364e6b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89E43-FA5B-484F-A06D-38352005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materials/day5/day5_service_lab.ipynb의 책임을 찾고 final_tag_and_scorecard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78050-0E43-4AEF-B6C3-01FECD0B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최종 Demo와 Scorecard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079296230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3C7AC-358C-47C3-9155-8BA675D1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E065F-F078-44CA-B3DA-27DD0ED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B39FE-4053-4590-9B1F-07DDB0D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4AA89-7E0E-4C27-B746-780D2CE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FFA93-99DB-4009-B207-833553C3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EEA82-10CE-441C-8D03-9817D694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BA107-EB35-4770-984B-830339D2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CFD75-8AD8-4243-94A1-2AA7975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A45AB-D06A-4854-844E-D7809BB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발표 전 저장소 구조·README·test 증거를 다시 점검하고 누락만 보완한다.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9B6AC-533A-4E3E-8DE2-71C7E0B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88596-421A-4597-962F-7D6B1D10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6FF7C-C651-4B85-8A3D-144C81C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F3DEC-D25A-4E04-BA29-7847F19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5D562-5965-45E5-AB67-415C3A0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1A323-5350-4C6A-8AAC-BD81823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6440F-8080-40A3-BFDA-DB655756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8A7A0-86E5-4DBA-B79B-BDC9601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A7E78-D8F4-4855-B42E-98378ED9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116227318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9CE65-F6BF-42D7-9410-B1A9FC34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261F0-D029-423A-81C7-EB8098D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B89C-6B1B-48A1-BD1F-942DF97D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9BD61-4148-44DC-8487-E05E15CD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04D14-FC2E-46CF-BAAF-E14BC49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AA58F-9329-4F91-833E-59848586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FF2ED-098F-42F0-9A03-1DEB1AC8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E5F99-1623-4EF1-ACFE-B3CE15F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178D8-790C-49AA-8AF8-4F7A8D7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7A0F5-8BEA-4306-A420-6323C6B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F892E-5296-4B7C-8711-0932876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8B68E-F818-42D8-88C7-2B5F07E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3CC95-C14B-4259-B4E4-277CC6D2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55F1F-2589-4627-9D30-C6614EF9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2B388-EABB-414A-A0E1-669FE83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BA9B-D5C4-4B1E-BCBF-B312B305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38D37-23AE-4F66-A54F-0AC45CA4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52F49-FA97-4D9B-A953-64B2D1D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7F3D2-6631-4AFB-B3F1-82F7A82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CF5F1-601C-496B-B7B6-E72D7C1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E66D5-F1BB-42B1-ADA3-66948554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6EDD4-B3A6-47D7-B1A5-073900B8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89671913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74D5E-1DF8-4620-8668-02E5C371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EF5F6-BE3A-4494-9983-A5C27307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3127-28CF-4DD6-8504-CE81B9A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76C1D-656E-45FB-AF69-0D7C7F90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4B8F8-A639-402D-A2D8-ACA3EBAF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A3B50-3713-4116-8857-CEF6ADC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B47D4-EC36-446B-B1B4-8048D9D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F9BD9-7B82-49BD-88E9-C0176DB0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C9036-8C74-4495-9478-7A8506D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README.md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83CE3-5012-4B03-AB16-195EC48A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A366F-4874-4414-B6AB-8E59745B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863E9-0408-464F-A6CA-C3324B3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materials/day5/day5_service_lab.ipynb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C2519-3235-4794-9C9B-8E31D59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0A4D-4208-445E-9802-733B3DCF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3ACC2-FF8B-456F-912F-D6261AAE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git status --short &amp;&amp; python -m pytest -q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FA761-83C5-4249-8BE0-1148FE70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4F011-1A47-42B2-807A-D05DFE4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91C6D-760C-4AF0-8C71-F2A694E7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처음 보는 사람이 repo에서 demo를 재현할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405604537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2ECD7-68F3-46E4-9C22-0B0E54BC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25267-7C21-4F5B-BB0C-60B9D2E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08403-E163-412B-AE78-84868877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8AA7F-2DB2-46BA-8B15-40EA7B4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98F92-369B-416C-BFE1-1F777A48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351FA-9D33-4B53-8CA4-BEB67DF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BE92C-1D4B-4327-B733-1AEE5F20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EEE2B-2AC4-47DB-8A1A-AC2EB13A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FE6A4-3AEC-407B-AAD9-E3456572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git status --short &amp;&amp; python -m pytest -q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5A6E9-2782-460C-BFBA-0BCE00E7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2589D-6A85-413B-AF4E-54CE28D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178821577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FEDE7-A8CF-4C4D-8404-6426D80D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08_release_scorecard.json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767A7-A915-4DD1-82F8-0A7D8CBB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3CF1A-AE71-4E8D-90CC-AE14FC5B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14C15-DE96-4765-91DF-69E14B9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F1AD8-BDD8-4901-8F58-3C2D92F2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FCD3A-F1F2-413F-B2CB-0EDF0F9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76E82-C983-4D57-ABED-78B0EBFA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0B6C5-FA56-458C-BF73-A4F2C48F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"day": 5,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"service": "Agent Operations Console",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"kinds":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"meeting_transcript",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"code_diff"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"synthetic":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"stages":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"explicit_router",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"artifact": "unified_service_result.json"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"local_trace",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"artifact": "trace.json"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"name": "dataset_experiment",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6747741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E5786-B352-42B8-AB12-1294E8C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53804-D354-4780-912E-0D6CAA6C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86630-970C-46EB-BDE2-BE065090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375A0-9719-411D-9F79-382C11A4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3D21D-B8A8-4222-BA06-9604BB0A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850B4-0CF1-43DF-A75D-560696B7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45E98-AB00-4A8D-9C00-9F2F15B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FB44C-6340-4467-B09B-C2AFA76F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48BD2-396B-485C-BBE7-FE461ED3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E40C0-0FD9-437E-BEDB-D7381ADB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96A05-8A42-42BC-961A-64C6F1F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정상 한 건과 대표 HOLD 한 건을 나란히 보여준다.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086BB-0502-4E8C-8253-14D3C3B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비밀키·실제 고객 데이터·자동 외부 쓰기는 발표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408316744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815DC-3880-4991-86B5-6CE45CF5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62072-3F56-4F2B-9E81-CCF0103A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B4B5D-3F18-4BBB-8F05-7EC3BE15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3380C-6EB0-4722-930D-6E78CD7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B753-CFAF-4C59-A6BF-4C2A667E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B043C-2DA2-4EAF-A2C7-23FCC778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3BFCD-795A-4F14-BC21-666904A7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64A9B-259D-4E57-A993-5A84131F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materials/day5/day5_service_lab.ipynb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output/day1-workflow/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C5622-F4FC-4056-B947-18202D71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743CD-0DAD-4808-BD00-7484A23C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9674A-13A3-4824-91FE-3D99EDD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127F6-5799-4DE9-8654-8CF9602C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저장</a:t>
            </a:r>
          </a:p>
        </p:txBody>
      </p:sp>
    </p:spTree>
    <p:extLst>
      <p:ext uri="{BB962C8B-B14F-4D97-AF65-F5344CB8AC3E}">
        <p14:creationId xmlns:p14="http://schemas.microsoft.com/office/powerpoint/2010/main" val="807681189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5992B-B3A6-4ED1-AA6E-4693B8DF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BE997-8FE0-4134-8EFA-3E318235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D6D73-1C8E-4739-A7B6-EFDBF75A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ABFF0-1CDB-4C92-A0F7-622416E0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AF512-E1FC-4E3D-B963-0FB8AE4A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71156-D5F4-4037-A93F-16A37B1A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3E268-D5CE-460E-8386-10CC7C9F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materials/day5/day5_service_lab.ipynb · 8차시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A9FCA-D104-43FC-9D5B-AC62B496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BB14A-8231-4973-983D-E9CFEABE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src.course_services.course_demo import build_course_demo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final_scorecard = build_course_demo(5, workspace_root=ROOT)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focused_test = run_command(sys.executable, "-m", "pytest", "-q", "tests/test_course_services.py", "tests/test_observability_workflow.py")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final_scorecard["focused_test"] = focused_test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final_scorecard["web_build"] = web_build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final_scorecard["decision"] == "READY"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final_scorecard["boundary_case"]["status"] == "HOLD"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focused_test["returncode"] == 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save_json("08_release_scorecard.json", final_scorecard)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{"decision": final_scorecard["decision"], "boundary": final_scorecard["boundary_case"], "metrics": final_scorecard["metrics"]}</a:t>
            </a:r>
          </a:p>
        </p:txBody>
      </p:sp>
    </p:spTree>
    <p:extLst>
      <p:ext uri="{BB962C8B-B14F-4D97-AF65-F5344CB8AC3E}">
        <p14:creationId xmlns:p14="http://schemas.microsoft.com/office/powerpoint/2010/main" val="214950473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BA1DC-B8AC-4D6A-84AF-50B37450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06DB7-B7D5-41B5-A314-2FB7A83F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D409B-B6C5-4176-B0CE-256A892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73FDE-F740-4829-9E97-FB6B5712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E2FE1-4C56-4CF1-B247-48A88C3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20A28-976C-4F44-B233-5A975D0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B896-ACC2-4A7A-B3F6-99CC463F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7D486-A581-4EC3-8EBA-78EA814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status --short &amp;&amp; python -m pytest -q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0AF1C-D32B-4C8B-9FC8-999A056C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output/course-labs/day5/08_release_scorecard.json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56F86-5707-4A98-9B23-DCB1E511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final_tag_and_scorecard의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207068558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F11D5-C62C-4CBA-A6C7-BBB79927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A939-9C78-41A7-B572-E6E00472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D19F-307A-4EFD-BABC-116ABE7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F60D5-BEEA-4C5F-BECB-123DDDE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B540A-93DA-4056-AC26-20446147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B82B2-F7D8-435E-887D-656F083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5450-8CE8-403D-9F89-B8F08BF6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B020B-B5B9-4DCC-B04F-DB409D51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51F6B-DE05-4A9F-8D2B-3DED77F3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"output/course-labs/day5/08_release_scorecard.json"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5E3D4-4840-4352-90A7-D5C6B782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662221864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AB2FF-6BB6-486F-8297-AD4EDC4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01D0C-7A8E-43BE-AA74-FDA54817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66FDC-3E5A-4965-B63C-20D0A26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78A20-7918-4FF7-BE55-84FD2D7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6388-92BA-4F1E-93A2-90C194D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9B0B2-EA1A-4CE9-A51C-6F7FB4E3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DF6E4-93BD-43C7-9B3C-CF323A1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1B895-1EBC-4C79-8A7D-B14F1A4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E3E72-0D4E-484F-A2EC-F60D4B0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처음 보는 사람이 repo에서 demo를 재현할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A4990-D2E1-4E39-9588-6C87D7E9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221ED-0C00-4264-B870-60A3B598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58407-16EB-42AB-8B4B-427FB3C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1B8B8-53E9-47C1-A0E9-9C60365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51C61-482F-4529-B6EA-4DF8F0A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A6949-068C-4486-809E-F4A07877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4B9BA-9354-4AF2-BD90-85BAD2AF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851B2-DA68-4950-97AB-D2BCC6AC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46AA1-363D-4C92-939E-28C7BC68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507313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7F977-7FA7-4317-A5F9-6A8739F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18E85-533E-4D7E-915C-4983327E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6D29D-8574-4BF5-B977-237200CC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F4F25-F225-49E4-A20B-CD10100E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0699A-D128-4CBB-9AF6-6A986CE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5DE83-6323-455D-B21A-92E6A611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4495C-3917-48D8-9150-F694643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B3BDF-7A8E-4B2E-A759-E739782B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62C75-3A3C-428B-97FD-944D9678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94391-2B9A-49DB-A351-58264C11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DF0A8-4DC6-48BA-AA8C-E98FBA9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EC000-F0CD-4858-A64A-2656788F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DD2B8-442D-4429-8051-90CA7BF4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32765-A4D3-4BB9-9CE9-82C76D0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7EFA5-BC42-440B-8CF7-E00DC5F9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500CC-DAB5-4FF2-B8DA-85535DA4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96F94-2BCD-4A81-892E-FC182468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C851E-2A69-45D0-B5BD-097B53E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비밀키·실제 고객 데이터·자동 외부 쓰기는 발표 자료에 없다.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67839694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BE260-CEAF-4D99-8BE8-2809BEDC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7C854-9678-4F8D-B8DD-0617BEAD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BF7CC-243A-4DF3-BBDC-472E00BC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6892E-45B3-4519-93A3-58B41FF3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F6CB5-3347-4251-AD40-A915F260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7B1C2-8EE3-40B4-AE44-574E1F5C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38F62-61A4-4933-ABD1-FF481A1D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재직자는 업무 적용 계획, 구직자는 제품 판단과 검증 능력을 포트폴리오로 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48F82-B75E-454A-A709-7E93473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5EC90-6C50-4B09-9AA4-EC989312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61F1C-C6AA-4817-A8DA-AE88BF7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D9924-3F2D-43B7-B7E2-B421E03D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70877-852D-4D75-B09F-3D57B51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1500E-2156-4579-A6CE-EBBC8441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재직자는 업무 적용 계획, 구직자는 제품 판단과 검증 능력을 포트폴리오로 제시의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4F68-381A-4FCF-8B39-FF45FC7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41A86-43D8-430C-BAE1-7608AD33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602BC-6EF5-47D0-89D5-EFE4A9D3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06F85-F856-412A-AEC8-9C0CEF72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EDEE2-0C2D-4C4B-BEF7-F3E765F6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3AFCF-C5AB-4B1A-B5EE-26559F0D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63114970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72597-FDE0-4298-BCEF-9D79095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8E8B0-45D2-4E3C-9D6F-33519F79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BE694-A392-49F4-AA62-CA1F09C0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C5661-CCEE-4CFB-8A7E-B282B0A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FEB1E-E66D-43EB-B9E2-9BF45702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98E5A-08EF-4BEE-A00B-75B56008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F659-F5B2-45B2-9393-92EB5BE5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9D35D-89E1-42A6-9101-B1600F60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FBAC0-C6E3-4634-BC43-FF9C8D3C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D6737-9F2D-4D2B-AC1A-309D9A6C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화면만 보여주고 실패·사람 승인·평가를 생략한다.의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6A022-3AB5-4AEC-97FC-79CAA374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610F8-2D46-4F90-BDCA-7A84E55E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19B13-E08A-42EB-96CA-9DFDFD66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DA84C-420A-44A0-8F7F-21B0CAF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3CD06-C5B5-4B0E-8061-F125C1D8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45609-8FDB-4FD4-B94C-A565B4BA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발표 전 저장소 구조·README·test 증거를 다시 점검하고 누락만 보완한다.의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4A2FD-1929-4F76-A5B7-165059B7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967B6-749C-476C-B3D0-68BCC491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B62B2-ACE2-436A-809A-EDF88D48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786542862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B6777-CC6F-4C21-ACF8-E0C8C5DE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454B-D172-4953-91A2-D446DF5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FCC32-BC42-47C4-8556-DC9355C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3BEEB-089D-4E6A-9CE1-47DFF929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38ABF-4A9F-406B-9845-5D6D9395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CEFC-301C-4A8B-AB18-D105526F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A87D6-9BAA-4603-970F-AA19FBC8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2DCAF-4873-4A8B-AA1D-F798C063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31579-17C4-49FB-B191-B5133CA6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처음 보는 사람이 repo에서 demo를 재현할 수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7E16A-3505-451D-B59D-1A541335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9AF6F-4647-4CEF-94EA-290E11B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2E355-B56C-489B-BC79-CE52725A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Demo와 Scorecard의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CF79A-CA58-4922-9F8F-C4EFD4A7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33C33-7F16-4920-8AAD-26E1D9FB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328AB-BA66-431E-9EDC-8EE47FF6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화면만 보여주고 실패·사람 승인·평가를 생략한다. 발생 시 final_tag_and_scorecard에서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EFC96-C501-4636-9029-17AA450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1CA8E-E247-496E-9B41-8275008E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FC894-9DCC-4985-8650-81F9643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068762040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AB82B-B3B2-43BC-8EFB-32414935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final_tag_and_scorecard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D1FAA-0567-41A2-8E72-71A0C375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F99CA-6BE9-44C9-859F-21172945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DA4D6-CE12-431C-BEAF-36754CA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5 · Agent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F3706-886E-4293-9664-B4E0CEE0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3CADE-ECDE-4050-9885-F322BDBD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2ED59-51FF-44C8-9621-3FE4ADB6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F6D6-56D0-4C76-912C-A2352E9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7AFD0-FCA7-4671-A078-C95EB15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최종 Demo와 Scorecard이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9C9F8-68D8-4D2C-9E0D-6EC695B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68893-41BD-4128-8895-FF280EB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7A4DC-91C3-4A21-9319-E70ABBA7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git status --short &amp;&amp; python -m pytest -q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4B69E-F17A-4CD5-8C30-31F7390E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990ED-8B8C-4066-ABE8-3C35B30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4B6D8-6CAB-4A4E-8FD7-E191AFB2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final_tag_and_scorecard과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F188E-3FAF-4CE9-80FE-D40A6EF0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49162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2026-08-24T16:17:51.5140000Z</dcterms:created>
  <dcterms:modified xsi:type="dcterms:W3CDTF">2026-08-24T16:17:51.5140000Z</dcterms:modified>
</coreProperties>
</file>