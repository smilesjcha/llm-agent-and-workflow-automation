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134.xml" ContentType="application/vnd.openxmlformats-officedocument.presentationml.slide+xml"/>
  <Override PartName="/ppt/notesSlides/notesSlide13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136.xml" ContentType="application/vnd.openxmlformats-officedocument.presentationml.slide+xml"/>
  <Override PartName="/ppt/notesSlides/notesSlide13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138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39.xml" ContentType="application/vnd.openxmlformats-officedocument.presentationml.notesSlide+xml"/>
  <Override PartName="/ppt/slides/slide140.xml" ContentType="application/vnd.openxmlformats-officedocument.presentationml.slide+xml"/>
  <Override PartName="/ppt/notesSlides/notesSlide140.xml" ContentType="application/vnd.openxmlformats-officedocument.presentationml.notesSlide+xml"/>
  <Override PartName="/ppt/slides/slide141.xml" ContentType="application/vnd.openxmlformats-officedocument.presentationml.slide+xml"/>
  <Override PartName="/ppt/notesSlides/notesSlide141.xml" ContentType="application/vnd.openxmlformats-officedocument.presentationml.notesSlide+xml"/>
  <Override PartName="/ppt/slides/slide142.xml" ContentType="application/vnd.openxmlformats-officedocument.presentationml.slide+xml"/>
  <Override PartName="/ppt/notesSlides/notesSlide142.xml" ContentType="application/vnd.openxmlformats-officedocument.presentationml.notesSlide+xml"/>
  <Override PartName="/ppt/slides/slide143.xml" ContentType="application/vnd.openxmlformats-officedocument.presentationml.slide+xml"/>
  <Override PartName="/ppt/notesSlides/notesSlide143.xml" ContentType="application/vnd.openxmlformats-officedocument.presentationml.notesSlide+xml"/>
  <Override PartName="/ppt/slides/slide144.xml" ContentType="application/vnd.openxmlformats-officedocument.presentationml.slide+xml"/>
  <Override PartName="/ppt/notesSlides/notesSlide144.xml" ContentType="application/vnd.openxmlformats-officedocument.presentationml.notesSlide+xml"/>
  <Override PartName="/ppt/slides/slide145.xml" ContentType="application/vnd.openxmlformats-officedocument.presentationml.slide+xml"/>
  <Override PartName="/ppt/notesSlides/notesSlide145.xml" ContentType="application/vnd.openxmlformats-officedocument.presentationml.notesSlide+xml"/>
  <Override PartName="/ppt/slides/slide146.xml" ContentType="application/vnd.openxmlformats-officedocument.presentationml.slide+xml"/>
  <Override PartName="/ppt/notesSlides/notesSlide146.xml" ContentType="application/vnd.openxmlformats-officedocument.presentationml.notesSlide+xml"/>
  <Override PartName="/ppt/slides/slide147.xml" ContentType="application/vnd.openxmlformats-officedocument.presentationml.slide+xml"/>
  <Override PartName="/ppt/notesSlides/notesSlide147.xml" ContentType="application/vnd.openxmlformats-officedocument.presentationml.notesSlide+xml"/>
  <Override PartName="/ppt/slides/slide148.xml" ContentType="application/vnd.openxmlformats-officedocument.presentationml.slide+xml"/>
  <Override PartName="/ppt/notesSlides/notesSlide148.xml" ContentType="application/vnd.openxmlformats-officedocument.presentationml.notesSlide+xml"/>
  <Override PartName="/ppt/slides/slide149.xml" ContentType="application/vnd.openxmlformats-officedocument.presentationml.slide+xml"/>
  <Override PartName="/ppt/notesSlides/notesSlide149.xml" ContentType="application/vnd.openxmlformats-officedocument.presentationml.notesSlide+xml"/>
  <Override PartName="/ppt/slides/slide150.xml" ContentType="application/vnd.openxmlformats-officedocument.presentationml.slide+xml"/>
  <Override PartName="/ppt/notesSlides/notesSlide150.xml" ContentType="application/vnd.openxmlformats-officedocument.presentationml.notesSlide+xml"/>
  <Override PartName="/ppt/slides/slide151.xml" ContentType="application/vnd.openxmlformats-officedocument.presentationml.slide+xml"/>
  <Override PartName="/ppt/notesSlides/notesSlide151.xml" ContentType="application/vnd.openxmlformats-officedocument.presentationml.notesSlide+xml"/>
  <Override PartName="/ppt/slides/slide152.xml" ContentType="application/vnd.openxmlformats-officedocument.presentationml.slide+xml"/>
  <Override PartName="/ppt/notesSlides/notesSlide152.xml" ContentType="application/vnd.openxmlformats-officedocument.presentationml.notesSlide+xml"/>
  <Override PartName="/ppt/slides/slide153.xml" ContentType="application/vnd.openxmlformats-officedocument.presentationml.slide+xml"/>
  <Override PartName="/ppt/notesSlides/notesSlide153.xml" ContentType="application/vnd.openxmlformats-officedocument.presentationml.notesSlide+xml"/>
  <Override PartName="/ppt/slides/slide154.xml" ContentType="application/vnd.openxmlformats-officedocument.presentationml.slide+xml"/>
  <Override PartName="/ppt/notesSlides/notesSlide154.xml" ContentType="application/vnd.openxmlformats-officedocument.presentationml.notesSlide+xml"/>
  <Override PartName="/ppt/slides/slide155.xml" ContentType="application/vnd.openxmlformats-officedocument.presentationml.slide+xml"/>
  <Override PartName="/ppt/notesSlides/notesSlide155.xml" ContentType="application/vnd.openxmlformats-officedocument.presentationml.notesSlide+xml"/>
  <Override PartName="/ppt/slides/slide156.xml" ContentType="application/vnd.openxmlformats-officedocument.presentationml.slide+xml"/>
  <Override PartName="/ppt/notesSlides/notesSlide156.xml" ContentType="application/vnd.openxmlformats-officedocument.presentationml.notesSlide+xml"/>
  <Override PartName="/ppt/slides/slide157.xml" ContentType="application/vnd.openxmlformats-officedocument.presentationml.slide+xml"/>
  <Override PartName="/ppt/notesSlides/notesSlide157.xml" ContentType="application/vnd.openxmlformats-officedocument.presentationml.notesSlide+xml"/>
  <Override PartName="/ppt/slides/slide158.xml" ContentType="application/vnd.openxmlformats-officedocument.presentationml.slide+xml"/>
  <Override PartName="/ppt/notesSlides/notesSlide158.xml" ContentType="application/vnd.openxmlformats-officedocument.presentationml.notesSlide+xml"/>
  <Override PartName="/ppt/slides/slide159.xml" ContentType="application/vnd.openxmlformats-officedocument.presentationml.slide+xml"/>
  <Override PartName="/ppt/notesSlides/notesSlide159.xml" ContentType="application/vnd.openxmlformats-officedocument.presentationml.notesSlide+xml"/>
  <Override PartName="/ppt/slides/slide160.xml" ContentType="application/vnd.openxmlformats-officedocument.presentationml.slide+xml"/>
  <Override PartName="/ppt/notesSlides/notesSlide160.xml" ContentType="application/vnd.openxmlformats-officedocument.presentationml.notesSlide+xml"/>
  <Override PartName="/ppt/slides/slide161.xml" ContentType="application/vnd.openxmlformats-officedocument.presentationml.slide+xml"/>
  <Override PartName="/ppt/notesSlides/notesSlide161.xml" ContentType="application/vnd.openxmlformats-officedocument.presentationml.notesSlide+xml"/>
  <Override PartName="/ppt/slides/slide162.xml" ContentType="application/vnd.openxmlformats-officedocument.presentationml.slide+xml"/>
  <Override PartName="/ppt/notesSlides/notesSlide162.xml" ContentType="application/vnd.openxmlformats-officedocument.presentationml.notesSlide+xml"/>
  <Override PartName="/ppt/slides/slide163.xml" ContentType="application/vnd.openxmlformats-officedocument.presentationml.slide+xml"/>
  <Override PartName="/ppt/notesSlides/notesSlide163.xml" ContentType="application/vnd.openxmlformats-officedocument.presentationml.notesSlide+xml"/>
  <Override PartName="/ppt/slides/slide164.xml" ContentType="application/vnd.openxmlformats-officedocument.presentationml.slide+xml"/>
  <Override PartName="/ppt/notesSlides/notesSlide164.xml" ContentType="application/vnd.openxmlformats-officedocument.presentationml.notesSlide+xml"/>
  <Override PartName="/ppt/slides/slide165.xml" ContentType="application/vnd.openxmlformats-officedocument.presentationml.slide+xml"/>
  <Override PartName="/ppt/notesSlides/notesSlide165.xml" ContentType="application/vnd.openxmlformats-officedocument.presentationml.notesSlide+xml"/>
  <Override PartName="/ppt/slides/slide166.xml" ContentType="application/vnd.openxmlformats-officedocument.presentationml.slide+xml"/>
  <Override PartName="/ppt/notesSlides/notesSlide166.xml" ContentType="application/vnd.openxmlformats-officedocument.presentationml.notesSlide+xml"/>
  <Override PartName="/ppt/slides/slide167.xml" ContentType="application/vnd.openxmlformats-officedocument.presentationml.slide+xml"/>
  <Override PartName="/ppt/notesSlides/notesSlide167.xml" ContentType="application/vnd.openxmlformats-officedocument.presentationml.notesSlide+xml"/>
  <Override PartName="/ppt/slides/slide168.xml" ContentType="application/vnd.openxmlformats-officedocument.presentationml.slide+xml"/>
  <Override PartName="/ppt/notesSlides/notesSlide168.xml" ContentType="application/vnd.openxmlformats-officedocument.presentationml.notesSlide+xml"/>
  <Override PartName="/ppt/slides/slide169.xml" ContentType="application/vnd.openxmlformats-officedocument.presentationml.slide+xml"/>
  <Override PartName="/ppt/notesSlides/notesSlide169.xml" ContentType="application/vnd.openxmlformats-officedocument.presentationml.notesSlide+xml"/>
  <Override PartName="/ppt/slides/slide170.xml" ContentType="application/vnd.openxmlformats-officedocument.presentationml.slide+xml"/>
  <Override PartName="/ppt/notesSlides/notesSlide170.xml" ContentType="application/vnd.openxmlformats-officedocument.presentationml.notesSlide+xml"/>
  <Override PartName="/ppt/slides/slide171.xml" ContentType="application/vnd.openxmlformats-officedocument.presentationml.slide+xml"/>
  <Override PartName="/ppt/notesSlides/notesSlide171.xml" ContentType="application/vnd.openxmlformats-officedocument.presentationml.notesSlide+xml"/>
  <Override PartName="/ppt/slides/slide172.xml" ContentType="application/vnd.openxmlformats-officedocument.presentationml.slide+xml"/>
  <Override PartName="/ppt/notesSlides/notesSlide172.xml" ContentType="application/vnd.openxmlformats-officedocument.presentationml.notesSlide+xml"/>
  <Override PartName="/ppt/slides/slide173.xml" ContentType="application/vnd.openxmlformats-officedocument.presentationml.slide+xml"/>
  <Override PartName="/ppt/notesSlides/notesSlide173.xml" ContentType="application/vnd.openxmlformats-officedocument.presentationml.notesSlide+xml"/>
  <Override PartName="/ppt/slides/slide174.xml" ContentType="application/vnd.openxmlformats-officedocument.presentationml.slide+xml"/>
  <Override PartName="/ppt/notesSlides/notesSlide174.xml" ContentType="application/vnd.openxmlformats-officedocument.presentationml.notesSlide+xml"/>
  <Override PartName="/ppt/slides/slide175.xml" ContentType="application/vnd.openxmlformats-officedocument.presentationml.slide+xml"/>
  <Override PartName="/ppt/notesSlides/notesSlide175.xml" ContentType="application/vnd.openxmlformats-officedocument.presentationml.notesSlide+xml"/>
  <Override PartName="/ppt/slides/slide176.xml" ContentType="application/vnd.openxmlformats-officedocument.presentationml.slide+xml"/>
  <Override PartName="/ppt/notesSlides/notesSlide176.xml" ContentType="application/vnd.openxmlformats-officedocument.presentationml.notesSlide+xml"/>
  <Override PartName="/ppt/slides/slide177.xml" ContentType="application/vnd.openxmlformats-officedocument.presentationml.slide+xml"/>
  <Override PartName="/ppt/notesSlides/notesSlide177.xml" ContentType="application/vnd.openxmlformats-officedocument.presentationml.notesSlide+xml"/>
  <Override PartName="/ppt/slides/slide178.xml" ContentType="application/vnd.openxmlformats-officedocument.presentationml.slide+xml"/>
  <Override PartName="/ppt/notesSlides/notesSlide178.xml" ContentType="application/vnd.openxmlformats-officedocument.presentationml.notesSlide+xml"/>
  <Override PartName="/ppt/slides/slide179.xml" ContentType="application/vnd.openxmlformats-officedocument.presentationml.slide+xml"/>
  <Override PartName="/ppt/notesSlides/notesSlide179.xml" ContentType="application/vnd.openxmlformats-officedocument.presentationml.notesSlide+xml"/>
  <Override PartName="/ppt/slides/slide180.xml" ContentType="application/vnd.openxmlformats-officedocument.presentationml.slide+xml"/>
  <Override PartName="/ppt/notesSlides/notesSlide180.xml" ContentType="application/vnd.openxmlformats-officedocument.presentationml.notesSlide+xml"/>
  <Override PartName="/ppt/slides/slide181.xml" ContentType="application/vnd.openxmlformats-officedocument.presentationml.slide+xml"/>
  <Override PartName="/ppt/notesSlides/notesSlide181.xml" ContentType="application/vnd.openxmlformats-officedocument.presentationml.notesSlide+xml"/>
  <Override PartName="/ppt/slides/slide182.xml" ContentType="application/vnd.openxmlformats-officedocument.presentationml.slide+xml"/>
  <Override PartName="/ppt/notesSlides/notesSlide182.xml" ContentType="application/vnd.openxmlformats-officedocument.presentationml.notesSlide+xml"/>
  <Override PartName="/ppt/slides/slide183.xml" ContentType="application/vnd.openxmlformats-officedocument.presentationml.slide+xml"/>
  <Override PartName="/ppt/notesSlides/notesSlide183.xml" ContentType="application/vnd.openxmlformats-officedocument.presentationml.notesSlide+xml"/>
  <Override PartName="/ppt/slides/slide184.xml" ContentType="application/vnd.openxmlformats-officedocument.presentationml.slide+xml"/>
  <Override PartName="/ppt/notesSlides/notesSlide184.xml" ContentType="application/vnd.openxmlformats-officedocument.presentationml.notesSlide+xml"/>
  <Override PartName="/ppt/slides/slide185.xml" ContentType="application/vnd.openxmlformats-officedocument.presentationml.slide+xml"/>
  <Override PartName="/ppt/notesSlides/notesSlide185.xml" ContentType="application/vnd.openxmlformats-officedocument.presentationml.notesSlide+xml"/>
  <Override PartName="/ppt/slides/slide186.xml" ContentType="application/vnd.openxmlformats-officedocument.presentationml.slide+xml"/>
  <Override PartName="/ppt/notesSlides/notesSlide186.xml" ContentType="application/vnd.openxmlformats-officedocument.presentationml.notesSlide+xml"/>
  <Override PartName="/ppt/slides/slide187.xml" ContentType="application/vnd.openxmlformats-officedocument.presentationml.slide+xml"/>
  <Override PartName="/ppt/notesSlides/notesSlide187.xml" ContentType="application/vnd.openxmlformats-officedocument.presentationml.notesSlide+xml"/>
  <Override PartName="/ppt/slides/slide188.xml" ContentType="application/vnd.openxmlformats-officedocument.presentationml.slide+xml"/>
  <Override PartName="/ppt/notesSlides/notesSlide188.xml" ContentType="application/vnd.openxmlformats-officedocument.presentationml.notesSlide+xml"/>
  <Override PartName="/ppt/slides/slide189.xml" ContentType="application/vnd.openxmlformats-officedocument.presentationml.slide+xml"/>
  <Override PartName="/ppt/notesSlides/notesSlide189.xml" ContentType="application/vnd.openxmlformats-officedocument.presentationml.notesSlide+xml"/>
  <Override PartName="/ppt/slides/slide190.xml" ContentType="application/vnd.openxmlformats-officedocument.presentationml.slide+xml"/>
  <Override PartName="/ppt/notesSlides/notesSlide190.xml" ContentType="application/vnd.openxmlformats-officedocument.presentationml.notesSlide+xml"/>
  <Override PartName="/ppt/slides/slide191.xml" ContentType="application/vnd.openxmlformats-officedocument.presentationml.slide+xml"/>
  <Override PartName="/ppt/notesSlides/notesSlide191.xml" ContentType="application/vnd.openxmlformats-officedocument.presentationml.notesSlide+xml"/>
  <Override PartName="/ppt/slides/slide192.xml" ContentType="application/vnd.openxmlformats-officedocument.presentationml.slide+xml"/>
  <Override PartName="/ppt/notesSlides/notesSlide192.xml" ContentType="application/vnd.openxmlformats-officedocument.presentationml.notesSlide+xml"/>
  <Override PartName="/ppt/slides/slide193.xml" ContentType="application/vnd.openxmlformats-officedocument.presentationml.slide+xml"/>
  <Override PartName="/ppt/notesSlides/notesSlide193.xml" ContentType="application/vnd.openxmlformats-officedocument.presentationml.notesSlide+xml"/>
  <Override PartName="/ppt/slides/slide194.xml" ContentType="application/vnd.openxmlformats-officedocument.presentationml.slide+xml"/>
  <Override PartName="/ppt/notesSlides/notesSlide194.xml" ContentType="application/vnd.openxmlformats-officedocument.presentationml.notesSlide+xml"/>
  <Override PartName="/ppt/slides/slide195.xml" ContentType="application/vnd.openxmlformats-officedocument.presentationml.slide+xml"/>
  <Override PartName="/ppt/notesSlides/notesSlide195.xml" ContentType="application/vnd.openxmlformats-officedocument.presentationml.notesSlide+xml"/>
  <Override PartName="/ppt/slides/slide196.xml" ContentType="application/vnd.openxmlformats-officedocument.presentationml.slide+xml"/>
  <Override PartName="/ppt/notesSlides/notesSlide196.xml" ContentType="application/vnd.openxmlformats-officedocument.presentationml.notesSlide+xml"/>
  <Override PartName="/ppt/slides/slide197.xml" ContentType="application/vnd.openxmlformats-officedocument.presentationml.slide+xml"/>
  <Override PartName="/ppt/notesSlides/notesSlide197.xml" ContentType="application/vnd.openxmlformats-officedocument.presentationml.notesSlide+xml"/>
  <Override PartName="/ppt/slides/slide198.xml" ContentType="application/vnd.openxmlformats-officedocument.presentationml.slide+xml"/>
  <Override PartName="/ppt/notesSlides/notesSlide198.xml" ContentType="application/vnd.openxmlformats-officedocument.presentationml.notesSlide+xml"/>
  <Override PartName="/ppt/slides/slide199.xml" ContentType="application/vnd.openxmlformats-officedocument.presentationml.slide+xml"/>
  <Override PartName="/ppt/notesSlides/notesSlide199.xml" ContentType="application/vnd.openxmlformats-officedocument.presentationml.notesSlide+xml"/>
  <Override PartName="/ppt/slides/slide200.xml" ContentType="application/vnd.openxmlformats-officedocument.presentationml.slide+xml"/>
  <Override PartName="/ppt/notesSlides/notesSlide200.xml" ContentType="application/vnd.openxmlformats-officedocument.presentationml.notesSlide+xml"/>
  <Override PartName="/ppt/slides/slide201.xml" ContentType="application/vnd.openxmlformats-officedocument.presentationml.slide+xml"/>
  <Override PartName="/ppt/notesSlides/notesSlide201.xml" ContentType="application/vnd.openxmlformats-officedocument.presentationml.notesSlide+xml"/>
  <Override PartName="/ppt/slides/slide202.xml" ContentType="application/vnd.openxmlformats-officedocument.presentationml.slide+xml"/>
  <Override PartName="/ppt/notesSlides/notesSlide202.xml" ContentType="application/vnd.openxmlformats-officedocument.presentationml.notesSlide+xml"/>
  <Override PartName="/ppt/slides/slide203.xml" ContentType="application/vnd.openxmlformats-officedocument.presentationml.slide+xml"/>
  <Override PartName="/ppt/notesSlides/notesSlide203.xml" ContentType="application/vnd.openxmlformats-officedocument.presentationml.notesSlide+xml"/>
  <Override PartName="/ppt/slides/slide204.xml" ContentType="application/vnd.openxmlformats-officedocument.presentationml.slide+xml"/>
  <Override PartName="/ppt/notesSlides/notesSlide204.xml" ContentType="application/vnd.openxmlformats-officedocument.presentationml.notesSlide+xml"/>
  <Override PartName="/ppt/slides/slide205.xml" ContentType="application/vnd.openxmlformats-officedocument.presentationml.slide+xml"/>
  <Override PartName="/ppt/notesSlides/notesSlide205.xml" ContentType="application/vnd.openxmlformats-officedocument.presentationml.notesSlide+xml"/>
  <Override PartName="/ppt/slides/slide206.xml" ContentType="application/vnd.openxmlformats-officedocument.presentationml.slide+xml"/>
  <Override PartName="/ppt/notesSlides/notesSlide206.xml" ContentType="application/vnd.openxmlformats-officedocument.presentationml.notesSlide+xml"/>
  <Override PartName="/ppt/slides/slide207.xml" ContentType="application/vnd.openxmlformats-officedocument.presentationml.slide+xml"/>
  <Override PartName="/ppt/notesSlides/notesSlide207.xml" ContentType="application/vnd.openxmlformats-officedocument.presentationml.notesSlide+xml"/>
  <Override PartName="/ppt/slides/slide208.xml" ContentType="application/vnd.openxmlformats-officedocument.presentationml.slide+xml"/>
  <Override PartName="/ppt/notesSlides/notesSlide208.xml" ContentType="application/vnd.openxmlformats-officedocument.presentationml.notesSlide+xml"/>
  <Override PartName="/ppt/slides/slide209.xml" ContentType="application/vnd.openxmlformats-officedocument.presentationml.slide+xml"/>
  <Override PartName="/ppt/notesSlides/notesSlide209.xml" ContentType="application/vnd.openxmlformats-officedocument.presentationml.notesSlide+xml"/>
  <Override PartName="/ppt/slides/slide210.xml" ContentType="application/vnd.openxmlformats-officedocument.presentationml.slide+xml"/>
  <Override PartName="/ppt/notesSlides/notesSlide210.xml" ContentType="application/vnd.openxmlformats-officedocument.presentationml.notesSlide+xml"/>
  <Override PartName="/ppt/slides/slide211.xml" ContentType="application/vnd.openxmlformats-officedocument.presentationml.slide+xml"/>
  <Override PartName="/ppt/notesSlides/notesSlide211.xml" ContentType="application/vnd.openxmlformats-officedocument.presentationml.notesSlide+xml"/>
  <Override PartName="/ppt/slides/slide212.xml" ContentType="application/vnd.openxmlformats-officedocument.presentationml.slide+xml"/>
  <Override PartName="/ppt/notesSlides/notesSlide212.xml" ContentType="application/vnd.openxmlformats-officedocument.presentationml.notesSlide+xml"/>
  <Override PartName="/ppt/slides/slide213.xml" ContentType="application/vnd.openxmlformats-officedocument.presentationml.slide+xml"/>
  <Override PartName="/ppt/notesSlides/notesSlide213.xml" ContentType="application/vnd.openxmlformats-officedocument.presentationml.notesSlide+xml"/>
  <Override PartName="/ppt/slides/slide214.xml" ContentType="application/vnd.openxmlformats-officedocument.presentationml.slide+xml"/>
  <Override PartName="/ppt/notesSlides/notesSlide214.xml" ContentType="application/vnd.openxmlformats-officedocument.presentationml.notesSlide+xml"/>
  <Override PartName="/ppt/slides/slide215.xml" ContentType="application/vnd.openxmlformats-officedocument.presentationml.slide+xml"/>
  <Override PartName="/ppt/notesSlides/notesSlide215.xml" ContentType="application/vnd.openxmlformats-officedocument.presentationml.notesSlide+xml"/>
  <Override PartName="/ppt/slides/slide216.xml" ContentType="application/vnd.openxmlformats-officedocument.presentationml.slide+xml"/>
  <Override PartName="/ppt/notesSlides/notesSlide216.xml" ContentType="application/vnd.openxmlformats-officedocument.presentationml.notesSlide+xml"/>
  <Override PartName="/ppt/slides/slide217.xml" ContentType="application/vnd.openxmlformats-officedocument.presentationml.slide+xml"/>
  <Override PartName="/ppt/notesSlides/notesSlide217.xml" ContentType="application/vnd.openxmlformats-officedocument.presentationml.notesSlide+xml"/>
  <Override PartName="/ppt/slides/slide218.xml" ContentType="application/vnd.openxmlformats-officedocument.presentationml.slide+xml"/>
  <Override PartName="/ppt/notesSlides/notesSlide218.xml" ContentType="application/vnd.openxmlformats-officedocument.presentationml.notesSlide+xml"/>
  <Override PartName="/ppt/slides/slide219.xml" ContentType="application/vnd.openxmlformats-officedocument.presentationml.slide+xml"/>
  <Override PartName="/ppt/notesSlides/notesSlide219.xml" ContentType="application/vnd.openxmlformats-officedocument.presentationml.notesSlide+xml"/>
  <Override PartName="/ppt/slides/slide220.xml" ContentType="application/vnd.openxmlformats-officedocument.presentationml.slide+xml"/>
  <Override PartName="/ppt/notesSlides/notesSlide220.xml" ContentType="application/vnd.openxmlformats-officedocument.presentationml.notesSlide+xml"/>
  <Override PartName="/ppt/slides/slide221.xml" ContentType="application/vnd.openxmlformats-officedocument.presentationml.slide+xml"/>
  <Override PartName="/ppt/notesSlides/notesSlide221.xml" ContentType="application/vnd.openxmlformats-officedocument.presentationml.notesSlide+xml"/>
  <Override PartName="/ppt/slides/slide222.xml" ContentType="application/vnd.openxmlformats-officedocument.presentationml.slide+xml"/>
  <Override PartName="/ppt/notesSlides/notesSlide222.xml" ContentType="application/vnd.openxmlformats-officedocument.presentationml.notesSlide+xml"/>
  <Override PartName="/ppt/slides/slide223.xml" ContentType="application/vnd.openxmlformats-officedocument.presentationml.slide+xml"/>
  <Override PartName="/ppt/notesSlides/notesSlide223.xml" ContentType="application/vnd.openxmlformats-officedocument.presentationml.notesSlide+xml"/>
  <Override PartName="/ppt/slides/slide224.xml" ContentType="application/vnd.openxmlformats-officedocument.presentationml.slide+xml"/>
  <Override PartName="/ppt/notesSlides/notesSlide224.xml" ContentType="application/vnd.openxmlformats-officedocument.presentationml.notesSlide+xml"/>
  <Override PartName="/ppt/slides/slide225.xml" ContentType="application/vnd.openxmlformats-officedocument.presentationml.slide+xml"/>
  <Override PartName="/ppt/notesSlides/notesSlide225.xml" ContentType="application/vnd.openxmlformats-officedocument.presentationml.notesSlide+xml"/>
  <Override PartName="/ppt/slides/slide226.xml" ContentType="application/vnd.openxmlformats-officedocument.presentationml.slide+xml"/>
  <Override PartName="/ppt/notesSlides/notesSlide226.xml" ContentType="application/vnd.openxmlformats-officedocument.presentationml.notesSlide+xml"/>
  <Override PartName="/ppt/slides/slide227.xml" ContentType="application/vnd.openxmlformats-officedocument.presentationml.slide+xml"/>
  <Override PartName="/ppt/notesSlides/notesSlide227.xml" ContentType="application/vnd.openxmlformats-officedocument.presentationml.notesSlide+xml"/>
  <Override PartName="/ppt/slides/slide228.xml" ContentType="application/vnd.openxmlformats-officedocument.presentationml.slide+xml"/>
  <Override PartName="/ppt/notesSlides/notesSlide228.xml" ContentType="application/vnd.openxmlformats-officedocument.presentationml.notesSlide+xml"/>
  <Override PartName="/ppt/slides/slide229.xml" ContentType="application/vnd.openxmlformats-officedocument.presentationml.slide+xml"/>
  <Override PartName="/ppt/notesSlides/notesSlide229.xml" ContentType="application/vnd.openxmlformats-officedocument.presentationml.notesSlide+xml"/>
  <Override PartName="/ppt/slides/slide230.xml" ContentType="application/vnd.openxmlformats-officedocument.presentationml.slide+xml"/>
  <Override PartName="/ppt/notesSlides/notesSlide230.xml" ContentType="application/vnd.openxmlformats-officedocument.presentationml.notesSlide+xml"/>
  <Override PartName="/ppt/slides/slide231.xml" ContentType="application/vnd.openxmlformats-officedocument.presentationml.slide+xml"/>
  <Override PartName="/ppt/notesSlides/notesSlide231.xml" ContentType="application/vnd.openxmlformats-officedocument.presentationml.notesSlide+xml"/>
  <Override PartName="/ppt/slides/slide232.xml" ContentType="application/vnd.openxmlformats-officedocument.presentationml.slide+xml"/>
  <Override PartName="/ppt/notesSlides/notesSlide232.xml" ContentType="application/vnd.openxmlformats-officedocument.presentationml.notesSlide+xml"/>
  <Override PartName="/ppt/slides/slide233.xml" ContentType="application/vnd.openxmlformats-officedocument.presentationml.slide+xml"/>
  <Override PartName="/ppt/notesSlides/notesSlide233.xml" ContentType="application/vnd.openxmlformats-officedocument.presentationml.notesSlide+xml"/>
  <Override PartName="/ppt/slides/slide234.xml" ContentType="application/vnd.openxmlformats-officedocument.presentationml.slide+xml"/>
  <Override PartName="/ppt/notesSlides/notesSlide234.xml" ContentType="application/vnd.openxmlformats-officedocument.presentationml.notesSlide+xml"/>
  <Override PartName="/ppt/slides/slide235.xml" ContentType="application/vnd.openxmlformats-officedocument.presentationml.slide+xml"/>
  <Override PartName="/ppt/notesSlides/notesSlide235.xml" ContentType="application/vnd.openxmlformats-officedocument.presentationml.notesSlide+xml"/>
  <Override PartName="/ppt/slides/slide236.xml" ContentType="application/vnd.openxmlformats-officedocument.presentationml.slide+xml"/>
  <Override PartName="/ppt/notesSlides/notesSlide236.xml" ContentType="application/vnd.openxmlformats-officedocument.presentationml.notesSlide+xml"/>
  <Override PartName="/ppt/slides/slide237.xml" ContentType="application/vnd.openxmlformats-officedocument.presentationml.slide+xml"/>
  <Override PartName="/ppt/notesSlides/notesSlide237.xml" ContentType="application/vnd.openxmlformats-officedocument.presentationml.notesSlide+xml"/>
  <Override PartName="/ppt/slides/slide238.xml" ContentType="application/vnd.openxmlformats-officedocument.presentationml.slide+xml"/>
  <Override PartName="/ppt/notesSlides/notesSlide238.xml" ContentType="application/vnd.openxmlformats-officedocument.presentationml.notesSlide+xml"/>
  <Override PartName="/ppt/slides/slide239.xml" ContentType="application/vnd.openxmlformats-officedocument.presentationml.slide+xml"/>
  <Override PartName="/ppt/notesSlides/notesSlide239.xml" ContentType="application/vnd.openxmlformats-officedocument.presentationml.notesSlide+xml"/>
  <Override PartName="/ppt/slides/slide240.xml" ContentType="application/vnd.openxmlformats-officedocument.presentationml.slide+xml"/>
  <Override PartName="/ppt/notesSlides/notesSlide240.xml" ContentType="application/vnd.openxmlformats-officedocument.presentationml.notesSlide+xml"/>
  <Override PartName="/ppt/slides/slide241.xml" ContentType="application/vnd.openxmlformats-officedocument.presentationml.slide+xml"/>
  <Override PartName="/ppt/notesSlides/notesSlide241.xml" ContentType="application/vnd.openxmlformats-officedocument.presentationml.notesSlide+xml"/>
  <Override PartName="/ppt/slides/slide242.xml" ContentType="application/vnd.openxmlformats-officedocument.presentationml.slide+xml"/>
  <Override PartName="/ppt/notesSlides/notesSlide242.xml" ContentType="application/vnd.openxmlformats-officedocument.presentationml.notesSlide+xml"/>
  <Override PartName="/ppt/slides/slide243.xml" ContentType="application/vnd.openxmlformats-officedocument.presentationml.slide+xml"/>
  <Override PartName="/ppt/notesSlides/notesSlide243.xml" ContentType="application/vnd.openxmlformats-officedocument.presentationml.notesSlide+xml"/>
  <Override PartName="/ppt/slides/slide244.xml" ContentType="application/vnd.openxmlformats-officedocument.presentationml.slide+xml"/>
  <Override PartName="/ppt/notesSlides/notesSlide244.xml" ContentType="application/vnd.openxmlformats-officedocument.presentationml.notesSlide+xml"/>
  <Override PartName="/ppt/slides/slide245.xml" ContentType="application/vnd.openxmlformats-officedocument.presentationml.slide+xml"/>
  <Override PartName="/ppt/notesSlides/notesSlide245.xml" ContentType="application/vnd.openxmlformats-officedocument.presentationml.notesSlide+xml"/>
  <Override PartName="/ppt/slides/slide246.xml" ContentType="application/vnd.openxmlformats-officedocument.presentationml.slide+xml"/>
  <Override PartName="/ppt/notesSlides/notesSlide246.xml" ContentType="application/vnd.openxmlformats-officedocument.presentationml.notesSlide+xml"/>
  <Override PartName="/ppt/slides/slide247.xml" ContentType="application/vnd.openxmlformats-officedocument.presentationml.slide+xml"/>
  <Override PartName="/ppt/notesSlides/notesSlide247.xml" ContentType="application/vnd.openxmlformats-officedocument.presentationml.notesSlide+xml"/>
  <Override PartName="/ppt/slides/slide248.xml" ContentType="application/vnd.openxmlformats-officedocument.presentationml.slide+xml"/>
  <Override PartName="/ppt/notesSlides/notesSlide248.xml" ContentType="application/vnd.openxmlformats-officedocument.presentationml.notesSlide+xml"/>
  <Override PartName="/ppt/slides/slide249.xml" ContentType="application/vnd.openxmlformats-officedocument.presentationml.slide+xml"/>
  <Override PartName="/ppt/notesSlides/notesSlide249.xml" ContentType="application/vnd.openxmlformats-officedocument.presentationml.notesSlide+xml"/>
  <Override PartName="/ppt/slides/slide250.xml" ContentType="application/vnd.openxmlformats-officedocument.presentationml.slide+xml"/>
  <Override PartName="/ppt/notesSlides/notesSlide250.xml" ContentType="application/vnd.openxmlformats-officedocument.presentationml.notesSlide+xml"/>
  <Override PartName="/ppt/slides/slide251.xml" ContentType="application/vnd.openxmlformats-officedocument.presentationml.slide+xml"/>
  <Override PartName="/ppt/notesSlides/notesSlide251.xml" ContentType="application/vnd.openxmlformats-officedocument.presentationml.notesSlide+xml"/>
  <Override PartName="/ppt/slides/slide252.xml" ContentType="application/vnd.openxmlformats-officedocument.presentationml.slide+xml"/>
  <Override PartName="/ppt/notesSlides/notesSlide252.xml" ContentType="application/vnd.openxmlformats-officedocument.presentationml.notesSlide+xml"/>
  <Override PartName="/ppt/slides/slide253.xml" ContentType="application/vnd.openxmlformats-officedocument.presentationml.slide+xml"/>
  <Override PartName="/ppt/notesSlides/notesSlide253.xml" ContentType="application/vnd.openxmlformats-officedocument.presentationml.notesSlide+xml"/>
  <Override PartName="/ppt/slides/slide254.xml" ContentType="application/vnd.openxmlformats-officedocument.presentationml.slide+xml"/>
  <Override PartName="/ppt/notesSlides/notesSlide254.xml" ContentType="application/vnd.openxmlformats-officedocument.presentationml.notesSlide+xml"/>
  <Override PartName="/ppt/slides/slide255.xml" ContentType="application/vnd.openxmlformats-officedocument.presentationml.slide+xml"/>
  <Override PartName="/ppt/notesSlides/notesSlide255.xml" ContentType="application/vnd.openxmlformats-officedocument.presentationml.notesSlide+xml"/>
  <Override PartName="/ppt/slides/slide256.xml" ContentType="application/vnd.openxmlformats-officedocument.presentationml.slide+xml"/>
  <Override PartName="/ppt/notesSlides/notesSlide256.xml" ContentType="application/vnd.openxmlformats-officedocument.presentationml.notesSlide+xml"/>
  <Override PartName="/ppt/slides/slide257.xml" ContentType="application/vnd.openxmlformats-officedocument.presentationml.slide+xml"/>
  <Override PartName="/ppt/notesSlides/notesSlide257.xml" ContentType="application/vnd.openxmlformats-officedocument.presentationml.notesSlide+xml"/>
  <Override PartName="/ppt/slides/slide258.xml" ContentType="application/vnd.openxmlformats-officedocument.presentationml.slide+xml"/>
  <Override PartName="/ppt/notesSlides/notesSlide258.xml" ContentType="application/vnd.openxmlformats-officedocument.presentationml.notesSlide+xml"/>
  <Override PartName="/ppt/slides/slide259.xml" ContentType="application/vnd.openxmlformats-officedocument.presentationml.slide+xml"/>
  <Override PartName="/ppt/notesSlides/notesSlide259.xml" ContentType="application/vnd.openxmlformats-officedocument.presentationml.notesSlide+xml"/>
  <Override PartName="/ppt/slides/slide260.xml" ContentType="application/vnd.openxmlformats-officedocument.presentationml.slide+xml"/>
  <Override PartName="/ppt/notesSlides/notesSlide260.xml" ContentType="application/vnd.openxmlformats-officedocument.presentationml.notesSlide+xml"/>
  <Override PartName="/ppt/slides/slide261.xml" ContentType="application/vnd.openxmlformats-officedocument.presentationml.slide+xml"/>
  <Override PartName="/ppt/notesSlides/notesSlide261.xml" ContentType="application/vnd.openxmlformats-officedocument.presentationml.notesSlide+xml"/>
  <Override PartName="/ppt/slides/slide262.xml" ContentType="application/vnd.openxmlformats-officedocument.presentationml.slide+xml"/>
  <Override PartName="/ppt/notesSlides/notesSlide262.xml" ContentType="application/vnd.openxmlformats-officedocument.presentationml.notesSlide+xml"/>
  <Override PartName="/ppt/slides/slide263.xml" ContentType="application/vnd.openxmlformats-officedocument.presentationml.slide+xml"/>
  <Override PartName="/ppt/notesSlides/notesSlide263.xml" ContentType="application/vnd.openxmlformats-officedocument.presentationml.notesSlide+xml"/>
  <Override PartName="/ppt/slides/slide264.xml" ContentType="application/vnd.openxmlformats-officedocument.presentationml.slide+xml"/>
  <Override PartName="/ppt/notesSlides/notesSlide264.xml" ContentType="application/vnd.openxmlformats-officedocument.presentationml.notesSlide+xml"/>
  <Override PartName="/ppt/slides/slide265.xml" ContentType="application/vnd.openxmlformats-officedocument.presentationml.slide+xml"/>
  <Override PartName="/ppt/notesSlides/notesSlide265.xml" ContentType="application/vnd.openxmlformats-officedocument.presentationml.notesSlide+xml"/>
  <Override PartName="/ppt/slides/slide266.xml" ContentType="application/vnd.openxmlformats-officedocument.presentationml.slide+xml"/>
  <Override PartName="/ppt/notesSlides/notesSlide266.xml" ContentType="application/vnd.openxmlformats-officedocument.presentationml.notesSlide+xml"/>
  <Override PartName="/ppt/slides/slide267.xml" ContentType="application/vnd.openxmlformats-officedocument.presentationml.slide+xml"/>
  <Override PartName="/ppt/notesSlides/notesSlide267.xml" ContentType="application/vnd.openxmlformats-officedocument.presentationml.notesSlide+xml"/>
  <Override PartName="/ppt/slides/slide268.xml" ContentType="application/vnd.openxmlformats-officedocument.presentationml.slide+xml"/>
  <Override PartName="/ppt/notesSlides/notesSlide268.xml" ContentType="application/vnd.openxmlformats-officedocument.presentationml.notesSlide+xml"/>
  <Override PartName="/ppt/slides/slide269.xml" ContentType="application/vnd.openxmlformats-officedocument.presentationml.slide+xml"/>
  <Override PartName="/ppt/notesSlides/notesSlide269.xml" ContentType="application/vnd.openxmlformats-officedocument.presentationml.notesSlide+xml"/>
  <Override PartName="/ppt/slides/slide270.xml" ContentType="application/vnd.openxmlformats-officedocument.presentationml.slide+xml"/>
  <Override PartName="/ppt/notesSlides/notesSlide270.xml" ContentType="application/vnd.openxmlformats-officedocument.presentationml.notesSlide+xml"/>
  <Override PartName="/ppt/slides/slide271.xml" ContentType="application/vnd.openxmlformats-officedocument.presentationml.slide+xml"/>
  <Override PartName="/ppt/notesSlides/notesSlide271.xml" ContentType="application/vnd.openxmlformats-officedocument.presentationml.notesSlide+xml"/>
  <Override PartName="/ppt/slides/slide272.xml" ContentType="application/vnd.openxmlformats-officedocument.presentationml.slide+xml"/>
  <Override PartName="/ppt/notesSlides/notesSlide272.xml" ContentType="application/vnd.openxmlformats-officedocument.presentationml.notesSlide+xml"/>
  <Override PartName="/ppt/slides/slide273.xml" ContentType="application/vnd.openxmlformats-officedocument.presentationml.slide+xml"/>
  <Override PartName="/ppt/notesSlides/notesSlide273.xml" ContentType="application/vnd.openxmlformats-officedocument.presentationml.notesSlide+xml"/>
  <Override PartName="/ppt/slides/slide274.xml" ContentType="application/vnd.openxmlformats-officedocument.presentationml.slide+xml"/>
  <Override PartName="/ppt/notesSlides/notesSlide274.xml" ContentType="application/vnd.openxmlformats-officedocument.presentationml.notesSlide+xml"/>
  <Override PartName="/ppt/slides/slide275.xml" ContentType="application/vnd.openxmlformats-officedocument.presentationml.slide+xml"/>
  <Override PartName="/ppt/notesSlides/notesSlide275.xml" ContentType="application/vnd.openxmlformats-officedocument.presentationml.notesSlide+xml"/>
  <Override PartName="/ppt/slides/slide276.xml" ContentType="application/vnd.openxmlformats-officedocument.presentationml.slide+xml"/>
  <Override PartName="/ppt/notesSlides/notesSlide276.xml" ContentType="application/vnd.openxmlformats-officedocument.presentationml.notesSlide+xml"/>
  <Override PartName="/ppt/slides/slide277.xml" ContentType="application/vnd.openxmlformats-officedocument.presentationml.slide+xml"/>
  <Override PartName="/ppt/notesSlides/notesSlide277.xml" ContentType="application/vnd.openxmlformats-officedocument.presentationml.notesSlide+xml"/>
  <Override PartName="/ppt/slides/slide278.xml" ContentType="application/vnd.openxmlformats-officedocument.presentationml.slide+xml"/>
  <Override PartName="/ppt/notesSlides/notesSlide278.xml" ContentType="application/vnd.openxmlformats-officedocument.presentationml.notesSlide+xml"/>
  <Override PartName="/ppt/slides/slide279.xml" ContentType="application/vnd.openxmlformats-officedocument.presentationml.slide+xml"/>
  <Override PartName="/ppt/notesSlides/notesSlide279.xml" ContentType="application/vnd.openxmlformats-officedocument.presentationml.notesSlide+xml"/>
  <Override PartName="/ppt/slides/slide280.xml" ContentType="application/vnd.openxmlformats-officedocument.presentationml.slide+xml"/>
  <Override PartName="/ppt/notesSlides/notesSlide280.xml" ContentType="application/vnd.openxmlformats-officedocument.presentationml.notesSlide+xml"/>
  <Override PartName="/ppt/slides/slide281.xml" ContentType="application/vnd.openxmlformats-officedocument.presentationml.slide+xml"/>
  <Override PartName="/ppt/notesSlides/notesSlide281.xml" ContentType="application/vnd.openxmlformats-officedocument.presentationml.notesSlide+xml"/>
  <Override PartName="/ppt/slides/slide282.xml" ContentType="application/vnd.openxmlformats-officedocument.presentationml.slide+xml"/>
  <Override PartName="/ppt/notesSlides/notesSlide282.xml" ContentType="application/vnd.openxmlformats-officedocument.presentationml.notesSlide+xml"/>
  <Override PartName="/ppt/slides/slide283.xml" ContentType="application/vnd.openxmlformats-officedocument.presentationml.slide+xml"/>
  <Override PartName="/ppt/notesSlides/notesSlide283.xml" ContentType="application/vnd.openxmlformats-officedocument.presentationml.notesSlide+xml"/>
  <Override PartName="/ppt/slides/slide284.xml" ContentType="application/vnd.openxmlformats-officedocument.presentationml.slide+xml"/>
  <Override PartName="/ppt/notesSlides/notesSlide284.xml" ContentType="application/vnd.openxmlformats-officedocument.presentationml.notesSlide+xml"/>
  <Override PartName="/ppt/slides/slide285.xml" ContentType="application/vnd.openxmlformats-officedocument.presentationml.slide+xml"/>
  <Override PartName="/ppt/notesSlides/notesSlide285.xml" ContentType="application/vnd.openxmlformats-officedocument.presentationml.notesSlide+xml"/>
  <Override PartName="/ppt/slides/slide286.xml" ContentType="application/vnd.openxmlformats-officedocument.presentationml.slide+xml"/>
  <Override PartName="/ppt/notesSlides/notesSlide286.xml" ContentType="application/vnd.openxmlformats-officedocument.presentationml.notesSlide+xml"/>
  <Override PartName="/ppt/slides/slide287.xml" ContentType="application/vnd.openxmlformats-officedocument.presentationml.slide+xml"/>
  <Override PartName="/ppt/notesSlides/notesSlide287.xml" ContentType="application/vnd.openxmlformats-officedocument.presentationml.notesSlide+xml"/>
  <Override PartName="/ppt/slides/slide288.xml" ContentType="application/vnd.openxmlformats-officedocument.presentationml.slide+xml"/>
  <Override PartName="/ppt/notesSlides/notesSlide288.xml" ContentType="application/vnd.openxmlformats-officedocument.presentationml.notesSlide+xml"/>
  <Override PartName="/ppt/slides/slide289.xml" ContentType="application/vnd.openxmlformats-officedocument.presentationml.slide+xml"/>
  <Override PartName="/ppt/notesSlides/notesSlide289.xml" ContentType="application/vnd.openxmlformats-officedocument.presentationml.notesSlide+xml"/>
  <Override PartName="/ppt/slides/slide290.xml" ContentType="application/vnd.openxmlformats-officedocument.presentationml.slide+xml"/>
  <Override PartName="/ppt/notesSlides/notesSlide290.xml" ContentType="application/vnd.openxmlformats-officedocument.presentationml.notesSlide+xml"/>
  <Override PartName="/ppt/slides/slide291.xml" ContentType="application/vnd.openxmlformats-officedocument.presentationml.slide+xml"/>
  <Override PartName="/ppt/notesSlides/notesSlide291.xml" ContentType="application/vnd.openxmlformats-officedocument.presentationml.notesSlide+xml"/>
  <Override PartName="/ppt/slides/slide292.xml" ContentType="application/vnd.openxmlformats-officedocument.presentationml.slide+xml"/>
  <Override PartName="/ppt/notesSlides/notesSlide292.xml" ContentType="application/vnd.openxmlformats-officedocument.presentationml.notesSlide+xml"/>
  <Override PartName="/ppt/slides/slide293.xml" ContentType="application/vnd.openxmlformats-officedocument.presentationml.slide+xml"/>
  <Override PartName="/ppt/notesSlides/notesSlide293.xml" ContentType="application/vnd.openxmlformats-officedocument.presentationml.notesSlide+xml"/>
  <Override PartName="/ppt/slides/slide294.xml" ContentType="application/vnd.openxmlformats-officedocument.presentationml.slide+xml"/>
  <Override PartName="/ppt/notesSlides/notesSlide294.xml" ContentType="application/vnd.openxmlformats-officedocument.presentationml.notesSlide+xml"/>
  <Override PartName="/ppt/slides/slide295.xml" ContentType="application/vnd.openxmlformats-officedocument.presentationml.slide+xml"/>
  <Override PartName="/ppt/notesSlides/notesSlide295.xml" ContentType="application/vnd.openxmlformats-officedocument.presentationml.notesSlide+xml"/>
  <Override PartName="/ppt/slides/slide296.xml" ContentType="application/vnd.openxmlformats-officedocument.presentationml.slide+xml"/>
  <Override PartName="/ppt/notesSlides/notesSlide296.xml" ContentType="application/vnd.openxmlformats-officedocument.presentationml.notesSlide+xml"/>
  <Override PartName="/ppt/slides/slide297.xml" ContentType="application/vnd.openxmlformats-officedocument.presentationml.slide+xml"/>
  <Override PartName="/ppt/notesSlides/notesSlide297.xml" ContentType="application/vnd.openxmlformats-officedocument.presentationml.notesSlide+xml"/>
  <Override PartName="/ppt/slides/slide298.xml" ContentType="application/vnd.openxmlformats-officedocument.presentationml.slide+xml"/>
  <Override PartName="/ppt/notesSlides/notesSlide298.xml" ContentType="application/vnd.openxmlformats-officedocument.presentationml.notesSlide+xml"/>
  <Override PartName="/ppt/slides/slide299.xml" ContentType="application/vnd.openxmlformats-officedocument.presentationml.slide+xml"/>
  <Override PartName="/ppt/notesSlides/notesSlide299.xml" ContentType="application/vnd.openxmlformats-officedocument.presentationml.notesSlide+xml"/>
  <Override PartName="/ppt/slides/slide300.xml" ContentType="application/vnd.openxmlformats-officedocument.presentationml.slide+xml"/>
  <Override PartName="/ppt/notesSlides/notesSlide30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03e720e0ed4967" /><Relationship Type="http://schemas.openxmlformats.org/officeDocument/2006/relationships/extended-properties" Target="/docProps/app.xml" Id="R76b020d020da403c" /><Relationship Type="http://schemas.openxmlformats.org/officeDocument/2006/relationships/officeDocument" Target="/ppt/presentation.xml" Id="R47807272f74d4f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39a438cc1c474c"/>
  </p:sldMasterIdLst>
  <p:notesMasterIdLst>
    <p:notesMasterId xmlns:r="http://schemas.openxmlformats.org/officeDocument/2006/relationships" r:id="R49f9e78f549e4652"/>
  </p:notesMasterIdLst>
  <p:sldIdLst>
    <p:sldId xmlns:r="http://schemas.openxmlformats.org/officeDocument/2006/relationships" id="256" r:id="R9e01a008b50b4121"/>
    <p:sldId xmlns:r="http://schemas.openxmlformats.org/officeDocument/2006/relationships" id="257" r:id="Rd59a2484270344c9"/>
    <p:sldId xmlns:r="http://schemas.openxmlformats.org/officeDocument/2006/relationships" id="258" r:id="Rd44f0090f5d64620"/>
    <p:sldId xmlns:r="http://schemas.openxmlformats.org/officeDocument/2006/relationships" id="259" r:id="R1f0638b3ecfa4255"/>
    <p:sldId xmlns:r="http://schemas.openxmlformats.org/officeDocument/2006/relationships" id="260" r:id="R66877af961944b27"/>
    <p:sldId xmlns:r="http://schemas.openxmlformats.org/officeDocument/2006/relationships" id="261" r:id="Rc7bc740047ae4b09"/>
    <p:sldId xmlns:r="http://schemas.openxmlformats.org/officeDocument/2006/relationships" id="262" r:id="R6c481fd1efe34a7b"/>
    <p:sldId xmlns:r="http://schemas.openxmlformats.org/officeDocument/2006/relationships" id="263" r:id="R385350e88d194ff6"/>
    <p:sldId xmlns:r="http://schemas.openxmlformats.org/officeDocument/2006/relationships" id="264" r:id="R63409f98056b4de1"/>
    <p:sldId xmlns:r="http://schemas.openxmlformats.org/officeDocument/2006/relationships" id="265" r:id="R92d735b1f5724d69"/>
    <p:sldId xmlns:r="http://schemas.openxmlformats.org/officeDocument/2006/relationships" id="266" r:id="R9e7d362692b048c2"/>
    <p:sldId xmlns:r="http://schemas.openxmlformats.org/officeDocument/2006/relationships" id="267" r:id="R07f98a7613cd4522"/>
    <p:sldId xmlns:r="http://schemas.openxmlformats.org/officeDocument/2006/relationships" id="268" r:id="R7f0e6ea23b214e85"/>
    <p:sldId xmlns:r="http://schemas.openxmlformats.org/officeDocument/2006/relationships" id="269" r:id="R4588f285f4374d06"/>
    <p:sldId xmlns:r="http://schemas.openxmlformats.org/officeDocument/2006/relationships" id="270" r:id="R41e1075fa85342f5"/>
    <p:sldId xmlns:r="http://schemas.openxmlformats.org/officeDocument/2006/relationships" id="271" r:id="Raae3984275ae42af"/>
    <p:sldId xmlns:r="http://schemas.openxmlformats.org/officeDocument/2006/relationships" id="272" r:id="Rc4823a280cc84511"/>
    <p:sldId xmlns:r="http://schemas.openxmlformats.org/officeDocument/2006/relationships" id="273" r:id="Ra736367769c548b6"/>
    <p:sldId xmlns:r="http://schemas.openxmlformats.org/officeDocument/2006/relationships" id="274" r:id="R229363ef6a874014"/>
    <p:sldId xmlns:r="http://schemas.openxmlformats.org/officeDocument/2006/relationships" id="275" r:id="R6a371925956b41de"/>
    <p:sldId xmlns:r="http://schemas.openxmlformats.org/officeDocument/2006/relationships" id="276" r:id="R8fc0da742f634064"/>
    <p:sldId xmlns:r="http://schemas.openxmlformats.org/officeDocument/2006/relationships" id="277" r:id="Re707af5bee99470c"/>
    <p:sldId xmlns:r="http://schemas.openxmlformats.org/officeDocument/2006/relationships" id="278" r:id="R66b64edf5b5444fb"/>
    <p:sldId xmlns:r="http://schemas.openxmlformats.org/officeDocument/2006/relationships" id="279" r:id="Rb07d87f89aa140fd"/>
    <p:sldId xmlns:r="http://schemas.openxmlformats.org/officeDocument/2006/relationships" id="280" r:id="R13c80713197142ad"/>
    <p:sldId xmlns:r="http://schemas.openxmlformats.org/officeDocument/2006/relationships" id="281" r:id="R8db979d9d50c4410"/>
    <p:sldId xmlns:r="http://schemas.openxmlformats.org/officeDocument/2006/relationships" id="282" r:id="R0181cae7983f4804"/>
    <p:sldId xmlns:r="http://schemas.openxmlformats.org/officeDocument/2006/relationships" id="283" r:id="R399a7f7a101e45f0"/>
    <p:sldId xmlns:r="http://schemas.openxmlformats.org/officeDocument/2006/relationships" id="284" r:id="R4f10b5eb3de44639"/>
    <p:sldId xmlns:r="http://schemas.openxmlformats.org/officeDocument/2006/relationships" id="285" r:id="R19438e15f0074f22"/>
    <p:sldId xmlns:r="http://schemas.openxmlformats.org/officeDocument/2006/relationships" id="286" r:id="R80badb04a2d54007"/>
    <p:sldId xmlns:r="http://schemas.openxmlformats.org/officeDocument/2006/relationships" id="287" r:id="R6c306343eec64718"/>
    <p:sldId xmlns:r="http://schemas.openxmlformats.org/officeDocument/2006/relationships" id="288" r:id="R179f6632607b4199"/>
    <p:sldId xmlns:r="http://schemas.openxmlformats.org/officeDocument/2006/relationships" id="289" r:id="R6fbc066435694dc8"/>
    <p:sldId xmlns:r="http://schemas.openxmlformats.org/officeDocument/2006/relationships" id="290" r:id="R1b00e4911cd54236"/>
    <p:sldId xmlns:r="http://schemas.openxmlformats.org/officeDocument/2006/relationships" id="291" r:id="R6b59267d3cd34f77"/>
    <p:sldId xmlns:r="http://schemas.openxmlformats.org/officeDocument/2006/relationships" id="292" r:id="Rccb4d842c50143aa"/>
    <p:sldId xmlns:r="http://schemas.openxmlformats.org/officeDocument/2006/relationships" id="293" r:id="R171b4eed2d3a44d4"/>
    <p:sldId xmlns:r="http://schemas.openxmlformats.org/officeDocument/2006/relationships" id="294" r:id="R0443a32bb8274566"/>
    <p:sldId xmlns:r="http://schemas.openxmlformats.org/officeDocument/2006/relationships" id="295" r:id="R654c487486244a99"/>
    <p:sldId xmlns:r="http://schemas.openxmlformats.org/officeDocument/2006/relationships" id="296" r:id="R80ab5823a19c4675"/>
    <p:sldId xmlns:r="http://schemas.openxmlformats.org/officeDocument/2006/relationships" id="297" r:id="R98ef1377a36d4ba5"/>
    <p:sldId xmlns:r="http://schemas.openxmlformats.org/officeDocument/2006/relationships" id="298" r:id="Rf4bf4bdfc0894fcd"/>
    <p:sldId xmlns:r="http://schemas.openxmlformats.org/officeDocument/2006/relationships" id="299" r:id="R20e0204bb07a4bc7"/>
    <p:sldId xmlns:r="http://schemas.openxmlformats.org/officeDocument/2006/relationships" id="300" r:id="Re27531d94bcb4745"/>
    <p:sldId xmlns:r="http://schemas.openxmlformats.org/officeDocument/2006/relationships" id="301" r:id="R48fb7ebbd9eb4c36"/>
    <p:sldId xmlns:r="http://schemas.openxmlformats.org/officeDocument/2006/relationships" id="302" r:id="R97891f785329416c"/>
    <p:sldId xmlns:r="http://schemas.openxmlformats.org/officeDocument/2006/relationships" id="303" r:id="Rf78a60d396df4011"/>
    <p:sldId xmlns:r="http://schemas.openxmlformats.org/officeDocument/2006/relationships" id="304" r:id="R54ef66c6a95e40cc"/>
    <p:sldId xmlns:r="http://schemas.openxmlformats.org/officeDocument/2006/relationships" id="305" r:id="R726dd3427c2d4a60"/>
    <p:sldId xmlns:r="http://schemas.openxmlformats.org/officeDocument/2006/relationships" id="306" r:id="R0abaceb85f494605"/>
    <p:sldId xmlns:r="http://schemas.openxmlformats.org/officeDocument/2006/relationships" id="307" r:id="R8a9d8938c58147da"/>
    <p:sldId xmlns:r="http://schemas.openxmlformats.org/officeDocument/2006/relationships" id="308" r:id="R0376cbceedd34f0d"/>
    <p:sldId xmlns:r="http://schemas.openxmlformats.org/officeDocument/2006/relationships" id="309" r:id="Rebc0c04ddd4247a9"/>
    <p:sldId xmlns:r="http://schemas.openxmlformats.org/officeDocument/2006/relationships" id="310" r:id="Ra28fea2488b149f8"/>
    <p:sldId xmlns:r="http://schemas.openxmlformats.org/officeDocument/2006/relationships" id="311" r:id="Ra4b4398baf404212"/>
    <p:sldId xmlns:r="http://schemas.openxmlformats.org/officeDocument/2006/relationships" id="312" r:id="R10335c34e71645b8"/>
    <p:sldId xmlns:r="http://schemas.openxmlformats.org/officeDocument/2006/relationships" id="313" r:id="R0b4dc0b2830344e4"/>
    <p:sldId xmlns:r="http://schemas.openxmlformats.org/officeDocument/2006/relationships" id="314" r:id="Rbaf1b49f84a14c53"/>
    <p:sldId xmlns:r="http://schemas.openxmlformats.org/officeDocument/2006/relationships" id="315" r:id="R5ec2d5520e1a43fe"/>
    <p:sldId xmlns:r="http://schemas.openxmlformats.org/officeDocument/2006/relationships" id="316" r:id="R83a34b9de74a4d95"/>
    <p:sldId xmlns:r="http://schemas.openxmlformats.org/officeDocument/2006/relationships" id="317" r:id="R0ccf1be5f40146f0"/>
    <p:sldId xmlns:r="http://schemas.openxmlformats.org/officeDocument/2006/relationships" id="318" r:id="R79c378123c0a4cbb"/>
    <p:sldId xmlns:r="http://schemas.openxmlformats.org/officeDocument/2006/relationships" id="319" r:id="Refada1177b124861"/>
    <p:sldId xmlns:r="http://schemas.openxmlformats.org/officeDocument/2006/relationships" id="320" r:id="R98f2b158ee4c4642"/>
    <p:sldId xmlns:r="http://schemas.openxmlformats.org/officeDocument/2006/relationships" id="321" r:id="R346ce2d8f1eb492c"/>
    <p:sldId xmlns:r="http://schemas.openxmlformats.org/officeDocument/2006/relationships" id="322" r:id="R2b44c30c51ff4d0e"/>
    <p:sldId xmlns:r="http://schemas.openxmlformats.org/officeDocument/2006/relationships" id="323" r:id="Rd6a5c2016f004498"/>
    <p:sldId xmlns:r="http://schemas.openxmlformats.org/officeDocument/2006/relationships" id="324" r:id="Ra2aac74b19e64b4b"/>
    <p:sldId xmlns:r="http://schemas.openxmlformats.org/officeDocument/2006/relationships" id="325" r:id="Ra06c2aeb4ced45be"/>
    <p:sldId xmlns:r="http://schemas.openxmlformats.org/officeDocument/2006/relationships" id="326" r:id="Rb8094d18d01b4277"/>
    <p:sldId xmlns:r="http://schemas.openxmlformats.org/officeDocument/2006/relationships" id="327" r:id="Rd562a23eb57e4c22"/>
    <p:sldId xmlns:r="http://schemas.openxmlformats.org/officeDocument/2006/relationships" id="328" r:id="R7a0e78cc4a17452f"/>
    <p:sldId xmlns:r="http://schemas.openxmlformats.org/officeDocument/2006/relationships" id="329" r:id="R448dd2b51f5e48ec"/>
    <p:sldId xmlns:r="http://schemas.openxmlformats.org/officeDocument/2006/relationships" id="330" r:id="R392d1786acff455f"/>
    <p:sldId xmlns:r="http://schemas.openxmlformats.org/officeDocument/2006/relationships" id="331" r:id="R0d6b24f421c44c19"/>
    <p:sldId xmlns:r="http://schemas.openxmlformats.org/officeDocument/2006/relationships" id="332" r:id="Rd80680b99a604812"/>
    <p:sldId xmlns:r="http://schemas.openxmlformats.org/officeDocument/2006/relationships" id="333" r:id="R18dbe7137b13452b"/>
    <p:sldId xmlns:r="http://schemas.openxmlformats.org/officeDocument/2006/relationships" id="334" r:id="R4be3d9d5d0f04ae4"/>
    <p:sldId xmlns:r="http://schemas.openxmlformats.org/officeDocument/2006/relationships" id="335" r:id="R57871020b4704f29"/>
    <p:sldId xmlns:r="http://schemas.openxmlformats.org/officeDocument/2006/relationships" id="336" r:id="Rdd31aefc69794b06"/>
    <p:sldId xmlns:r="http://schemas.openxmlformats.org/officeDocument/2006/relationships" id="337" r:id="Racb2d65d14254234"/>
    <p:sldId xmlns:r="http://schemas.openxmlformats.org/officeDocument/2006/relationships" id="338" r:id="R5415d840956e4dc0"/>
    <p:sldId xmlns:r="http://schemas.openxmlformats.org/officeDocument/2006/relationships" id="339" r:id="Ra3476faeab1d4aa9"/>
    <p:sldId xmlns:r="http://schemas.openxmlformats.org/officeDocument/2006/relationships" id="340" r:id="Rfdd89ab5167849ac"/>
    <p:sldId xmlns:r="http://schemas.openxmlformats.org/officeDocument/2006/relationships" id="341" r:id="R0df487051d7842e4"/>
    <p:sldId xmlns:r="http://schemas.openxmlformats.org/officeDocument/2006/relationships" id="342" r:id="R2fcff29c7420474a"/>
    <p:sldId xmlns:r="http://schemas.openxmlformats.org/officeDocument/2006/relationships" id="343" r:id="R247b0f4f50854a08"/>
    <p:sldId xmlns:r="http://schemas.openxmlformats.org/officeDocument/2006/relationships" id="344" r:id="R5b861a739c214ba2"/>
    <p:sldId xmlns:r="http://schemas.openxmlformats.org/officeDocument/2006/relationships" id="345" r:id="R1029c3309a4141d9"/>
    <p:sldId xmlns:r="http://schemas.openxmlformats.org/officeDocument/2006/relationships" id="346" r:id="R3469d28aab484139"/>
    <p:sldId xmlns:r="http://schemas.openxmlformats.org/officeDocument/2006/relationships" id="347" r:id="Rc20ab1cacb0649c0"/>
    <p:sldId xmlns:r="http://schemas.openxmlformats.org/officeDocument/2006/relationships" id="348" r:id="R5fc9d0e4d6c34c6e"/>
    <p:sldId xmlns:r="http://schemas.openxmlformats.org/officeDocument/2006/relationships" id="349" r:id="R2f3e4736e318443f"/>
    <p:sldId xmlns:r="http://schemas.openxmlformats.org/officeDocument/2006/relationships" id="350" r:id="R0c58c5250c354108"/>
    <p:sldId xmlns:r="http://schemas.openxmlformats.org/officeDocument/2006/relationships" id="351" r:id="R1ee7c4e69a1d4a7e"/>
    <p:sldId xmlns:r="http://schemas.openxmlformats.org/officeDocument/2006/relationships" id="352" r:id="Rb2a42bd27bba40ec"/>
    <p:sldId xmlns:r="http://schemas.openxmlformats.org/officeDocument/2006/relationships" id="353" r:id="R77acf848658048a0"/>
    <p:sldId xmlns:r="http://schemas.openxmlformats.org/officeDocument/2006/relationships" id="354" r:id="R1c7ae29b2e664bb5"/>
    <p:sldId xmlns:r="http://schemas.openxmlformats.org/officeDocument/2006/relationships" id="355" r:id="Rc1e2e9d1db5c40d8"/>
    <p:sldId xmlns:r="http://schemas.openxmlformats.org/officeDocument/2006/relationships" id="356" r:id="R9bc12b4d13e642a4"/>
    <p:sldId xmlns:r="http://schemas.openxmlformats.org/officeDocument/2006/relationships" id="357" r:id="Rdda99fdb905c4198"/>
    <p:sldId xmlns:r="http://schemas.openxmlformats.org/officeDocument/2006/relationships" id="358" r:id="R946d6632200f44a9"/>
    <p:sldId xmlns:r="http://schemas.openxmlformats.org/officeDocument/2006/relationships" id="359" r:id="R573b14217a134f76"/>
    <p:sldId xmlns:r="http://schemas.openxmlformats.org/officeDocument/2006/relationships" id="360" r:id="Rdc9be947aab2469c"/>
    <p:sldId xmlns:r="http://schemas.openxmlformats.org/officeDocument/2006/relationships" id="361" r:id="R0dc410a8c73343e8"/>
    <p:sldId xmlns:r="http://schemas.openxmlformats.org/officeDocument/2006/relationships" id="362" r:id="R8a295a34035e4375"/>
    <p:sldId xmlns:r="http://schemas.openxmlformats.org/officeDocument/2006/relationships" id="363" r:id="Rc06bdfdd56b144cd"/>
    <p:sldId xmlns:r="http://schemas.openxmlformats.org/officeDocument/2006/relationships" id="364" r:id="Rd91bf316a02d48a8"/>
    <p:sldId xmlns:r="http://schemas.openxmlformats.org/officeDocument/2006/relationships" id="365" r:id="Rb92ab1bb85a749d9"/>
    <p:sldId xmlns:r="http://schemas.openxmlformats.org/officeDocument/2006/relationships" id="366" r:id="R5a270ee06d1a43e4"/>
    <p:sldId xmlns:r="http://schemas.openxmlformats.org/officeDocument/2006/relationships" id="367" r:id="R2eeac762e429415b"/>
    <p:sldId xmlns:r="http://schemas.openxmlformats.org/officeDocument/2006/relationships" id="368" r:id="R38a8e681bb59405a"/>
    <p:sldId xmlns:r="http://schemas.openxmlformats.org/officeDocument/2006/relationships" id="369" r:id="R763379e532aa410f"/>
    <p:sldId xmlns:r="http://schemas.openxmlformats.org/officeDocument/2006/relationships" id="370" r:id="R8030f45bc5ea491c"/>
    <p:sldId xmlns:r="http://schemas.openxmlformats.org/officeDocument/2006/relationships" id="371" r:id="Rf55140805faa48f6"/>
    <p:sldId xmlns:r="http://schemas.openxmlformats.org/officeDocument/2006/relationships" id="372" r:id="R45d2c9443e924fbf"/>
    <p:sldId xmlns:r="http://schemas.openxmlformats.org/officeDocument/2006/relationships" id="373" r:id="R6ae3c785faba4444"/>
    <p:sldId xmlns:r="http://schemas.openxmlformats.org/officeDocument/2006/relationships" id="374" r:id="R09369a9236f34a60"/>
    <p:sldId xmlns:r="http://schemas.openxmlformats.org/officeDocument/2006/relationships" id="375" r:id="R4c998a9979994a44"/>
    <p:sldId xmlns:r="http://schemas.openxmlformats.org/officeDocument/2006/relationships" id="376" r:id="Rc45b419f470649b8"/>
    <p:sldId xmlns:r="http://schemas.openxmlformats.org/officeDocument/2006/relationships" id="377" r:id="Rc0e29f5d19774038"/>
    <p:sldId xmlns:r="http://schemas.openxmlformats.org/officeDocument/2006/relationships" id="378" r:id="R094f7c814832441e"/>
    <p:sldId xmlns:r="http://schemas.openxmlformats.org/officeDocument/2006/relationships" id="379" r:id="Rb7d1cd86f64d4d7f"/>
    <p:sldId xmlns:r="http://schemas.openxmlformats.org/officeDocument/2006/relationships" id="380" r:id="R401e0f9f9e2a4ac2"/>
    <p:sldId xmlns:r="http://schemas.openxmlformats.org/officeDocument/2006/relationships" id="381" r:id="R72bf26be9aa9440a"/>
    <p:sldId xmlns:r="http://schemas.openxmlformats.org/officeDocument/2006/relationships" id="382" r:id="Rcdd7577e5c0346dd"/>
    <p:sldId xmlns:r="http://schemas.openxmlformats.org/officeDocument/2006/relationships" id="383" r:id="R3b5fa283cd60478a"/>
    <p:sldId xmlns:r="http://schemas.openxmlformats.org/officeDocument/2006/relationships" id="384" r:id="Rdee88271a0fb4846"/>
    <p:sldId xmlns:r="http://schemas.openxmlformats.org/officeDocument/2006/relationships" id="385" r:id="R4776ec3e11004134"/>
    <p:sldId xmlns:r="http://schemas.openxmlformats.org/officeDocument/2006/relationships" id="386" r:id="R872f89c5ec594257"/>
    <p:sldId xmlns:r="http://schemas.openxmlformats.org/officeDocument/2006/relationships" id="387" r:id="R72895aab25a04a4e"/>
    <p:sldId xmlns:r="http://schemas.openxmlformats.org/officeDocument/2006/relationships" id="388" r:id="Rf1341f3454994cb0"/>
    <p:sldId xmlns:r="http://schemas.openxmlformats.org/officeDocument/2006/relationships" id="389" r:id="R8d1919cd07084a60"/>
    <p:sldId xmlns:r="http://schemas.openxmlformats.org/officeDocument/2006/relationships" id="390" r:id="R9e4b68d474e54082"/>
    <p:sldId xmlns:r="http://schemas.openxmlformats.org/officeDocument/2006/relationships" id="391" r:id="Re92b708de3fd49e5"/>
    <p:sldId xmlns:r="http://schemas.openxmlformats.org/officeDocument/2006/relationships" id="392" r:id="Ra546dbf200fb414f"/>
    <p:sldId xmlns:r="http://schemas.openxmlformats.org/officeDocument/2006/relationships" id="393" r:id="R16f55e5d46e04202"/>
    <p:sldId xmlns:r="http://schemas.openxmlformats.org/officeDocument/2006/relationships" id="394" r:id="Rda83aa69c366450e"/>
    <p:sldId xmlns:r="http://schemas.openxmlformats.org/officeDocument/2006/relationships" id="395" r:id="R42df65d2bb374297"/>
    <p:sldId xmlns:r="http://schemas.openxmlformats.org/officeDocument/2006/relationships" id="396" r:id="R342666aa1610448f"/>
    <p:sldId xmlns:r="http://schemas.openxmlformats.org/officeDocument/2006/relationships" id="397" r:id="R8c0bd8009b934256"/>
    <p:sldId xmlns:r="http://schemas.openxmlformats.org/officeDocument/2006/relationships" id="398" r:id="R5a95d218e6f44b0e"/>
    <p:sldId xmlns:r="http://schemas.openxmlformats.org/officeDocument/2006/relationships" id="399" r:id="Re05771d0502d4899"/>
    <p:sldId xmlns:r="http://schemas.openxmlformats.org/officeDocument/2006/relationships" id="400" r:id="R4378644e4efa4518"/>
    <p:sldId xmlns:r="http://schemas.openxmlformats.org/officeDocument/2006/relationships" id="401" r:id="Raca846446cfa47de"/>
    <p:sldId xmlns:r="http://schemas.openxmlformats.org/officeDocument/2006/relationships" id="402" r:id="R2eaa91d623074b22"/>
    <p:sldId xmlns:r="http://schemas.openxmlformats.org/officeDocument/2006/relationships" id="403" r:id="R2744eae9c35f487b"/>
    <p:sldId xmlns:r="http://schemas.openxmlformats.org/officeDocument/2006/relationships" id="404" r:id="Rc8057bfd352f42c1"/>
    <p:sldId xmlns:r="http://schemas.openxmlformats.org/officeDocument/2006/relationships" id="405" r:id="R6eee4c55051c49c8"/>
    <p:sldId xmlns:r="http://schemas.openxmlformats.org/officeDocument/2006/relationships" id="406" r:id="Rc236201470c743d3"/>
    <p:sldId xmlns:r="http://schemas.openxmlformats.org/officeDocument/2006/relationships" id="407" r:id="R6ac324971195499e"/>
    <p:sldId xmlns:r="http://schemas.openxmlformats.org/officeDocument/2006/relationships" id="408" r:id="R2b7a7562d4df4076"/>
    <p:sldId xmlns:r="http://schemas.openxmlformats.org/officeDocument/2006/relationships" id="409" r:id="Rc715476ef417491e"/>
    <p:sldId xmlns:r="http://schemas.openxmlformats.org/officeDocument/2006/relationships" id="410" r:id="R0e64226c37784701"/>
    <p:sldId xmlns:r="http://schemas.openxmlformats.org/officeDocument/2006/relationships" id="411" r:id="Rad64ebbe39eb4301"/>
    <p:sldId xmlns:r="http://schemas.openxmlformats.org/officeDocument/2006/relationships" id="412" r:id="Re51083d028534b89"/>
    <p:sldId xmlns:r="http://schemas.openxmlformats.org/officeDocument/2006/relationships" id="413" r:id="Rda808f31d40946c9"/>
    <p:sldId xmlns:r="http://schemas.openxmlformats.org/officeDocument/2006/relationships" id="414" r:id="Rcf140e55435b400d"/>
    <p:sldId xmlns:r="http://schemas.openxmlformats.org/officeDocument/2006/relationships" id="415" r:id="Rf6cebdb0045249a0"/>
    <p:sldId xmlns:r="http://schemas.openxmlformats.org/officeDocument/2006/relationships" id="416" r:id="Rbf6bda9380c945be"/>
    <p:sldId xmlns:r="http://schemas.openxmlformats.org/officeDocument/2006/relationships" id="417" r:id="Rd36c8f56a4a444af"/>
    <p:sldId xmlns:r="http://schemas.openxmlformats.org/officeDocument/2006/relationships" id="418" r:id="R32e7d22fcbf14985"/>
    <p:sldId xmlns:r="http://schemas.openxmlformats.org/officeDocument/2006/relationships" id="419" r:id="Rf3307cfefce84359"/>
    <p:sldId xmlns:r="http://schemas.openxmlformats.org/officeDocument/2006/relationships" id="420" r:id="R7f746da88eae48ff"/>
    <p:sldId xmlns:r="http://schemas.openxmlformats.org/officeDocument/2006/relationships" id="421" r:id="Ree9f7a4b709b4907"/>
    <p:sldId xmlns:r="http://schemas.openxmlformats.org/officeDocument/2006/relationships" id="422" r:id="R5e09ae566b4d4d4f"/>
    <p:sldId xmlns:r="http://schemas.openxmlformats.org/officeDocument/2006/relationships" id="423" r:id="Rc67c050c84184fad"/>
    <p:sldId xmlns:r="http://schemas.openxmlformats.org/officeDocument/2006/relationships" id="424" r:id="R51891d5d8ec44c96"/>
    <p:sldId xmlns:r="http://schemas.openxmlformats.org/officeDocument/2006/relationships" id="425" r:id="R6989adad4b81487f"/>
    <p:sldId xmlns:r="http://schemas.openxmlformats.org/officeDocument/2006/relationships" id="426" r:id="R83aad22f35d74c00"/>
    <p:sldId xmlns:r="http://schemas.openxmlformats.org/officeDocument/2006/relationships" id="427" r:id="R51e54341ffac4608"/>
    <p:sldId xmlns:r="http://schemas.openxmlformats.org/officeDocument/2006/relationships" id="428" r:id="Rb363562e0e144c46"/>
    <p:sldId xmlns:r="http://schemas.openxmlformats.org/officeDocument/2006/relationships" id="429" r:id="Rbd97c4ca964446df"/>
    <p:sldId xmlns:r="http://schemas.openxmlformats.org/officeDocument/2006/relationships" id="430" r:id="R24bfc8402b174bc8"/>
    <p:sldId xmlns:r="http://schemas.openxmlformats.org/officeDocument/2006/relationships" id="431" r:id="Rc6167bd624d0429e"/>
    <p:sldId xmlns:r="http://schemas.openxmlformats.org/officeDocument/2006/relationships" id="432" r:id="R3c3298083ab943bd"/>
    <p:sldId xmlns:r="http://schemas.openxmlformats.org/officeDocument/2006/relationships" id="433" r:id="Rfe206cc09a044358"/>
    <p:sldId xmlns:r="http://schemas.openxmlformats.org/officeDocument/2006/relationships" id="434" r:id="Rf10fb53526974c54"/>
    <p:sldId xmlns:r="http://schemas.openxmlformats.org/officeDocument/2006/relationships" id="435" r:id="Rfc23925d0cc04958"/>
    <p:sldId xmlns:r="http://schemas.openxmlformats.org/officeDocument/2006/relationships" id="436" r:id="R9c63f2bb916b42b5"/>
    <p:sldId xmlns:r="http://schemas.openxmlformats.org/officeDocument/2006/relationships" id="437" r:id="R16c7058ceafe4d63"/>
    <p:sldId xmlns:r="http://schemas.openxmlformats.org/officeDocument/2006/relationships" id="438" r:id="R06fa4f67c3fc4131"/>
    <p:sldId xmlns:r="http://schemas.openxmlformats.org/officeDocument/2006/relationships" id="439" r:id="R394ae7924ef94872"/>
    <p:sldId xmlns:r="http://schemas.openxmlformats.org/officeDocument/2006/relationships" id="440" r:id="R56c0489754124ca7"/>
    <p:sldId xmlns:r="http://schemas.openxmlformats.org/officeDocument/2006/relationships" id="441" r:id="R4f153799358340fa"/>
    <p:sldId xmlns:r="http://schemas.openxmlformats.org/officeDocument/2006/relationships" id="442" r:id="R6d2ed141c338426b"/>
    <p:sldId xmlns:r="http://schemas.openxmlformats.org/officeDocument/2006/relationships" id="443" r:id="R5454ee9dff854cc7"/>
    <p:sldId xmlns:r="http://schemas.openxmlformats.org/officeDocument/2006/relationships" id="444" r:id="R56a35f19b6784bcf"/>
    <p:sldId xmlns:r="http://schemas.openxmlformats.org/officeDocument/2006/relationships" id="445" r:id="Rbfd7bf77ffec4263"/>
    <p:sldId xmlns:r="http://schemas.openxmlformats.org/officeDocument/2006/relationships" id="446" r:id="R6a372bdfe55d4c19"/>
    <p:sldId xmlns:r="http://schemas.openxmlformats.org/officeDocument/2006/relationships" id="447" r:id="R5a30a03b35054914"/>
    <p:sldId xmlns:r="http://schemas.openxmlformats.org/officeDocument/2006/relationships" id="448" r:id="R6cf75eb68ab94083"/>
    <p:sldId xmlns:r="http://schemas.openxmlformats.org/officeDocument/2006/relationships" id="449" r:id="R32fb5dff6ad74427"/>
    <p:sldId xmlns:r="http://schemas.openxmlformats.org/officeDocument/2006/relationships" id="450" r:id="Rc1100aa3ed184342"/>
    <p:sldId xmlns:r="http://schemas.openxmlformats.org/officeDocument/2006/relationships" id="451" r:id="Rb22dc131cb2643ff"/>
    <p:sldId xmlns:r="http://schemas.openxmlformats.org/officeDocument/2006/relationships" id="452" r:id="R168a6de366904a42"/>
    <p:sldId xmlns:r="http://schemas.openxmlformats.org/officeDocument/2006/relationships" id="453" r:id="Raa38ff940d2648ae"/>
    <p:sldId xmlns:r="http://schemas.openxmlformats.org/officeDocument/2006/relationships" id="454" r:id="Rb482d5c03f284489"/>
    <p:sldId xmlns:r="http://schemas.openxmlformats.org/officeDocument/2006/relationships" id="455" r:id="R248009e079a74dc3"/>
    <p:sldId xmlns:r="http://schemas.openxmlformats.org/officeDocument/2006/relationships" id="456" r:id="R162b3d97bf16447a"/>
    <p:sldId xmlns:r="http://schemas.openxmlformats.org/officeDocument/2006/relationships" id="457" r:id="Ra11526f39bb04db2"/>
    <p:sldId xmlns:r="http://schemas.openxmlformats.org/officeDocument/2006/relationships" id="458" r:id="Rb713ec7d2abe4928"/>
    <p:sldId xmlns:r="http://schemas.openxmlformats.org/officeDocument/2006/relationships" id="459" r:id="R0301ffb30fff4723"/>
    <p:sldId xmlns:r="http://schemas.openxmlformats.org/officeDocument/2006/relationships" id="460" r:id="R9cee92ff06084528"/>
    <p:sldId xmlns:r="http://schemas.openxmlformats.org/officeDocument/2006/relationships" id="461" r:id="R7184a0b0a9f44258"/>
    <p:sldId xmlns:r="http://schemas.openxmlformats.org/officeDocument/2006/relationships" id="462" r:id="Rfe888085f93b4cbb"/>
    <p:sldId xmlns:r="http://schemas.openxmlformats.org/officeDocument/2006/relationships" id="463" r:id="R653386a2b3304482"/>
    <p:sldId xmlns:r="http://schemas.openxmlformats.org/officeDocument/2006/relationships" id="464" r:id="Ra1eca39dd55b4e4d"/>
    <p:sldId xmlns:r="http://schemas.openxmlformats.org/officeDocument/2006/relationships" id="465" r:id="R5100183f472c4a4b"/>
    <p:sldId xmlns:r="http://schemas.openxmlformats.org/officeDocument/2006/relationships" id="466" r:id="Rc82bc83ad643477d"/>
    <p:sldId xmlns:r="http://schemas.openxmlformats.org/officeDocument/2006/relationships" id="467" r:id="R4ea28545fc044fa4"/>
    <p:sldId xmlns:r="http://schemas.openxmlformats.org/officeDocument/2006/relationships" id="468" r:id="R035a0ca64f104b60"/>
    <p:sldId xmlns:r="http://schemas.openxmlformats.org/officeDocument/2006/relationships" id="469" r:id="Rb14f8977c11c454d"/>
    <p:sldId xmlns:r="http://schemas.openxmlformats.org/officeDocument/2006/relationships" id="470" r:id="R377a5c71f1dd4848"/>
    <p:sldId xmlns:r="http://schemas.openxmlformats.org/officeDocument/2006/relationships" id="471" r:id="R072de5dccdef4857"/>
    <p:sldId xmlns:r="http://schemas.openxmlformats.org/officeDocument/2006/relationships" id="472" r:id="R052306b70ab24372"/>
    <p:sldId xmlns:r="http://schemas.openxmlformats.org/officeDocument/2006/relationships" id="473" r:id="Rd0f28589e99042a9"/>
    <p:sldId xmlns:r="http://schemas.openxmlformats.org/officeDocument/2006/relationships" id="474" r:id="R77bda5c3a49f4cca"/>
    <p:sldId xmlns:r="http://schemas.openxmlformats.org/officeDocument/2006/relationships" id="475" r:id="Rdc6cbd6091e64a98"/>
    <p:sldId xmlns:r="http://schemas.openxmlformats.org/officeDocument/2006/relationships" id="476" r:id="R6d58bb05a8bb4f61"/>
    <p:sldId xmlns:r="http://schemas.openxmlformats.org/officeDocument/2006/relationships" id="477" r:id="R6b53848398fd41e0"/>
    <p:sldId xmlns:r="http://schemas.openxmlformats.org/officeDocument/2006/relationships" id="478" r:id="R0afe679d82ab422e"/>
    <p:sldId xmlns:r="http://schemas.openxmlformats.org/officeDocument/2006/relationships" id="479" r:id="R5c64423b50094e6e"/>
    <p:sldId xmlns:r="http://schemas.openxmlformats.org/officeDocument/2006/relationships" id="480" r:id="R532af50d26204f81"/>
    <p:sldId xmlns:r="http://schemas.openxmlformats.org/officeDocument/2006/relationships" id="481" r:id="R568a3895561948d4"/>
    <p:sldId xmlns:r="http://schemas.openxmlformats.org/officeDocument/2006/relationships" id="482" r:id="R03ebec73919d414d"/>
    <p:sldId xmlns:r="http://schemas.openxmlformats.org/officeDocument/2006/relationships" id="483" r:id="Rf8cca85b40764e13"/>
    <p:sldId xmlns:r="http://schemas.openxmlformats.org/officeDocument/2006/relationships" id="484" r:id="R367917eaaec0408e"/>
    <p:sldId xmlns:r="http://schemas.openxmlformats.org/officeDocument/2006/relationships" id="485" r:id="R298215e890e449ce"/>
    <p:sldId xmlns:r="http://schemas.openxmlformats.org/officeDocument/2006/relationships" id="486" r:id="R1eba86b304234391"/>
    <p:sldId xmlns:r="http://schemas.openxmlformats.org/officeDocument/2006/relationships" id="487" r:id="Rdf05fd38fc404ad3"/>
    <p:sldId xmlns:r="http://schemas.openxmlformats.org/officeDocument/2006/relationships" id="488" r:id="R89bcf2aff5e14f59"/>
    <p:sldId xmlns:r="http://schemas.openxmlformats.org/officeDocument/2006/relationships" id="489" r:id="Rc38ee38392d14fb4"/>
    <p:sldId xmlns:r="http://schemas.openxmlformats.org/officeDocument/2006/relationships" id="490" r:id="R4e042da28d514657"/>
    <p:sldId xmlns:r="http://schemas.openxmlformats.org/officeDocument/2006/relationships" id="491" r:id="Rf3cf6c3ea3c3454f"/>
    <p:sldId xmlns:r="http://schemas.openxmlformats.org/officeDocument/2006/relationships" id="492" r:id="Rd9102fc0c8694ff2"/>
    <p:sldId xmlns:r="http://schemas.openxmlformats.org/officeDocument/2006/relationships" id="493" r:id="R4f18106f675a40b6"/>
    <p:sldId xmlns:r="http://schemas.openxmlformats.org/officeDocument/2006/relationships" id="494" r:id="Rb0d03374582441ba"/>
    <p:sldId xmlns:r="http://schemas.openxmlformats.org/officeDocument/2006/relationships" id="495" r:id="Rcffedd94258743b7"/>
    <p:sldId xmlns:r="http://schemas.openxmlformats.org/officeDocument/2006/relationships" id="496" r:id="R6095c4f7d34c4d62"/>
    <p:sldId xmlns:r="http://schemas.openxmlformats.org/officeDocument/2006/relationships" id="497" r:id="R0eb429db11254165"/>
    <p:sldId xmlns:r="http://schemas.openxmlformats.org/officeDocument/2006/relationships" id="498" r:id="R32864d66054b4dce"/>
    <p:sldId xmlns:r="http://schemas.openxmlformats.org/officeDocument/2006/relationships" id="499" r:id="R67acda3d93a240a8"/>
    <p:sldId xmlns:r="http://schemas.openxmlformats.org/officeDocument/2006/relationships" id="500" r:id="R6b685c9b784f4936"/>
    <p:sldId xmlns:r="http://schemas.openxmlformats.org/officeDocument/2006/relationships" id="501" r:id="R33681b9e4d8a4124"/>
    <p:sldId xmlns:r="http://schemas.openxmlformats.org/officeDocument/2006/relationships" id="502" r:id="Ref1f2dd449a1451b"/>
    <p:sldId xmlns:r="http://schemas.openxmlformats.org/officeDocument/2006/relationships" id="503" r:id="R775d205c85cc4a15"/>
    <p:sldId xmlns:r="http://schemas.openxmlformats.org/officeDocument/2006/relationships" id="504" r:id="R72f94e31c3004b2a"/>
    <p:sldId xmlns:r="http://schemas.openxmlformats.org/officeDocument/2006/relationships" id="505" r:id="R08d912ee4676405f"/>
    <p:sldId xmlns:r="http://schemas.openxmlformats.org/officeDocument/2006/relationships" id="506" r:id="R1812867e41f34095"/>
    <p:sldId xmlns:r="http://schemas.openxmlformats.org/officeDocument/2006/relationships" id="507" r:id="Rdaeecc0796394e90"/>
    <p:sldId xmlns:r="http://schemas.openxmlformats.org/officeDocument/2006/relationships" id="508" r:id="R8577b0477a74430a"/>
    <p:sldId xmlns:r="http://schemas.openxmlformats.org/officeDocument/2006/relationships" id="509" r:id="R57f782941f6f43b1"/>
    <p:sldId xmlns:r="http://schemas.openxmlformats.org/officeDocument/2006/relationships" id="510" r:id="Rcb494862b8174995"/>
    <p:sldId xmlns:r="http://schemas.openxmlformats.org/officeDocument/2006/relationships" id="511" r:id="R41c7606d84ab48e0"/>
    <p:sldId xmlns:r="http://schemas.openxmlformats.org/officeDocument/2006/relationships" id="512" r:id="R32b71b84827042ee"/>
    <p:sldId xmlns:r="http://schemas.openxmlformats.org/officeDocument/2006/relationships" id="513" r:id="R59b97cb5a6564c39"/>
    <p:sldId xmlns:r="http://schemas.openxmlformats.org/officeDocument/2006/relationships" id="514" r:id="R2b415d74bad74eae"/>
    <p:sldId xmlns:r="http://schemas.openxmlformats.org/officeDocument/2006/relationships" id="515" r:id="R5df6fad8cf504689"/>
    <p:sldId xmlns:r="http://schemas.openxmlformats.org/officeDocument/2006/relationships" id="516" r:id="R91f4a1d552b14b71"/>
    <p:sldId xmlns:r="http://schemas.openxmlformats.org/officeDocument/2006/relationships" id="517" r:id="Racdf066c270346e1"/>
    <p:sldId xmlns:r="http://schemas.openxmlformats.org/officeDocument/2006/relationships" id="518" r:id="R8c8bea70cf1d4772"/>
    <p:sldId xmlns:r="http://schemas.openxmlformats.org/officeDocument/2006/relationships" id="519" r:id="Re7f74355dc0a4e42"/>
    <p:sldId xmlns:r="http://schemas.openxmlformats.org/officeDocument/2006/relationships" id="520" r:id="Rca19ae8fcf7d41e9"/>
    <p:sldId xmlns:r="http://schemas.openxmlformats.org/officeDocument/2006/relationships" id="521" r:id="R3a8a738f31404256"/>
    <p:sldId xmlns:r="http://schemas.openxmlformats.org/officeDocument/2006/relationships" id="522" r:id="R314b197a7ce84a20"/>
    <p:sldId xmlns:r="http://schemas.openxmlformats.org/officeDocument/2006/relationships" id="523" r:id="R5029f5681c1f40c5"/>
    <p:sldId xmlns:r="http://schemas.openxmlformats.org/officeDocument/2006/relationships" id="524" r:id="R176f70d9b6fc4a80"/>
    <p:sldId xmlns:r="http://schemas.openxmlformats.org/officeDocument/2006/relationships" id="525" r:id="R9ae43abfb9694257"/>
    <p:sldId xmlns:r="http://schemas.openxmlformats.org/officeDocument/2006/relationships" id="526" r:id="R18e6527b2b114764"/>
    <p:sldId xmlns:r="http://schemas.openxmlformats.org/officeDocument/2006/relationships" id="527" r:id="Ra1f12bdf1cb74734"/>
    <p:sldId xmlns:r="http://schemas.openxmlformats.org/officeDocument/2006/relationships" id="528" r:id="Rdc8570840b504a62"/>
    <p:sldId xmlns:r="http://schemas.openxmlformats.org/officeDocument/2006/relationships" id="529" r:id="R7eded8a0a693442c"/>
    <p:sldId xmlns:r="http://schemas.openxmlformats.org/officeDocument/2006/relationships" id="530" r:id="R66e4348738f84dab"/>
    <p:sldId xmlns:r="http://schemas.openxmlformats.org/officeDocument/2006/relationships" id="531" r:id="R406cc303732c4e8c"/>
    <p:sldId xmlns:r="http://schemas.openxmlformats.org/officeDocument/2006/relationships" id="532" r:id="Rcaa03cdc20da438a"/>
    <p:sldId xmlns:r="http://schemas.openxmlformats.org/officeDocument/2006/relationships" id="533" r:id="Re7862c397ff9491d"/>
    <p:sldId xmlns:r="http://schemas.openxmlformats.org/officeDocument/2006/relationships" id="534" r:id="Rafb656319e4740ad"/>
    <p:sldId xmlns:r="http://schemas.openxmlformats.org/officeDocument/2006/relationships" id="535" r:id="Rc0830acea4bd4c96"/>
    <p:sldId xmlns:r="http://schemas.openxmlformats.org/officeDocument/2006/relationships" id="536" r:id="Rdcb12e8e6ca34e82"/>
    <p:sldId xmlns:r="http://schemas.openxmlformats.org/officeDocument/2006/relationships" id="537" r:id="Re4947e824f494640"/>
    <p:sldId xmlns:r="http://schemas.openxmlformats.org/officeDocument/2006/relationships" id="538" r:id="R2a9fc6ece5704e8e"/>
    <p:sldId xmlns:r="http://schemas.openxmlformats.org/officeDocument/2006/relationships" id="539" r:id="Recaa9f203f174129"/>
    <p:sldId xmlns:r="http://schemas.openxmlformats.org/officeDocument/2006/relationships" id="540" r:id="Rc70e6f9614934bff"/>
    <p:sldId xmlns:r="http://schemas.openxmlformats.org/officeDocument/2006/relationships" id="541" r:id="R03d19d8487d84247"/>
    <p:sldId xmlns:r="http://schemas.openxmlformats.org/officeDocument/2006/relationships" id="542" r:id="R80762f589bab4356"/>
    <p:sldId xmlns:r="http://schemas.openxmlformats.org/officeDocument/2006/relationships" id="543" r:id="Rdf705a46bcd54f1e"/>
    <p:sldId xmlns:r="http://schemas.openxmlformats.org/officeDocument/2006/relationships" id="544" r:id="Rcb96e20745b047aa"/>
    <p:sldId xmlns:r="http://schemas.openxmlformats.org/officeDocument/2006/relationships" id="545" r:id="Rff45a8e51f7549cf"/>
    <p:sldId xmlns:r="http://schemas.openxmlformats.org/officeDocument/2006/relationships" id="546" r:id="Rfbc649356f754752"/>
    <p:sldId xmlns:r="http://schemas.openxmlformats.org/officeDocument/2006/relationships" id="547" r:id="R399f1501e7184aeb"/>
    <p:sldId xmlns:r="http://schemas.openxmlformats.org/officeDocument/2006/relationships" id="548" r:id="Rdb3f34e16ef842b2"/>
    <p:sldId xmlns:r="http://schemas.openxmlformats.org/officeDocument/2006/relationships" id="549" r:id="R17fd24a92d4c45c8"/>
    <p:sldId xmlns:r="http://schemas.openxmlformats.org/officeDocument/2006/relationships" id="550" r:id="Re0b85f4d266648f6"/>
    <p:sldId xmlns:r="http://schemas.openxmlformats.org/officeDocument/2006/relationships" id="551" r:id="Rae5e50a768a84404"/>
    <p:sldId xmlns:r="http://schemas.openxmlformats.org/officeDocument/2006/relationships" id="552" r:id="R71a975725a794ebe"/>
    <p:sldId xmlns:r="http://schemas.openxmlformats.org/officeDocument/2006/relationships" id="553" r:id="R6426454e24c444c2"/>
    <p:sldId xmlns:r="http://schemas.openxmlformats.org/officeDocument/2006/relationships" id="554" r:id="Rdd1612728c3049e1"/>
    <p:sldId xmlns:r="http://schemas.openxmlformats.org/officeDocument/2006/relationships" id="555" r:id="R2f7f47bb20e143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f5824d3c5c4937" /><Relationship Type="http://schemas.openxmlformats.org/officeDocument/2006/relationships/slideMaster" Target="/ppt/slideMasters/slideMaster1.xml" Id="R1939a438cc1c474c" /><Relationship Type="http://schemas.openxmlformats.org/officeDocument/2006/relationships/notesMaster" Target="/ppt/notesMasters/notesMaster1.xml" Id="R49f9e78f549e4652" /><Relationship Type="http://schemas.openxmlformats.org/officeDocument/2006/relationships/presProps" Target="/ppt/presProps.xml" Id="R2a9afa510f304dd1" /><Relationship Type="http://schemas.openxmlformats.org/officeDocument/2006/relationships/tableStyles" Target="/ppt/tableStyles.xml" Id="R730dbb1a380348b8" /><Relationship Type="http://schemas.openxmlformats.org/officeDocument/2006/relationships/slide" Target="/ppt/slides/slide1.xml" Id="R9e01a008b50b4121" /><Relationship Type="http://schemas.openxmlformats.org/officeDocument/2006/relationships/slide" Target="/ppt/slides/slide2.xml" Id="Rd59a2484270344c9" /><Relationship Type="http://schemas.openxmlformats.org/officeDocument/2006/relationships/slide" Target="/ppt/slides/slide3.xml" Id="Rd44f0090f5d64620" /><Relationship Type="http://schemas.openxmlformats.org/officeDocument/2006/relationships/slide" Target="/ppt/slides/slide4.xml" Id="R1f0638b3ecfa4255" /><Relationship Type="http://schemas.openxmlformats.org/officeDocument/2006/relationships/slide" Target="/ppt/slides/slide5.xml" Id="R66877af961944b27" /><Relationship Type="http://schemas.openxmlformats.org/officeDocument/2006/relationships/slide" Target="/ppt/slides/slide6.xml" Id="Rc7bc740047ae4b09" /><Relationship Type="http://schemas.openxmlformats.org/officeDocument/2006/relationships/slide" Target="/ppt/slides/slide7.xml" Id="R6c481fd1efe34a7b" /><Relationship Type="http://schemas.openxmlformats.org/officeDocument/2006/relationships/slide" Target="/ppt/slides/slide8.xml" Id="R385350e88d194ff6" /><Relationship Type="http://schemas.openxmlformats.org/officeDocument/2006/relationships/slide" Target="/ppt/slides/slide9.xml" Id="R63409f98056b4de1" /><Relationship Type="http://schemas.openxmlformats.org/officeDocument/2006/relationships/slide" Target="/ppt/slides/slide10.xml" Id="R92d735b1f5724d69" /><Relationship Type="http://schemas.openxmlformats.org/officeDocument/2006/relationships/slide" Target="/ppt/slides/slide11.xml" Id="R9e7d362692b048c2" /><Relationship Type="http://schemas.openxmlformats.org/officeDocument/2006/relationships/slide" Target="/ppt/slides/slide12.xml" Id="R07f98a7613cd4522" /><Relationship Type="http://schemas.openxmlformats.org/officeDocument/2006/relationships/slide" Target="/ppt/slides/slide13.xml" Id="R7f0e6ea23b214e85" /><Relationship Type="http://schemas.openxmlformats.org/officeDocument/2006/relationships/slide" Target="/ppt/slides/slide14.xml" Id="R4588f285f4374d06" /><Relationship Type="http://schemas.openxmlformats.org/officeDocument/2006/relationships/slide" Target="/ppt/slides/slide15.xml" Id="R41e1075fa85342f5" /><Relationship Type="http://schemas.openxmlformats.org/officeDocument/2006/relationships/slide" Target="/ppt/slides/slide16.xml" Id="Raae3984275ae42af" /><Relationship Type="http://schemas.openxmlformats.org/officeDocument/2006/relationships/slide" Target="/ppt/slides/slide17.xml" Id="Rc4823a280cc84511" /><Relationship Type="http://schemas.openxmlformats.org/officeDocument/2006/relationships/slide" Target="/ppt/slides/slide18.xml" Id="Ra736367769c548b6" /><Relationship Type="http://schemas.openxmlformats.org/officeDocument/2006/relationships/slide" Target="/ppt/slides/slide19.xml" Id="R229363ef6a874014" /><Relationship Type="http://schemas.openxmlformats.org/officeDocument/2006/relationships/slide" Target="/ppt/slides/slide20.xml" Id="R6a371925956b41de" /><Relationship Type="http://schemas.openxmlformats.org/officeDocument/2006/relationships/slide" Target="/ppt/slides/slide21.xml" Id="R8fc0da742f634064" /><Relationship Type="http://schemas.openxmlformats.org/officeDocument/2006/relationships/slide" Target="/ppt/slides/slide22.xml" Id="Re707af5bee99470c" /><Relationship Type="http://schemas.openxmlformats.org/officeDocument/2006/relationships/slide" Target="/ppt/slides/slide23.xml" Id="R66b64edf5b5444fb" /><Relationship Type="http://schemas.openxmlformats.org/officeDocument/2006/relationships/slide" Target="/ppt/slides/slide24.xml" Id="Rb07d87f89aa140fd" /><Relationship Type="http://schemas.openxmlformats.org/officeDocument/2006/relationships/slide" Target="/ppt/slides/slide25.xml" Id="R13c80713197142ad" /><Relationship Type="http://schemas.openxmlformats.org/officeDocument/2006/relationships/slide" Target="/ppt/slides/slide26.xml" Id="R8db979d9d50c4410" /><Relationship Type="http://schemas.openxmlformats.org/officeDocument/2006/relationships/slide" Target="/ppt/slides/slide27.xml" Id="R0181cae7983f4804" /><Relationship Type="http://schemas.openxmlformats.org/officeDocument/2006/relationships/slide" Target="/ppt/slides/slide28.xml" Id="R399a7f7a101e45f0" /><Relationship Type="http://schemas.openxmlformats.org/officeDocument/2006/relationships/slide" Target="/ppt/slides/slide29.xml" Id="R4f10b5eb3de44639" /><Relationship Type="http://schemas.openxmlformats.org/officeDocument/2006/relationships/slide" Target="/ppt/slides/slide30.xml" Id="R19438e15f0074f22" /><Relationship Type="http://schemas.openxmlformats.org/officeDocument/2006/relationships/slide" Target="/ppt/slides/slide31.xml" Id="R80badb04a2d54007" /><Relationship Type="http://schemas.openxmlformats.org/officeDocument/2006/relationships/slide" Target="/ppt/slides/slide32.xml" Id="R6c306343eec64718" /><Relationship Type="http://schemas.openxmlformats.org/officeDocument/2006/relationships/slide" Target="/ppt/slides/slide33.xml" Id="R179f6632607b4199" /><Relationship Type="http://schemas.openxmlformats.org/officeDocument/2006/relationships/slide" Target="/ppt/slides/slide34.xml" Id="R6fbc066435694dc8" /><Relationship Type="http://schemas.openxmlformats.org/officeDocument/2006/relationships/slide" Target="/ppt/slides/slide35.xml" Id="R1b00e4911cd54236" /><Relationship Type="http://schemas.openxmlformats.org/officeDocument/2006/relationships/slide" Target="/ppt/slides/slide36.xml" Id="R6b59267d3cd34f77" /><Relationship Type="http://schemas.openxmlformats.org/officeDocument/2006/relationships/slide" Target="/ppt/slides/slide37.xml" Id="Rccb4d842c50143aa" /><Relationship Type="http://schemas.openxmlformats.org/officeDocument/2006/relationships/slide" Target="/ppt/slides/slide38.xml" Id="R171b4eed2d3a44d4" /><Relationship Type="http://schemas.openxmlformats.org/officeDocument/2006/relationships/slide" Target="/ppt/slides/slide39.xml" Id="R0443a32bb8274566" /><Relationship Type="http://schemas.openxmlformats.org/officeDocument/2006/relationships/slide" Target="/ppt/slides/slide40.xml" Id="R654c487486244a99" /><Relationship Type="http://schemas.openxmlformats.org/officeDocument/2006/relationships/slide" Target="/ppt/slides/slide41.xml" Id="R80ab5823a19c4675" /><Relationship Type="http://schemas.openxmlformats.org/officeDocument/2006/relationships/slide" Target="/ppt/slides/slide42.xml" Id="R98ef1377a36d4ba5" /><Relationship Type="http://schemas.openxmlformats.org/officeDocument/2006/relationships/slide" Target="/ppt/slides/slide43.xml" Id="Rf4bf4bdfc0894fcd" /><Relationship Type="http://schemas.openxmlformats.org/officeDocument/2006/relationships/slide" Target="/ppt/slides/slide44.xml" Id="R20e0204bb07a4bc7" /><Relationship Type="http://schemas.openxmlformats.org/officeDocument/2006/relationships/slide" Target="/ppt/slides/slide45.xml" Id="Re27531d94bcb4745" /><Relationship Type="http://schemas.openxmlformats.org/officeDocument/2006/relationships/slide" Target="/ppt/slides/slide46.xml" Id="R48fb7ebbd9eb4c36" /><Relationship Type="http://schemas.openxmlformats.org/officeDocument/2006/relationships/slide" Target="/ppt/slides/slide47.xml" Id="R97891f785329416c" /><Relationship Type="http://schemas.openxmlformats.org/officeDocument/2006/relationships/slide" Target="/ppt/slides/slide48.xml" Id="Rf78a60d396df4011" /><Relationship Type="http://schemas.openxmlformats.org/officeDocument/2006/relationships/slide" Target="/ppt/slides/slide49.xml" Id="R54ef66c6a95e40cc" /><Relationship Type="http://schemas.openxmlformats.org/officeDocument/2006/relationships/slide" Target="/ppt/slides/slide50.xml" Id="R726dd3427c2d4a60" /><Relationship Type="http://schemas.openxmlformats.org/officeDocument/2006/relationships/slide" Target="/ppt/slides/slide51.xml" Id="R0abaceb85f494605" /><Relationship Type="http://schemas.openxmlformats.org/officeDocument/2006/relationships/slide" Target="/ppt/slides/slide52.xml" Id="R8a9d8938c58147da" /><Relationship Type="http://schemas.openxmlformats.org/officeDocument/2006/relationships/slide" Target="/ppt/slides/slide53.xml" Id="R0376cbceedd34f0d" /><Relationship Type="http://schemas.openxmlformats.org/officeDocument/2006/relationships/slide" Target="/ppt/slides/slide54.xml" Id="Rebc0c04ddd4247a9" /><Relationship Type="http://schemas.openxmlformats.org/officeDocument/2006/relationships/slide" Target="/ppt/slides/slide55.xml" Id="Ra28fea2488b149f8" /><Relationship Type="http://schemas.openxmlformats.org/officeDocument/2006/relationships/slide" Target="/ppt/slides/slide56.xml" Id="Ra4b4398baf404212" /><Relationship Type="http://schemas.openxmlformats.org/officeDocument/2006/relationships/slide" Target="/ppt/slides/slide57.xml" Id="R10335c34e71645b8" /><Relationship Type="http://schemas.openxmlformats.org/officeDocument/2006/relationships/slide" Target="/ppt/slides/slide58.xml" Id="R0b4dc0b2830344e4" /><Relationship Type="http://schemas.openxmlformats.org/officeDocument/2006/relationships/slide" Target="/ppt/slides/slide59.xml" Id="Rbaf1b49f84a14c53" /><Relationship Type="http://schemas.openxmlformats.org/officeDocument/2006/relationships/slide" Target="/ppt/slides/slide60.xml" Id="R5ec2d5520e1a43fe" /><Relationship Type="http://schemas.openxmlformats.org/officeDocument/2006/relationships/slide" Target="/ppt/slides/slide61.xml" Id="R83a34b9de74a4d95" /><Relationship Type="http://schemas.openxmlformats.org/officeDocument/2006/relationships/slide" Target="/ppt/slides/slide62.xml" Id="R0ccf1be5f40146f0" /><Relationship Type="http://schemas.openxmlformats.org/officeDocument/2006/relationships/slide" Target="/ppt/slides/slide63.xml" Id="R79c378123c0a4cbb" /><Relationship Type="http://schemas.openxmlformats.org/officeDocument/2006/relationships/slide" Target="/ppt/slides/slide64.xml" Id="Refada1177b124861" /><Relationship Type="http://schemas.openxmlformats.org/officeDocument/2006/relationships/slide" Target="/ppt/slides/slide65.xml" Id="R98f2b158ee4c4642" /><Relationship Type="http://schemas.openxmlformats.org/officeDocument/2006/relationships/slide" Target="/ppt/slides/slide66.xml" Id="R346ce2d8f1eb492c" /><Relationship Type="http://schemas.openxmlformats.org/officeDocument/2006/relationships/slide" Target="/ppt/slides/slide67.xml" Id="R2b44c30c51ff4d0e" /><Relationship Type="http://schemas.openxmlformats.org/officeDocument/2006/relationships/slide" Target="/ppt/slides/slide68.xml" Id="Rd6a5c2016f004498" /><Relationship Type="http://schemas.openxmlformats.org/officeDocument/2006/relationships/slide" Target="/ppt/slides/slide69.xml" Id="Ra2aac74b19e64b4b" /><Relationship Type="http://schemas.openxmlformats.org/officeDocument/2006/relationships/slide" Target="/ppt/slides/slide70.xml" Id="Ra06c2aeb4ced45be" /><Relationship Type="http://schemas.openxmlformats.org/officeDocument/2006/relationships/slide" Target="/ppt/slides/slide71.xml" Id="Rb8094d18d01b4277" /><Relationship Type="http://schemas.openxmlformats.org/officeDocument/2006/relationships/slide" Target="/ppt/slides/slide72.xml" Id="Rd562a23eb57e4c22" /><Relationship Type="http://schemas.openxmlformats.org/officeDocument/2006/relationships/slide" Target="/ppt/slides/slide73.xml" Id="R7a0e78cc4a17452f" /><Relationship Type="http://schemas.openxmlformats.org/officeDocument/2006/relationships/slide" Target="/ppt/slides/slide74.xml" Id="R448dd2b51f5e48ec" /><Relationship Type="http://schemas.openxmlformats.org/officeDocument/2006/relationships/slide" Target="/ppt/slides/slide75.xml" Id="R392d1786acff455f" /><Relationship Type="http://schemas.openxmlformats.org/officeDocument/2006/relationships/slide" Target="/ppt/slides/slide76.xml" Id="R0d6b24f421c44c19" /><Relationship Type="http://schemas.openxmlformats.org/officeDocument/2006/relationships/slide" Target="/ppt/slides/slide77.xml" Id="Rd80680b99a604812" /><Relationship Type="http://schemas.openxmlformats.org/officeDocument/2006/relationships/slide" Target="/ppt/slides/slide78.xml" Id="R18dbe7137b13452b" /><Relationship Type="http://schemas.openxmlformats.org/officeDocument/2006/relationships/slide" Target="/ppt/slides/slide79.xml" Id="R4be3d9d5d0f04ae4" /><Relationship Type="http://schemas.openxmlformats.org/officeDocument/2006/relationships/slide" Target="/ppt/slides/slide80.xml" Id="R57871020b4704f29" /><Relationship Type="http://schemas.openxmlformats.org/officeDocument/2006/relationships/slide" Target="/ppt/slides/slide81.xml" Id="Rdd31aefc69794b06" /><Relationship Type="http://schemas.openxmlformats.org/officeDocument/2006/relationships/slide" Target="/ppt/slides/slide82.xml" Id="Racb2d65d14254234" /><Relationship Type="http://schemas.openxmlformats.org/officeDocument/2006/relationships/slide" Target="/ppt/slides/slide83.xml" Id="R5415d840956e4dc0" /><Relationship Type="http://schemas.openxmlformats.org/officeDocument/2006/relationships/slide" Target="/ppt/slides/slide84.xml" Id="Ra3476faeab1d4aa9" /><Relationship Type="http://schemas.openxmlformats.org/officeDocument/2006/relationships/slide" Target="/ppt/slides/slide85.xml" Id="Rfdd89ab5167849ac" /><Relationship Type="http://schemas.openxmlformats.org/officeDocument/2006/relationships/slide" Target="/ppt/slides/slide86.xml" Id="R0df487051d7842e4" /><Relationship Type="http://schemas.openxmlformats.org/officeDocument/2006/relationships/slide" Target="/ppt/slides/slide87.xml" Id="R2fcff29c7420474a" /><Relationship Type="http://schemas.openxmlformats.org/officeDocument/2006/relationships/slide" Target="/ppt/slides/slide88.xml" Id="R247b0f4f50854a08" /><Relationship Type="http://schemas.openxmlformats.org/officeDocument/2006/relationships/slide" Target="/ppt/slides/slide89.xml" Id="R5b861a739c214ba2" /><Relationship Type="http://schemas.openxmlformats.org/officeDocument/2006/relationships/slide" Target="/ppt/slides/slide90.xml" Id="R1029c3309a4141d9" /><Relationship Type="http://schemas.openxmlformats.org/officeDocument/2006/relationships/slide" Target="/ppt/slides/slide91.xml" Id="R3469d28aab484139" /><Relationship Type="http://schemas.openxmlformats.org/officeDocument/2006/relationships/slide" Target="/ppt/slides/slide92.xml" Id="Rc20ab1cacb0649c0" /><Relationship Type="http://schemas.openxmlformats.org/officeDocument/2006/relationships/slide" Target="/ppt/slides/slide93.xml" Id="R5fc9d0e4d6c34c6e" /><Relationship Type="http://schemas.openxmlformats.org/officeDocument/2006/relationships/slide" Target="/ppt/slides/slide94.xml" Id="R2f3e4736e318443f" /><Relationship Type="http://schemas.openxmlformats.org/officeDocument/2006/relationships/slide" Target="/ppt/slides/slide95.xml" Id="R0c58c5250c354108" /><Relationship Type="http://schemas.openxmlformats.org/officeDocument/2006/relationships/slide" Target="/ppt/slides/slide96.xml" Id="R1ee7c4e69a1d4a7e" /><Relationship Type="http://schemas.openxmlformats.org/officeDocument/2006/relationships/slide" Target="/ppt/slides/slide97.xml" Id="Rb2a42bd27bba40ec" /><Relationship Type="http://schemas.openxmlformats.org/officeDocument/2006/relationships/slide" Target="/ppt/slides/slide98.xml" Id="R77acf848658048a0" /><Relationship Type="http://schemas.openxmlformats.org/officeDocument/2006/relationships/slide" Target="/ppt/slides/slide99.xml" Id="R1c7ae29b2e664bb5" /><Relationship Type="http://schemas.openxmlformats.org/officeDocument/2006/relationships/slide" Target="/ppt/slides/slide100.xml" Id="Rc1e2e9d1db5c40d8" /><Relationship Type="http://schemas.openxmlformats.org/officeDocument/2006/relationships/slide" Target="/ppt/slides/slide101.xml" Id="R9bc12b4d13e642a4" /><Relationship Type="http://schemas.openxmlformats.org/officeDocument/2006/relationships/slide" Target="/ppt/slides/slide102.xml" Id="Rdda99fdb905c4198" /><Relationship Type="http://schemas.openxmlformats.org/officeDocument/2006/relationships/slide" Target="/ppt/slides/slide103.xml" Id="R946d6632200f44a9" /><Relationship Type="http://schemas.openxmlformats.org/officeDocument/2006/relationships/slide" Target="/ppt/slides/slide104.xml" Id="R573b14217a134f76" /><Relationship Type="http://schemas.openxmlformats.org/officeDocument/2006/relationships/slide" Target="/ppt/slides/slide105.xml" Id="Rdc9be947aab2469c" /><Relationship Type="http://schemas.openxmlformats.org/officeDocument/2006/relationships/slide" Target="/ppt/slides/slide106.xml" Id="R0dc410a8c73343e8" /><Relationship Type="http://schemas.openxmlformats.org/officeDocument/2006/relationships/slide" Target="/ppt/slides/slide107.xml" Id="R8a295a34035e4375" /><Relationship Type="http://schemas.openxmlformats.org/officeDocument/2006/relationships/slide" Target="/ppt/slides/slide108.xml" Id="Rc06bdfdd56b144cd" /><Relationship Type="http://schemas.openxmlformats.org/officeDocument/2006/relationships/slide" Target="/ppt/slides/slide109.xml" Id="Rd91bf316a02d48a8" /><Relationship Type="http://schemas.openxmlformats.org/officeDocument/2006/relationships/slide" Target="/ppt/slides/slide110.xml" Id="Rb92ab1bb85a749d9" /><Relationship Type="http://schemas.openxmlformats.org/officeDocument/2006/relationships/slide" Target="/ppt/slides/slide111.xml" Id="R5a270ee06d1a43e4" /><Relationship Type="http://schemas.openxmlformats.org/officeDocument/2006/relationships/slide" Target="/ppt/slides/slide112.xml" Id="R2eeac762e429415b" /><Relationship Type="http://schemas.openxmlformats.org/officeDocument/2006/relationships/slide" Target="/ppt/slides/slide113.xml" Id="R38a8e681bb59405a" /><Relationship Type="http://schemas.openxmlformats.org/officeDocument/2006/relationships/slide" Target="/ppt/slides/slide114.xml" Id="R763379e532aa410f" /><Relationship Type="http://schemas.openxmlformats.org/officeDocument/2006/relationships/slide" Target="/ppt/slides/slide115.xml" Id="R8030f45bc5ea491c" /><Relationship Type="http://schemas.openxmlformats.org/officeDocument/2006/relationships/slide" Target="/ppt/slides/slide116.xml" Id="Rf55140805faa48f6" /><Relationship Type="http://schemas.openxmlformats.org/officeDocument/2006/relationships/slide" Target="/ppt/slides/slide117.xml" Id="R45d2c9443e924fbf" /><Relationship Type="http://schemas.openxmlformats.org/officeDocument/2006/relationships/slide" Target="/ppt/slides/slide118.xml" Id="R6ae3c785faba4444" /><Relationship Type="http://schemas.openxmlformats.org/officeDocument/2006/relationships/slide" Target="/ppt/slides/slide119.xml" Id="R09369a9236f34a60" /><Relationship Type="http://schemas.openxmlformats.org/officeDocument/2006/relationships/slide" Target="/ppt/slides/slide120.xml" Id="R4c998a9979994a44" /><Relationship Type="http://schemas.openxmlformats.org/officeDocument/2006/relationships/slide" Target="/ppt/slides/slide121.xml" Id="Rc45b419f470649b8" /><Relationship Type="http://schemas.openxmlformats.org/officeDocument/2006/relationships/slide" Target="/ppt/slides/slide122.xml" Id="Rc0e29f5d19774038" /><Relationship Type="http://schemas.openxmlformats.org/officeDocument/2006/relationships/slide" Target="/ppt/slides/slide123.xml" Id="R094f7c814832441e" /><Relationship Type="http://schemas.openxmlformats.org/officeDocument/2006/relationships/slide" Target="/ppt/slides/slide124.xml" Id="Rb7d1cd86f64d4d7f" /><Relationship Type="http://schemas.openxmlformats.org/officeDocument/2006/relationships/slide" Target="/ppt/slides/slide125.xml" Id="R401e0f9f9e2a4ac2" /><Relationship Type="http://schemas.openxmlformats.org/officeDocument/2006/relationships/slide" Target="/ppt/slides/slide126.xml" Id="R72bf26be9aa9440a" /><Relationship Type="http://schemas.openxmlformats.org/officeDocument/2006/relationships/slide" Target="/ppt/slides/slide127.xml" Id="Rcdd7577e5c0346dd" /><Relationship Type="http://schemas.openxmlformats.org/officeDocument/2006/relationships/slide" Target="/ppt/slides/slide128.xml" Id="R3b5fa283cd60478a" /><Relationship Type="http://schemas.openxmlformats.org/officeDocument/2006/relationships/slide" Target="/ppt/slides/slide129.xml" Id="Rdee88271a0fb4846" /><Relationship Type="http://schemas.openxmlformats.org/officeDocument/2006/relationships/slide" Target="/ppt/slides/slide130.xml" Id="R4776ec3e11004134" /><Relationship Type="http://schemas.openxmlformats.org/officeDocument/2006/relationships/slide" Target="/ppt/slides/slide131.xml" Id="R872f89c5ec594257" /><Relationship Type="http://schemas.openxmlformats.org/officeDocument/2006/relationships/slide" Target="/ppt/slides/slide132.xml" Id="R72895aab25a04a4e" /><Relationship Type="http://schemas.openxmlformats.org/officeDocument/2006/relationships/slide" Target="/ppt/slides/slide133.xml" Id="Rf1341f3454994cb0" /><Relationship Type="http://schemas.openxmlformats.org/officeDocument/2006/relationships/slide" Target="/ppt/slides/slide134.xml" Id="R8d1919cd07084a60" /><Relationship Type="http://schemas.openxmlformats.org/officeDocument/2006/relationships/slide" Target="/ppt/slides/slide135.xml" Id="R9e4b68d474e54082" /><Relationship Type="http://schemas.openxmlformats.org/officeDocument/2006/relationships/slide" Target="/ppt/slides/slide136.xml" Id="Re92b708de3fd49e5" /><Relationship Type="http://schemas.openxmlformats.org/officeDocument/2006/relationships/slide" Target="/ppt/slides/slide137.xml" Id="Ra546dbf200fb414f" /><Relationship Type="http://schemas.openxmlformats.org/officeDocument/2006/relationships/slide" Target="/ppt/slides/slide138.xml" Id="R16f55e5d46e04202" /><Relationship Type="http://schemas.openxmlformats.org/officeDocument/2006/relationships/slide" Target="/ppt/slides/slide139.xml" Id="Rda83aa69c366450e" /><Relationship Type="http://schemas.openxmlformats.org/officeDocument/2006/relationships/slide" Target="/ppt/slides/slide140.xml" Id="R42df65d2bb374297" /><Relationship Type="http://schemas.openxmlformats.org/officeDocument/2006/relationships/slide" Target="/ppt/slides/slide141.xml" Id="R342666aa1610448f" /><Relationship Type="http://schemas.openxmlformats.org/officeDocument/2006/relationships/slide" Target="/ppt/slides/slide142.xml" Id="R8c0bd8009b934256" /><Relationship Type="http://schemas.openxmlformats.org/officeDocument/2006/relationships/slide" Target="/ppt/slides/slide143.xml" Id="R5a95d218e6f44b0e" /><Relationship Type="http://schemas.openxmlformats.org/officeDocument/2006/relationships/slide" Target="/ppt/slides/slide144.xml" Id="Re05771d0502d4899" /><Relationship Type="http://schemas.openxmlformats.org/officeDocument/2006/relationships/slide" Target="/ppt/slides/slide145.xml" Id="R4378644e4efa4518" /><Relationship Type="http://schemas.openxmlformats.org/officeDocument/2006/relationships/slide" Target="/ppt/slides/slide146.xml" Id="Raca846446cfa47de" /><Relationship Type="http://schemas.openxmlformats.org/officeDocument/2006/relationships/slide" Target="/ppt/slides/slide147.xml" Id="R2eaa91d623074b22" /><Relationship Type="http://schemas.openxmlformats.org/officeDocument/2006/relationships/slide" Target="/ppt/slides/slide148.xml" Id="R2744eae9c35f487b" /><Relationship Type="http://schemas.openxmlformats.org/officeDocument/2006/relationships/slide" Target="/ppt/slides/slide149.xml" Id="Rc8057bfd352f42c1" /><Relationship Type="http://schemas.openxmlformats.org/officeDocument/2006/relationships/slide" Target="/ppt/slides/slide150.xml" Id="R6eee4c55051c49c8" /><Relationship Type="http://schemas.openxmlformats.org/officeDocument/2006/relationships/slide" Target="/ppt/slides/slide151.xml" Id="Rc236201470c743d3" /><Relationship Type="http://schemas.openxmlformats.org/officeDocument/2006/relationships/slide" Target="/ppt/slides/slide152.xml" Id="R6ac324971195499e" /><Relationship Type="http://schemas.openxmlformats.org/officeDocument/2006/relationships/slide" Target="/ppt/slides/slide153.xml" Id="R2b7a7562d4df4076" /><Relationship Type="http://schemas.openxmlformats.org/officeDocument/2006/relationships/slide" Target="/ppt/slides/slide154.xml" Id="Rc715476ef417491e" /><Relationship Type="http://schemas.openxmlformats.org/officeDocument/2006/relationships/slide" Target="/ppt/slides/slide155.xml" Id="R0e64226c37784701" /><Relationship Type="http://schemas.openxmlformats.org/officeDocument/2006/relationships/slide" Target="/ppt/slides/slide156.xml" Id="Rad64ebbe39eb4301" /><Relationship Type="http://schemas.openxmlformats.org/officeDocument/2006/relationships/slide" Target="/ppt/slides/slide157.xml" Id="Re51083d028534b89" /><Relationship Type="http://schemas.openxmlformats.org/officeDocument/2006/relationships/slide" Target="/ppt/slides/slide158.xml" Id="Rda808f31d40946c9" /><Relationship Type="http://schemas.openxmlformats.org/officeDocument/2006/relationships/slide" Target="/ppt/slides/slide159.xml" Id="Rcf140e55435b400d" /><Relationship Type="http://schemas.openxmlformats.org/officeDocument/2006/relationships/slide" Target="/ppt/slides/slide160.xml" Id="Rf6cebdb0045249a0" /><Relationship Type="http://schemas.openxmlformats.org/officeDocument/2006/relationships/slide" Target="/ppt/slides/slide161.xml" Id="Rbf6bda9380c945be" /><Relationship Type="http://schemas.openxmlformats.org/officeDocument/2006/relationships/slide" Target="/ppt/slides/slide162.xml" Id="Rd36c8f56a4a444af" /><Relationship Type="http://schemas.openxmlformats.org/officeDocument/2006/relationships/slide" Target="/ppt/slides/slide163.xml" Id="R32e7d22fcbf14985" /><Relationship Type="http://schemas.openxmlformats.org/officeDocument/2006/relationships/slide" Target="/ppt/slides/slide164.xml" Id="Rf3307cfefce84359" /><Relationship Type="http://schemas.openxmlformats.org/officeDocument/2006/relationships/slide" Target="/ppt/slides/slide165.xml" Id="R7f746da88eae48ff" /><Relationship Type="http://schemas.openxmlformats.org/officeDocument/2006/relationships/slide" Target="/ppt/slides/slide166.xml" Id="Ree9f7a4b709b4907" /><Relationship Type="http://schemas.openxmlformats.org/officeDocument/2006/relationships/slide" Target="/ppt/slides/slide167.xml" Id="R5e09ae566b4d4d4f" /><Relationship Type="http://schemas.openxmlformats.org/officeDocument/2006/relationships/slide" Target="/ppt/slides/slide168.xml" Id="Rc67c050c84184fad" /><Relationship Type="http://schemas.openxmlformats.org/officeDocument/2006/relationships/slide" Target="/ppt/slides/slide169.xml" Id="R51891d5d8ec44c96" /><Relationship Type="http://schemas.openxmlformats.org/officeDocument/2006/relationships/slide" Target="/ppt/slides/slide170.xml" Id="R6989adad4b81487f" /><Relationship Type="http://schemas.openxmlformats.org/officeDocument/2006/relationships/slide" Target="/ppt/slides/slide171.xml" Id="R83aad22f35d74c00" /><Relationship Type="http://schemas.openxmlformats.org/officeDocument/2006/relationships/slide" Target="/ppt/slides/slide172.xml" Id="R51e54341ffac4608" /><Relationship Type="http://schemas.openxmlformats.org/officeDocument/2006/relationships/slide" Target="/ppt/slides/slide173.xml" Id="Rb363562e0e144c46" /><Relationship Type="http://schemas.openxmlformats.org/officeDocument/2006/relationships/slide" Target="/ppt/slides/slide174.xml" Id="Rbd97c4ca964446df" /><Relationship Type="http://schemas.openxmlformats.org/officeDocument/2006/relationships/slide" Target="/ppt/slides/slide175.xml" Id="R24bfc8402b174bc8" /><Relationship Type="http://schemas.openxmlformats.org/officeDocument/2006/relationships/slide" Target="/ppt/slides/slide176.xml" Id="Rc6167bd624d0429e" /><Relationship Type="http://schemas.openxmlformats.org/officeDocument/2006/relationships/slide" Target="/ppt/slides/slide177.xml" Id="R3c3298083ab943bd" /><Relationship Type="http://schemas.openxmlformats.org/officeDocument/2006/relationships/slide" Target="/ppt/slides/slide178.xml" Id="Rfe206cc09a044358" /><Relationship Type="http://schemas.openxmlformats.org/officeDocument/2006/relationships/slide" Target="/ppt/slides/slide179.xml" Id="Rf10fb53526974c54" /><Relationship Type="http://schemas.openxmlformats.org/officeDocument/2006/relationships/slide" Target="/ppt/slides/slide180.xml" Id="Rfc23925d0cc04958" /><Relationship Type="http://schemas.openxmlformats.org/officeDocument/2006/relationships/slide" Target="/ppt/slides/slide181.xml" Id="R9c63f2bb916b42b5" /><Relationship Type="http://schemas.openxmlformats.org/officeDocument/2006/relationships/slide" Target="/ppt/slides/slide182.xml" Id="R16c7058ceafe4d63" /><Relationship Type="http://schemas.openxmlformats.org/officeDocument/2006/relationships/slide" Target="/ppt/slides/slide183.xml" Id="R06fa4f67c3fc4131" /><Relationship Type="http://schemas.openxmlformats.org/officeDocument/2006/relationships/slide" Target="/ppt/slides/slide184.xml" Id="R394ae7924ef94872" /><Relationship Type="http://schemas.openxmlformats.org/officeDocument/2006/relationships/slide" Target="/ppt/slides/slide185.xml" Id="R56c0489754124ca7" /><Relationship Type="http://schemas.openxmlformats.org/officeDocument/2006/relationships/slide" Target="/ppt/slides/slide186.xml" Id="R4f153799358340fa" /><Relationship Type="http://schemas.openxmlformats.org/officeDocument/2006/relationships/slide" Target="/ppt/slides/slide187.xml" Id="R6d2ed141c338426b" /><Relationship Type="http://schemas.openxmlformats.org/officeDocument/2006/relationships/slide" Target="/ppt/slides/slide188.xml" Id="R5454ee9dff854cc7" /><Relationship Type="http://schemas.openxmlformats.org/officeDocument/2006/relationships/slide" Target="/ppt/slides/slide189.xml" Id="R56a35f19b6784bcf" /><Relationship Type="http://schemas.openxmlformats.org/officeDocument/2006/relationships/slide" Target="/ppt/slides/slide190.xml" Id="Rbfd7bf77ffec4263" /><Relationship Type="http://schemas.openxmlformats.org/officeDocument/2006/relationships/slide" Target="/ppt/slides/slide191.xml" Id="R6a372bdfe55d4c19" /><Relationship Type="http://schemas.openxmlformats.org/officeDocument/2006/relationships/slide" Target="/ppt/slides/slide192.xml" Id="R5a30a03b35054914" /><Relationship Type="http://schemas.openxmlformats.org/officeDocument/2006/relationships/slide" Target="/ppt/slides/slide193.xml" Id="R6cf75eb68ab94083" /><Relationship Type="http://schemas.openxmlformats.org/officeDocument/2006/relationships/slide" Target="/ppt/slides/slide194.xml" Id="R32fb5dff6ad74427" /><Relationship Type="http://schemas.openxmlformats.org/officeDocument/2006/relationships/slide" Target="/ppt/slides/slide195.xml" Id="Rc1100aa3ed184342" /><Relationship Type="http://schemas.openxmlformats.org/officeDocument/2006/relationships/slide" Target="/ppt/slides/slide196.xml" Id="Rb22dc131cb2643ff" /><Relationship Type="http://schemas.openxmlformats.org/officeDocument/2006/relationships/slide" Target="/ppt/slides/slide197.xml" Id="R168a6de366904a42" /><Relationship Type="http://schemas.openxmlformats.org/officeDocument/2006/relationships/slide" Target="/ppt/slides/slide198.xml" Id="Raa38ff940d2648ae" /><Relationship Type="http://schemas.openxmlformats.org/officeDocument/2006/relationships/slide" Target="/ppt/slides/slide199.xml" Id="Rb482d5c03f284489" /><Relationship Type="http://schemas.openxmlformats.org/officeDocument/2006/relationships/slide" Target="/ppt/slides/slide200.xml" Id="R248009e079a74dc3" /><Relationship Type="http://schemas.openxmlformats.org/officeDocument/2006/relationships/slide" Target="/ppt/slides/slide201.xml" Id="R162b3d97bf16447a" /><Relationship Type="http://schemas.openxmlformats.org/officeDocument/2006/relationships/slide" Target="/ppt/slides/slide202.xml" Id="Ra11526f39bb04db2" /><Relationship Type="http://schemas.openxmlformats.org/officeDocument/2006/relationships/slide" Target="/ppt/slides/slide203.xml" Id="Rb713ec7d2abe4928" /><Relationship Type="http://schemas.openxmlformats.org/officeDocument/2006/relationships/slide" Target="/ppt/slides/slide204.xml" Id="R0301ffb30fff4723" /><Relationship Type="http://schemas.openxmlformats.org/officeDocument/2006/relationships/slide" Target="/ppt/slides/slide205.xml" Id="R9cee92ff06084528" /><Relationship Type="http://schemas.openxmlformats.org/officeDocument/2006/relationships/slide" Target="/ppt/slides/slide206.xml" Id="R7184a0b0a9f44258" /><Relationship Type="http://schemas.openxmlformats.org/officeDocument/2006/relationships/slide" Target="/ppt/slides/slide207.xml" Id="Rfe888085f93b4cbb" /><Relationship Type="http://schemas.openxmlformats.org/officeDocument/2006/relationships/slide" Target="/ppt/slides/slide208.xml" Id="R653386a2b3304482" /><Relationship Type="http://schemas.openxmlformats.org/officeDocument/2006/relationships/slide" Target="/ppt/slides/slide209.xml" Id="Ra1eca39dd55b4e4d" /><Relationship Type="http://schemas.openxmlformats.org/officeDocument/2006/relationships/slide" Target="/ppt/slides/slide210.xml" Id="R5100183f472c4a4b" /><Relationship Type="http://schemas.openxmlformats.org/officeDocument/2006/relationships/slide" Target="/ppt/slides/slide211.xml" Id="Rc82bc83ad643477d" /><Relationship Type="http://schemas.openxmlformats.org/officeDocument/2006/relationships/slide" Target="/ppt/slides/slide212.xml" Id="R4ea28545fc044fa4" /><Relationship Type="http://schemas.openxmlformats.org/officeDocument/2006/relationships/slide" Target="/ppt/slides/slide213.xml" Id="R035a0ca64f104b60" /><Relationship Type="http://schemas.openxmlformats.org/officeDocument/2006/relationships/slide" Target="/ppt/slides/slide214.xml" Id="Rb14f8977c11c454d" /><Relationship Type="http://schemas.openxmlformats.org/officeDocument/2006/relationships/slide" Target="/ppt/slides/slide215.xml" Id="R377a5c71f1dd4848" /><Relationship Type="http://schemas.openxmlformats.org/officeDocument/2006/relationships/slide" Target="/ppt/slides/slide216.xml" Id="R072de5dccdef4857" /><Relationship Type="http://schemas.openxmlformats.org/officeDocument/2006/relationships/slide" Target="/ppt/slides/slide217.xml" Id="R052306b70ab24372" /><Relationship Type="http://schemas.openxmlformats.org/officeDocument/2006/relationships/slide" Target="/ppt/slides/slide218.xml" Id="Rd0f28589e99042a9" /><Relationship Type="http://schemas.openxmlformats.org/officeDocument/2006/relationships/slide" Target="/ppt/slides/slide219.xml" Id="R77bda5c3a49f4cca" /><Relationship Type="http://schemas.openxmlformats.org/officeDocument/2006/relationships/slide" Target="/ppt/slides/slide220.xml" Id="Rdc6cbd6091e64a98" /><Relationship Type="http://schemas.openxmlformats.org/officeDocument/2006/relationships/slide" Target="/ppt/slides/slide221.xml" Id="R6d58bb05a8bb4f61" /><Relationship Type="http://schemas.openxmlformats.org/officeDocument/2006/relationships/slide" Target="/ppt/slides/slide222.xml" Id="R6b53848398fd41e0" /><Relationship Type="http://schemas.openxmlformats.org/officeDocument/2006/relationships/slide" Target="/ppt/slides/slide223.xml" Id="R0afe679d82ab422e" /><Relationship Type="http://schemas.openxmlformats.org/officeDocument/2006/relationships/slide" Target="/ppt/slides/slide224.xml" Id="R5c64423b50094e6e" /><Relationship Type="http://schemas.openxmlformats.org/officeDocument/2006/relationships/slide" Target="/ppt/slides/slide225.xml" Id="R532af50d26204f81" /><Relationship Type="http://schemas.openxmlformats.org/officeDocument/2006/relationships/slide" Target="/ppt/slides/slide226.xml" Id="R568a3895561948d4" /><Relationship Type="http://schemas.openxmlformats.org/officeDocument/2006/relationships/slide" Target="/ppt/slides/slide227.xml" Id="R03ebec73919d414d" /><Relationship Type="http://schemas.openxmlformats.org/officeDocument/2006/relationships/slide" Target="/ppt/slides/slide228.xml" Id="Rf8cca85b40764e13" /><Relationship Type="http://schemas.openxmlformats.org/officeDocument/2006/relationships/slide" Target="/ppt/slides/slide229.xml" Id="R367917eaaec0408e" /><Relationship Type="http://schemas.openxmlformats.org/officeDocument/2006/relationships/slide" Target="/ppt/slides/slide230.xml" Id="R298215e890e449ce" /><Relationship Type="http://schemas.openxmlformats.org/officeDocument/2006/relationships/slide" Target="/ppt/slides/slide231.xml" Id="R1eba86b304234391" /><Relationship Type="http://schemas.openxmlformats.org/officeDocument/2006/relationships/slide" Target="/ppt/slides/slide232.xml" Id="Rdf05fd38fc404ad3" /><Relationship Type="http://schemas.openxmlformats.org/officeDocument/2006/relationships/slide" Target="/ppt/slides/slide233.xml" Id="R89bcf2aff5e14f59" /><Relationship Type="http://schemas.openxmlformats.org/officeDocument/2006/relationships/slide" Target="/ppt/slides/slide234.xml" Id="Rc38ee38392d14fb4" /><Relationship Type="http://schemas.openxmlformats.org/officeDocument/2006/relationships/slide" Target="/ppt/slides/slide235.xml" Id="R4e042da28d514657" /><Relationship Type="http://schemas.openxmlformats.org/officeDocument/2006/relationships/slide" Target="/ppt/slides/slide236.xml" Id="Rf3cf6c3ea3c3454f" /><Relationship Type="http://schemas.openxmlformats.org/officeDocument/2006/relationships/slide" Target="/ppt/slides/slide237.xml" Id="Rd9102fc0c8694ff2" /><Relationship Type="http://schemas.openxmlformats.org/officeDocument/2006/relationships/slide" Target="/ppt/slides/slide238.xml" Id="R4f18106f675a40b6" /><Relationship Type="http://schemas.openxmlformats.org/officeDocument/2006/relationships/slide" Target="/ppt/slides/slide239.xml" Id="Rb0d03374582441ba" /><Relationship Type="http://schemas.openxmlformats.org/officeDocument/2006/relationships/slide" Target="/ppt/slides/slide240.xml" Id="Rcffedd94258743b7" /><Relationship Type="http://schemas.openxmlformats.org/officeDocument/2006/relationships/slide" Target="/ppt/slides/slide241.xml" Id="R6095c4f7d34c4d62" /><Relationship Type="http://schemas.openxmlformats.org/officeDocument/2006/relationships/slide" Target="/ppt/slides/slide242.xml" Id="R0eb429db11254165" /><Relationship Type="http://schemas.openxmlformats.org/officeDocument/2006/relationships/slide" Target="/ppt/slides/slide243.xml" Id="R32864d66054b4dce" /><Relationship Type="http://schemas.openxmlformats.org/officeDocument/2006/relationships/slide" Target="/ppt/slides/slide244.xml" Id="R67acda3d93a240a8" /><Relationship Type="http://schemas.openxmlformats.org/officeDocument/2006/relationships/slide" Target="/ppt/slides/slide245.xml" Id="R6b685c9b784f4936" /><Relationship Type="http://schemas.openxmlformats.org/officeDocument/2006/relationships/slide" Target="/ppt/slides/slide246.xml" Id="R33681b9e4d8a4124" /><Relationship Type="http://schemas.openxmlformats.org/officeDocument/2006/relationships/slide" Target="/ppt/slides/slide247.xml" Id="Ref1f2dd449a1451b" /><Relationship Type="http://schemas.openxmlformats.org/officeDocument/2006/relationships/slide" Target="/ppt/slides/slide248.xml" Id="R775d205c85cc4a15" /><Relationship Type="http://schemas.openxmlformats.org/officeDocument/2006/relationships/slide" Target="/ppt/slides/slide249.xml" Id="R72f94e31c3004b2a" /><Relationship Type="http://schemas.openxmlformats.org/officeDocument/2006/relationships/slide" Target="/ppt/slides/slide250.xml" Id="R08d912ee4676405f" /><Relationship Type="http://schemas.openxmlformats.org/officeDocument/2006/relationships/slide" Target="/ppt/slides/slide251.xml" Id="R1812867e41f34095" /><Relationship Type="http://schemas.openxmlformats.org/officeDocument/2006/relationships/slide" Target="/ppt/slides/slide252.xml" Id="Rdaeecc0796394e90" /><Relationship Type="http://schemas.openxmlformats.org/officeDocument/2006/relationships/slide" Target="/ppt/slides/slide253.xml" Id="R8577b0477a74430a" /><Relationship Type="http://schemas.openxmlformats.org/officeDocument/2006/relationships/slide" Target="/ppt/slides/slide254.xml" Id="R57f782941f6f43b1" /><Relationship Type="http://schemas.openxmlformats.org/officeDocument/2006/relationships/slide" Target="/ppt/slides/slide255.xml" Id="Rcb494862b8174995" /><Relationship Type="http://schemas.openxmlformats.org/officeDocument/2006/relationships/slide" Target="/ppt/slides/slide256.xml" Id="R41c7606d84ab48e0" /><Relationship Type="http://schemas.openxmlformats.org/officeDocument/2006/relationships/slide" Target="/ppt/slides/slide257.xml" Id="R32b71b84827042ee" /><Relationship Type="http://schemas.openxmlformats.org/officeDocument/2006/relationships/slide" Target="/ppt/slides/slide258.xml" Id="R59b97cb5a6564c39" /><Relationship Type="http://schemas.openxmlformats.org/officeDocument/2006/relationships/slide" Target="/ppt/slides/slide259.xml" Id="R2b415d74bad74eae" /><Relationship Type="http://schemas.openxmlformats.org/officeDocument/2006/relationships/slide" Target="/ppt/slides/slide260.xml" Id="R5df6fad8cf504689" /><Relationship Type="http://schemas.openxmlformats.org/officeDocument/2006/relationships/slide" Target="/ppt/slides/slide261.xml" Id="R91f4a1d552b14b71" /><Relationship Type="http://schemas.openxmlformats.org/officeDocument/2006/relationships/slide" Target="/ppt/slides/slide262.xml" Id="Racdf066c270346e1" /><Relationship Type="http://schemas.openxmlformats.org/officeDocument/2006/relationships/slide" Target="/ppt/slides/slide263.xml" Id="R8c8bea70cf1d4772" /><Relationship Type="http://schemas.openxmlformats.org/officeDocument/2006/relationships/slide" Target="/ppt/slides/slide264.xml" Id="Re7f74355dc0a4e42" /><Relationship Type="http://schemas.openxmlformats.org/officeDocument/2006/relationships/slide" Target="/ppt/slides/slide265.xml" Id="Rca19ae8fcf7d41e9" /><Relationship Type="http://schemas.openxmlformats.org/officeDocument/2006/relationships/slide" Target="/ppt/slides/slide266.xml" Id="R3a8a738f31404256" /><Relationship Type="http://schemas.openxmlformats.org/officeDocument/2006/relationships/slide" Target="/ppt/slides/slide267.xml" Id="R314b197a7ce84a20" /><Relationship Type="http://schemas.openxmlformats.org/officeDocument/2006/relationships/slide" Target="/ppt/slides/slide268.xml" Id="R5029f5681c1f40c5" /><Relationship Type="http://schemas.openxmlformats.org/officeDocument/2006/relationships/slide" Target="/ppt/slides/slide269.xml" Id="R176f70d9b6fc4a80" /><Relationship Type="http://schemas.openxmlformats.org/officeDocument/2006/relationships/slide" Target="/ppt/slides/slide270.xml" Id="R9ae43abfb9694257" /><Relationship Type="http://schemas.openxmlformats.org/officeDocument/2006/relationships/slide" Target="/ppt/slides/slide271.xml" Id="R18e6527b2b114764" /><Relationship Type="http://schemas.openxmlformats.org/officeDocument/2006/relationships/slide" Target="/ppt/slides/slide272.xml" Id="Ra1f12bdf1cb74734" /><Relationship Type="http://schemas.openxmlformats.org/officeDocument/2006/relationships/slide" Target="/ppt/slides/slide273.xml" Id="Rdc8570840b504a62" /><Relationship Type="http://schemas.openxmlformats.org/officeDocument/2006/relationships/slide" Target="/ppt/slides/slide274.xml" Id="R7eded8a0a693442c" /><Relationship Type="http://schemas.openxmlformats.org/officeDocument/2006/relationships/slide" Target="/ppt/slides/slide275.xml" Id="R66e4348738f84dab" /><Relationship Type="http://schemas.openxmlformats.org/officeDocument/2006/relationships/slide" Target="/ppt/slides/slide276.xml" Id="R406cc303732c4e8c" /><Relationship Type="http://schemas.openxmlformats.org/officeDocument/2006/relationships/slide" Target="/ppt/slides/slide277.xml" Id="Rcaa03cdc20da438a" /><Relationship Type="http://schemas.openxmlformats.org/officeDocument/2006/relationships/slide" Target="/ppt/slides/slide278.xml" Id="Re7862c397ff9491d" /><Relationship Type="http://schemas.openxmlformats.org/officeDocument/2006/relationships/slide" Target="/ppt/slides/slide279.xml" Id="Rafb656319e4740ad" /><Relationship Type="http://schemas.openxmlformats.org/officeDocument/2006/relationships/slide" Target="/ppt/slides/slide280.xml" Id="Rc0830acea4bd4c96" /><Relationship Type="http://schemas.openxmlformats.org/officeDocument/2006/relationships/slide" Target="/ppt/slides/slide281.xml" Id="Rdcb12e8e6ca34e82" /><Relationship Type="http://schemas.openxmlformats.org/officeDocument/2006/relationships/slide" Target="/ppt/slides/slide282.xml" Id="Re4947e824f494640" /><Relationship Type="http://schemas.openxmlformats.org/officeDocument/2006/relationships/slide" Target="/ppt/slides/slide283.xml" Id="R2a9fc6ece5704e8e" /><Relationship Type="http://schemas.openxmlformats.org/officeDocument/2006/relationships/slide" Target="/ppt/slides/slide284.xml" Id="Recaa9f203f174129" /><Relationship Type="http://schemas.openxmlformats.org/officeDocument/2006/relationships/slide" Target="/ppt/slides/slide285.xml" Id="Rc70e6f9614934bff" /><Relationship Type="http://schemas.openxmlformats.org/officeDocument/2006/relationships/slide" Target="/ppt/slides/slide286.xml" Id="R03d19d8487d84247" /><Relationship Type="http://schemas.openxmlformats.org/officeDocument/2006/relationships/slide" Target="/ppt/slides/slide287.xml" Id="R80762f589bab4356" /><Relationship Type="http://schemas.openxmlformats.org/officeDocument/2006/relationships/slide" Target="/ppt/slides/slide288.xml" Id="Rdf705a46bcd54f1e" /><Relationship Type="http://schemas.openxmlformats.org/officeDocument/2006/relationships/slide" Target="/ppt/slides/slide289.xml" Id="Rcb96e20745b047aa" /><Relationship Type="http://schemas.openxmlformats.org/officeDocument/2006/relationships/slide" Target="/ppt/slides/slide290.xml" Id="Rff45a8e51f7549cf" /><Relationship Type="http://schemas.openxmlformats.org/officeDocument/2006/relationships/slide" Target="/ppt/slides/slide291.xml" Id="Rfbc649356f754752" /><Relationship Type="http://schemas.openxmlformats.org/officeDocument/2006/relationships/slide" Target="/ppt/slides/slide292.xml" Id="R399f1501e7184aeb" /><Relationship Type="http://schemas.openxmlformats.org/officeDocument/2006/relationships/slide" Target="/ppt/slides/slide293.xml" Id="Rdb3f34e16ef842b2" /><Relationship Type="http://schemas.openxmlformats.org/officeDocument/2006/relationships/slide" Target="/ppt/slides/slide294.xml" Id="R17fd24a92d4c45c8" /><Relationship Type="http://schemas.openxmlformats.org/officeDocument/2006/relationships/slide" Target="/ppt/slides/slide295.xml" Id="Re0b85f4d266648f6" /><Relationship Type="http://schemas.openxmlformats.org/officeDocument/2006/relationships/slide" Target="/ppt/slides/slide296.xml" Id="Rae5e50a768a84404" /><Relationship Type="http://schemas.openxmlformats.org/officeDocument/2006/relationships/slide" Target="/ppt/slides/slide297.xml" Id="R71a975725a794ebe" /><Relationship Type="http://schemas.openxmlformats.org/officeDocument/2006/relationships/slide" Target="/ppt/slides/slide298.xml" Id="R6426454e24c444c2" /><Relationship Type="http://schemas.openxmlformats.org/officeDocument/2006/relationships/slide" Target="/ppt/slides/slide299.xml" Id="Rdd1612728c3049e1" /><Relationship Type="http://schemas.openxmlformats.org/officeDocument/2006/relationships/slide" Target="/ppt/slides/slide300.xml" Id="R2f7f47bb20e143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4f18ae361d4d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c6d1d067fd4957" /><Relationship Type="http://schemas.openxmlformats.org/officeDocument/2006/relationships/notesMaster" Target="/ppt/notesMasters/notesMaster1.xml" Id="R5b09d49b6f2343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c0e9c7c77d497d" /><Relationship Type="http://schemas.openxmlformats.org/officeDocument/2006/relationships/notesMaster" Target="/ppt/notesMasters/notesMaster1.xml" Id="Rf9168527b9ea46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3e8658c8914892" /><Relationship Type="http://schemas.openxmlformats.org/officeDocument/2006/relationships/notesMaster" Target="/ppt/notesMasters/notesMaster1.xml" Id="R2bd0359c550644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4e45d5154247d8" /><Relationship Type="http://schemas.openxmlformats.org/officeDocument/2006/relationships/notesMaster" Target="/ppt/notesMasters/notesMaster1.xml" Id="R7433dd7e03d746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98c4727ec5476e" /><Relationship Type="http://schemas.openxmlformats.org/officeDocument/2006/relationships/notesMaster" Target="/ppt/notesMasters/notesMaster1.xml" Id="Rfae321cbddcf41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523d71f2ec49b6" /><Relationship Type="http://schemas.openxmlformats.org/officeDocument/2006/relationships/notesMaster" Target="/ppt/notesMasters/notesMaster1.xml" Id="R12f20becd3e3496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945ef6c857e4015" /><Relationship Type="http://schemas.openxmlformats.org/officeDocument/2006/relationships/notesMaster" Target="/ppt/notesMasters/notesMaster1.xml" Id="R2ed582f79f1c460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c12f532e911472a" /><Relationship Type="http://schemas.openxmlformats.org/officeDocument/2006/relationships/notesMaster" Target="/ppt/notesMasters/notesMaster1.xml" Id="Rd7e8c88331b143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620efeb8d54418d" /><Relationship Type="http://schemas.openxmlformats.org/officeDocument/2006/relationships/notesMaster" Target="/ppt/notesMasters/notesMaster1.xml" Id="R186d4cb7d1df406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ac99a5bda844905" /><Relationship Type="http://schemas.openxmlformats.org/officeDocument/2006/relationships/notesMaster" Target="/ppt/notesMasters/notesMaster1.xml" Id="Raa81d243239f406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efdb44c26324ba5" /><Relationship Type="http://schemas.openxmlformats.org/officeDocument/2006/relationships/notesMaster" Target="/ppt/notesMasters/notesMaster1.xml" Id="R361fa6f63bff430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9dac331b6f648e2" /><Relationship Type="http://schemas.openxmlformats.org/officeDocument/2006/relationships/notesMaster" Target="/ppt/notesMasters/notesMaster1.xml" Id="R4729a4a0455d466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6df2988f84d49b2" /><Relationship Type="http://schemas.openxmlformats.org/officeDocument/2006/relationships/notesMaster" Target="/ppt/notesMasters/notesMaster1.xml" Id="Rff8337d3a5964f8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7813871488e43b0" /><Relationship Type="http://schemas.openxmlformats.org/officeDocument/2006/relationships/notesMaster" Target="/ppt/notesMasters/notesMaster1.xml" Id="R5f36448c2df843f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2d30d723fb34240" /><Relationship Type="http://schemas.openxmlformats.org/officeDocument/2006/relationships/notesMaster" Target="/ppt/notesMasters/notesMaster1.xml" Id="Rc93ff9282c46471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c7a43b8e3bd46b3" /><Relationship Type="http://schemas.openxmlformats.org/officeDocument/2006/relationships/notesMaster" Target="/ppt/notesMasters/notesMaster1.xml" Id="Rb438ea6f4adf4fd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39c6261d30e4634" /><Relationship Type="http://schemas.openxmlformats.org/officeDocument/2006/relationships/notesMaster" Target="/ppt/notesMasters/notesMaster1.xml" Id="Rf38a43e53d31400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499afd8728345dd" /><Relationship Type="http://schemas.openxmlformats.org/officeDocument/2006/relationships/notesMaster" Target="/ppt/notesMasters/notesMaster1.xml" Id="Rcd479c25202745b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c8c54ff22fd4144" /><Relationship Type="http://schemas.openxmlformats.org/officeDocument/2006/relationships/notesMaster" Target="/ppt/notesMasters/notesMaster1.xml" Id="Rdf7a40f9b8754d5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74402ab1a29477b" /><Relationship Type="http://schemas.openxmlformats.org/officeDocument/2006/relationships/notesMaster" Target="/ppt/notesMasters/notesMaster1.xml" Id="R4be3cd2a044440f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6a44cdeeb13427f" /><Relationship Type="http://schemas.openxmlformats.org/officeDocument/2006/relationships/notesMaster" Target="/ppt/notesMasters/notesMaster1.xml" Id="R9e16ec13b295464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84240de0db64112" /><Relationship Type="http://schemas.openxmlformats.org/officeDocument/2006/relationships/notesMaster" Target="/ppt/notesMasters/notesMaster1.xml" Id="R16ef2cf8c3de419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7d540fd509e4e8f" /><Relationship Type="http://schemas.openxmlformats.org/officeDocument/2006/relationships/notesMaster" Target="/ppt/notesMasters/notesMaster1.xml" Id="R1f62a788716449c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c2de10cf98a4007" /><Relationship Type="http://schemas.openxmlformats.org/officeDocument/2006/relationships/notesMaster" Target="/ppt/notesMasters/notesMaster1.xml" Id="Rda6c02fc59fd446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c62398a691d49e4" /><Relationship Type="http://schemas.openxmlformats.org/officeDocument/2006/relationships/notesMaster" Target="/ppt/notesMasters/notesMaster1.xml" Id="Re5b21e262ac24c0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7554d9103eb45de" /><Relationship Type="http://schemas.openxmlformats.org/officeDocument/2006/relationships/notesMaster" Target="/ppt/notesMasters/notesMaster1.xml" Id="R6005fdbb49894df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98caffbb29d41ef" /><Relationship Type="http://schemas.openxmlformats.org/officeDocument/2006/relationships/notesMaster" Target="/ppt/notesMasters/notesMaster1.xml" Id="Rd6076129edcc475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0c8c6d087ca442e" /><Relationship Type="http://schemas.openxmlformats.org/officeDocument/2006/relationships/notesMaster" Target="/ppt/notesMasters/notesMaster1.xml" Id="R29acb706ec1144a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3749404043e4eab" /><Relationship Type="http://schemas.openxmlformats.org/officeDocument/2006/relationships/notesMaster" Target="/ppt/notesMasters/notesMaster1.xml" Id="Ra2e102ad0a5e429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7d3553cc748450b" /><Relationship Type="http://schemas.openxmlformats.org/officeDocument/2006/relationships/notesMaster" Target="/ppt/notesMasters/notesMaster1.xml" Id="Rc22ee692916845e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e6bb3722fbe4dbe" /><Relationship Type="http://schemas.openxmlformats.org/officeDocument/2006/relationships/notesMaster" Target="/ppt/notesMasters/notesMaster1.xml" Id="R33f01821880e477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3dbae7f251b4305" /><Relationship Type="http://schemas.openxmlformats.org/officeDocument/2006/relationships/notesMaster" Target="/ppt/notesMasters/notesMaster1.xml" Id="R42da414b9974471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e8830c7231f4c09" /><Relationship Type="http://schemas.openxmlformats.org/officeDocument/2006/relationships/notesMaster" Target="/ppt/notesMasters/notesMaster1.xml" Id="R4eac7ce1d426464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ad391989a2744ba" /><Relationship Type="http://schemas.openxmlformats.org/officeDocument/2006/relationships/notesMaster" Target="/ppt/notesMasters/notesMaster1.xml" Id="R0bfe6243d960465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1bce9e1651046e0" /><Relationship Type="http://schemas.openxmlformats.org/officeDocument/2006/relationships/notesMaster" Target="/ppt/notesMasters/notesMaster1.xml" Id="Rdcdc02e5c4684ca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4841c84ada74f7a" /><Relationship Type="http://schemas.openxmlformats.org/officeDocument/2006/relationships/notesMaster" Target="/ppt/notesMasters/notesMaster1.xml" Id="R09f0b929a768492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caf01fa69db4745" /><Relationship Type="http://schemas.openxmlformats.org/officeDocument/2006/relationships/notesMaster" Target="/ppt/notesMasters/notesMaster1.xml" Id="R0660a959e19a4c37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49e7dd731384fb8" /><Relationship Type="http://schemas.openxmlformats.org/officeDocument/2006/relationships/notesMaster" Target="/ppt/notesMasters/notesMaster1.xml" Id="R17fe742d4fef4429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cfd2296474a46c7" /><Relationship Type="http://schemas.openxmlformats.org/officeDocument/2006/relationships/notesMaster" Target="/ppt/notesMasters/notesMaster1.xml" Id="Raa0661cc516d4e72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4c9fcfa869484834" /><Relationship Type="http://schemas.openxmlformats.org/officeDocument/2006/relationships/notesMaster" Target="/ppt/notesMasters/notesMaster1.xml" Id="Rae10ae3702534f62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47e3636092a7452f" /><Relationship Type="http://schemas.openxmlformats.org/officeDocument/2006/relationships/notesMaster" Target="/ppt/notesMasters/notesMaster1.xml" Id="Rfed17a200f2e493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af87e228a4cd43b3" /><Relationship Type="http://schemas.openxmlformats.org/officeDocument/2006/relationships/notesMaster" Target="/ppt/notesMasters/notesMaster1.xml" Id="R2c2dac255d74488b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b55ca289223b4164" /><Relationship Type="http://schemas.openxmlformats.org/officeDocument/2006/relationships/notesMaster" Target="/ppt/notesMasters/notesMaster1.xml" Id="R074d515ca20c4816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70e4fa173a3e4db6" /><Relationship Type="http://schemas.openxmlformats.org/officeDocument/2006/relationships/notesMaster" Target="/ppt/notesMasters/notesMaster1.xml" Id="Rbd53ce9875d646ca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a453a0aa86074255" /><Relationship Type="http://schemas.openxmlformats.org/officeDocument/2006/relationships/notesMaster" Target="/ppt/notesMasters/notesMaster1.xml" Id="R03d7d9a995974821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540aca3db0ee45f7" /><Relationship Type="http://schemas.openxmlformats.org/officeDocument/2006/relationships/notesMaster" Target="/ppt/notesMasters/notesMaster1.xml" Id="R7b1e48b7c20c4c5b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0d053fae9c9a43ab" /><Relationship Type="http://schemas.openxmlformats.org/officeDocument/2006/relationships/notesMaster" Target="/ppt/notesMasters/notesMaster1.xml" Id="R756a54f131de49cb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25ea6bb4b687426c" /><Relationship Type="http://schemas.openxmlformats.org/officeDocument/2006/relationships/notesMaster" Target="/ppt/notesMasters/notesMaster1.xml" Id="R4511676bbade4f42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8966176b5d2c417f" /><Relationship Type="http://schemas.openxmlformats.org/officeDocument/2006/relationships/notesMaster" Target="/ppt/notesMasters/notesMaster1.xml" Id="R5d31ead4ae6e415c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8cb87e56cb9f42ce" /><Relationship Type="http://schemas.openxmlformats.org/officeDocument/2006/relationships/notesMaster" Target="/ppt/notesMasters/notesMaster1.xml" Id="Re2ef9973e1b54d4d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08c2b00f56504163" /><Relationship Type="http://schemas.openxmlformats.org/officeDocument/2006/relationships/notesMaster" Target="/ppt/notesMasters/notesMaster1.xml" Id="R658242fde4304538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202216ba4b3a44eb" /><Relationship Type="http://schemas.openxmlformats.org/officeDocument/2006/relationships/notesMaster" Target="/ppt/notesMasters/notesMaster1.xml" Id="Rd5fa8c2f75c54ab6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3049835b8eb24d51" /><Relationship Type="http://schemas.openxmlformats.org/officeDocument/2006/relationships/notesMaster" Target="/ppt/notesMasters/notesMaster1.xml" Id="R8e402f4cd7334001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ffa396fee5bf4079" /><Relationship Type="http://schemas.openxmlformats.org/officeDocument/2006/relationships/notesMaster" Target="/ppt/notesMasters/notesMaster1.xml" Id="R1663b8f4a6f44dd0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f5263f9468884285" /><Relationship Type="http://schemas.openxmlformats.org/officeDocument/2006/relationships/notesMaster" Target="/ppt/notesMasters/notesMaster1.xml" Id="R57d3791c06304cec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e34214cddf294705" /><Relationship Type="http://schemas.openxmlformats.org/officeDocument/2006/relationships/notesMaster" Target="/ppt/notesMasters/notesMaster1.xml" Id="R9ba325d5d8144f4d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52339f2c56294f51" /><Relationship Type="http://schemas.openxmlformats.org/officeDocument/2006/relationships/notesMaster" Target="/ppt/notesMasters/notesMaster1.xml" Id="R6b44960fa94f4905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884eac861f134954" /><Relationship Type="http://schemas.openxmlformats.org/officeDocument/2006/relationships/notesMaster" Target="/ppt/notesMasters/notesMaster1.xml" Id="R395214772b944b1c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95972eec5edb4ff2" /><Relationship Type="http://schemas.openxmlformats.org/officeDocument/2006/relationships/notesMaster" Target="/ppt/notesMasters/notesMaster1.xml" Id="R1bbf57ffbbaf42a7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14e5022fa1894120" /><Relationship Type="http://schemas.openxmlformats.org/officeDocument/2006/relationships/notesMaster" Target="/ppt/notesMasters/notesMaster1.xml" Id="Rff071d93949c442c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83323ceada874e96" /><Relationship Type="http://schemas.openxmlformats.org/officeDocument/2006/relationships/notesMaster" Target="/ppt/notesMasters/notesMaster1.xml" Id="Rcb68b419e61a4209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4883f4c58ca14fee" /><Relationship Type="http://schemas.openxmlformats.org/officeDocument/2006/relationships/notesMaster" Target="/ppt/notesMasters/notesMaster1.xml" Id="R9ce89ef0fdbb4a9e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e9e76b1d947a4213" /><Relationship Type="http://schemas.openxmlformats.org/officeDocument/2006/relationships/notesMaster" Target="/ppt/notesMasters/notesMaster1.xml" Id="Rc7419b3f57ec432e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d6379b570ed841f4" /><Relationship Type="http://schemas.openxmlformats.org/officeDocument/2006/relationships/notesMaster" Target="/ppt/notesMasters/notesMaster1.xml" Id="R3436b95ccf7847e7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a5e8a6f2115941db" /><Relationship Type="http://schemas.openxmlformats.org/officeDocument/2006/relationships/notesMaster" Target="/ppt/notesMasters/notesMaster1.xml" Id="R8a70366594b14e57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670322a999664153" /><Relationship Type="http://schemas.openxmlformats.org/officeDocument/2006/relationships/notesMaster" Target="/ppt/notesMasters/notesMaster1.xml" Id="Rfd0210f3de734535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c09dbb4b7666476f" /><Relationship Type="http://schemas.openxmlformats.org/officeDocument/2006/relationships/notesMaster" Target="/ppt/notesMasters/notesMaster1.xml" Id="R1988e03e40e94855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ffdfed3db2c045e6" /><Relationship Type="http://schemas.openxmlformats.org/officeDocument/2006/relationships/notesMaster" Target="/ppt/notesMasters/notesMaster1.xml" Id="Ref561d9ae22b4dad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53eb8104bba54c73" /><Relationship Type="http://schemas.openxmlformats.org/officeDocument/2006/relationships/notesMaster" Target="/ppt/notesMasters/notesMaster1.xml" Id="R187d0e6b0d074b88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9e35d5d3427348f4" /><Relationship Type="http://schemas.openxmlformats.org/officeDocument/2006/relationships/notesMaster" Target="/ppt/notesMasters/notesMaster1.xml" Id="R9ea21e1c44044cbd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712120ff459e49f0" /><Relationship Type="http://schemas.openxmlformats.org/officeDocument/2006/relationships/notesMaster" Target="/ppt/notesMasters/notesMaster1.xml" Id="R63a0e89163134936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8dd0636ae45e457f" /><Relationship Type="http://schemas.openxmlformats.org/officeDocument/2006/relationships/notesMaster" Target="/ppt/notesMasters/notesMaster1.xml" Id="R3fb00db350274f46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c47dcb37fa154189" /><Relationship Type="http://schemas.openxmlformats.org/officeDocument/2006/relationships/notesMaster" Target="/ppt/notesMasters/notesMaster1.xml" Id="Rbaaf0aac9ed9444d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9bf02ba7e89f4291" /><Relationship Type="http://schemas.openxmlformats.org/officeDocument/2006/relationships/notesMaster" Target="/ppt/notesMasters/notesMaster1.xml" Id="R88d573c400b84669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92da557df6064b6c" /><Relationship Type="http://schemas.openxmlformats.org/officeDocument/2006/relationships/notesMaster" Target="/ppt/notesMasters/notesMaster1.xml" Id="R658e4426b940449f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ad2740790d95448c" /><Relationship Type="http://schemas.openxmlformats.org/officeDocument/2006/relationships/notesMaster" Target="/ppt/notesMasters/notesMaster1.xml" Id="R302fc3d6b2a14ca4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5635ab2dfb0e45b8" /><Relationship Type="http://schemas.openxmlformats.org/officeDocument/2006/relationships/notesMaster" Target="/ppt/notesMasters/notesMaster1.xml" Id="Re1ee608309304e8c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a17b810bff6b444e" /><Relationship Type="http://schemas.openxmlformats.org/officeDocument/2006/relationships/notesMaster" Target="/ppt/notesMasters/notesMaster1.xml" Id="R1239d6446e904300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e934ce8637f04e1a" /><Relationship Type="http://schemas.openxmlformats.org/officeDocument/2006/relationships/notesMaster" Target="/ppt/notesMasters/notesMaster1.xml" Id="R9f54741f54f04f70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9ec67bcfbfde4418" /><Relationship Type="http://schemas.openxmlformats.org/officeDocument/2006/relationships/notesMaster" Target="/ppt/notesMasters/notesMaster1.xml" Id="R60170bb71c824256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57979acc9f064016" /><Relationship Type="http://schemas.openxmlformats.org/officeDocument/2006/relationships/notesMaster" Target="/ppt/notesMasters/notesMaster1.xml" Id="Rfc0a79356a3a4449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d970f4981cce4b67" /><Relationship Type="http://schemas.openxmlformats.org/officeDocument/2006/relationships/notesMaster" Target="/ppt/notesMasters/notesMaster1.xml" Id="R42f79fff0d6b4261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e0e116d3ced643c6" /><Relationship Type="http://schemas.openxmlformats.org/officeDocument/2006/relationships/notesMaster" Target="/ppt/notesMasters/notesMaster1.xml" Id="R36a62f381dc14021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bb920d6bdef340f5" /><Relationship Type="http://schemas.openxmlformats.org/officeDocument/2006/relationships/notesMaster" Target="/ppt/notesMasters/notesMaster1.xml" Id="R39d379da13bd48c0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28e47689d5854635" /><Relationship Type="http://schemas.openxmlformats.org/officeDocument/2006/relationships/notesMaster" Target="/ppt/notesMasters/notesMaster1.xml" Id="Rd8e1bf3ec1b840c1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1578203417ec4f4b" /><Relationship Type="http://schemas.openxmlformats.org/officeDocument/2006/relationships/notesMaster" Target="/ppt/notesMasters/notesMaster1.xml" Id="R2188db8124334349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e4edb9f4584d4e72" /><Relationship Type="http://schemas.openxmlformats.org/officeDocument/2006/relationships/notesMaster" Target="/ppt/notesMasters/notesMaster1.xml" Id="Rf7f369ebd4044ccb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3b273588da3d4203" /><Relationship Type="http://schemas.openxmlformats.org/officeDocument/2006/relationships/notesMaster" Target="/ppt/notesMasters/notesMaster1.xml" Id="R1a2b2c4a0d9f46b4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0c8ab36fadcc4b39" /><Relationship Type="http://schemas.openxmlformats.org/officeDocument/2006/relationships/notesMaster" Target="/ppt/notesMasters/notesMaster1.xml" Id="Rc75a686647314931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d181882b9cab403f" /><Relationship Type="http://schemas.openxmlformats.org/officeDocument/2006/relationships/notesMaster" Target="/ppt/notesMasters/notesMaster1.xml" Id="R174fea544110428f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7e9f2432e6e24397" /><Relationship Type="http://schemas.openxmlformats.org/officeDocument/2006/relationships/notesMaster" Target="/ppt/notesMasters/notesMaster1.xml" Id="Rbaae0944a0dd469e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3c6ef850216e4464" /><Relationship Type="http://schemas.openxmlformats.org/officeDocument/2006/relationships/notesMaster" Target="/ppt/notesMasters/notesMaster1.xml" Id="R185dd9c65c4f4ba3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281c10d8ac0349cb" /><Relationship Type="http://schemas.openxmlformats.org/officeDocument/2006/relationships/notesMaster" Target="/ppt/notesMasters/notesMaster1.xml" Id="R75c7d1df8c184dea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0ac5e2c9e69d4776" /><Relationship Type="http://schemas.openxmlformats.org/officeDocument/2006/relationships/notesMaster" Target="/ppt/notesMasters/notesMaster1.xml" Id="R636e34742f824f0f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249acf916e10438a" /><Relationship Type="http://schemas.openxmlformats.org/officeDocument/2006/relationships/notesMaster" Target="/ppt/notesMasters/notesMaster1.xml" Id="Red363d6b61534da9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bd8a29f252fc4d0c" /><Relationship Type="http://schemas.openxmlformats.org/officeDocument/2006/relationships/notesMaster" Target="/ppt/notesMasters/notesMaster1.xml" Id="Rae73433e99414a33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c14cfcdb3f4f40ef" /><Relationship Type="http://schemas.openxmlformats.org/officeDocument/2006/relationships/notesMaster" Target="/ppt/notesMasters/notesMaster1.xml" Id="R53e1c1d4aab44a02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690a6de314b24425" /><Relationship Type="http://schemas.openxmlformats.org/officeDocument/2006/relationships/notesMaster" Target="/ppt/notesMasters/notesMaster1.xml" Id="R2dca2022939143f3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890b3e4956f7468d" /><Relationship Type="http://schemas.openxmlformats.org/officeDocument/2006/relationships/notesMaster" Target="/ppt/notesMasters/notesMaster1.xml" Id="Rba2e1fd5c5294604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d8fca1b119d94306" /><Relationship Type="http://schemas.openxmlformats.org/officeDocument/2006/relationships/notesMaster" Target="/ppt/notesMasters/notesMaster1.xml" Id="R6c44271f125744de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38d5c41073c246cb" /><Relationship Type="http://schemas.openxmlformats.org/officeDocument/2006/relationships/notesMaster" Target="/ppt/notesMasters/notesMaster1.xml" Id="R3dafd0a54a0e42be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cc11e65d73d64f94" /><Relationship Type="http://schemas.openxmlformats.org/officeDocument/2006/relationships/notesMaster" Target="/ppt/notesMasters/notesMaster1.xml" Id="Rf82f1d6ef89a42c4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2897990df8484158" /><Relationship Type="http://schemas.openxmlformats.org/officeDocument/2006/relationships/notesMaster" Target="/ppt/notesMasters/notesMaster1.xml" Id="R94bd55ebe71d4e4c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6053d12a06824220" /><Relationship Type="http://schemas.openxmlformats.org/officeDocument/2006/relationships/notesMaster" Target="/ppt/notesMasters/notesMaster1.xml" Id="Rae92f2b12ae141d6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1288961225c441c8" /><Relationship Type="http://schemas.openxmlformats.org/officeDocument/2006/relationships/notesMaster" Target="/ppt/notesMasters/notesMaster1.xml" Id="R1570c0f638fa4642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8a267953719044a4" /><Relationship Type="http://schemas.openxmlformats.org/officeDocument/2006/relationships/notesMaster" Target="/ppt/notesMasters/notesMaster1.xml" Id="Rf2aeef10d9914690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bdf2e17c709b4f80" /><Relationship Type="http://schemas.openxmlformats.org/officeDocument/2006/relationships/notesMaster" Target="/ppt/notesMasters/notesMaster1.xml" Id="R3b20706fc4c4459f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1d6b9b97775a4ba8" /><Relationship Type="http://schemas.openxmlformats.org/officeDocument/2006/relationships/notesMaster" Target="/ppt/notesMasters/notesMaster1.xml" Id="Rb1c58bd237854c72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baa1021793dc4793" /><Relationship Type="http://schemas.openxmlformats.org/officeDocument/2006/relationships/notesMaster" Target="/ppt/notesMasters/notesMaster1.xml" Id="R28ad16f4c7f84b20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ff009438a16043c8" /><Relationship Type="http://schemas.openxmlformats.org/officeDocument/2006/relationships/notesMaster" Target="/ppt/notesMasters/notesMaster1.xml" Id="R52a39a5e033f48c3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1c5fc31046b44d20" /><Relationship Type="http://schemas.openxmlformats.org/officeDocument/2006/relationships/notesMaster" Target="/ppt/notesMasters/notesMaster1.xml" Id="Rb1dc1f70e2484c56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dd71153e033b42f1" /><Relationship Type="http://schemas.openxmlformats.org/officeDocument/2006/relationships/notesMaster" Target="/ppt/notesMasters/notesMaster1.xml" Id="R023172a11b6a4b95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c080d3be85654824" /><Relationship Type="http://schemas.openxmlformats.org/officeDocument/2006/relationships/notesMaster" Target="/ppt/notesMasters/notesMaster1.xml" Id="Rfd3ed8a304f7412b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97d5ab41190e4252" /><Relationship Type="http://schemas.openxmlformats.org/officeDocument/2006/relationships/notesMaster" Target="/ppt/notesMasters/notesMaster1.xml" Id="R070663ce05d64c99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218b83f352b64039" /><Relationship Type="http://schemas.openxmlformats.org/officeDocument/2006/relationships/notesMaster" Target="/ppt/notesMasters/notesMaster1.xml" Id="Rba5337645ffb4a19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958cc67acb5644b8" /><Relationship Type="http://schemas.openxmlformats.org/officeDocument/2006/relationships/notesMaster" Target="/ppt/notesMasters/notesMaster1.xml" Id="R18d6ffed5b12436f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df2d1a14c5864053" /><Relationship Type="http://schemas.openxmlformats.org/officeDocument/2006/relationships/notesMaster" Target="/ppt/notesMasters/notesMaster1.xml" Id="Rd85252706b3142a5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e6f15e3d7ec04972" /><Relationship Type="http://schemas.openxmlformats.org/officeDocument/2006/relationships/notesMaster" Target="/ppt/notesMasters/notesMaster1.xml" Id="Rbf64be28bb364ae7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a0b8490f97bc4cc2" /><Relationship Type="http://schemas.openxmlformats.org/officeDocument/2006/relationships/notesMaster" Target="/ppt/notesMasters/notesMaster1.xml" Id="R2ec00f21502e47a4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14bb18598dd14b5e" /><Relationship Type="http://schemas.openxmlformats.org/officeDocument/2006/relationships/notesMaster" Target="/ppt/notesMasters/notesMaster1.xml" Id="R6134fe97b8e24814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53f7fa30c9dd4bf1" /><Relationship Type="http://schemas.openxmlformats.org/officeDocument/2006/relationships/notesMaster" Target="/ppt/notesMasters/notesMaster1.xml" Id="Rc00a243d4635426c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71a3d436174246be" /><Relationship Type="http://schemas.openxmlformats.org/officeDocument/2006/relationships/notesMaster" Target="/ppt/notesMasters/notesMaster1.xml" Id="R99a468975bf24e8c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609fb09b52db463a" /><Relationship Type="http://schemas.openxmlformats.org/officeDocument/2006/relationships/notesMaster" Target="/ppt/notesMasters/notesMaster1.xml" Id="R5634cf04b2d64a59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2c0a1289ec9f4145" /><Relationship Type="http://schemas.openxmlformats.org/officeDocument/2006/relationships/notesMaster" Target="/ppt/notesMasters/notesMaster1.xml" Id="R49985be6e9484236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f0a00f51ab50493c" /><Relationship Type="http://schemas.openxmlformats.org/officeDocument/2006/relationships/notesMaster" Target="/ppt/notesMasters/notesMaster1.xml" Id="Rde38f375703c45d3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94bc1d838235493e" /><Relationship Type="http://schemas.openxmlformats.org/officeDocument/2006/relationships/notesMaster" Target="/ppt/notesMasters/notesMaster1.xml" Id="R6b0d69e397c3489e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faff813cd0a046aa" /><Relationship Type="http://schemas.openxmlformats.org/officeDocument/2006/relationships/notesMaster" Target="/ppt/notesMasters/notesMaster1.xml" Id="Rd7881eee857a47b7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71e5c113fe1d4043" /><Relationship Type="http://schemas.openxmlformats.org/officeDocument/2006/relationships/notesMaster" Target="/ppt/notesMasters/notesMaster1.xml" Id="R8c479e92abc047d2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54bb6fa7f6c44e98" /><Relationship Type="http://schemas.openxmlformats.org/officeDocument/2006/relationships/notesMaster" Target="/ppt/notesMasters/notesMaster1.xml" Id="R635fa330ea514f09" /></Relationships>
</file>

<file path=ppt/notesSlides/_rels/notesSlide130.xml.rels>&#65279;<?xml version="1.0" encoding="utf-8"?><Relationships xmlns="http://schemas.openxmlformats.org/package/2006/relationships"><Relationship Type="http://schemas.openxmlformats.org/officeDocument/2006/relationships/slide" Target="/ppt/slides/slide130.xml" Id="Rd8a939eec9e84e75" /><Relationship Type="http://schemas.openxmlformats.org/officeDocument/2006/relationships/notesMaster" Target="/ppt/notesMasters/notesMaster1.xml" Id="Reb15a511f39b4250" /></Relationships>
</file>

<file path=ppt/notesSlides/_rels/notesSlide131.xml.rels>&#65279;<?xml version="1.0" encoding="utf-8"?><Relationships xmlns="http://schemas.openxmlformats.org/package/2006/relationships"><Relationship Type="http://schemas.openxmlformats.org/officeDocument/2006/relationships/slide" Target="/ppt/slides/slide131.xml" Id="Rb8b7ebe522164f02" /><Relationship Type="http://schemas.openxmlformats.org/officeDocument/2006/relationships/notesMaster" Target="/ppt/notesMasters/notesMaster1.xml" Id="Rbf75f42d409f40fa" /></Relationships>
</file>

<file path=ppt/notesSlides/_rels/notesSlide132.xml.rels>&#65279;<?xml version="1.0" encoding="utf-8"?><Relationships xmlns="http://schemas.openxmlformats.org/package/2006/relationships"><Relationship Type="http://schemas.openxmlformats.org/officeDocument/2006/relationships/slide" Target="/ppt/slides/slide132.xml" Id="R89a61e75ed5646aa" /><Relationship Type="http://schemas.openxmlformats.org/officeDocument/2006/relationships/notesMaster" Target="/ppt/notesMasters/notesMaster1.xml" Id="R0894e0da06b749a6" /></Relationships>
</file>

<file path=ppt/notesSlides/_rels/notesSlide133.xml.rels>&#65279;<?xml version="1.0" encoding="utf-8"?><Relationships xmlns="http://schemas.openxmlformats.org/package/2006/relationships"><Relationship Type="http://schemas.openxmlformats.org/officeDocument/2006/relationships/slide" Target="/ppt/slides/slide133.xml" Id="R3ddfc0d2ecc34b92" /><Relationship Type="http://schemas.openxmlformats.org/officeDocument/2006/relationships/notesMaster" Target="/ppt/notesMasters/notesMaster1.xml" Id="Rc0a8005a462f4a72" /></Relationships>
</file>

<file path=ppt/notesSlides/_rels/notesSlide134.xml.rels>&#65279;<?xml version="1.0" encoding="utf-8"?><Relationships xmlns="http://schemas.openxmlformats.org/package/2006/relationships"><Relationship Type="http://schemas.openxmlformats.org/officeDocument/2006/relationships/slide" Target="/ppt/slides/slide134.xml" Id="R8af64ca9eb3942ec" /><Relationship Type="http://schemas.openxmlformats.org/officeDocument/2006/relationships/notesMaster" Target="/ppt/notesMasters/notesMaster1.xml" Id="R9ee3c1eff6954f34" /></Relationships>
</file>

<file path=ppt/notesSlides/_rels/notesSlide135.xml.rels>&#65279;<?xml version="1.0" encoding="utf-8"?><Relationships xmlns="http://schemas.openxmlformats.org/package/2006/relationships"><Relationship Type="http://schemas.openxmlformats.org/officeDocument/2006/relationships/slide" Target="/ppt/slides/slide135.xml" Id="R81c4fa62b6cb4941" /><Relationship Type="http://schemas.openxmlformats.org/officeDocument/2006/relationships/notesMaster" Target="/ppt/notesMasters/notesMaster1.xml" Id="Rab11cfc7f8304235" /></Relationships>
</file>

<file path=ppt/notesSlides/_rels/notesSlide136.xml.rels>&#65279;<?xml version="1.0" encoding="utf-8"?><Relationships xmlns="http://schemas.openxmlformats.org/package/2006/relationships"><Relationship Type="http://schemas.openxmlformats.org/officeDocument/2006/relationships/slide" Target="/ppt/slides/slide136.xml" Id="R8634238a99d445d8" /><Relationship Type="http://schemas.openxmlformats.org/officeDocument/2006/relationships/notesMaster" Target="/ppt/notesMasters/notesMaster1.xml" Id="R8333cf4b03314a5e" /></Relationships>
</file>

<file path=ppt/notesSlides/_rels/notesSlide137.xml.rels>&#65279;<?xml version="1.0" encoding="utf-8"?><Relationships xmlns="http://schemas.openxmlformats.org/package/2006/relationships"><Relationship Type="http://schemas.openxmlformats.org/officeDocument/2006/relationships/slide" Target="/ppt/slides/slide137.xml" Id="R6201ac62fd484fc4" /><Relationship Type="http://schemas.openxmlformats.org/officeDocument/2006/relationships/notesMaster" Target="/ppt/notesMasters/notesMaster1.xml" Id="Rd98cd8491d0d4678" /></Relationships>
</file>

<file path=ppt/notesSlides/_rels/notesSlide138.xml.rels>&#65279;<?xml version="1.0" encoding="utf-8"?><Relationships xmlns="http://schemas.openxmlformats.org/package/2006/relationships"><Relationship Type="http://schemas.openxmlformats.org/officeDocument/2006/relationships/slide" Target="/ppt/slides/slide138.xml" Id="Re2f9b7d0d6fb427f" /><Relationship Type="http://schemas.openxmlformats.org/officeDocument/2006/relationships/notesMaster" Target="/ppt/notesMasters/notesMaster1.xml" Id="Rc54274a809654a97" /></Relationships>
</file>

<file path=ppt/notesSlides/_rels/notesSlide139.xml.rels>&#65279;<?xml version="1.0" encoding="utf-8"?><Relationships xmlns="http://schemas.openxmlformats.org/package/2006/relationships"><Relationship Type="http://schemas.openxmlformats.org/officeDocument/2006/relationships/slide" Target="/ppt/slides/slide139.xml" Id="Rb1cc563d26364594" /><Relationship Type="http://schemas.openxmlformats.org/officeDocument/2006/relationships/notesMaster" Target="/ppt/notesMasters/notesMaster1.xml" Id="Rc75c116975dd4f6f" /></Relationships>
</file>

<file path=ppt/notesSlides/_rels/notesSlide140.xml.rels>&#65279;<?xml version="1.0" encoding="utf-8"?><Relationships xmlns="http://schemas.openxmlformats.org/package/2006/relationships"><Relationship Type="http://schemas.openxmlformats.org/officeDocument/2006/relationships/slide" Target="/ppt/slides/slide140.xml" Id="Ra9f70db997f74f76" /><Relationship Type="http://schemas.openxmlformats.org/officeDocument/2006/relationships/notesMaster" Target="/ppt/notesMasters/notesMaster1.xml" Id="R4bec47b228ac4b69" /></Relationships>
</file>

<file path=ppt/notesSlides/_rels/notesSlide141.xml.rels>&#65279;<?xml version="1.0" encoding="utf-8"?><Relationships xmlns="http://schemas.openxmlformats.org/package/2006/relationships"><Relationship Type="http://schemas.openxmlformats.org/officeDocument/2006/relationships/slide" Target="/ppt/slides/slide141.xml" Id="Rfd3953ae1ff540e0" /><Relationship Type="http://schemas.openxmlformats.org/officeDocument/2006/relationships/notesMaster" Target="/ppt/notesMasters/notesMaster1.xml" Id="R801a3d66bf8644ba" /></Relationships>
</file>

<file path=ppt/notesSlides/_rels/notesSlide142.xml.rels>&#65279;<?xml version="1.0" encoding="utf-8"?><Relationships xmlns="http://schemas.openxmlformats.org/package/2006/relationships"><Relationship Type="http://schemas.openxmlformats.org/officeDocument/2006/relationships/slide" Target="/ppt/slides/slide142.xml" Id="R14297a7ff4ae4fa5" /><Relationship Type="http://schemas.openxmlformats.org/officeDocument/2006/relationships/notesMaster" Target="/ppt/notesMasters/notesMaster1.xml" Id="R28d76d9da3df4feb" /></Relationships>
</file>

<file path=ppt/notesSlides/_rels/notesSlide143.xml.rels>&#65279;<?xml version="1.0" encoding="utf-8"?><Relationships xmlns="http://schemas.openxmlformats.org/package/2006/relationships"><Relationship Type="http://schemas.openxmlformats.org/officeDocument/2006/relationships/slide" Target="/ppt/slides/slide143.xml" Id="R0bd49fc3b3d8401b" /><Relationship Type="http://schemas.openxmlformats.org/officeDocument/2006/relationships/notesMaster" Target="/ppt/notesMasters/notesMaster1.xml" Id="Re0d2f490d04e492e" /></Relationships>
</file>

<file path=ppt/notesSlides/_rels/notesSlide144.xml.rels>&#65279;<?xml version="1.0" encoding="utf-8"?><Relationships xmlns="http://schemas.openxmlformats.org/package/2006/relationships"><Relationship Type="http://schemas.openxmlformats.org/officeDocument/2006/relationships/slide" Target="/ppt/slides/slide144.xml" Id="Rb99c662ae8784847" /><Relationship Type="http://schemas.openxmlformats.org/officeDocument/2006/relationships/notesMaster" Target="/ppt/notesMasters/notesMaster1.xml" Id="R709755905f2e452c" /></Relationships>
</file>

<file path=ppt/notesSlides/_rels/notesSlide145.xml.rels>&#65279;<?xml version="1.0" encoding="utf-8"?><Relationships xmlns="http://schemas.openxmlformats.org/package/2006/relationships"><Relationship Type="http://schemas.openxmlformats.org/officeDocument/2006/relationships/slide" Target="/ppt/slides/slide145.xml" Id="R9215da24f4f3462f" /><Relationship Type="http://schemas.openxmlformats.org/officeDocument/2006/relationships/notesMaster" Target="/ppt/notesMasters/notesMaster1.xml" Id="Ra61ef427ad4d476f" /></Relationships>
</file>

<file path=ppt/notesSlides/_rels/notesSlide146.xml.rels>&#65279;<?xml version="1.0" encoding="utf-8"?><Relationships xmlns="http://schemas.openxmlformats.org/package/2006/relationships"><Relationship Type="http://schemas.openxmlformats.org/officeDocument/2006/relationships/slide" Target="/ppt/slides/slide146.xml" Id="R86726196dfd34b0b" /><Relationship Type="http://schemas.openxmlformats.org/officeDocument/2006/relationships/notesMaster" Target="/ppt/notesMasters/notesMaster1.xml" Id="R42b7d9360f494235" /></Relationships>
</file>

<file path=ppt/notesSlides/_rels/notesSlide147.xml.rels>&#65279;<?xml version="1.0" encoding="utf-8"?><Relationships xmlns="http://schemas.openxmlformats.org/package/2006/relationships"><Relationship Type="http://schemas.openxmlformats.org/officeDocument/2006/relationships/slide" Target="/ppt/slides/slide147.xml" Id="R0630ba3f69d34aeb" /><Relationship Type="http://schemas.openxmlformats.org/officeDocument/2006/relationships/notesMaster" Target="/ppt/notesMasters/notesMaster1.xml" Id="R9a61196cca3d4dce" /></Relationships>
</file>

<file path=ppt/notesSlides/_rels/notesSlide148.xml.rels>&#65279;<?xml version="1.0" encoding="utf-8"?><Relationships xmlns="http://schemas.openxmlformats.org/package/2006/relationships"><Relationship Type="http://schemas.openxmlformats.org/officeDocument/2006/relationships/slide" Target="/ppt/slides/slide148.xml" Id="R6801d72fe43d48a0" /><Relationship Type="http://schemas.openxmlformats.org/officeDocument/2006/relationships/notesMaster" Target="/ppt/notesMasters/notesMaster1.xml" Id="R1821abf092b54c12" /></Relationships>
</file>

<file path=ppt/notesSlides/_rels/notesSlide149.xml.rels>&#65279;<?xml version="1.0" encoding="utf-8"?><Relationships xmlns="http://schemas.openxmlformats.org/package/2006/relationships"><Relationship Type="http://schemas.openxmlformats.org/officeDocument/2006/relationships/slide" Target="/ppt/slides/slide149.xml" Id="R39ccc140f1974871" /><Relationship Type="http://schemas.openxmlformats.org/officeDocument/2006/relationships/notesMaster" Target="/ppt/notesMasters/notesMaster1.xml" Id="Rd13209be0f3f43c8" /></Relationships>
</file>

<file path=ppt/notesSlides/_rels/notesSlide150.xml.rels>&#65279;<?xml version="1.0" encoding="utf-8"?><Relationships xmlns="http://schemas.openxmlformats.org/package/2006/relationships"><Relationship Type="http://schemas.openxmlformats.org/officeDocument/2006/relationships/slide" Target="/ppt/slides/slide150.xml" Id="Rc3e883f3fb4147d0" /><Relationship Type="http://schemas.openxmlformats.org/officeDocument/2006/relationships/notesMaster" Target="/ppt/notesMasters/notesMaster1.xml" Id="Re893a218dfe04863" /></Relationships>
</file>

<file path=ppt/notesSlides/_rels/notesSlide151.xml.rels>&#65279;<?xml version="1.0" encoding="utf-8"?><Relationships xmlns="http://schemas.openxmlformats.org/package/2006/relationships"><Relationship Type="http://schemas.openxmlformats.org/officeDocument/2006/relationships/slide" Target="/ppt/slides/slide151.xml" Id="Rf7f1e9190e414257" /><Relationship Type="http://schemas.openxmlformats.org/officeDocument/2006/relationships/notesMaster" Target="/ppt/notesMasters/notesMaster1.xml" Id="R0dd3794209314120" /></Relationships>
</file>

<file path=ppt/notesSlides/_rels/notesSlide152.xml.rels>&#65279;<?xml version="1.0" encoding="utf-8"?><Relationships xmlns="http://schemas.openxmlformats.org/package/2006/relationships"><Relationship Type="http://schemas.openxmlformats.org/officeDocument/2006/relationships/slide" Target="/ppt/slides/slide152.xml" Id="Rca9bfdd14f4e4c08" /><Relationship Type="http://schemas.openxmlformats.org/officeDocument/2006/relationships/notesMaster" Target="/ppt/notesMasters/notesMaster1.xml" Id="Re20ddbf1e5264976" /></Relationships>
</file>

<file path=ppt/notesSlides/_rels/notesSlide153.xml.rels>&#65279;<?xml version="1.0" encoding="utf-8"?><Relationships xmlns="http://schemas.openxmlformats.org/package/2006/relationships"><Relationship Type="http://schemas.openxmlformats.org/officeDocument/2006/relationships/slide" Target="/ppt/slides/slide153.xml" Id="R7b53070fb8db498e" /><Relationship Type="http://schemas.openxmlformats.org/officeDocument/2006/relationships/notesMaster" Target="/ppt/notesMasters/notesMaster1.xml" Id="Rd9cf5bc20b05410e" /></Relationships>
</file>

<file path=ppt/notesSlides/_rels/notesSlide154.xml.rels>&#65279;<?xml version="1.0" encoding="utf-8"?><Relationships xmlns="http://schemas.openxmlformats.org/package/2006/relationships"><Relationship Type="http://schemas.openxmlformats.org/officeDocument/2006/relationships/slide" Target="/ppt/slides/slide154.xml" Id="R1c6cca9d4f14494d" /><Relationship Type="http://schemas.openxmlformats.org/officeDocument/2006/relationships/notesMaster" Target="/ppt/notesMasters/notesMaster1.xml" Id="Rd8ba7d203101464f" /></Relationships>
</file>

<file path=ppt/notesSlides/_rels/notesSlide155.xml.rels>&#65279;<?xml version="1.0" encoding="utf-8"?><Relationships xmlns="http://schemas.openxmlformats.org/package/2006/relationships"><Relationship Type="http://schemas.openxmlformats.org/officeDocument/2006/relationships/slide" Target="/ppt/slides/slide155.xml" Id="R6bdaff6bd58e4926" /><Relationship Type="http://schemas.openxmlformats.org/officeDocument/2006/relationships/notesMaster" Target="/ppt/notesMasters/notesMaster1.xml" Id="Re1e93f93e4c14ad2" /></Relationships>
</file>

<file path=ppt/notesSlides/_rels/notesSlide156.xml.rels>&#65279;<?xml version="1.0" encoding="utf-8"?><Relationships xmlns="http://schemas.openxmlformats.org/package/2006/relationships"><Relationship Type="http://schemas.openxmlformats.org/officeDocument/2006/relationships/slide" Target="/ppt/slides/slide156.xml" Id="Rbb8519c9104e4b52" /><Relationship Type="http://schemas.openxmlformats.org/officeDocument/2006/relationships/notesMaster" Target="/ppt/notesMasters/notesMaster1.xml" Id="Rdb54408bbfe3445f" /></Relationships>
</file>

<file path=ppt/notesSlides/_rels/notesSlide157.xml.rels>&#65279;<?xml version="1.0" encoding="utf-8"?><Relationships xmlns="http://schemas.openxmlformats.org/package/2006/relationships"><Relationship Type="http://schemas.openxmlformats.org/officeDocument/2006/relationships/slide" Target="/ppt/slides/slide157.xml" Id="R142ccaf5766d4f05" /><Relationship Type="http://schemas.openxmlformats.org/officeDocument/2006/relationships/notesMaster" Target="/ppt/notesMasters/notesMaster1.xml" Id="Rb9ebc9f6294f47ef" /></Relationships>
</file>

<file path=ppt/notesSlides/_rels/notesSlide158.xml.rels>&#65279;<?xml version="1.0" encoding="utf-8"?><Relationships xmlns="http://schemas.openxmlformats.org/package/2006/relationships"><Relationship Type="http://schemas.openxmlformats.org/officeDocument/2006/relationships/slide" Target="/ppt/slides/slide158.xml" Id="R5653a720d2d740d3" /><Relationship Type="http://schemas.openxmlformats.org/officeDocument/2006/relationships/notesMaster" Target="/ppt/notesMasters/notesMaster1.xml" Id="R48703d5fa9784fce" /></Relationships>
</file>

<file path=ppt/notesSlides/_rels/notesSlide159.xml.rels>&#65279;<?xml version="1.0" encoding="utf-8"?><Relationships xmlns="http://schemas.openxmlformats.org/package/2006/relationships"><Relationship Type="http://schemas.openxmlformats.org/officeDocument/2006/relationships/slide" Target="/ppt/slides/slide159.xml" Id="R0e10f9cbab05431d" /><Relationship Type="http://schemas.openxmlformats.org/officeDocument/2006/relationships/notesMaster" Target="/ppt/notesMasters/notesMaster1.xml" Id="Rd29e6ffd68684fc8" /></Relationships>
</file>

<file path=ppt/notesSlides/_rels/notesSlide160.xml.rels>&#65279;<?xml version="1.0" encoding="utf-8"?><Relationships xmlns="http://schemas.openxmlformats.org/package/2006/relationships"><Relationship Type="http://schemas.openxmlformats.org/officeDocument/2006/relationships/slide" Target="/ppt/slides/slide160.xml" Id="Ra9329a62087f45b5" /><Relationship Type="http://schemas.openxmlformats.org/officeDocument/2006/relationships/notesMaster" Target="/ppt/notesMasters/notesMaster1.xml" Id="Raca1a4d0677c44f1" /></Relationships>
</file>

<file path=ppt/notesSlides/_rels/notesSlide161.xml.rels>&#65279;<?xml version="1.0" encoding="utf-8"?><Relationships xmlns="http://schemas.openxmlformats.org/package/2006/relationships"><Relationship Type="http://schemas.openxmlformats.org/officeDocument/2006/relationships/slide" Target="/ppt/slides/slide161.xml" Id="R053fc6e6e2ce4302" /><Relationship Type="http://schemas.openxmlformats.org/officeDocument/2006/relationships/notesMaster" Target="/ppt/notesMasters/notesMaster1.xml" Id="Rfdf86ec0d8554f84" /></Relationships>
</file>

<file path=ppt/notesSlides/_rels/notesSlide162.xml.rels>&#65279;<?xml version="1.0" encoding="utf-8"?><Relationships xmlns="http://schemas.openxmlformats.org/package/2006/relationships"><Relationship Type="http://schemas.openxmlformats.org/officeDocument/2006/relationships/slide" Target="/ppt/slides/slide162.xml" Id="R886ff46731474a9b" /><Relationship Type="http://schemas.openxmlformats.org/officeDocument/2006/relationships/notesMaster" Target="/ppt/notesMasters/notesMaster1.xml" Id="R89d46f87f86b4a7f" /></Relationships>
</file>

<file path=ppt/notesSlides/_rels/notesSlide163.xml.rels>&#65279;<?xml version="1.0" encoding="utf-8"?><Relationships xmlns="http://schemas.openxmlformats.org/package/2006/relationships"><Relationship Type="http://schemas.openxmlformats.org/officeDocument/2006/relationships/slide" Target="/ppt/slides/slide163.xml" Id="Rfaef1abfc469435d" /><Relationship Type="http://schemas.openxmlformats.org/officeDocument/2006/relationships/notesMaster" Target="/ppt/notesMasters/notesMaster1.xml" Id="R23abd1faba5b4e17" /></Relationships>
</file>

<file path=ppt/notesSlides/_rels/notesSlide164.xml.rels>&#65279;<?xml version="1.0" encoding="utf-8"?><Relationships xmlns="http://schemas.openxmlformats.org/package/2006/relationships"><Relationship Type="http://schemas.openxmlformats.org/officeDocument/2006/relationships/slide" Target="/ppt/slides/slide164.xml" Id="Rbaf7ba0d40fc4d7e" /><Relationship Type="http://schemas.openxmlformats.org/officeDocument/2006/relationships/notesMaster" Target="/ppt/notesMasters/notesMaster1.xml" Id="R2ce45fdee81d4ff5" /></Relationships>
</file>

<file path=ppt/notesSlides/_rels/notesSlide165.xml.rels>&#65279;<?xml version="1.0" encoding="utf-8"?><Relationships xmlns="http://schemas.openxmlformats.org/package/2006/relationships"><Relationship Type="http://schemas.openxmlformats.org/officeDocument/2006/relationships/slide" Target="/ppt/slides/slide165.xml" Id="Rdecb074b6db64485" /><Relationship Type="http://schemas.openxmlformats.org/officeDocument/2006/relationships/notesMaster" Target="/ppt/notesMasters/notesMaster1.xml" Id="Rc78fb496693248ad" /></Relationships>
</file>

<file path=ppt/notesSlides/_rels/notesSlide166.xml.rels>&#65279;<?xml version="1.0" encoding="utf-8"?><Relationships xmlns="http://schemas.openxmlformats.org/package/2006/relationships"><Relationship Type="http://schemas.openxmlformats.org/officeDocument/2006/relationships/slide" Target="/ppt/slides/slide166.xml" Id="R92c484cf2a904a09" /><Relationship Type="http://schemas.openxmlformats.org/officeDocument/2006/relationships/notesMaster" Target="/ppt/notesMasters/notesMaster1.xml" Id="R86b6d5b4ddab441d" /></Relationships>
</file>

<file path=ppt/notesSlides/_rels/notesSlide167.xml.rels>&#65279;<?xml version="1.0" encoding="utf-8"?><Relationships xmlns="http://schemas.openxmlformats.org/package/2006/relationships"><Relationship Type="http://schemas.openxmlformats.org/officeDocument/2006/relationships/slide" Target="/ppt/slides/slide167.xml" Id="R9f041bdc27f04008" /><Relationship Type="http://schemas.openxmlformats.org/officeDocument/2006/relationships/notesMaster" Target="/ppt/notesMasters/notesMaster1.xml" Id="R71bccd8a351e4b79" /></Relationships>
</file>

<file path=ppt/notesSlides/_rels/notesSlide168.xml.rels>&#65279;<?xml version="1.0" encoding="utf-8"?><Relationships xmlns="http://schemas.openxmlformats.org/package/2006/relationships"><Relationship Type="http://schemas.openxmlformats.org/officeDocument/2006/relationships/slide" Target="/ppt/slides/slide168.xml" Id="Rcc50aa3800284682" /><Relationship Type="http://schemas.openxmlformats.org/officeDocument/2006/relationships/notesMaster" Target="/ppt/notesMasters/notesMaster1.xml" Id="R19b09c5492e54e76" /></Relationships>
</file>

<file path=ppt/notesSlides/_rels/notesSlide169.xml.rels>&#65279;<?xml version="1.0" encoding="utf-8"?><Relationships xmlns="http://schemas.openxmlformats.org/package/2006/relationships"><Relationship Type="http://schemas.openxmlformats.org/officeDocument/2006/relationships/slide" Target="/ppt/slides/slide169.xml" Id="R2e582c0e2ef04465" /><Relationship Type="http://schemas.openxmlformats.org/officeDocument/2006/relationships/notesMaster" Target="/ppt/notesMasters/notesMaster1.xml" Id="R6e867aca30af4944" /></Relationships>
</file>

<file path=ppt/notesSlides/_rels/notesSlide170.xml.rels>&#65279;<?xml version="1.0" encoding="utf-8"?><Relationships xmlns="http://schemas.openxmlformats.org/package/2006/relationships"><Relationship Type="http://schemas.openxmlformats.org/officeDocument/2006/relationships/slide" Target="/ppt/slides/slide170.xml" Id="R268c6abfddc2494a" /><Relationship Type="http://schemas.openxmlformats.org/officeDocument/2006/relationships/notesMaster" Target="/ppt/notesMasters/notesMaster1.xml" Id="R51a31875b75c4669" /></Relationships>
</file>

<file path=ppt/notesSlides/_rels/notesSlide171.xml.rels>&#65279;<?xml version="1.0" encoding="utf-8"?><Relationships xmlns="http://schemas.openxmlformats.org/package/2006/relationships"><Relationship Type="http://schemas.openxmlformats.org/officeDocument/2006/relationships/slide" Target="/ppt/slides/slide171.xml" Id="R4dbf3d1679ef4d91" /><Relationship Type="http://schemas.openxmlformats.org/officeDocument/2006/relationships/notesMaster" Target="/ppt/notesMasters/notesMaster1.xml" Id="R962ee73183ac4ba0" /></Relationships>
</file>

<file path=ppt/notesSlides/_rels/notesSlide172.xml.rels>&#65279;<?xml version="1.0" encoding="utf-8"?><Relationships xmlns="http://schemas.openxmlformats.org/package/2006/relationships"><Relationship Type="http://schemas.openxmlformats.org/officeDocument/2006/relationships/slide" Target="/ppt/slides/slide172.xml" Id="R60bea70a294c4293" /><Relationship Type="http://schemas.openxmlformats.org/officeDocument/2006/relationships/notesMaster" Target="/ppt/notesMasters/notesMaster1.xml" Id="Rce7061abf34d447e" /></Relationships>
</file>

<file path=ppt/notesSlides/_rels/notesSlide173.xml.rels>&#65279;<?xml version="1.0" encoding="utf-8"?><Relationships xmlns="http://schemas.openxmlformats.org/package/2006/relationships"><Relationship Type="http://schemas.openxmlformats.org/officeDocument/2006/relationships/slide" Target="/ppt/slides/slide173.xml" Id="Rb97339f5e12f4eee" /><Relationship Type="http://schemas.openxmlformats.org/officeDocument/2006/relationships/notesMaster" Target="/ppt/notesMasters/notesMaster1.xml" Id="R899a9a5f5605437b" /></Relationships>
</file>

<file path=ppt/notesSlides/_rels/notesSlide174.xml.rels>&#65279;<?xml version="1.0" encoding="utf-8"?><Relationships xmlns="http://schemas.openxmlformats.org/package/2006/relationships"><Relationship Type="http://schemas.openxmlformats.org/officeDocument/2006/relationships/slide" Target="/ppt/slides/slide174.xml" Id="R5d8c7f8d2fa44100" /><Relationship Type="http://schemas.openxmlformats.org/officeDocument/2006/relationships/notesMaster" Target="/ppt/notesMasters/notesMaster1.xml" Id="Rd04f8e31f8a9453f" /></Relationships>
</file>

<file path=ppt/notesSlides/_rels/notesSlide175.xml.rels>&#65279;<?xml version="1.0" encoding="utf-8"?><Relationships xmlns="http://schemas.openxmlformats.org/package/2006/relationships"><Relationship Type="http://schemas.openxmlformats.org/officeDocument/2006/relationships/slide" Target="/ppt/slides/slide175.xml" Id="Raf9faf0753d34af5" /><Relationship Type="http://schemas.openxmlformats.org/officeDocument/2006/relationships/notesMaster" Target="/ppt/notesMasters/notesMaster1.xml" Id="R968c740dbe9b4887" /></Relationships>
</file>

<file path=ppt/notesSlides/_rels/notesSlide176.xml.rels>&#65279;<?xml version="1.0" encoding="utf-8"?><Relationships xmlns="http://schemas.openxmlformats.org/package/2006/relationships"><Relationship Type="http://schemas.openxmlformats.org/officeDocument/2006/relationships/slide" Target="/ppt/slides/slide176.xml" Id="Rbcac25f1522c486b" /><Relationship Type="http://schemas.openxmlformats.org/officeDocument/2006/relationships/notesMaster" Target="/ppt/notesMasters/notesMaster1.xml" Id="R78f08470928d46a7" /></Relationships>
</file>

<file path=ppt/notesSlides/_rels/notesSlide177.xml.rels>&#65279;<?xml version="1.0" encoding="utf-8"?><Relationships xmlns="http://schemas.openxmlformats.org/package/2006/relationships"><Relationship Type="http://schemas.openxmlformats.org/officeDocument/2006/relationships/slide" Target="/ppt/slides/slide177.xml" Id="R074e40bd1cc54051" /><Relationship Type="http://schemas.openxmlformats.org/officeDocument/2006/relationships/notesMaster" Target="/ppt/notesMasters/notesMaster1.xml" Id="Rab512e60e36d4a95" /></Relationships>
</file>

<file path=ppt/notesSlides/_rels/notesSlide178.xml.rels>&#65279;<?xml version="1.0" encoding="utf-8"?><Relationships xmlns="http://schemas.openxmlformats.org/package/2006/relationships"><Relationship Type="http://schemas.openxmlformats.org/officeDocument/2006/relationships/slide" Target="/ppt/slides/slide178.xml" Id="R7361e991f9ea45e7" /><Relationship Type="http://schemas.openxmlformats.org/officeDocument/2006/relationships/notesMaster" Target="/ppt/notesMasters/notesMaster1.xml" Id="R7614809198bd4ed5" /></Relationships>
</file>

<file path=ppt/notesSlides/_rels/notesSlide179.xml.rels>&#65279;<?xml version="1.0" encoding="utf-8"?><Relationships xmlns="http://schemas.openxmlformats.org/package/2006/relationships"><Relationship Type="http://schemas.openxmlformats.org/officeDocument/2006/relationships/slide" Target="/ppt/slides/slide179.xml" Id="R882b7b3244b24543" /><Relationship Type="http://schemas.openxmlformats.org/officeDocument/2006/relationships/notesMaster" Target="/ppt/notesMasters/notesMaster1.xml" Id="Rcf74cb725c854f74" /></Relationships>
</file>

<file path=ppt/notesSlides/_rels/notesSlide180.xml.rels>&#65279;<?xml version="1.0" encoding="utf-8"?><Relationships xmlns="http://schemas.openxmlformats.org/package/2006/relationships"><Relationship Type="http://schemas.openxmlformats.org/officeDocument/2006/relationships/slide" Target="/ppt/slides/slide180.xml" Id="Rda0d5201575e461f" /><Relationship Type="http://schemas.openxmlformats.org/officeDocument/2006/relationships/notesMaster" Target="/ppt/notesMasters/notesMaster1.xml" Id="R5eec4fedcbfe4705" /></Relationships>
</file>

<file path=ppt/notesSlides/_rels/notesSlide181.xml.rels>&#65279;<?xml version="1.0" encoding="utf-8"?><Relationships xmlns="http://schemas.openxmlformats.org/package/2006/relationships"><Relationship Type="http://schemas.openxmlformats.org/officeDocument/2006/relationships/slide" Target="/ppt/slides/slide181.xml" Id="R0364d86d8c7a44e4" /><Relationship Type="http://schemas.openxmlformats.org/officeDocument/2006/relationships/notesMaster" Target="/ppt/notesMasters/notesMaster1.xml" Id="R71667975025e4db2" /></Relationships>
</file>

<file path=ppt/notesSlides/_rels/notesSlide182.xml.rels>&#65279;<?xml version="1.0" encoding="utf-8"?><Relationships xmlns="http://schemas.openxmlformats.org/package/2006/relationships"><Relationship Type="http://schemas.openxmlformats.org/officeDocument/2006/relationships/slide" Target="/ppt/slides/slide182.xml" Id="R7455f05c9eef4ea9" /><Relationship Type="http://schemas.openxmlformats.org/officeDocument/2006/relationships/notesMaster" Target="/ppt/notesMasters/notesMaster1.xml" Id="Rdbf519d6d9724398" /></Relationships>
</file>

<file path=ppt/notesSlides/_rels/notesSlide183.xml.rels>&#65279;<?xml version="1.0" encoding="utf-8"?><Relationships xmlns="http://schemas.openxmlformats.org/package/2006/relationships"><Relationship Type="http://schemas.openxmlformats.org/officeDocument/2006/relationships/slide" Target="/ppt/slides/slide183.xml" Id="R97dd515329b74ad3" /><Relationship Type="http://schemas.openxmlformats.org/officeDocument/2006/relationships/notesMaster" Target="/ppt/notesMasters/notesMaster1.xml" Id="Rdd92a1c564064e3c" /></Relationships>
</file>

<file path=ppt/notesSlides/_rels/notesSlide184.xml.rels>&#65279;<?xml version="1.0" encoding="utf-8"?><Relationships xmlns="http://schemas.openxmlformats.org/package/2006/relationships"><Relationship Type="http://schemas.openxmlformats.org/officeDocument/2006/relationships/slide" Target="/ppt/slides/slide184.xml" Id="Rdceca62952454bde" /><Relationship Type="http://schemas.openxmlformats.org/officeDocument/2006/relationships/notesMaster" Target="/ppt/notesMasters/notesMaster1.xml" Id="R84212ad4f5084828" /></Relationships>
</file>

<file path=ppt/notesSlides/_rels/notesSlide185.xml.rels>&#65279;<?xml version="1.0" encoding="utf-8"?><Relationships xmlns="http://schemas.openxmlformats.org/package/2006/relationships"><Relationship Type="http://schemas.openxmlformats.org/officeDocument/2006/relationships/slide" Target="/ppt/slides/slide185.xml" Id="Rf0f68a2495e24f62" /><Relationship Type="http://schemas.openxmlformats.org/officeDocument/2006/relationships/notesMaster" Target="/ppt/notesMasters/notesMaster1.xml" Id="R161fdcdebe08439e" /></Relationships>
</file>

<file path=ppt/notesSlides/_rels/notesSlide186.xml.rels>&#65279;<?xml version="1.0" encoding="utf-8"?><Relationships xmlns="http://schemas.openxmlformats.org/package/2006/relationships"><Relationship Type="http://schemas.openxmlformats.org/officeDocument/2006/relationships/slide" Target="/ppt/slides/slide186.xml" Id="R17643c3e7ca841db" /><Relationship Type="http://schemas.openxmlformats.org/officeDocument/2006/relationships/notesMaster" Target="/ppt/notesMasters/notesMaster1.xml" Id="R298a0c365d3a41fa" /></Relationships>
</file>

<file path=ppt/notesSlides/_rels/notesSlide187.xml.rels>&#65279;<?xml version="1.0" encoding="utf-8"?><Relationships xmlns="http://schemas.openxmlformats.org/package/2006/relationships"><Relationship Type="http://schemas.openxmlformats.org/officeDocument/2006/relationships/slide" Target="/ppt/slides/slide187.xml" Id="R87888e2cde6d4829" /><Relationship Type="http://schemas.openxmlformats.org/officeDocument/2006/relationships/notesMaster" Target="/ppt/notesMasters/notesMaster1.xml" Id="R669591ef5ad54e49" /></Relationships>
</file>

<file path=ppt/notesSlides/_rels/notesSlide188.xml.rels>&#65279;<?xml version="1.0" encoding="utf-8"?><Relationships xmlns="http://schemas.openxmlformats.org/package/2006/relationships"><Relationship Type="http://schemas.openxmlformats.org/officeDocument/2006/relationships/slide" Target="/ppt/slides/slide188.xml" Id="Rd0e0c51e7f54488b" /><Relationship Type="http://schemas.openxmlformats.org/officeDocument/2006/relationships/notesMaster" Target="/ppt/notesMasters/notesMaster1.xml" Id="R1a7985b47f204f96" /></Relationships>
</file>

<file path=ppt/notesSlides/_rels/notesSlide189.xml.rels>&#65279;<?xml version="1.0" encoding="utf-8"?><Relationships xmlns="http://schemas.openxmlformats.org/package/2006/relationships"><Relationship Type="http://schemas.openxmlformats.org/officeDocument/2006/relationships/slide" Target="/ppt/slides/slide189.xml" Id="Rfb226251da7e4abb" /><Relationship Type="http://schemas.openxmlformats.org/officeDocument/2006/relationships/notesMaster" Target="/ppt/notesMasters/notesMaster1.xml" Id="Rda284b7f4cf44a54" /></Relationships>
</file>

<file path=ppt/notesSlides/_rels/notesSlide190.xml.rels>&#65279;<?xml version="1.0" encoding="utf-8"?><Relationships xmlns="http://schemas.openxmlformats.org/package/2006/relationships"><Relationship Type="http://schemas.openxmlformats.org/officeDocument/2006/relationships/slide" Target="/ppt/slides/slide190.xml" Id="R4834676b7cef4e92" /><Relationship Type="http://schemas.openxmlformats.org/officeDocument/2006/relationships/notesMaster" Target="/ppt/notesMasters/notesMaster1.xml" Id="R0a63a18b759040f5" /></Relationships>
</file>

<file path=ppt/notesSlides/_rels/notesSlide191.xml.rels>&#65279;<?xml version="1.0" encoding="utf-8"?><Relationships xmlns="http://schemas.openxmlformats.org/package/2006/relationships"><Relationship Type="http://schemas.openxmlformats.org/officeDocument/2006/relationships/slide" Target="/ppt/slides/slide191.xml" Id="R48f32407be0e409e" /><Relationship Type="http://schemas.openxmlformats.org/officeDocument/2006/relationships/notesMaster" Target="/ppt/notesMasters/notesMaster1.xml" Id="R3a67f5fff48748bc" /></Relationships>
</file>

<file path=ppt/notesSlides/_rels/notesSlide192.xml.rels>&#65279;<?xml version="1.0" encoding="utf-8"?><Relationships xmlns="http://schemas.openxmlformats.org/package/2006/relationships"><Relationship Type="http://schemas.openxmlformats.org/officeDocument/2006/relationships/slide" Target="/ppt/slides/slide192.xml" Id="R369f526956764ce1" /><Relationship Type="http://schemas.openxmlformats.org/officeDocument/2006/relationships/notesMaster" Target="/ppt/notesMasters/notesMaster1.xml" Id="R3205d569c6a641ce" /></Relationships>
</file>

<file path=ppt/notesSlides/_rels/notesSlide193.xml.rels>&#65279;<?xml version="1.0" encoding="utf-8"?><Relationships xmlns="http://schemas.openxmlformats.org/package/2006/relationships"><Relationship Type="http://schemas.openxmlformats.org/officeDocument/2006/relationships/slide" Target="/ppt/slides/slide193.xml" Id="R963fc65c324f49b0" /><Relationship Type="http://schemas.openxmlformats.org/officeDocument/2006/relationships/notesMaster" Target="/ppt/notesMasters/notesMaster1.xml" Id="R6f8a0a5118c04010" /></Relationships>
</file>

<file path=ppt/notesSlides/_rels/notesSlide194.xml.rels>&#65279;<?xml version="1.0" encoding="utf-8"?><Relationships xmlns="http://schemas.openxmlformats.org/package/2006/relationships"><Relationship Type="http://schemas.openxmlformats.org/officeDocument/2006/relationships/slide" Target="/ppt/slides/slide194.xml" Id="Rb3b14e6c842e44c6" /><Relationship Type="http://schemas.openxmlformats.org/officeDocument/2006/relationships/notesMaster" Target="/ppt/notesMasters/notesMaster1.xml" Id="Rfdfe34223cd44c0c" /></Relationships>
</file>

<file path=ppt/notesSlides/_rels/notesSlide195.xml.rels>&#65279;<?xml version="1.0" encoding="utf-8"?><Relationships xmlns="http://schemas.openxmlformats.org/package/2006/relationships"><Relationship Type="http://schemas.openxmlformats.org/officeDocument/2006/relationships/slide" Target="/ppt/slides/slide195.xml" Id="Re56ace7e742b43e1" /><Relationship Type="http://schemas.openxmlformats.org/officeDocument/2006/relationships/notesMaster" Target="/ppt/notesMasters/notesMaster1.xml" Id="Rcada52fc8aba490f" /></Relationships>
</file>

<file path=ppt/notesSlides/_rels/notesSlide196.xml.rels>&#65279;<?xml version="1.0" encoding="utf-8"?><Relationships xmlns="http://schemas.openxmlformats.org/package/2006/relationships"><Relationship Type="http://schemas.openxmlformats.org/officeDocument/2006/relationships/slide" Target="/ppt/slides/slide196.xml" Id="Rf471ed74becd4a0b" /><Relationship Type="http://schemas.openxmlformats.org/officeDocument/2006/relationships/notesMaster" Target="/ppt/notesMasters/notesMaster1.xml" Id="Rec02252ac1634b2c" /></Relationships>
</file>

<file path=ppt/notesSlides/_rels/notesSlide197.xml.rels>&#65279;<?xml version="1.0" encoding="utf-8"?><Relationships xmlns="http://schemas.openxmlformats.org/package/2006/relationships"><Relationship Type="http://schemas.openxmlformats.org/officeDocument/2006/relationships/slide" Target="/ppt/slides/slide197.xml" Id="Rf8c1de40766340e5" /><Relationship Type="http://schemas.openxmlformats.org/officeDocument/2006/relationships/notesMaster" Target="/ppt/notesMasters/notesMaster1.xml" Id="Rdd7793d335084688" /></Relationships>
</file>

<file path=ppt/notesSlides/_rels/notesSlide198.xml.rels>&#65279;<?xml version="1.0" encoding="utf-8"?><Relationships xmlns="http://schemas.openxmlformats.org/package/2006/relationships"><Relationship Type="http://schemas.openxmlformats.org/officeDocument/2006/relationships/slide" Target="/ppt/slides/slide198.xml" Id="Redaf941156a64996" /><Relationship Type="http://schemas.openxmlformats.org/officeDocument/2006/relationships/notesMaster" Target="/ppt/notesMasters/notesMaster1.xml" Id="R590916cf2e9d4d57" /></Relationships>
</file>

<file path=ppt/notesSlides/_rels/notesSlide199.xml.rels>&#65279;<?xml version="1.0" encoding="utf-8"?><Relationships xmlns="http://schemas.openxmlformats.org/package/2006/relationships"><Relationship Type="http://schemas.openxmlformats.org/officeDocument/2006/relationships/slide" Target="/ppt/slides/slide199.xml" Id="Rdd0aa5e4b3524e50" /><Relationship Type="http://schemas.openxmlformats.org/officeDocument/2006/relationships/notesMaster" Target="/ppt/notesMasters/notesMaster1.xml" Id="Rce0b0171c1944a4c" /></Relationships>
</file>

<file path=ppt/notesSlides/_rels/notesSlide200.xml.rels>&#65279;<?xml version="1.0" encoding="utf-8"?><Relationships xmlns="http://schemas.openxmlformats.org/package/2006/relationships"><Relationship Type="http://schemas.openxmlformats.org/officeDocument/2006/relationships/slide" Target="/ppt/slides/slide200.xml" Id="Rcd4fef2c71654409" /><Relationship Type="http://schemas.openxmlformats.org/officeDocument/2006/relationships/notesMaster" Target="/ppt/notesMasters/notesMaster1.xml" Id="Rbca35d9b6abc4dcc" /></Relationships>
</file>

<file path=ppt/notesSlides/_rels/notesSlide201.xml.rels>&#65279;<?xml version="1.0" encoding="utf-8"?><Relationships xmlns="http://schemas.openxmlformats.org/package/2006/relationships"><Relationship Type="http://schemas.openxmlformats.org/officeDocument/2006/relationships/slide" Target="/ppt/slides/slide201.xml" Id="R1038286360414356" /><Relationship Type="http://schemas.openxmlformats.org/officeDocument/2006/relationships/notesMaster" Target="/ppt/notesMasters/notesMaster1.xml" Id="Rb34903c1938c43d3" /></Relationships>
</file>

<file path=ppt/notesSlides/_rels/notesSlide202.xml.rels>&#65279;<?xml version="1.0" encoding="utf-8"?><Relationships xmlns="http://schemas.openxmlformats.org/package/2006/relationships"><Relationship Type="http://schemas.openxmlformats.org/officeDocument/2006/relationships/slide" Target="/ppt/slides/slide202.xml" Id="Reffe65ec08f94144" /><Relationship Type="http://schemas.openxmlformats.org/officeDocument/2006/relationships/notesMaster" Target="/ppt/notesMasters/notesMaster1.xml" Id="R7f10c9ef686e48da" /></Relationships>
</file>

<file path=ppt/notesSlides/_rels/notesSlide203.xml.rels>&#65279;<?xml version="1.0" encoding="utf-8"?><Relationships xmlns="http://schemas.openxmlformats.org/package/2006/relationships"><Relationship Type="http://schemas.openxmlformats.org/officeDocument/2006/relationships/slide" Target="/ppt/slides/slide203.xml" Id="R73a7ddb3521f4054" /><Relationship Type="http://schemas.openxmlformats.org/officeDocument/2006/relationships/notesMaster" Target="/ppt/notesMasters/notesMaster1.xml" Id="R52973032042d4363" /></Relationships>
</file>

<file path=ppt/notesSlides/_rels/notesSlide204.xml.rels>&#65279;<?xml version="1.0" encoding="utf-8"?><Relationships xmlns="http://schemas.openxmlformats.org/package/2006/relationships"><Relationship Type="http://schemas.openxmlformats.org/officeDocument/2006/relationships/slide" Target="/ppt/slides/slide204.xml" Id="Rca99ec19c0ce43e0" /><Relationship Type="http://schemas.openxmlformats.org/officeDocument/2006/relationships/notesMaster" Target="/ppt/notesMasters/notesMaster1.xml" Id="R6cf5fe01069d4158" /></Relationships>
</file>

<file path=ppt/notesSlides/_rels/notesSlide205.xml.rels>&#65279;<?xml version="1.0" encoding="utf-8"?><Relationships xmlns="http://schemas.openxmlformats.org/package/2006/relationships"><Relationship Type="http://schemas.openxmlformats.org/officeDocument/2006/relationships/slide" Target="/ppt/slides/slide205.xml" Id="R0d1aeb8928454f06" /><Relationship Type="http://schemas.openxmlformats.org/officeDocument/2006/relationships/notesMaster" Target="/ppt/notesMasters/notesMaster1.xml" Id="Rfc41e36e683b4ca8" /></Relationships>
</file>

<file path=ppt/notesSlides/_rels/notesSlide206.xml.rels>&#65279;<?xml version="1.0" encoding="utf-8"?><Relationships xmlns="http://schemas.openxmlformats.org/package/2006/relationships"><Relationship Type="http://schemas.openxmlformats.org/officeDocument/2006/relationships/slide" Target="/ppt/slides/slide206.xml" Id="Rd1a360877154455e" /><Relationship Type="http://schemas.openxmlformats.org/officeDocument/2006/relationships/notesMaster" Target="/ppt/notesMasters/notesMaster1.xml" Id="R5b65c433f6654a5d" /></Relationships>
</file>

<file path=ppt/notesSlides/_rels/notesSlide207.xml.rels>&#65279;<?xml version="1.0" encoding="utf-8"?><Relationships xmlns="http://schemas.openxmlformats.org/package/2006/relationships"><Relationship Type="http://schemas.openxmlformats.org/officeDocument/2006/relationships/slide" Target="/ppt/slides/slide207.xml" Id="R47d0fe803e864385" /><Relationship Type="http://schemas.openxmlformats.org/officeDocument/2006/relationships/notesMaster" Target="/ppt/notesMasters/notesMaster1.xml" Id="R19fb114b5e284288" /></Relationships>
</file>

<file path=ppt/notesSlides/_rels/notesSlide208.xml.rels>&#65279;<?xml version="1.0" encoding="utf-8"?><Relationships xmlns="http://schemas.openxmlformats.org/package/2006/relationships"><Relationship Type="http://schemas.openxmlformats.org/officeDocument/2006/relationships/slide" Target="/ppt/slides/slide208.xml" Id="R0b321a51130c4285" /><Relationship Type="http://schemas.openxmlformats.org/officeDocument/2006/relationships/notesMaster" Target="/ppt/notesMasters/notesMaster1.xml" Id="R79ae85d22227489d" /></Relationships>
</file>

<file path=ppt/notesSlides/_rels/notesSlide209.xml.rels>&#65279;<?xml version="1.0" encoding="utf-8"?><Relationships xmlns="http://schemas.openxmlformats.org/package/2006/relationships"><Relationship Type="http://schemas.openxmlformats.org/officeDocument/2006/relationships/slide" Target="/ppt/slides/slide209.xml" Id="Rf294471ac02e4a80" /><Relationship Type="http://schemas.openxmlformats.org/officeDocument/2006/relationships/notesMaster" Target="/ppt/notesMasters/notesMaster1.xml" Id="R386687176e774156" /></Relationships>
</file>

<file path=ppt/notesSlides/_rels/notesSlide210.xml.rels>&#65279;<?xml version="1.0" encoding="utf-8"?><Relationships xmlns="http://schemas.openxmlformats.org/package/2006/relationships"><Relationship Type="http://schemas.openxmlformats.org/officeDocument/2006/relationships/slide" Target="/ppt/slides/slide210.xml" Id="R25a214e91e824820" /><Relationship Type="http://schemas.openxmlformats.org/officeDocument/2006/relationships/notesMaster" Target="/ppt/notesMasters/notesMaster1.xml" Id="Rf57e8a6c36104bf5" /></Relationships>
</file>

<file path=ppt/notesSlides/_rels/notesSlide211.xml.rels>&#65279;<?xml version="1.0" encoding="utf-8"?><Relationships xmlns="http://schemas.openxmlformats.org/package/2006/relationships"><Relationship Type="http://schemas.openxmlformats.org/officeDocument/2006/relationships/slide" Target="/ppt/slides/slide211.xml" Id="R15f3d53185754d85" /><Relationship Type="http://schemas.openxmlformats.org/officeDocument/2006/relationships/notesMaster" Target="/ppt/notesMasters/notesMaster1.xml" Id="R8d7d35a84ccd4b5c" /></Relationships>
</file>

<file path=ppt/notesSlides/_rels/notesSlide212.xml.rels>&#65279;<?xml version="1.0" encoding="utf-8"?><Relationships xmlns="http://schemas.openxmlformats.org/package/2006/relationships"><Relationship Type="http://schemas.openxmlformats.org/officeDocument/2006/relationships/slide" Target="/ppt/slides/slide212.xml" Id="Rbcf5edcb6d7d4392" /><Relationship Type="http://schemas.openxmlformats.org/officeDocument/2006/relationships/notesMaster" Target="/ppt/notesMasters/notesMaster1.xml" Id="R70a48629d18e43ec" /></Relationships>
</file>

<file path=ppt/notesSlides/_rels/notesSlide213.xml.rels>&#65279;<?xml version="1.0" encoding="utf-8"?><Relationships xmlns="http://schemas.openxmlformats.org/package/2006/relationships"><Relationship Type="http://schemas.openxmlformats.org/officeDocument/2006/relationships/slide" Target="/ppt/slides/slide213.xml" Id="R1c20567ba06b4708" /><Relationship Type="http://schemas.openxmlformats.org/officeDocument/2006/relationships/notesMaster" Target="/ppt/notesMasters/notesMaster1.xml" Id="Rf2a1528184f645dd" /></Relationships>
</file>

<file path=ppt/notesSlides/_rels/notesSlide214.xml.rels>&#65279;<?xml version="1.0" encoding="utf-8"?><Relationships xmlns="http://schemas.openxmlformats.org/package/2006/relationships"><Relationship Type="http://schemas.openxmlformats.org/officeDocument/2006/relationships/slide" Target="/ppt/slides/slide214.xml" Id="R673b2685d97743f2" /><Relationship Type="http://schemas.openxmlformats.org/officeDocument/2006/relationships/notesMaster" Target="/ppt/notesMasters/notesMaster1.xml" Id="R317f389a5f1849d5" /></Relationships>
</file>

<file path=ppt/notesSlides/_rels/notesSlide215.xml.rels>&#65279;<?xml version="1.0" encoding="utf-8"?><Relationships xmlns="http://schemas.openxmlformats.org/package/2006/relationships"><Relationship Type="http://schemas.openxmlformats.org/officeDocument/2006/relationships/slide" Target="/ppt/slides/slide215.xml" Id="R656900b85ebd4755" /><Relationship Type="http://schemas.openxmlformats.org/officeDocument/2006/relationships/notesMaster" Target="/ppt/notesMasters/notesMaster1.xml" Id="R31694df856d241da" /></Relationships>
</file>

<file path=ppt/notesSlides/_rels/notesSlide216.xml.rels>&#65279;<?xml version="1.0" encoding="utf-8"?><Relationships xmlns="http://schemas.openxmlformats.org/package/2006/relationships"><Relationship Type="http://schemas.openxmlformats.org/officeDocument/2006/relationships/slide" Target="/ppt/slides/slide216.xml" Id="R72a6c6c52e7f4b4b" /><Relationship Type="http://schemas.openxmlformats.org/officeDocument/2006/relationships/notesMaster" Target="/ppt/notesMasters/notesMaster1.xml" Id="Rd06823ba55c649e1" /></Relationships>
</file>

<file path=ppt/notesSlides/_rels/notesSlide217.xml.rels>&#65279;<?xml version="1.0" encoding="utf-8"?><Relationships xmlns="http://schemas.openxmlformats.org/package/2006/relationships"><Relationship Type="http://schemas.openxmlformats.org/officeDocument/2006/relationships/slide" Target="/ppt/slides/slide217.xml" Id="Rdc453bf177d34f74" /><Relationship Type="http://schemas.openxmlformats.org/officeDocument/2006/relationships/notesMaster" Target="/ppt/notesMasters/notesMaster1.xml" Id="R79917105b13f4309" /></Relationships>
</file>

<file path=ppt/notesSlides/_rels/notesSlide218.xml.rels>&#65279;<?xml version="1.0" encoding="utf-8"?><Relationships xmlns="http://schemas.openxmlformats.org/package/2006/relationships"><Relationship Type="http://schemas.openxmlformats.org/officeDocument/2006/relationships/slide" Target="/ppt/slides/slide218.xml" Id="R476d6351963a4630" /><Relationship Type="http://schemas.openxmlformats.org/officeDocument/2006/relationships/notesMaster" Target="/ppt/notesMasters/notesMaster1.xml" Id="R44100241e2324c8b" /></Relationships>
</file>

<file path=ppt/notesSlides/_rels/notesSlide219.xml.rels>&#65279;<?xml version="1.0" encoding="utf-8"?><Relationships xmlns="http://schemas.openxmlformats.org/package/2006/relationships"><Relationship Type="http://schemas.openxmlformats.org/officeDocument/2006/relationships/slide" Target="/ppt/slides/slide219.xml" Id="R3edfa4495c5d46a2" /><Relationship Type="http://schemas.openxmlformats.org/officeDocument/2006/relationships/notesMaster" Target="/ppt/notesMasters/notesMaster1.xml" Id="R753af5f1d7c04ea3" /></Relationships>
</file>

<file path=ppt/notesSlides/_rels/notesSlide220.xml.rels>&#65279;<?xml version="1.0" encoding="utf-8"?><Relationships xmlns="http://schemas.openxmlformats.org/package/2006/relationships"><Relationship Type="http://schemas.openxmlformats.org/officeDocument/2006/relationships/slide" Target="/ppt/slides/slide220.xml" Id="Rff6bee50b4474217" /><Relationship Type="http://schemas.openxmlformats.org/officeDocument/2006/relationships/notesMaster" Target="/ppt/notesMasters/notesMaster1.xml" Id="R783b6445df664824" /></Relationships>
</file>

<file path=ppt/notesSlides/_rels/notesSlide221.xml.rels>&#65279;<?xml version="1.0" encoding="utf-8"?><Relationships xmlns="http://schemas.openxmlformats.org/package/2006/relationships"><Relationship Type="http://schemas.openxmlformats.org/officeDocument/2006/relationships/slide" Target="/ppt/slides/slide221.xml" Id="R9ef8e9825e4c4410" /><Relationship Type="http://schemas.openxmlformats.org/officeDocument/2006/relationships/notesMaster" Target="/ppt/notesMasters/notesMaster1.xml" Id="R2da981a236854fe0" /></Relationships>
</file>

<file path=ppt/notesSlides/_rels/notesSlide222.xml.rels>&#65279;<?xml version="1.0" encoding="utf-8"?><Relationships xmlns="http://schemas.openxmlformats.org/package/2006/relationships"><Relationship Type="http://schemas.openxmlformats.org/officeDocument/2006/relationships/slide" Target="/ppt/slides/slide222.xml" Id="Rba0537c1e4d64f47" /><Relationship Type="http://schemas.openxmlformats.org/officeDocument/2006/relationships/notesMaster" Target="/ppt/notesMasters/notesMaster1.xml" Id="R65cc1478c06a4685" /></Relationships>
</file>

<file path=ppt/notesSlides/_rels/notesSlide223.xml.rels>&#65279;<?xml version="1.0" encoding="utf-8"?><Relationships xmlns="http://schemas.openxmlformats.org/package/2006/relationships"><Relationship Type="http://schemas.openxmlformats.org/officeDocument/2006/relationships/slide" Target="/ppt/slides/slide223.xml" Id="R0ee550617a4e460b" /><Relationship Type="http://schemas.openxmlformats.org/officeDocument/2006/relationships/notesMaster" Target="/ppt/notesMasters/notesMaster1.xml" Id="Rd429e4fc44b444bc" /></Relationships>
</file>

<file path=ppt/notesSlides/_rels/notesSlide224.xml.rels>&#65279;<?xml version="1.0" encoding="utf-8"?><Relationships xmlns="http://schemas.openxmlformats.org/package/2006/relationships"><Relationship Type="http://schemas.openxmlformats.org/officeDocument/2006/relationships/slide" Target="/ppt/slides/slide224.xml" Id="R34915fa1b0de4a3f" /><Relationship Type="http://schemas.openxmlformats.org/officeDocument/2006/relationships/notesMaster" Target="/ppt/notesMasters/notesMaster1.xml" Id="R377d49852ec54232" /></Relationships>
</file>

<file path=ppt/notesSlides/_rels/notesSlide225.xml.rels>&#65279;<?xml version="1.0" encoding="utf-8"?><Relationships xmlns="http://schemas.openxmlformats.org/package/2006/relationships"><Relationship Type="http://schemas.openxmlformats.org/officeDocument/2006/relationships/slide" Target="/ppt/slides/slide225.xml" Id="Rec998a7f14714b66" /><Relationship Type="http://schemas.openxmlformats.org/officeDocument/2006/relationships/notesMaster" Target="/ppt/notesMasters/notesMaster1.xml" Id="R7f1d1e0b4f1e4520" /></Relationships>
</file>

<file path=ppt/notesSlides/_rels/notesSlide226.xml.rels>&#65279;<?xml version="1.0" encoding="utf-8"?><Relationships xmlns="http://schemas.openxmlformats.org/package/2006/relationships"><Relationship Type="http://schemas.openxmlformats.org/officeDocument/2006/relationships/slide" Target="/ppt/slides/slide226.xml" Id="R47e0294ebc67489a" /><Relationship Type="http://schemas.openxmlformats.org/officeDocument/2006/relationships/notesMaster" Target="/ppt/notesMasters/notesMaster1.xml" Id="Re9311a6a31274e8c" /></Relationships>
</file>

<file path=ppt/notesSlides/_rels/notesSlide227.xml.rels>&#65279;<?xml version="1.0" encoding="utf-8"?><Relationships xmlns="http://schemas.openxmlformats.org/package/2006/relationships"><Relationship Type="http://schemas.openxmlformats.org/officeDocument/2006/relationships/slide" Target="/ppt/slides/slide227.xml" Id="R45cbd74a44134690" /><Relationship Type="http://schemas.openxmlformats.org/officeDocument/2006/relationships/notesMaster" Target="/ppt/notesMasters/notesMaster1.xml" Id="R9340cc9d1ca34a5a" /></Relationships>
</file>

<file path=ppt/notesSlides/_rels/notesSlide228.xml.rels>&#65279;<?xml version="1.0" encoding="utf-8"?><Relationships xmlns="http://schemas.openxmlformats.org/package/2006/relationships"><Relationship Type="http://schemas.openxmlformats.org/officeDocument/2006/relationships/slide" Target="/ppt/slides/slide228.xml" Id="R42c5522fe8c646fc" /><Relationship Type="http://schemas.openxmlformats.org/officeDocument/2006/relationships/notesMaster" Target="/ppt/notesMasters/notesMaster1.xml" Id="Rb4dca602408144ca" /></Relationships>
</file>

<file path=ppt/notesSlides/_rels/notesSlide229.xml.rels>&#65279;<?xml version="1.0" encoding="utf-8"?><Relationships xmlns="http://schemas.openxmlformats.org/package/2006/relationships"><Relationship Type="http://schemas.openxmlformats.org/officeDocument/2006/relationships/slide" Target="/ppt/slides/slide229.xml" Id="R3e1d6bd6f69d44ca" /><Relationship Type="http://schemas.openxmlformats.org/officeDocument/2006/relationships/notesMaster" Target="/ppt/notesMasters/notesMaster1.xml" Id="Rc4bcb175218541ae" /></Relationships>
</file>

<file path=ppt/notesSlides/_rels/notesSlide230.xml.rels>&#65279;<?xml version="1.0" encoding="utf-8"?><Relationships xmlns="http://schemas.openxmlformats.org/package/2006/relationships"><Relationship Type="http://schemas.openxmlformats.org/officeDocument/2006/relationships/slide" Target="/ppt/slides/slide230.xml" Id="Rcb8d449059fa48d7" /><Relationship Type="http://schemas.openxmlformats.org/officeDocument/2006/relationships/notesMaster" Target="/ppt/notesMasters/notesMaster1.xml" Id="R8a05622d6e6c4423" /></Relationships>
</file>

<file path=ppt/notesSlides/_rels/notesSlide231.xml.rels>&#65279;<?xml version="1.0" encoding="utf-8"?><Relationships xmlns="http://schemas.openxmlformats.org/package/2006/relationships"><Relationship Type="http://schemas.openxmlformats.org/officeDocument/2006/relationships/slide" Target="/ppt/slides/slide231.xml" Id="R94d77f3ae52a4f4b" /><Relationship Type="http://schemas.openxmlformats.org/officeDocument/2006/relationships/notesMaster" Target="/ppt/notesMasters/notesMaster1.xml" Id="Rca0aa578c10a445b" /></Relationships>
</file>

<file path=ppt/notesSlides/_rels/notesSlide232.xml.rels>&#65279;<?xml version="1.0" encoding="utf-8"?><Relationships xmlns="http://schemas.openxmlformats.org/package/2006/relationships"><Relationship Type="http://schemas.openxmlformats.org/officeDocument/2006/relationships/slide" Target="/ppt/slides/slide232.xml" Id="R4533f97bd6f64633" /><Relationship Type="http://schemas.openxmlformats.org/officeDocument/2006/relationships/notesMaster" Target="/ppt/notesMasters/notesMaster1.xml" Id="Re769a150e48a49fa" /></Relationships>
</file>

<file path=ppt/notesSlides/_rels/notesSlide233.xml.rels>&#65279;<?xml version="1.0" encoding="utf-8"?><Relationships xmlns="http://schemas.openxmlformats.org/package/2006/relationships"><Relationship Type="http://schemas.openxmlformats.org/officeDocument/2006/relationships/slide" Target="/ppt/slides/slide233.xml" Id="R4ed7d06d77894e60" /><Relationship Type="http://schemas.openxmlformats.org/officeDocument/2006/relationships/notesMaster" Target="/ppt/notesMasters/notesMaster1.xml" Id="Ra18572778b4e4aed" /></Relationships>
</file>

<file path=ppt/notesSlides/_rels/notesSlide234.xml.rels>&#65279;<?xml version="1.0" encoding="utf-8"?><Relationships xmlns="http://schemas.openxmlformats.org/package/2006/relationships"><Relationship Type="http://schemas.openxmlformats.org/officeDocument/2006/relationships/slide" Target="/ppt/slides/slide234.xml" Id="Rb2eaaa03271740d8" /><Relationship Type="http://schemas.openxmlformats.org/officeDocument/2006/relationships/notesMaster" Target="/ppt/notesMasters/notesMaster1.xml" Id="Rf67f1ca2806c4180" /></Relationships>
</file>

<file path=ppt/notesSlides/_rels/notesSlide235.xml.rels>&#65279;<?xml version="1.0" encoding="utf-8"?><Relationships xmlns="http://schemas.openxmlformats.org/package/2006/relationships"><Relationship Type="http://schemas.openxmlformats.org/officeDocument/2006/relationships/slide" Target="/ppt/slides/slide235.xml" Id="Rd8ef4261853b40cd" /><Relationship Type="http://schemas.openxmlformats.org/officeDocument/2006/relationships/notesMaster" Target="/ppt/notesMasters/notesMaster1.xml" Id="R763a43d1230a4569" /></Relationships>
</file>

<file path=ppt/notesSlides/_rels/notesSlide236.xml.rels>&#65279;<?xml version="1.0" encoding="utf-8"?><Relationships xmlns="http://schemas.openxmlformats.org/package/2006/relationships"><Relationship Type="http://schemas.openxmlformats.org/officeDocument/2006/relationships/slide" Target="/ppt/slides/slide236.xml" Id="R2a5c9effd6564e65" /><Relationship Type="http://schemas.openxmlformats.org/officeDocument/2006/relationships/notesMaster" Target="/ppt/notesMasters/notesMaster1.xml" Id="R6814f7baa4ff444f" /></Relationships>
</file>

<file path=ppt/notesSlides/_rels/notesSlide237.xml.rels>&#65279;<?xml version="1.0" encoding="utf-8"?><Relationships xmlns="http://schemas.openxmlformats.org/package/2006/relationships"><Relationship Type="http://schemas.openxmlformats.org/officeDocument/2006/relationships/slide" Target="/ppt/slides/slide237.xml" Id="Rfebe658062f74f15" /><Relationship Type="http://schemas.openxmlformats.org/officeDocument/2006/relationships/notesMaster" Target="/ppt/notesMasters/notesMaster1.xml" Id="Rfd090f4889744156" /></Relationships>
</file>

<file path=ppt/notesSlides/_rels/notesSlide238.xml.rels>&#65279;<?xml version="1.0" encoding="utf-8"?><Relationships xmlns="http://schemas.openxmlformats.org/package/2006/relationships"><Relationship Type="http://schemas.openxmlformats.org/officeDocument/2006/relationships/slide" Target="/ppt/slides/slide238.xml" Id="Rb746337ff8ec416e" /><Relationship Type="http://schemas.openxmlformats.org/officeDocument/2006/relationships/notesMaster" Target="/ppt/notesMasters/notesMaster1.xml" Id="R274ca48973d94420" /></Relationships>
</file>

<file path=ppt/notesSlides/_rels/notesSlide239.xml.rels>&#65279;<?xml version="1.0" encoding="utf-8"?><Relationships xmlns="http://schemas.openxmlformats.org/package/2006/relationships"><Relationship Type="http://schemas.openxmlformats.org/officeDocument/2006/relationships/slide" Target="/ppt/slides/slide239.xml" Id="R2f08b4166498489e" /><Relationship Type="http://schemas.openxmlformats.org/officeDocument/2006/relationships/notesMaster" Target="/ppt/notesMasters/notesMaster1.xml" Id="R540aa0325da84046" /></Relationships>
</file>

<file path=ppt/notesSlides/_rels/notesSlide240.xml.rels>&#65279;<?xml version="1.0" encoding="utf-8"?><Relationships xmlns="http://schemas.openxmlformats.org/package/2006/relationships"><Relationship Type="http://schemas.openxmlformats.org/officeDocument/2006/relationships/slide" Target="/ppt/slides/slide240.xml" Id="Re0966d6c65d643d5" /><Relationship Type="http://schemas.openxmlformats.org/officeDocument/2006/relationships/notesMaster" Target="/ppt/notesMasters/notesMaster1.xml" Id="R031b181844204516" /></Relationships>
</file>

<file path=ppt/notesSlides/_rels/notesSlide241.xml.rels>&#65279;<?xml version="1.0" encoding="utf-8"?><Relationships xmlns="http://schemas.openxmlformats.org/package/2006/relationships"><Relationship Type="http://schemas.openxmlformats.org/officeDocument/2006/relationships/slide" Target="/ppt/slides/slide241.xml" Id="R68b8c5b0818f4823" /><Relationship Type="http://schemas.openxmlformats.org/officeDocument/2006/relationships/notesMaster" Target="/ppt/notesMasters/notesMaster1.xml" Id="Rbc8bf1d3513e466a" /></Relationships>
</file>

<file path=ppt/notesSlides/_rels/notesSlide242.xml.rels>&#65279;<?xml version="1.0" encoding="utf-8"?><Relationships xmlns="http://schemas.openxmlformats.org/package/2006/relationships"><Relationship Type="http://schemas.openxmlformats.org/officeDocument/2006/relationships/slide" Target="/ppt/slides/slide242.xml" Id="R99fe866eb8e14140" /><Relationship Type="http://schemas.openxmlformats.org/officeDocument/2006/relationships/notesMaster" Target="/ppt/notesMasters/notesMaster1.xml" Id="Rb19aaa00a77c484e" /></Relationships>
</file>

<file path=ppt/notesSlides/_rels/notesSlide243.xml.rels>&#65279;<?xml version="1.0" encoding="utf-8"?><Relationships xmlns="http://schemas.openxmlformats.org/package/2006/relationships"><Relationship Type="http://schemas.openxmlformats.org/officeDocument/2006/relationships/slide" Target="/ppt/slides/slide243.xml" Id="Re18e3b1d5b344937" /><Relationship Type="http://schemas.openxmlformats.org/officeDocument/2006/relationships/notesMaster" Target="/ppt/notesMasters/notesMaster1.xml" Id="R6bf0b867a4234ba1" /></Relationships>
</file>

<file path=ppt/notesSlides/_rels/notesSlide244.xml.rels>&#65279;<?xml version="1.0" encoding="utf-8"?><Relationships xmlns="http://schemas.openxmlformats.org/package/2006/relationships"><Relationship Type="http://schemas.openxmlformats.org/officeDocument/2006/relationships/slide" Target="/ppt/slides/slide244.xml" Id="R82d7b8990c66457d" /><Relationship Type="http://schemas.openxmlformats.org/officeDocument/2006/relationships/notesMaster" Target="/ppt/notesMasters/notesMaster1.xml" Id="Rf710ae7b1a1b407f" /></Relationships>
</file>

<file path=ppt/notesSlides/_rels/notesSlide245.xml.rels>&#65279;<?xml version="1.0" encoding="utf-8"?><Relationships xmlns="http://schemas.openxmlformats.org/package/2006/relationships"><Relationship Type="http://schemas.openxmlformats.org/officeDocument/2006/relationships/slide" Target="/ppt/slides/slide245.xml" Id="R2385ee24cec64f75" /><Relationship Type="http://schemas.openxmlformats.org/officeDocument/2006/relationships/notesMaster" Target="/ppt/notesMasters/notesMaster1.xml" Id="Re12c1ec88c084202" /></Relationships>
</file>

<file path=ppt/notesSlides/_rels/notesSlide246.xml.rels>&#65279;<?xml version="1.0" encoding="utf-8"?><Relationships xmlns="http://schemas.openxmlformats.org/package/2006/relationships"><Relationship Type="http://schemas.openxmlformats.org/officeDocument/2006/relationships/slide" Target="/ppt/slides/slide246.xml" Id="R5fcf39ebe5254834" /><Relationship Type="http://schemas.openxmlformats.org/officeDocument/2006/relationships/notesMaster" Target="/ppt/notesMasters/notesMaster1.xml" Id="Rc4e03a81b7bc4449" /></Relationships>
</file>

<file path=ppt/notesSlides/_rels/notesSlide247.xml.rels>&#65279;<?xml version="1.0" encoding="utf-8"?><Relationships xmlns="http://schemas.openxmlformats.org/package/2006/relationships"><Relationship Type="http://schemas.openxmlformats.org/officeDocument/2006/relationships/slide" Target="/ppt/slides/slide247.xml" Id="R1d47a0a11cc84096" /><Relationship Type="http://schemas.openxmlformats.org/officeDocument/2006/relationships/notesMaster" Target="/ppt/notesMasters/notesMaster1.xml" Id="R547254ef14ac4f3e" /></Relationships>
</file>

<file path=ppt/notesSlides/_rels/notesSlide248.xml.rels>&#65279;<?xml version="1.0" encoding="utf-8"?><Relationships xmlns="http://schemas.openxmlformats.org/package/2006/relationships"><Relationship Type="http://schemas.openxmlformats.org/officeDocument/2006/relationships/slide" Target="/ppt/slides/slide248.xml" Id="R244730f006be4c9a" /><Relationship Type="http://schemas.openxmlformats.org/officeDocument/2006/relationships/notesMaster" Target="/ppt/notesMasters/notesMaster1.xml" Id="Rfe452edaa5ce43be" /></Relationships>
</file>

<file path=ppt/notesSlides/_rels/notesSlide249.xml.rels>&#65279;<?xml version="1.0" encoding="utf-8"?><Relationships xmlns="http://schemas.openxmlformats.org/package/2006/relationships"><Relationship Type="http://schemas.openxmlformats.org/officeDocument/2006/relationships/slide" Target="/ppt/slides/slide249.xml" Id="R3a68774144a84d8a" /><Relationship Type="http://schemas.openxmlformats.org/officeDocument/2006/relationships/notesMaster" Target="/ppt/notesMasters/notesMaster1.xml" Id="Rde7d3566904b4c60" /></Relationships>
</file>

<file path=ppt/notesSlides/_rels/notesSlide250.xml.rels>&#65279;<?xml version="1.0" encoding="utf-8"?><Relationships xmlns="http://schemas.openxmlformats.org/package/2006/relationships"><Relationship Type="http://schemas.openxmlformats.org/officeDocument/2006/relationships/slide" Target="/ppt/slides/slide250.xml" Id="Rddaf16f9e5054980" /><Relationship Type="http://schemas.openxmlformats.org/officeDocument/2006/relationships/notesMaster" Target="/ppt/notesMasters/notesMaster1.xml" Id="R985285423ece4cb0" /></Relationships>
</file>

<file path=ppt/notesSlides/_rels/notesSlide251.xml.rels>&#65279;<?xml version="1.0" encoding="utf-8"?><Relationships xmlns="http://schemas.openxmlformats.org/package/2006/relationships"><Relationship Type="http://schemas.openxmlformats.org/officeDocument/2006/relationships/slide" Target="/ppt/slides/slide251.xml" Id="R2bbb0e491f764cca" /><Relationship Type="http://schemas.openxmlformats.org/officeDocument/2006/relationships/notesMaster" Target="/ppt/notesMasters/notesMaster1.xml" Id="R1eacc7dcdbe34c8e" /></Relationships>
</file>

<file path=ppt/notesSlides/_rels/notesSlide252.xml.rels>&#65279;<?xml version="1.0" encoding="utf-8"?><Relationships xmlns="http://schemas.openxmlformats.org/package/2006/relationships"><Relationship Type="http://schemas.openxmlformats.org/officeDocument/2006/relationships/slide" Target="/ppt/slides/slide252.xml" Id="R063e535374564713" /><Relationship Type="http://schemas.openxmlformats.org/officeDocument/2006/relationships/notesMaster" Target="/ppt/notesMasters/notesMaster1.xml" Id="Ra660cd09ec7c4f7c" /></Relationships>
</file>

<file path=ppt/notesSlides/_rels/notesSlide253.xml.rels>&#65279;<?xml version="1.0" encoding="utf-8"?><Relationships xmlns="http://schemas.openxmlformats.org/package/2006/relationships"><Relationship Type="http://schemas.openxmlformats.org/officeDocument/2006/relationships/slide" Target="/ppt/slides/slide253.xml" Id="R42f0da8c862a4d09" /><Relationship Type="http://schemas.openxmlformats.org/officeDocument/2006/relationships/notesMaster" Target="/ppt/notesMasters/notesMaster1.xml" Id="R6749c8a22c7049c4" /></Relationships>
</file>

<file path=ppt/notesSlides/_rels/notesSlide254.xml.rels>&#65279;<?xml version="1.0" encoding="utf-8"?><Relationships xmlns="http://schemas.openxmlformats.org/package/2006/relationships"><Relationship Type="http://schemas.openxmlformats.org/officeDocument/2006/relationships/slide" Target="/ppt/slides/slide254.xml" Id="Rde3681b5f30641e3" /><Relationship Type="http://schemas.openxmlformats.org/officeDocument/2006/relationships/notesMaster" Target="/ppt/notesMasters/notesMaster1.xml" Id="Reb311771113d429d" /></Relationships>
</file>

<file path=ppt/notesSlides/_rels/notesSlide255.xml.rels>&#65279;<?xml version="1.0" encoding="utf-8"?><Relationships xmlns="http://schemas.openxmlformats.org/package/2006/relationships"><Relationship Type="http://schemas.openxmlformats.org/officeDocument/2006/relationships/slide" Target="/ppt/slides/slide255.xml" Id="Rff60153a4dac4ef2" /><Relationship Type="http://schemas.openxmlformats.org/officeDocument/2006/relationships/notesMaster" Target="/ppt/notesMasters/notesMaster1.xml" Id="R1a0fc27c54484bae" /></Relationships>
</file>

<file path=ppt/notesSlides/_rels/notesSlide256.xml.rels>&#65279;<?xml version="1.0" encoding="utf-8"?><Relationships xmlns="http://schemas.openxmlformats.org/package/2006/relationships"><Relationship Type="http://schemas.openxmlformats.org/officeDocument/2006/relationships/slide" Target="/ppt/slides/slide256.xml" Id="R41edef5c60de45b1" /><Relationship Type="http://schemas.openxmlformats.org/officeDocument/2006/relationships/notesMaster" Target="/ppt/notesMasters/notesMaster1.xml" Id="R36dfa59cfc9147fa" /></Relationships>
</file>

<file path=ppt/notesSlides/_rels/notesSlide257.xml.rels>&#65279;<?xml version="1.0" encoding="utf-8"?><Relationships xmlns="http://schemas.openxmlformats.org/package/2006/relationships"><Relationship Type="http://schemas.openxmlformats.org/officeDocument/2006/relationships/slide" Target="/ppt/slides/slide257.xml" Id="Rc215c0c3487040c1" /><Relationship Type="http://schemas.openxmlformats.org/officeDocument/2006/relationships/notesMaster" Target="/ppt/notesMasters/notesMaster1.xml" Id="Re938dd52b1ba47e3" /></Relationships>
</file>

<file path=ppt/notesSlides/_rels/notesSlide258.xml.rels>&#65279;<?xml version="1.0" encoding="utf-8"?><Relationships xmlns="http://schemas.openxmlformats.org/package/2006/relationships"><Relationship Type="http://schemas.openxmlformats.org/officeDocument/2006/relationships/slide" Target="/ppt/slides/slide258.xml" Id="Rac1af8fcb026448a" /><Relationship Type="http://schemas.openxmlformats.org/officeDocument/2006/relationships/notesMaster" Target="/ppt/notesMasters/notesMaster1.xml" Id="R05d3eef6397f4212" /></Relationships>
</file>

<file path=ppt/notesSlides/_rels/notesSlide259.xml.rels>&#65279;<?xml version="1.0" encoding="utf-8"?><Relationships xmlns="http://schemas.openxmlformats.org/package/2006/relationships"><Relationship Type="http://schemas.openxmlformats.org/officeDocument/2006/relationships/slide" Target="/ppt/slides/slide259.xml" Id="R5cd797b880fa476c" /><Relationship Type="http://schemas.openxmlformats.org/officeDocument/2006/relationships/notesMaster" Target="/ppt/notesMasters/notesMaster1.xml" Id="R1b19841c0a9b493f" /></Relationships>
</file>

<file path=ppt/notesSlides/_rels/notesSlide260.xml.rels>&#65279;<?xml version="1.0" encoding="utf-8"?><Relationships xmlns="http://schemas.openxmlformats.org/package/2006/relationships"><Relationship Type="http://schemas.openxmlformats.org/officeDocument/2006/relationships/slide" Target="/ppt/slides/slide260.xml" Id="R154e5948f0f44ac1" /><Relationship Type="http://schemas.openxmlformats.org/officeDocument/2006/relationships/notesMaster" Target="/ppt/notesMasters/notesMaster1.xml" Id="Rdfbb3f26a3f4490d" /></Relationships>
</file>

<file path=ppt/notesSlides/_rels/notesSlide261.xml.rels>&#65279;<?xml version="1.0" encoding="utf-8"?><Relationships xmlns="http://schemas.openxmlformats.org/package/2006/relationships"><Relationship Type="http://schemas.openxmlformats.org/officeDocument/2006/relationships/slide" Target="/ppt/slides/slide261.xml" Id="R7e3878ed4e764e13" /><Relationship Type="http://schemas.openxmlformats.org/officeDocument/2006/relationships/notesMaster" Target="/ppt/notesMasters/notesMaster1.xml" Id="Rd6432d5762df4922" /></Relationships>
</file>

<file path=ppt/notesSlides/_rels/notesSlide262.xml.rels>&#65279;<?xml version="1.0" encoding="utf-8"?><Relationships xmlns="http://schemas.openxmlformats.org/package/2006/relationships"><Relationship Type="http://schemas.openxmlformats.org/officeDocument/2006/relationships/slide" Target="/ppt/slides/slide262.xml" Id="Rad75f75627824791" /><Relationship Type="http://schemas.openxmlformats.org/officeDocument/2006/relationships/notesMaster" Target="/ppt/notesMasters/notesMaster1.xml" Id="Reab6e07c96524e00" /></Relationships>
</file>

<file path=ppt/notesSlides/_rels/notesSlide263.xml.rels>&#65279;<?xml version="1.0" encoding="utf-8"?><Relationships xmlns="http://schemas.openxmlformats.org/package/2006/relationships"><Relationship Type="http://schemas.openxmlformats.org/officeDocument/2006/relationships/slide" Target="/ppt/slides/slide263.xml" Id="R68d496d1a313489a" /><Relationship Type="http://schemas.openxmlformats.org/officeDocument/2006/relationships/notesMaster" Target="/ppt/notesMasters/notesMaster1.xml" Id="R049e1b55e88e459c" /></Relationships>
</file>

<file path=ppt/notesSlides/_rels/notesSlide264.xml.rels>&#65279;<?xml version="1.0" encoding="utf-8"?><Relationships xmlns="http://schemas.openxmlformats.org/package/2006/relationships"><Relationship Type="http://schemas.openxmlformats.org/officeDocument/2006/relationships/slide" Target="/ppt/slides/slide264.xml" Id="Rc933dd24aaa34b4b" /><Relationship Type="http://schemas.openxmlformats.org/officeDocument/2006/relationships/notesMaster" Target="/ppt/notesMasters/notesMaster1.xml" Id="R22005efdb31c4cbc" /></Relationships>
</file>

<file path=ppt/notesSlides/_rels/notesSlide265.xml.rels>&#65279;<?xml version="1.0" encoding="utf-8"?><Relationships xmlns="http://schemas.openxmlformats.org/package/2006/relationships"><Relationship Type="http://schemas.openxmlformats.org/officeDocument/2006/relationships/slide" Target="/ppt/slides/slide265.xml" Id="R619b0ba64a2a4b76" /><Relationship Type="http://schemas.openxmlformats.org/officeDocument/2006/relationships/notesMaster" Target="/ppt/notesMasters/notesMaster1.xml" Id="R39f8beec4c86480e" /></Relationships>
</file>

<file path=ppt/notesSlides/_rels/notesSlide266.xml.rels>&#65279;<?xml version="1.0" encoding="utf-8"?><Relationships xmlns="http://schemas.openxmlformats.org/package/2006/relationships"><Relationship Type="http://schemas.openxmlformats.org/officeDocument/2006/relationships/slide" Target="/ppt/slides/slide266.xml" Id="Rb0feba68449840d1" /><Relationship Type="http://schemas.openxmlformats.org/officeDocument/2006/relationships/notesMaster" Target="/ppt/notesMasters/notesMaster1.xml" Id="R54aac7be375a4f13" /></Relationships>
</file>

<file path=ppt/notesSlides/_rels/notesSlide267.xml.rels>&#65279;<?xml version="1.0" encoding="utf-8"?><Relationships xmlns="http://schemas.openxmlformats.org/package/2006/relationships"><Relationship Type="http://schemas.openxmlformats.org/officeDocument/2006/relationships/slide" Target="/ppt/slides/slide267.xml" Id="R1c4c079690194d87" /><Relationship Type="http://schemas.openxmlformats.org/officeDocument/2006/relationships/notesMaster" Target="/ppt/notesMasters/notesMaster1.xml" Id="Rbad08a50b3864ca8" /></Relationships>
</file>

<file path=ppt/notesSlides/_rels/notesSlide268.xml.rels>&#65279;<?xml version="1.0" encoding="utf-8"?><Relationships xmlns="http://schemas.openxmlformats.org/package/2006/relationships"><Relationship Type="http://schemas.openxmlformats.org/officeDocument/2006/relationships/slide" Target="/ppt/slides/slide268.xml" Id="R70397111606a4033" /><Relationship Type="http://schemas.openxmlformats.org/officeDocument/2006/relationships/notesMaster" Target="/ppt/notesMasters/notesMaster1.xml" Id="R0e25e4e15f6348f8" /></Relationships>
</file>

<file path=ppt/notesSlides/_rels/notesSlide269.xml.rels>&#65279;<?xml version="1.0" encoding="utf-8"?><Relationships xmlns="http://schemas.openxmlformats.org/package/2006/relationships"><Relationship Type="http://schemas.openxmlformats.org/officeDocument/2006/relationships/slide" Target="/ppt/slides/slide269.xml" Id="R82d9faf454a6472f" /><Relationship Type="http://schemas.openxmlformats.org/officeDocument/2006/relationships/notesMaster" Target="/ppt/notesMasters/notesMaster1.xml" Id="R010ae9eea3da46fb" /></Relationships>
</file>

<file path=ppt/notesSlides/_rels/notesSlide270.xml.rels>&#65279;<?xml version="1.0" encoding="utf-8"?><Relationships xmlns="http://schemas.openxmlformats.org/package/2006/relationships"><Relationship Type="http://schemas.openxmlformats.org/officeDocument/2006/relationships/slide" Target="/ppt/slides/slide270.xml" Id="R840306a7427949ab" /><Relationship Type="http://schemas.openxmlformats.org/officeDocument/2006/relationships/notesMaster" Target="/ppt/notesMasters/notesMaster1.xml" Id="Rb2fe69481b894ae0" /></Relationships>
</file>

<file path=ppt/notesSlides/_rels/notesSlide271.xml.rels>&#65279;<?xml version="1.0" encoding="utf-8"?><Relationships xmlns="http://schemas.openxmlformats.org/package/2006/relationships"><Relationship Type="http://schemas.openxmlformats.org/officeDocument/2006/relationships/slide" Target="/ppt/slides/slide271.xml" Id="Rb2dfdb7a756a41ff" /><Relationship Type="http://schemas.openxmlformats.org/officeDocument/2006/relationships/notesMaster" Target="/ppt/notesMasters/notesMaster1.xml" Id="R968e99cd50aa46c9" /></Relationships>
</file>

<file path=ppt/notesSlides/_rels/notesSlide272.xml.rels>&#65279;<?xml version="1.0" encoding="utf-8"?><Relationships xmlns="http://schemas.openxmlformats.org/package/2006/relationships"><Relationship Type="http://schemas.openxmlformats.org/officeDocument/2006/relationships/slide" Target="/ppt/slides/slide272.xml" Id="R0ef6d05c4fd3484b" /><Relationship Type="http://schemas.openxmlformats.org/officeDocument/2006/relationships/notesMaster" Target="/ppt/notesMasters/notesMaster1.xml" Id="Rd057fad4cc924edf" /></Relationships>
</file>

<file path=ppt/notesSlides/_rels/notesSlide273.xml.rels>&#65279;<?xml version="1.0" encoding="utf-8"?><Relationships xmlns="http://schemas.openxmlformats.org/package/2006/relationships"><Relationship Type="http://schemas.openxmlformats.org/officeDocument/2006/relationships/slide" Target="/ppt/slides/slide273.xml" Id="R125edfa16eba4803" /><Relationship Type="http://schemas.openxmlformats.org/officeDocument/2006/relationships/notesMaster" Target="/ppt/notesMasters/notesMaster1.xml" Id="Rb9e7f1a4543a4be1" /></Relationships>
</file>

<file path=ppt/notesSlides/_rels/notesSlide274.xml.rels>&#65279;<?xml version="1.0" encoding="utf-8"?><Relationships xmlns="http://schemas.openxmlformats.org/package/2006/relationships"><Relationship Type="http://schemas.openxmlformats.org/officeDocument/2006/relationships/slide" Target="/ppt/slides/slide274.xml" Id="Rbb6fd6f94a6340c5" /><Relationship Type="http://schemas.openxmlformats.org/officeDocument/2006/relationships/notesMaster" Target="/ppt/notesMasters/notesMaster1.xml" Id="R73d29bb017e0474a" /></Relationships>
</file>

<file path=ppt/notesSlides/_rels/notesSlide275.xml.rels>&#65279;<?xml version="1.0" encoding="utf-8"?><Relationships xmlns="http://schemas.openxmlformats.org/package/2006/relationships"><Relationship Type="http://schemas.openxmlformats.org/officeDocument/2006/relationships/slide" Target="/ppt/slides/slide275.xml" Id="R9ff76362676840d7" /><Relationship Type="http://schemas.openxmlformats.org/officeDocument/2006/relationships/notesMaster" Target="/ppt/notesMasters/notesMaster1.xml" Id="Re919b52ecc484a96" /></Relationships>
</file>

<file path=ppt/notesSlides/_rels/notesSlide276.xml.rels>&#65279;<?xml version="1.0" encoding="utf-8"?><Relationships xmlns="http://schemas.openxmlformats.org/package/2006/relationships"><Relationship Type="http://schemas.openxmlformats.org/officeDocument/2006/relationships/slide" Target="/ppt/slides/slide276.xml" Id="R7a7852b4834443ad" /><Relationship Type="http://schemas.openxmlformats.org/officeDocument/2006/relationships/notesMaster" Target="/ppt/notesMasters/notesMaster1.xml" Id="Re2d2f468a83047bf" /></Relationships>
</file>

<file path=ppt/notesSlides/_rels/notesSlide277.xml.rels>&#65279;<?xml version="1.0" encoding="utf-8"?><Relationships xmlns="http://schemas.openxmlformats.org/package/2006/relationships"><Relationship Type="http://schemas.openxmlformats.org/officeDocument/2006/relationships/slide" Target="/ppt/slides/slide277.xml" Id="Rbd25555a98994e83" /><Relationship Type="http://schemas.openxmlformats.org/officeDocument/2006/relationships/notesMaster" Target="/ppt/notesMasters/notesMaster1.xml" Id="R963e2ab8294e4cbd" /></Relationships>
</file>

<file path=ppt/notesSlides/_rels/notesSlide278.xml.rels>&#65279;<?xml version="1.0" encoding="utf-8"?><Relationships xmlns="http://schemas.openxmlformats.org/package/2006/relationships"><Relationship Type="http://schemas.openxmlformats.org/officeDocument/2006/relationships/slide" Target="/ppt/slides/slide278.xml" Id="Ra34236d9ba3247bc" /><Relationship Type="http://schemas.openxmlformats.org/officeDocument/2006/relationships/notesMaster" Target="/ppt/notesMasters/notesMaster1.xml" Id="R104fc5a7abc64417" /></Relationships>
</file>

<file path=ppt/notesSlides/_rels/notesSlide279.xml.rels>&#65279;<?xml version="1.0" encoding="utf-8"?><Relationships xmlns="http://schemas.openxmlformats.org/package/2006/relationships"><Relationship Type="http://schemas.openxmlformats.org/officeDocument/2006/relationships/slide" Target="/ppt/slides/slide279.xml" Id="Rfd5a43c26b114d7b" /><Relationship Type="http://schemas.openxmlformats.org/officeDocument/2006/relationships/notesMaster" Target="/ppt/notesMasters/notesMaster1.xml" Id="Ra974b159d85a4ce5" /></Relationships>
</file>

<file path=ppt/notesSlides/_rels/notesSlide280.xml.rels>&#65279;<?xml version="1.0" encoding="utf-8"?><Relationships xmlns="http://schemas.openxmlformats.org/package/2006/relationships"><Relationship Type="http://schemas.openxmlformats.org/officeDocument/2006/relationships/slide" Target="/ppt/slides/slide280.xml" Id="Re9b368ebce824ccc" /><Relationship Type="http://schemas.openxmlformats.org/officeDocument/2006/relationships/notesMaster" Target="/ppt/notesMasters/notesMaster1.xml" Id="Reb330b1e24214e72" /></Relationships>
</file>

<file path=ppt/notesSlides/_rels/notesSlide281.xml.rels>&#65279;<?xml version="1.0" encoding="utf-8"?><Relationships xmlns="http://schemas.openxmlformats.org/package/2006/relationships"><Relationship Type="http://schemas.openxmlformats.org/officeDocument/2006/relationships/slide" Target="/ppt/slides/slide281.xml" Id="R166aaeb15e2247ce" /><Relationship Type="http://schemas.openxmlformats.org/officeDocument/2006/relationships/notesMaster" Target="/ppt/notesMasters/notesMaster1.xml" Id="R3b2cf21cbe1e47c4" /></Relationships>
</file>

<file path=ppt/notesSlides/_rels/notesSlide282.xml.rels>&#65279;<?xml version="1.0" encoding="utf-8"?><Relationships xmlns="http://schemas.openxmlformats.org/package/2006/relationships"><Relationship Type="http://schemas.openxmlformats.org/officeDocument/2006/relationships/slide" Target="/ppt/slides/slide282.xml" Id="R9b10c0fe49f24b83" /><Relationship Type="http://schemas.openxmlformats.org/officeDocument/2006/relationships/notesMaster" Target="/ppt/notesMasters/notesMaster1.xml" Id="R6b744285344e4f14" /></Relationships>
</file>

<file path=ppt/notesSlides/_rels/notesSlide283.xml.rels>&#65279;<?xml version="1.0" encoding="utf-8"?><Relationships xmlns="http://schemas.openxmlformats.org/package/2006/relationships"><Relationship Type="http://schemas.openxmlformats.org/officeDocument/2006/relationships/slide" Target="/ppt/slides/slide283.xml" Id="R5b0988c362c04178" /><Relationship Type="http://schemas.openxmlformats.org/officeDocument/2006/relationships/notesMaster" Target="/ppt/notesMasters/notesMaster1.xml" Id="Rddf1a228dfa34893" /></Relationships>
</file>

<file path=ppt/notesSlides/_rels/notesSlide284.xml.rels>&#65279;<?xml version="1.0" encoding="utf-8"?><Relationships xmlns="http://schemas.openxmlformats.org/package/2006/relationships"><Relationship Type="http://schemas.openxmlformats.org/officeDocument/2006/relationships/slide" Target="/ppt/slides/slide284.xml" Id="R24f23482c9d0470d" /><Relationship Type="http://schemas.openxmlformats.org/officeDocument/2006/relationships/notesMaster" Target="/ppt/notesMasters/notesMaster1.xml" Id="R1cdf7f339ef34e5e" /></Relationships>
</file>

<file path=ppt/notesSlides/_rels/notesSlide285.xml.rels>&#65279;<?xml version="1.0" encoding="utf-8"?><Relationships xmlns="http://schemas.openxmlformats.org/package/2006/relationships"><Relationship Type="http://schemas.openxmlformats.org/officeDocument/2006/relationships/slide" Target="/ppt/slides/slide285.xml" Id="Rfb0cc7902e184830" /><Relationship Type="http://schemas.openxmlformats.org/officeDocument/2006/relationships/notesMaster" Target="/ppt/notesMasters/notesMaster1.xml" Id="R9c78dbcaa7e24cad" /></Relationships>
</file>

<file path=ppt/notesSlides/_rels/notesSlide286.xml.rels>&#65279;<?xml version="1.0" encoding="utf-8"?><Relationships xmlns="http://schemas.openxmlformats.org/package/2006/relationships"><Relationship Type="http://schemas.openxmlformats.org/officeDocument/2006/relationships/slide" Target="/ppt/slides/slide286.xml" Id="Rf8e27bbebfd844ae" /><Relationship Type="http://schemas.openxmlformats.org/officeDocument/2006/relationships/notesMaster" Target="/ppt/notesMasters/notesMaster1.xml" Id="Re0c900283f624198" /></Relationships>
</file>

<file path=ppt/notesSlides/_rels/notesSlide287.xml.rels>&#65279;<?xml version="1.0" encoding="utf-8"?><Relationships xmlns="http://schemas.openxmlformats.org/package/2006/relationships"><Relationship Type="http://schemas.openxmlformats.org/officeDocument/2006/relationships/slide" Target="/ppt/slides/slide287.xml" Id="R34d264dae3d0461a" /><Relationship Type="http://schemas.openxmlformats.org/officeDocument/2006/relationships/notesMaster" Target="/ppt/notesMasters/notesMaster1.xml" Id="Re10fbaaeff5a470d" /></Relationships>
</file>

<file path=ppt/notesSlides/_rels/notesSlide288.xml.rels>&#65279;<?xml version="1.0" encoding="utf-8"?><Relationships xmlns="http://schemas.openxmlformats.org/package/2006/relationships"><Relationship Type="http://schemas.openxmlformats.org/officeDocument/2006/relationships/slide" Target="/ppt/slides/slide288.xml" Id="R33f9da12bf164aa1" /><Relationship Type="http://schemas.openxmlformats.org/officeDocument/2006/relationships/notesMaster" Target="/ppt/notesMasters/notesMaster1.xml" Id="R3425434c507d441d" /></Relationships>
</file>

<file path=ppt/notesSlides/_rels/notesSlide289.xml.rels>&#65279;<?xml version="1.0" encoding="utf-8"?><Relationships xmlns="http://schemas.openxmlformats.org/package/2006/relationships"><Relationship Type="http://schemas.openxmlformats.org/officeDocument/2006/relationships/slide" Target="/ppt/slides/slide289.xml" Id="R18ebcadce2d54b75" /><Relationship Type="http://schemas.openxmlformats.org/officeDocument/2006/relationships/notesMaster" Target="/ppt/notesMasters/notesMaster1.xml" Id="R3e239a8231ce492b" /></Relationships>
</file>

<file path=ppt/notesSlides/_rels/notesSlide290.xml.rels>&#65279;<?xml version="1.0" encoding="utf-8"?><Relationships xmlns="http://schemas.openxmlformats.org/package/2006/relationships"><Relationship Type="http://schemas.openxmlformats.org/officeDocument/2006/relationships/slide" Target="/ppt/slides/slide290.xml" Id="Rce4dc25686484c87" /><Relationship Type="http://schemas.openxmlformats.org/officeDocument/2006/relationships/notesMaster" Target="/ppt/notesMasters/notesMaster1.xml" Id="Rb02abe4ec71c4d7b" /></Relationships>
</file>

<file path=ppt/notesSlides/_rels/notesSlide291.xml.rels>&#65279;<?xml version="1.0" encoding="utf-8"?><Relationships xmlns="http://schemas.openxmlformats.org/package/2006/relationships"><Relationship Type="http://schemas.openxmlformats.org/officeDocument/2006/relationships/slide" Target="/ppt/slides/slide291.xml" Id="R15aa5402ce884845" /><Relationship Type="http://schemas.openxmlformats.org/officeDocument/2006/relationships/notesMaster" Target="/ppt/notesMasters/notesMaster1.xml" Id="Rcf218dab28e14eba" /></Relationships>
</file>

<file path=ppt/notesSlides/_rels/notesSlide292.xml.rels>&#65279;<?xml version="1.0" encoding="utf-8"?><Relationships xmlns="http://schemas.openxmlformats.org/package/2006/relationships"><Relationship Type="http://schemas.openxmlformats.org/officeDocument/2006/relationships/slide" Target="/ppt/slides/slide292.xml" Id="R51bb810655814f2f" /><Relationship Type="http://schemas.openxmlformats.org/officeDocument/2006/relationships/notesMaster" Target="/ppt/notesMasters/notesMaster1.xml" Id="R20a20e6f1a034a21" /></Relationships>
</file>

<file path=ppt/notesSlides/_rels/notesSlide293.xml.rels>&#65279;<?xml version="1.0" encoding="utf-8"?><Relationships xmlns="http://schemas.openxmlformats.org/package/2006/relationships"><Relationship Type="http://schemas.openxmlformats.org/officeDocument/2006/relationships/slide" Target="/ppt/slides/slide293.xml" Id="R93b53ab40d904b44" /><Relationship Type="http://schemas.openxmlformats.org/officeDocument/2006/relationships/notesMaster" Target="/ppt/notesMasters/notesMaster1.xml" Id="R2a1feb17556c47c3" /></Relationships>
</file>

<file path=ppt/notesSlides/_rels/notesSlide294.xml.rels>&#65279;<?xml version="1.0" encoding="utf-8"?><Relationships xmlns="http://schemas.openxmlformats.org/package/2006/relationships"><Relationship Type="http://schemas.openxmlformats.org/officeDocument/2006/relationships/slide" Target="/ppt/slides/slide294.xml" Id="Raa6dfff3194f4b29" /><Relationship Type="http://schemas.openxmlformats.org/officeDocument/2006/relationships/notesMaster" Target="/ppt/notesMasters/notesMaster1.xml" Id="R362fb258464d42f2" /></Relationships>
</file>

<file path=ppt/notesSlides/_rels/notesSlide295.xml.rels>&#65279;<?xml version="1.0" encoding="utf-8"?><Relationships xmlns="http://schemas.openxmlformats.org/package/2006/relationships"><Relationship Type="http://schemas.openxmlformats.org/officeDocument/2006/relationships/slide" Target="/ppt/slides/slide295.xml" Id="Rd584ab63501f4650" /><Relationship Type="http://schemas.openxmlformats.org/officeDocument/2006/relationships/notesMaster" Target="/ppt/notesMasters/notesMaster1.xml" Id="R9d4f7b3b44734c6a" /></Relationships>
</file>

<file path=ppt/notesSlides/_rels/notesSlide296.xml.rels>&#65279;<?xml version="1.0" encoding="utf-8"?><Relationships xmlns="http://schemas.openxmlformats.org/package/2006/relationships"><Relationship Type="http://schemas.openxmlformats.org/officeDocument/2006/relationships/slide" Target="/ppt/slides/slide296.xml" Id="Ra0fc6045991c4412" /><Relationship Type="http://schemas.openxmlformats.org/officeDocument/2006/relationships/notesMaster" Target="/ppt/notesMasters/notesMaster1.xml" Id="R3a1cc815e5da4a21" /></Relationships>
</file>

<file path=ppt/notesSlides/_rels/notesSlide297.xml.rels>&#65279;<?xml version="1.0" encoding="utf-8"?><Relationships xmlns="http://schemas.openxmlformats.org/package/2006/relationships"><Relationship Type="http://schemas.openxmlformats.org/officeDocument/2006/relationships/slide" Target="/ppt/slides/slide297.xml" Id="R9e7de739743a4c9e" /><Relationship Type="http://schemas.openxmlformats.org/officeDocument/2006/relationships/notesMaster" Target="/ppt/notesMasters/notesMaster1.xml" Id="R3812659520ad44f5" /></Relationships>
</file>

<file path=ppt/notesSlides/_rels/notesSlide298.xml.rels>&#65279;<?xml version="1.0" encoding="utf-8"?><Relationships xmlns="http://schemas.openxmlformats.org/package/2006/relationships"><Relationship Type="http://schemas.openxmlformats.org/officeDocument/2006/relationships/slide" Target="/ppt/slides/slide298.xml" Id="Rf90f29b71a0d49e4" /><Relationship Type="http://schemas.openxmlformats.org/officeDocument/2006/relationships/notesMaster" Target="/ppt/notesMasters/notesMaster1.xml" Id="Rfa949ea82dc44351" /></Relationships>
</file>

<file path=ppt/notesSlides/_rels/notesSlide299.xml.rels>&#65279;<?xml version="1.0" encoding="utf-8"?><Relationships xmlns="http://schemas.openxmlformats.org/package/2006/relationships"><Relationship Type="http://schemas.openxmlformats.org/officeDocument/2006/relationships/slide" Target="/ppt/slides/slide299.xml" Id="R78d065cfe5f14c60" /><Relationship Type="http://schemas.openxmlformats.org/officeDocument/2006/relationships/notesMaster" Target="/ppt/notesMasters/notesMaster1.xml" Id="R370fd6c959b24b5e" /></Relationships>
</file>

<file path=ppt/notesSlides/_rels/notesSlide300.xml.rels>&#65279;<?xml version="1.0" encoding="utf-8"?><Relationships xmlns="http://schemas.openxmlformats.org/package/2006/relationships"><Relationship Type="http://schemas.openxmlformats.org/officeDocument/2006/relationships/slide" Target="/ppt/slides/slide300.xml" Id="R32528067b97c4c80" /><Relationship Type="http://schemas.openxmlformats.org/officeDocument/2006/relationships/notesMaster" Target="/ppt/notesMasters/notesMaster1.xml" Id="R72b9224dd1ce43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과정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오프닝 2분. 40시간 동안 하나의 검증 가능한 업무 Agent를 완성한다고 선언한다.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첫날 운영 안내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수업 시작 전에 점심시간 변경 사유를 먼저 설명하고 사과한다. 휴식은 매시간 즉시 끊지 않고 3시간 30분·2시간 20분·마지막 3시간 30분으로 묶는다.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생성형 AI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LLM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Agent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https://docs.langchain.com/oss/python/langchain/overview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Harness Engineering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현재 역할 · Agent 제품을 운영하는 PM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산업 경력 · 모델보다 문제를 따라 이동했다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교육 LLMOps · 3–5일을 약 10초로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두 대학과 기업 AX를 잇는 수업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40시간 뒤 남아야 할 것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개발자 발표는 화면을 크게, 문장은 짧게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두 이미지는 스타일을 복제하기 위한 것이 아니라, 텍스트보다 무대·demo·한 메시지를 크게 쓰는 글로벌 개발자 세션의 리듬을 관찰하기 위한 참고다.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https://developer.apple.com/videos/play/wwdc2025/101/</a:t>
            </a:r>
          </a:p>
          <a:p xmlns:a="http://schemas.openxmlformats.org/drawingml/2006/main">
            <a:r>
              <a:t>- https://developers.googleblog.com/google-io-2025-developer-keynote-recap/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첫날 점심은 14시입니다 · 미리 양해 부탁드립니다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재직자와 구직자는 같은 기술을 다르게 증명한다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수업 운영 루프 · SEE–COPY–BREAK–PROVE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한 시간의 장표 리듬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질문을 디버깅 정보로 바꾸기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실습 속도 세 개 lane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완료 증거의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단계별 화면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화면을 보기 전에 전체 경로와 마지막 성공 신호를 먼저 공유한다.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https://developers.openai.com/codex/cli/</a:t>
            </a:r>
          </a:p>
          <a:p xmlns:a="http://schemas.openxmlformats.org/drawingml/2006/main">
            <a:r>
              <a:t>- https://docs.anthropic.com/en/docs/claude-code/overview</a:t>
            </a:r>
          </a:p>
          <a:p xmlns:a="http://schemas.openxmlformats.org/drawingml/2006/main">
            <a:r>
              <a:t>- local://llm-agent-and-workflow-automation</a:t>
            </a:r>
          </a:p>
          <a:p xmlns:a="http://schemas.openxmlformats.org/drawingml/2006/main">
            <a:r>
              <a:t>- local://src/day1_agent.py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Codex CLI · 저장소를 읽고 실행하는 Agent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https://developers.openai.com/codex/cli/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Claude Code · 터미널 중심 Harness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https://docs.anthropic.com/en/docs/claude-code/overview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실제 VS Code 저장소 · 수업의 출발 화면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local://llm-agent-and-workflow-automation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실제 Agent 코드 · 표준 라이브러리부터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local://src/day1_agent.py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작업 요청을 먼저 spec으로 고정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Agent의 최소 반복 구조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Day 1 완료조건을 명령으로 표현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저장소가 말해주는 역할 분리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완성보다 작은 checkpoint를 먼저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실습 1 · 내 반복 업무 한 문장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06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실습 2 · 재직자/구직자 트랙 선택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05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실습 3 · 최종 데모 역산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실습 4 · 환경 신호등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06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실패 1 · 문제 범위가 너무 크다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실패 2 · 실제 회사 데이터를 가져온다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실패 3 · 모델 선택부터 시작한다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재직자 · 현업 PoC 승인 관점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1/3 · AI Agent를 만드는 일은, 책임 경계를 그리는 일</a:t>
            </a:r>
          </a:p>
          <a:p xmlns:a="http://schemas.openxmlformats.org/drawingml/2006/main">
            <a:r>
              <a:t>이 장표의 역할: BLOCK A · 첫 체크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1분 개인 정리 → 2분 짝 설명 → 2명 전체 공유 순서로 진행한다.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Tool Calling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Schema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Validation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Side Effect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Tool Calling은 실행 권한의 계약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Schema는 문서이자 방화벽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Registry가 실행 가능한 세계를 제한한다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최소 권한은 기능을 줄이는 설계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Validation은 실행 전에 끝낸다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오류도 정상적인 결과 형식이다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Read와 Write는 위험도가 다르다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Timeout과 Retry는 실패 종류를 본다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Tool 호출의 4단계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Schema를 만드는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파일 도구의 경로 검증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오류 분류 결정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테스트 설계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단계별 화면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화면을 보기 전에 전체 경로와 마지막 성공 신호를 먼저 공유한다.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https://docs.ollama.com/api/introduction</a:t>
            </a:r>
          </a:p>
          <a:p xmlns:a="http://schemas.openxmlformats.org/drawingml/2006/main">
            <a:r>
              <a:t>- https://docs.github.com/en/rest/authentication/authenticating-to-the-rest-api</a:t>
            </a:r>
          </a:p>
          <a:p xmlns:a="http://schemas.openxmlformats.org/drawingml/2006/main">
            <a:r>
              <a:t>- https://docs.pytest.org/en/stable/getting-started.html</a:t>
            </a:r>
          </a:p>
          <a:p xmlns:a="http://schemas.openxmlformats.org/drawingml/2006/main">
            <a:r>
              <a:t>- local://python3-m-pytest-q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Ollama API · 호출 형식을 공식 문서로 확인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https://docs.ollama.com/api/introduction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GitHub REST · 인증은 코드와 분리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https://docs.github.com/en/rest/authentication/authenticating-to-the-rest-api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pytest · 실패를 재현하는 가장 작은 도구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https://docs.pytest.org/en/stable/getting-started.html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실제 실행 · 9 tests 통과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local://python3-m-pytest-q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도구 schema · 허용 입력만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예상 밖 인자를 차단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경로 이탈을 막는 guard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오류를 공통 result로 정규화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call_id로 중복을 판별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실습 1 · 도구 한 개를 schema로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실습 2 · 잘못된 호출 3개 만들기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실습 3 · workspace guard 읽기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09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실습 4 · ToolResult 계약 검증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실패 1 · 모델 JSON을 바로 실행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실패 2 · 범용 shell 도구 제공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실패 3 · 모든 오류를 retry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재직자 · Tool 권한 승인표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2/3 · Tool Calling은 실행 권한을 설계하는 일</a:t>
            </a:r>
          </a:p>
          <a:p xmlns:a="http://schemas.openxmlformats.org/drawingml/2006/main">
            <a:r>
              <a:t>이 장표의 역할: BLOCK A · 두 번째 체크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1분 개인 정리 → 2분 짝 설명 → 2명 전체 공유 순서로 진행한다.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Transcript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Segment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Golden Dataset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Evidence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PBL은 기술 목록이 아니라 사용자 문제에서 시작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K-Work Copilot의 첫 입력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한국어는 띄어쓰기보다 업무 맥락이 어렵다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실제 데이터처럼 보이는 최소 조건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데이터 공개와 사용 허가는 다르다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Dataset Card가 실습을 재현하게 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Transcript schema가 STT와 LLM을 연결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Evidence가 요약의 근거를 고정한다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공개 데이터 선택 4단계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회의 샘플 합성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비식별 처리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Golden set 만드는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PBL canvas 네 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단계별 화면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화면을 보기 전에 전체 경로와 마지막 성공 신호를 먼저 공유한다.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https://data.seoul.go.kr/</a:t>
            </a:r>
          </a:p>
          <a:p xmlns:a="http://schemas.openxmlformats.org/drawingml/2006/main">
            <a:r>
              <a:t>- https://kli.korean.go.kr/corpus/</a:t>
            </a:r>
          </a:p>
          <a:p xmlns:a="http://schemas.openxmlformats.org/drawingml/2006/main">
            <a:r>
              <a:t>- https://dataset.nanet.go.kr/</a:t>
            </a:r>
          </a:p>
          <a:p xmlns:a="http://schemas.openxmlformats.org/drawingml/2006/main">
            <a:r>
              <a:t>- https://support.google.com/meet/answer/12849897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서울 열린데이터광장 · 한국어 공공 데이터 탐색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https://data.seoul.go.kr/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국립국어원 모두의 말뭉치 · 한국어 원자료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https://kli.korean.go.kr/corpus/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국회 회의록 빅데이터 · 실제 발화 구조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https://dataset.nanet.go.kr/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Google Meet 전사 · Managed STT의 현재 위치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https://support.google.com/meet/answer/12849897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회의 segment schema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Action Item에 evidence 연결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모호한 날짜는 추론하지 않는다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간단한 개인정보 mask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Dataset card 최소 필드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실습 1 · 한국어 사례 후보 3개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실습 2 · 이용 조건 확인표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실습 3 · 합성 회의 8문장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실습 4 · Golden JSON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실패 1 · 데이터가 너무 크다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실패 2 · 공개 페이지를 그대로 재배포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실패 3 · 정답 없이 prompt를 튜닝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재직자 · 실제 업무를 안전하게 추상화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09:00–12:00 · PART 3/3 · 한국어 데이터의 핵심은 맥락과 책임</a:t>
            </a:r>
          </a:p>
          <a:p xmlns:a="http://schemas.openxmlformats.org/drawingml/2006/main">
            <a:r>
              <a:t>이 장표의 역할: BLOCK A · 12시 마무리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1분 개인 정리 → 2분 짝 설명 → 2명 전체 공유 순서로 진행한다.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Runtime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Interpreter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Virtual Environment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Repository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무료의 정의를 먼저 합의한다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필수 경로와 강사 가속 경로를 분리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Python은 실행기, VS Code는 작업 공간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가상환경은 프로젝트의 재현 경계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Git은 제출 도구가 아니라 사고 기록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Jupyter는 설명과 실행의 다리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Secret은 코드·노트북·캡처 밖에 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Harness Engineering은 작업 환경을 설계하는 일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환경 설치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가상환경 준비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VS Code interpreter 선택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Git 첫 checkpoint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Harness 작업 루프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단계별 화면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화면을 보기 전에 전체 경로와 마지막 성공 신호를 먼저 공유한다.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https://www.python.org/downloads/</a:t>
            </a:r>
          </a:p>
          <a:p xmlns:a="http://schemas.openxmlformats.org/drawingml/2006/main">
            <a:r>
              <a:t>- https://code.visualstudio.com/docs/python/python-tutorial</a:t>
            </a:r>
          </a:p>
          <a:p xmlns:a="http://schemas.openxmlformats.org/drawingml/2006/main">
            <a:r>
              <a:t>- https://git-scm.com/book/en/v2/Getting-Started-First-Time-Git-Setup</a:t>
            </a:r>
          </a:p>
          <a:p xmlns:a="http://schemas.openxmlformats.org/drawingml/2006/main">
            <a:r>
              <a:t>- https://docs.github.com/en/repositories/creating-and-managing-repositories/quickstart-for-repositories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Python 공식 다운로드 · interpreter 준비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https://www.python.org/downloads/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VS Code Python 튜토리얼 · 세 구성요소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https://code.visualstudio.com/docs/python/python-tutorial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Git 첫 설정 · identity와 기본 확인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https://git-scm.com/book/en/v2/Getting-Started-First-Time-Git-Setup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GitHub repository quickstart · 교육용 sandbox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https://docs.github.com/en/repositories/creating-and-managing-repositories/quickstart-for-repositories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환경 확인 네 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가상환경 명령 · macOS/Linux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가상환경 명령 · Windows PowerShell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Git의 안전한 첫 commit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.env.example과 .gitignore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실습 1 · 버전 확인 캡처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실습 2 · 가상환경과 interpreter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실습 3 · notebook 열기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실습 4 · Git 상태 읽기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실패 1 · 설치를 끝없이 붙잡는다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실패 2 · 전역 Python에 모두 설치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실패 3 · Agent에게 저장소 전체 수정 허용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재직자 · 회사 PC 제약 lane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1/2 · 환경 구축의 목표는 설치 성공이 아니라 재현</a:t>
            </a:r>
          </a:p>
          <a:p xmlns:a="http://schemas.openxmlformats.org/drawingml/2006/main">
            <a:r>
              <a:t>이 장표의 역할: BLOCK B · 첫 체크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1분 개인 정리 → 2분 짝 설명 → 2명 전체 공유 순서로 진행한다.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Planner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Executor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Timeout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Idempotency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처음부터 LLM을 넣지 않는 이유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Planner는 “무엇을 할까”만 결정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Validator는 안전 경계를 고정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Executor는 등록 함수만 호출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ToolResult는 성공과 실패의 공통 언어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read_public_text는 의도적으로 좁다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count_action_markers는 LLM 전 fixture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코드 읽기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Run All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실패 주입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pytest 빨강→초록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Git checkpoint 만들기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단계별 화면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화면을 보기 전에 전체 경로와 마지막 성공 신호를 먼저 공유한다.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https://jupyter.org/install</a:t>
            </a:r>
          </a:p>
          <a:p xmlns:a="http://schemas.openxmlformats.org/drawingml/2006/main">
            <a:r>
              <a:t>- https://code.visualstudio.com/docs/languages/python</a:t>
            </a:r>
          </a:p>
          <a:p xmlns:a="http://schemas.openxmlformats.org/drawingml/2006/main">
            <a:r>
              <a:t>- https://developers.openai.com/codex/cli/</a:t>
            </a:r>
          </a:p>
          <a:p xmlns:a="http://schemas.openxmlformats.org/drawingml/2006/main">
            <a:r>
              <a:t>- https://docs.anthropic.com/en/docs/claude-code/terminal-guide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Jupyter 설치 · notebook 실행기의 공식 경로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https://jupyter.org/install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VS Code Python · editor와 interpreter 연결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https://code.visualstudio.com/docs/languages/python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Codex CLI · 작은 spec으로 수정 가속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https://developers.openai.com/codex/cli/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Claude Code · 동일 repo에서 검토 루프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https://docs.anthropic.com/en/docs/claude-code/terminal-guide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규칙 기반 planner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SafeToolExecutor의 경계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파일 확장자 allowlist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중복 호출 cache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Agent event 한 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실습 1 · Notebook Run All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12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실습 2 · 정상 도구 호출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실습 3 · 실패 4종 재현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실습 4 · pytest 9개 확인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실패 1 · Notebook과 module이 다른 Python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실패 2 · 첫 실패 뒤 계속 실행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실패 3 · 테스트를 통과시키려고 정책 완화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재직자 · Safe loop를 현업 tool에 매핑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12:00–14:00 · PART 2/2 · Agent는 똑똑함보다 멈출 줄 알아야 한다</a:t>
            </a:r>
          </a:p>
          <a:p xmlns:a="http://schemas.openxmlformats.org/drawingml/2006/main">
            <a:r>
              <a:t>이 장표의 역할: 점심 전 Gate · 14:00–15:00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14:00에 정확히 점심을 시작한다. 강사 외부 일정 때문에 일반적인 12–13시 점심을 드리지 못한 점을 다시 사과하고, 14:55 복귀를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Local LLM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Provider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Adapter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Fallback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필수 목표는 “모델 설치 성공”이 아니다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Ollama는 CLI와 localhost API 경로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LM Studio는 GUI와 OpenAI-compatible server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Jan은 desktop local API 대안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Provider adapter가 차이를 감춘다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OpenAI-compatible은 완전 동일을 뜻하지 않는다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작은 모델은 출력 계약을 더 엄격히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로컬 provider 선택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Ollama 최소 실행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Adapter 네 단계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Structured output 처리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모델 오류 분류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단계별 화면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화면을 보기 전에 전체 경로와 마지막 성공 신호를 먼저 공유한다.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https://ollama.com/download</a:t>
            </a:r>
          </a:p>
          <a:p xmlns:a="http://schemas.openxmlformats.org/drawingml/2006/main">
            <a:r>
              <a:t>- https://ollama.com/library/qwen3</a:t>
            </a:r>
          </a:p>
          <a:p xmlns:a="http://schemas.openxmlformats.org/drawingml/2006/main">
            <a:r>
              <a:t>- https://lmstudio.ai/docs/developer/core/server</a:t>
            </a:r>
          </a:p>
          <a:p xmlns:a="http://schemas.openxmlformats.org/drawingml/2006/main">
            <a:r>
              <a:t>- https://www.jan.ai/docs/desktop/api-server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Ollama 다운로드 · OS별 설치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https://ollama.com/download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Qwen3 model library · tag 확인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https://ollama.com/library/qwen3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LM Studio · Local LLM API server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https://lmstudio.ai/docs/developer/core/server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Jan · Local API Server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https://www.jan.ai/docs/desktop/api-server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Ollama generate payload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https://docs.ollama.com/api/generate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연결 실패도 result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공통 Provider protocol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JSON parse와 schema validate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bounded repair · 한 번만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실습 1 · Ollama health 확인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실습 2 · 선택 provider 호출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12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실습 3 · 공통 contract 비교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실습 4 · 깨진 JSON 복구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실패 1 · 큰 모델 다운로드를 기다림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실패 2 · 연결 실패를 traceback으로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실패 3 · JSON처럼 보이면 통과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재직자 · 로컬 LLM 도입 질문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1/3 · 무료 실습의 핵심은 교체 가능한 구조</a:t>
            </a:r>
          </a:p>
          <a:p xmlns:a="http://schemas.openxmlformats.org/drawingml/2006/main">
            <a:r>
              <a:t>이 장표의 역할: BLOCK C · 첫 체크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1분 개인 정리 → 2분 짝 설명 → 2명 전체 공유 순서로 진행한다.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State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Node / Edge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Checkpoint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https://docs.langchain.com/oss/python/langgraph/persistence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HITL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State는 다음 행동의 근거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Node는 한 가지 책임의 함수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Edge는 다음 node를 정하는 정책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Checkpointer가 중단과 재개를 가능하게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Interrupt는 “잠깐 멈춤”이 아니라 업무 상태다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공식 튜토리얼의 workflow를 보며 어디에서 중단하고 사람이 개입하는지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https://www.ibm.com/think/tutorials/human-in-the-loop-ai-agent-langraph-watsonx-ai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Approve·Edit·Reject는 다른 event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Retry는 일시 오류에만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Graph 설계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오류 routing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Human review node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Interrupt payload 설계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Idempotent publish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단계별 화면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화면을 보기 전에 전체 경로와 마지막 성공 신호를 먼저 공유한다.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https://docs.langchain.com/oss/python/langchain/overview</a:t>
            </a:r>
          </a:p>
          <a:p xmlns:a="http://schemas.openxmlformats.org/drawingml/2006/main">
            <a:r>
              <a:t>- https://docs.langchain.com/oss/python/langgraph/overview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https://docs.langchain.com/oss/python/langgraph/persistence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LangChain overview · 조합 계층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https://docs.langchain.com/oss/python/langchain/overview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LangGraph overview · stateful orchestration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https://docs.langchain.com/oss/python/langgraph/overview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LangGraph interrupts · 사람 입력에서 중단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LangGraph persistence · checkpoint와 thread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https://docs.langchain.com/oss/python/langgraph/persistence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State schema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오류 route 함수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Interrupt로 검토 요청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Command로 같은 thread 재개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승인 event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실습 1 · State 필드 설계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실습 2 · Node와 edge 카드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실습 3 · Retry 정책표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실습 4 · Reviewer 역할극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12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실패 1 · State에 모든 것을 저장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실패 2 · interrupt를 try/except로 감쌈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실패 3 · 승인 전에 외부 쓰기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재직자 · Human Approval 운영표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2/3 · LangGraph는 중단과 재시작을 설계한다</a:t>
            </a:r>
          </a:p>
          <a:p xmlns:a="http://schemas.openxmlformats.org/drawingml/2006/main">
            <a:r>
              <a:t>이 장표의 역할: BLOCK C · 두 번째 체크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1분 개인 정리 → 2분 짝 설명 → 2명 전체 공유 순서로 진행한다.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시간대 구간 표지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이 시간에 손에 남길 파일·명령·판단 기준을 먼저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시간대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필수 본편은 개념·화면·따라하기·증거다. 실패·복구와 확장은 반 속도에 맞춰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STT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Trace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Dataset / Experiment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https://docs.langchain.com/langsmith/evaluation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Release Gate 용어 풀이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영문 철자보다 한 줄 뜻과 수업 예시를 먼저 이해시킨다.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Managed 회의 기능은 현업의 현재 출발점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수업의 local STT는 원리를 이해하는 최소 실습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STT 품질은 WER 하나로 끝나지 않는다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LangSmith trace는 실행의 계보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민감 데이터는 trace 전에 줄인다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Dataset이 평가 입력을 고정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전체 pipeline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STT 실행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Trace 설계 순서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Dataset 구축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평가 루프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단계별 화면 지도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화면을 보기 전에 전체 경로와 마지막 성공 신호를 먼저 공유한다.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https://github.com/SYSTRAN/faster-whisper</a:t>
            </a:r>
          </a:p>
          <a:p xmlns:a="http://schemas.openxmlformats.org/drawingml/2006/main">
            <a:r>
              <a:t>- https://github.com/ggml-org/whisper.cpp</a:t>
            </a:r>
          </a:p>
          <a:p xmlns:a="http://schemas.openxmlformats.org/drawingml/2006/main">
            <a:r>
              <a:t>- https://support.google.com/meet/answer/14754931</a:t>
            </a:r>
          </a:p>
          <a:p xmlns:a="http://schemas.openxmlformats.org/drawingml/2006/main">
            <a:r>
              <a:t>- https://docs.langchain.com/langsmith/observability</a:t>
            </a:r>
          </a:p>
          <a:p xmlns:a="http://schemas.openxmlformats.org/drawingml/2006/main">
            <a:r>
              <a:t>- https://docs.langchain.com/langsmith/evaluation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faster-whisper · Python 기반 local STT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https://github.com/SYSTRAN/faster-whisper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whisper.cpp · 경량 local 대안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https://github.com/ggml-org/whisper.cpp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Google Meet 자동 노트 · 만들기보다 통합하기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https://support.google.com/meet/answer/14754931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LangSmith observability · trace tree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https://docs.langchain.com/langsmith/observability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LangSmith evaluation · dataset과 experiment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화면에서 메뉴·명령·성공 신호를 순서대로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https://docs.langchain.com/langsmith/evaluation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faster-whisper 최소 호출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https://github.com/SYSTRAN/faster-whisper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STT 품질 flag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LangSmith 환경 변수 경계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Trace metadata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결정론적 evaluator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코드를 위에서 아래로 읽고, 바꿔도 되는 값과 고정해야 할 계약을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실습 1 · Managed vs Local 선택표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07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실습 2 · STT quality policy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실습 3 · Trace에서 답할 질문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08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실습 4 · Evaluation dataset 설계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실습 10 MIN. 5분·2분·1분 전에 남은 시간을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실패 1 · STT 결과를 정답으로 간주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실패 2 · 모든 trace에 원문 전송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실패 3 · trace만 보고 평가 완료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재직자 · 운영 dashboard 질문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실패를 숨기지 않고 재현한 뒤, 재시도·중단·사람 검토 중 하나를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구간: 15:00–17:30 · PART 3/3 · LangSmith는 배포 결정을 위한 증거다</a:t>
            </a:r>
          </a:p>
          <a:p xmlns:a="http://schemas.openxmlformats.org/drawingml/2006/main">
            <a:r>
              <a:t>이 장표의 역할: 17:30–18:00 · Q&amp;A와 Exit Ticket</a:t>
            </a:r>
          </a:p>
          <a:p xmlns:a="http://schemas.openxmlformats.org/drawingml/2006/main">
            <a:r>
              <a:t>진행: 핵심 문장을 먼저 말하고, 화면의 항목을 위에서 아래로 1개씩 연결한다.</a:t>
            </a:r>
          </a:p>
          <a:p xmlns:a="http://schemas.openxmlformats.org/drawingml/2006/main">
            <a:r>
              <a:t>확인 질문: 학습자가 자신의 업무 또는 포트폴리오 상황에 같은 원리를 적용해 1문장으로 설명하게 한다.</a:t>
            </a:r>
          </a:p>
          <a:p xmlns:a="http://schemas.openxmlformats.org/drawingml/2006/main">
            <a:r>
              <a:t>빠른 반: 아래 항목 중 하나를 실제 코드·정책·평가 지표로 확장한다.</a:t>
            </a:r>
          </a:p>
          <a:p xmlns:a="http://schemas.openxmlformats.org/drawingml/2006/main">
            <a:r>
              <a:t>복구 반: 용어보다 입력·처리·출력·검증의 네 칸만 채우고 다음 장으로 이동한다.</a:t>
            </a:r>
          </a:p>
          <a:p xmlns:a="http://schemas.openxmlformats.org/drawingml/2006/main">
            <a:r>
              <a:t>17:30부터 30분을 Q&amp;A·실습 복구·Exit Ticket에 사용한다. Day2–5는 일반 점심 12:00–13:00으로 운영한다고 다시 공지한다.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579134728340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4a49b65b8c4673" /><Relationship Type="http://schemas.openxmlformats.org/officeDocument/2006/relationships/slideLayout" Target="/ppt/slideLayouts/slideLayout1.xml" Id="Re578429799e244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78429799e244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8f488134914b9f" /><Relationship Type="http://schemas.openxmlformats.org/officeDocument/2006/relationships/notesSlide" Target="/ppt/notesSlides/notesSlide1.xml" Id="Rad1ee849517f43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a4d795f40742fc" /><Relationship Type="http://schemas.openxmlformats.org/officeDocument/2006/relationships/image" Target="/ppt/media/image.png" Id="Rcb5b24d4166b4bbd" /><Relationship Type="http://schemas.openxmlformats.org/officeDocument/2006/relationships/image" Target="/ppt/media/image.svg" Id="R146cac3d44344736" /><Relationship Type="http://schemas.openxmlformats.org/officeDocument/2006/relationships/notesSlide" Target="/ppt/notesSlides/notesSlide2.xml" Id="R93b257df26b640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11989d6fd47cc" /><Relationship Type="http://schemas.openxmlformats.org/officeDocument/2006/relationships/notesSlide" Target="/ppt/notesSlides/notesSlide3.xml" Id="R430b9b44b90049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a158f2bf944a54" /><Relationship Type="http://schemas.openxmlformats.org/officeDocument/2006/relationships/notesSlide" Target="/ppt/notesSlides/notesSlide4.xml" Id="R5395f46a31c94d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b5fce1c454b2e" /><Relationship Type="http://schemas.openxmlformats.org/officeDocument/2006/relationships/notesSlide" Target="/ppt/notesSlides/notesSlide5.xml" Id="R0813b1a91c8440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f7624cfe184200" /><Relationship Type="http://schemas.openxmlformats.org/officeDocument/2006/relationships/notesSlide" Target="/ppt/notesSlides/notesSlide6.xml" Id="R0fa3c98672af4d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39877d33104ec4" /><Relationship Type="http://schemas.openxmlformats.org/officeDocument/2006/relationships/image" Target="/ppt/media/image2.png" Id="R1ba5472fad66471a" /><Relationship Type="http://schemas.openxmlformats.org/officeDocument/2006/relationships/image" Target="/ppt/media/image2.svg" Id="R05dc89c01e36468e" /><Relationship Type="http://schemas.openxmlformats.org/officeDocument/2006/relationships/notesSlide" Target="/ppt/notesSlides/notesSlide7.xml" Id="R53dd10c448324f0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025f1baf244412" /><Relationship Type="http://schemas.openxmlformats.org/officeDocument/2006/relationships/notesSlide" Target="/ppt/notesSlides/notesSlide8.xml" Id="Rb7f78595616f43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df53495474905" /><Relationship Type="http://schemas.openxmlformats.org/officeDocument/2006/relationships/notesSlide" Target="/ppt/notesSlides/notesSlide9.xml" Id="Rc627beacc3d74f3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a37ab5d2304a35" /><Relationship Type="http://schemas.openxmlformats.org/officeDocument/2006/relationships/notesSlide" Target="/ppt/notesSlides/notesSlide10.xml" Id="R1c34cf407dde46b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ee6df5f85469e" /><Relationship Type="http://schemas.openxmlformats.org/officeDocument/2006/relationships/notesSlide" Target="/ppt/notesSlides/notesSlide11.xml" Id="Rcd9055c2616c4bc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9fb5193986406d" /><Relationship Type="http://schemas.openxmlformats.org/officeDocument/2006/relationships/image" Target="/ppt/media/image.jpeg" Id="Raab458fd8faf4fd8" /><Relationship Type="http://schemas.openxmlformats.org/officeDocument/2006/relationships/image" Target="/ppt/media/image3.png" Id="R9f58edada65d4d15" /><Relationship Type="http://schemas.openxmlformats.org/officeDocument/2006/relationships/notesSlide" Target="/ppt/notesSlides/notesSlide12.xml" Id="R8dd56f6e9e974ca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de8b7d0efe47d0" /><Relationship Type="http://schemas.openxmlformats.org/officeDocument/2006/relationships/notesSlide" Target="/ppt/notesSlides/notesSlide13.xml" Id="R595e66c27d6542b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91a77f457f4654" /><Relationship Type="http://schemas.openxmlformats.org/officeDocument/2006/relationships/notesSlide" Target="/ppt/notesSlides/notesSlide14.xml" Id="R7a2fea83a2444d9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b2b7b34fba4000" /><Relationship Type="http://schemas.openxmlformats.org/officeDocument/2006/relationships/notesSlide" Target="/ppt/notesSlides/notesSlide15.xml" Id="R6034c5db989743a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47d248bd0d4209" /><Relationship Type="http://schemas.openxmlformats.org/officeDocument/2006/relationships/notesSlide" Target="/ppt/notesSlides/notesSlide16.xml" Id="Rc20ca97def114f9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1d06b79a5f4059" /><Relationship Type="http://schemas.openxmlformats.org/officeDocument/2006/relationships/notesSlide" Target="/ppt/notesSlides/notesSlide17.xml" Id="R4ae7c396db68447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98ef1060c4d14" /><Relationship Type="http://schemas.openxmlformats.org/officeDocument/2006/relationships/notesSlide" Target="/ppt/notesSlides/notesSlide18.xml" Id="Rb9ff7f28f1664a2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66bc3db71b453c" /><Relationship Type="http://schemas.openxmlformats.org/officeDocument/2006/relationships/notesSlide" Target="/ppt/notesSlides/notesSlide19.xml" Id="R0a987ea6daef454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024f37a104cf6" /><Relationship Type="http://schemas.openxmlformats.org/officeDocument/2006/relationships/notesSlide" Target="/ppt/notesSlides/notesSlide20.xml" Id="Rf8fed09917a9436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44112cb1194e64" /><Relationship Type="http://schemas.openxmlformats.org/officeDocument/2006/relationships/image" Target="/ppt/media/image2.jpeg" Id="R97754eca061b4977" /><Relationship Type="http://schemas.openxmlformats.org/officeDocument/2006/relationships/notesSlide" Target="/ppt/notesSlides/notesSlide21.xml" Id="R3cb5e81b12f24a6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71bd4000944ad0" /><Relationship Type="http://schemas.openxmlformats.org/officeDocument/2006/relationships/image" Target="/ppt/media/image3.jpeg" Id="R0d29edcc7bab4fa6" /><Relationship Type="http://schemas.openxmlformats.org/officeDocument/2006/relationships/notesSlide" Target="/ppt/notesSlides/notesSlide22.xml" Id="R26db621cc3dd4f3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51b0e65fbe4fbc" /><Relationship Type="http://schemas.openxmlformats.org/officeDocument/2006/relationships/image" Target="/ppt/media/image4.jpeg" Id="R001e3385f21e4b15" /><Relationship Type="http://schemas.openxmlformats.org/officeDocument/2006/relationships/notesSlide" Target="/ppt/notesSlides/notesSlide23.xml" Id="Rbaa714d94933485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c3d7718db84c14" /><Relationship Type="http://schemas.openxmlformats.org/officeDocument/2006/relationships/image" Target="/ppt/media/image5.jpeg" Id="Reab8cd847f904c88" /><Relationship Type="http://schemas.openxmlformats.org/officeDocument/2006/relationships/notesSlide" Target="/ppt/notesSlides/notesSlide24.xml" Id="R9e23737596d3478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7232e7fc5847e2" /><Relationship Type="http://schemas.openxmlformats.org/officeDocument/2006/relationships/notesSlide" Target="/ppt/notesSlides/notesSlide25.xml" Id="Reb5dad3d775e418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a4f163166e477f" /><Relationship Type="http://schemas.openxmlformats.org/officeDocument/2006/relationships/notesSlide" Target="/ppt/notesSlides/notesSlide26.xml" Id="R6aee56a0a275494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f2a65873c542d7" /><Relationship Type="http://schemas.openxmlformats.org/officeDocument/2006/relationships/notesSlide" Target="/ppt/notesSlides/notesSlide27.xml" Id="R185ad0b249944b6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5c34132e0c4624" /><Relationship Type="http://schemas.openxmlformats.org/officeDocument/2006/relationships/notesSlide" Target="/ppt/notesSlides/notesSlide28.xml" Id="Rba182bb885184f2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7ed35a3ca14b55" /><Relationship Type="http://schemas.openxmlformats.org/officeDocument/2006/relationships/notesSlide" Target="/ppt/notesSlides/notesSlide29.xml" Id="R1fb8561239e841c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d3b127d438457e" /><Relationship Type="http://schemas.openxmlformats.org/officeDocument/2006/relationships/notesSlide" Target="/ppt/notesSlides/notesSlide30.xml" Id="R97765f77a3ad44a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87ef7aa2ac4cce" /><Relationship Type="http://schemas.openxmlformats.org/officeDocument/2006/relationships/notesSlide" Target="/ppt/notesSlides/notesSlide31.xml" Id="R79954fdd39184d5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71e14dd30e4185" /><Relationship Type="http://schemas.openxmlformats.org/officeDocument/2006/relationships/notesSlide" Target="/ppt/notesSlides/notesSlide32.xml" Id="R590eba8a8c204f7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479f771d0a45bd" /><Relationship Type="http://schemas.openxmlformats.org/officeDocument/2006/relationships/notesSlide" Target="/ppt/notesSlides/notesSlide33.xml" Id="R10bbb25e8e21473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2f4b8bca554f49" /><Relationship Type="http://schemas.openxmlformats.org/officeDocument/2006/relationships/notesSlide" Target="/ppt/notesSlides/notesSlide34.xml" Id="Ra5c35c97344e476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69000863ac43af" /><Relationship Type="http://schemas.openxmlformats.org/officeDocument/2006/relationships/notesSlide" Target="/ppt/notesSlides/notesSlide35.xml" Id="Rb5b5778a62da44b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78990b61db4ade" /><Relationship Type="http://schemas.openxmlformats.org/officeDocument/2006/relationships/notesSlide" Target="/ppt/notesSlides/notesSlide36.xml" Id="Ra3f3dc889be64e8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c7f25accb4b76" /><Relationship Type="http://schemas.openxmlformats.org/officeDocument/2006/relationships/notesSlide" Target="/ppt/notesSlides/notesSlide37.xml" Id="R0acb9adfe0b949f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004a5aeb64c48" /><Relationship Type="http://schemas.openxmlformats.org/officeDocument/2006/relationships/notesSlide" Target="/ppt/notesSlides/notesSlide38.xml" Id="R98657649253747c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ad7c934d034b37" /><Relationship Type="http://schemas.openxmlformats.org/officeDocument/2006/relationships/notesSlide" Target="/ppt/notesSlides/notesSlide39.xml" Id="R8c5c79ad212c440e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962bac10c54f5c" /><Relationship Type="http://schemas.openxmlformats.org/officeDocument/2006/relationships/notesSlide" Target="/ppt/notesSlides/notesSlide40.xml" Id="Rbd70601b95c34695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921da634f34a2c" /><Relationship Type="http://schemas.openxmlformats.org/officeDocument/2006/relationships/notesSlide" Target="/ppt/notesSlides/notesSlide41.xml" Id="R9bdb8359ec0443bc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1e96f629254bf9" /><Relationship Type="http://schemas.openxmlformats.org/officeDocument/2006/relationships/notesSlide" Target="/ppt/notesSlides/notesSlide42.xml" Id="R92aa07ef3b1f4199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127b9c8f140ec" /><Relationship Type="http://schemas.openxmlformats.org/officeDocument/2006/relationships/notesSlide" Target="/ppt/notesSlides/notesSlide43.xml" Id="Rf25c8f35ae1344d0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7d1fc83854d07" /><Relationship Type="http://schemas.openxmlformats.org/officeDocument/2006/relationships/notesSlide" Target="/ppt/notesSlides/notesSlide44.xml" Id="R518595d40d7f42cf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7561c2070b40cd" /><Relationship Type="http://schemas.openxmlformats.org/officeDocument/2006/relationships/image" Target="/ppt/media/image4.png" Id="R1a4d92bc5c624a8e" /><Relationship Type="http://schemas.openxmlformats.org/officeDocument/2006/relationships/image" Target="/ppt/media/image3.svg" Id="R912b2469ff584c57" /><Relationship Type="http://schemas.openxmlformats.org/officeDocument/2006/relationships/notesSlide" Target="/ppt/notesSlides/notesSlide45.xml" Id="R7faf3997109e4d3e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bf62ef99144b9f" /><Relationship Type="http://schemas.openxmlformats.org/officeDocument/2006/relationships/notesSlide" Target="/ppt/notesSlides/notesSlide46.xml" Id="Rd0b859a054a24ee1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8be22e6264e9f" /><Relationship Type="http://schemas.openxmlformats.org/officeDocument/2006/relationships/notesSlide" Target="/ppt/notesSlides/notesSlide47.xml" Id="R68ebd7e31eaa4a57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e7ec0f9e964ef6" /><Relationship Type="http://schemas.openxmlformats.org/officeDocument/2006/relationships/notesSlide" Target="/ppt/notesSlides/notesSlide48.xml" Id="Ref09cae63f704d67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d7801b6b4b462c" /><Relationship Type="http://schemas.openxmlformats.org/officeDocument/2006/relationships/notesSlide" Target="/ppt/notesSlides/notesSlide49.xml" Id="Rca8f2c07dcee4a9e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a32077ff854e2b" /><Relationship Type="http://schemas.openxmlformats.org/officeDocument/2006/relationships/notesSlide" Target="/ppt/notesSlides/notesSlide50.xml" Id="Rf0533dec1fbb4bbb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e3c7823244019" /><Relationship Type="http://schemas.openxmlformats.org/officeDocument/2006/relationships/notesSlide" Target="/ppt/notesSlides/notesSlide51.xml" Id="Rcbd9563d2853401d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e4232b40ab4400" /><Relationship Type="http://schemas.openxmlformats.org/officeDocument/2006/relationships/notesSlide" Target="/ppt/notesSlides/notesSlide52.xml" Id="Rffe772054ee34310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ad3a0b2e1a449a" /><Relationship Type="http://schemas.openxmlformats.org/officeDocument/2006/relationships/notesSlide" Target="/ppt/notesSlides/notesSlide53.xml" Id="R117526c0a98440c0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33bae4ed5048b7" /><Relationship Type="http://schemas.openxmlformats.org/officeDocument/2006/relationships/notesSlide" Target="/ppt/notesSlides/notesSlide54.xml" Id="R310a989aa82e4813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875997e8484b85" /><Relationship Type="http://schemas.openxmlformats.org/officeDocument/2006/relationships/notesSlide" Target="/ppt/notesSlides/notesSlide55.xml" Id="Rb05a7d0120044703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d586aa17804cd7" /><Relationship Type="http://schemas.openxmlformats.org/officeDocument/2006/relationships/notesSlide" Target="/ppt/notesSlides/notesSlide56.xml" Id="Raf71a4d83672450c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e501a6299f4a17" /><Relationship Type="http://schemas.openxmlformats.org/officeDocument/2006/relationships/notesSlide" Target="/ppt/notesSlides/notesSlide57.xml" Id="R2bf3d3fadc5d4b40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0c58b8efcd48a9" /><Relationship Type="http://schemas.openxmlformats.org/officeDocument/2006/relationships/notesSlide" Target="/ppt/notesSlides/notesSlide58.xml" Id="R1d6610e6e7124cdf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4ca28fe344691" /><Relationship Type="http://schemas.openxmlformats.org/officeDocument/2006/relationships/image" Target="/ppt/media/image6.jpeg" Id="Rcb2f021a819a45e2" /><Relationship Type="http://schemas.openxmlformats.org/officeDocument/2006/relationships/notesSlide" Target="/ppt/notesSlides/notesSlide59.xml" Id="Re14649d0943a43cb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3174ea493049ce" /><Relationship Type="http://schemas.openxmlformats.org/officeDocument/2006/relationships/image" Target="/ppt/media/image7.jpeg" Id="Rf476d15a493e49f5" /><Relationship Type="http://schemas.openxmlformats.org/officeDocument/2006/relationships/notesSlide" Target="/ppt/notesSlides/notesSlide60.xml" Id="R6464d1f2e10340d1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96fbf9d38a4aa9" /><Relationship Type="http://schemas.openxmlformats.org/officeDocument/2006/relationships/image" Target="/ppt/media/image8.jpeg" Id="R93864a83c1b04e38" /><Relationship Type="http://schemas.openxmlformats.org/officeDocument/2006/relationships/notesSlide" Target="/ppt/notesSlides/notesSlide61.xml" Id="R36267aa3e25942c0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70aaedc9764e34" /><Relationship Type="http://schemas.openxmlformats.org/officeDocument/2006/relationships/image" Target="/ppt/media/image9.jpeg" Id="R70218182fb51455b" /><Relationship Type="http://schemas.openxmlformats.org/officeDocument/2006/relationships/notesSlide" Target="/ppt/notesSlides/notesSlide62.xml" Id="Rbae90c0126894d75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18efa4b17341fe" /><Relationship Type="http://schemas.openxmlformats.org/officeDocument/2006/relationships/notesSlide" Target="/ppt/notesSlides/notesSlide63.xml" Id="Rdeaa0eee18524845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d8034c9a8e4678" /><Relationship Type="http://schemas.openxmlformats.org/officeDocument/2006/relationships/notesSlide" Target="/ppt/notesSlides/notesSlide64.xml" Id="R2b77116836a5427c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2b65d3df034adb" /><Relationship Type="http://schemas.openxmlformats.org/officeDocument/2006/relationships/notesSlide" Target="/ppt/notesSlides/notesSlide65.xml" Id="R9847e8e024f84026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97855db524b12" /><Relationship Type="http://schemas.openxmlformats.org/officeDocument/2006/relationships/notesSlide" Target="/ppt/notesSlides/notesSlide66.xml" Id="Rcb05385d8d7645cc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379c4ae6b143d8" /><Relationship Type="http://schemas.openxmlformats.org/officeDocument/2006/relationships/notesSlide" Target="/ppt/notesSlides/notesSlide67.xml" Id="Rb88a8b84ae6e4bd4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c1c918b194466c" /><Relationship Type="http://schemas.openxmlformats.org/officeDocument/2006/relationships/notesSlide" Target="/ppt/notesSlides/notesSlide68.xml" Id="Rf649faafc6f243ad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ea995e3c0a4d38" /><Relationship Type="http://schemas.openxmlformats.org/officeDocument/2006/relationships/notesSlide" Target="/ppt/notesSlides/notesSlide69.xml" Id="R3af589e313ae46a6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aef5a1600342d0" /><Relationship Type="http://schemas.openxmlformats.org/officeDocument/2006/relationships/notesSlide" Target="/ppt/notesSlides/notesSlide70.xml" Id="R2d999bf260054326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299a7b80524282" /><Relationship Type="http://schemas.openxmlformats.org/officeDocument/2006/relationships/notesSlide" Target="/ppt/notesSlides/notesSlide71.xml" Id="Re76d7ac4787c4cec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774b156d194048" /><Relationship Type="http://schemas.openxmlformats.org/officeDocument/2006/relationships/notesSlide" Target="/ppt/notesSlides/notesSlide72.xml" Id="Rdbacc59fae3b4054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506517c37046a0" /><Relationship Type="http://schemas.openxmlformats.org/officeDocument/2006/relationships/notesSlide" Target="/ppt/notesSlides/notesSlide73.xml" Id="R89d49c23cdeb40af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c62afe2b843f1" /><Relationship Type="http://schemas.openxmlformats.org/officeDocument/2006/relationships/notesSlide" Target="/ppt/notesSlides/notesSlide74.xml" Id="Ra42617f331a14e2d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56efcd581048ae" /><Relationship Type="http://schemas.openxmlformats.org/officeDocument/2006/relationships/notesSlide" Target="/ppt/notesSlides/notesSlide75.xml" Id="R28c508fc10da4bbd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95e0c367d54b30" /><Relationship Type="http://schemas.openxmlformats.org/officeDocument/2006/relationships/notesSlide" Target="/ppt/notesSlides/notesSlide76.xml" Id="R19b268bb7a854b35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326723e5554542" /><Relationship Type="http://schemas.openxmlformats.org/officeDocument/2006/relationships/notesSlide" Target="/ppt/notesSlides/notesSlide77.xml" Id="R4cb48aa48cae489b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cdf25893f444c8" /><Relationship Type="http://schemas.openxmlformats.org/officeDocument/2006/relationships/notesSlide" Target="/ppt/notesSlides/notesSlide78.xml" Id="R38a0182e42e54947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f56d307fa6451b" /><Relationship Type="http://schemas.openxmlformats.org/officeDocument/2006/relationships/notesSlide" Target="/ppt/notesSlides/notesSlide79.xml" Id="R90abb989c21d4339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98a192c7024cd3" /><Relationship Type="http://schemas.openxmlformats.org/officeDocument/2006/relationships/notesSlide" Target="/ppt/notesSlides/notesSlide80.xml" Id="R03149307a1cf4354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6ede0436b8446d" /><Relationship Type="http://schemas.openxmlformats.org/officeDocument/2006/relationships/notesSlide" Target="/ppt/notesSlides/notesSlide81.xml" Id="R8eeeaaba2e454fef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74cca709544ac8" /><Relationship Type="http://schemas.openxmlformats.org/officeDocument/2006/relationships/notesSlide" Target="/ppt/notesSlides/notesSlide82.xml" Id="R467a2823f903473d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0b0026d7f147e7" /><Relationship Type="http://schemas.openxmlformats.org/officeDocument/2006/relationships/image" Target="/ppt/media/image5.png" Id="R347c2c888605425e" /><Relationship Type="http://schemas.openxmlformats.org/officeDocument/2006/relationships/image" Target="/ppt/media/image4.svg" Id="R05144ff517654539" /><Relationship Type="http://schemas.openxmlformats.org/officeDocument/2006/relationships/notesSlide" Target="/ppt/notesSlides/notesSlide83.xml" Id="R246081e0641e4bf1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dac8e2e394b90" /><Relationship Type="http://schemas.openxmlformats.org/officeDocument/2006/relationships/notesSlide" Target="/ppt/notesSlides/notesSlide84.xml" Id="Rd1f0bc1d218c4f05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1fdfaafbcd41e3" /><Relationship Type="http://schemas.openxmlformats.org/officeDocument/2006/relationships/notesSlide" Target="/ppt/notesSlides/notesSlide85.xml" Id="Rf0cf24f7f8b741b0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0c2ec408b4a56" /><Relationship Type="http://schemas.openxmlformats.org/officeDocument/2006/relationships/notesSlide" Target="/ppt/notesSlides/notesSlide86.xml" Id="R7a376afbcddc4626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fa7eab6bcc49af" /><Relationship Type="http://schemas.openxmlformats.org/officeDocument/2006/relationships/notesSlide" Target="/ppt/notesSlides/notesSlide87.xml" Id="Rae330d7a8ae44eca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f79055f32f4ea3" /><Relationship Type="http://schemas.openxmlformats.org/officeDocument/2006/relationships/notesSlide" Target="/ppt/notesSlides/notesSlide88.xml" Id="R1af4d27622634557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5ac1241af54054" /><Relationship Type="http://schemas.openxmlformats.org/officeDocument/2006/relationships/notesSlide" Target="/ppt/notesSlides/notesSlide89.xml" Id="Rf0f1fd0a9ff745fd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344ae52b054aaa" /><Relationship Type="http://schemas.openxmlformats.org/officeDocument/2006/relationships/notesSlide" Target="/ppt/notesSlides/notesSlide90.xml" Id="Rd75db99a30004960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35061c5ed54745" /><Relationship Type="http://schemas.openxmlformats.org/officeDocument/2006/relationships/notesSlide" Target="/ppt/notesSlides/notesSlide91.xml" Id="R41adbb1e8b9e43be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2fe09165642b2" /><Relationship Type="http://schemas.openxmlformats.org/officeDocument/2006/relationships/notesSlide" Target="/ppt/notesSlides/notesSlide92.xml" Id="Rdc70b23ec5bc420c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444080d01404c" /><Relationship Type="http://schemas.openxmlformats.org/officeDocument/2006/relationships/notesSlide" Target="/ppt/notesSlides/notesSlide93.xml" Id="R2b09154d109e4415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a9451d24b541cc" /><Relationship Type="http://schemas.openxmlformats.org/officeDocument/2006/relationships/notesSlide" Target="/ppt/notesSlides/notesSlide94.xml" Id="Rca52ef5fec874127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68687017b84f9d" /><Relationship Type="http://schemas.openxmlformats.org/officeDocument/2006/relationships/notesSlide" Target="/ppt/notesSlides/notesSlide95.xml" Id="R74d36d6a12a44506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952a037d54b99" /><Relationship Type="http://schemas.openxmlformats.org/officeDocument/2006/relationships/notesSlide" Target="/ppt/notesSlides/notesSlide96.xml" Id="R603b971309314ebb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7cfc6a29654dbf" /><Relationship Type="http://schemas.openxmlformats.org/officeDocument/2006/relationships/image" Target="/ppt/media/image10.jpeg" Id="R44ed81892e364f31" /><Relationship Type="http://schemas.openxmlformats.org/officeDocument/2006/relationships/notesSlide" Target="/ppt/notesSlides/notesSlide97.xml" Id="Ra0c8bf619edc4058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50c77e015d466c" /><Relationship Type="http://schemas.openxmlformats.org/officeDocument/2006/relationships/image" Target="/ppt/media/image11.jpeg" Id="R4a3e369323f949d8" /><Relationship Type="http://schemas.openxmlformats.org/officeDocument/2006/relationships/notesSlide" Target="/ppt/notesSlides/notesSlide98.xml" Id="Rfd18121db0264e96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f26aa678fe4a72" /><Relationship Type="http://schemas.openxmlformats.org/officeDocument/2006/relationships/image" Target="/ppt/media/image12.jpeg" Id="Rc1b6dd14d73f44b3" /><Relationship Type="http://schemas.openxmlformats.org/officeDocument/2006/relationships/notesSlide" Target="/ppt/notesSlides/notesSlide99.xml" Id="R0e73b827b8584f9b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52d90081164641" /><Relationship Type="http://schemas.openxmlformats.org/officeDocument/2006/relationships/image" Target="/ppt/media/image13.jpeg" Id="R063918eab41e4562" /><Relationship Type="http://schemas.openxmlformats.org/officeDocument/2006/relationships/notesSlide" Target="/ppt/notesSlides/notesSlide100.xml" Id="R64a97d943f58489d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c0474f61024238" /><Relationship Type="http://schemas.openxmlformats.org/officeDocument/2006/relationships/notesSlide" Target="/ppt/notesSlides/notesSlide101.xml" Id="Rf3f0caba55264597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3cbc980e8b44b8" /><Relationship Type="http://schemas.openxmlformats.org/officeDocument/2006/relationships/notesSlide" Target="/ppt/notesSlides/notesSlide102.xml" Id="R104e0f3114aa4a06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a7931fa3c34247" /><Relationship Type="http://schemas.openxmlformats.org/officeDocument/2006/relationships/notesSlide" Target="/ppt/notesSlides/notesSlide103.xml" Id="R7ab0a8a2270d4dc6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9de9e70114c06" /><Relationship Type="http://schemas.openxmlformats.org/officeDocument/2006/relationships/notesSlide" Target="/ppt/notesSlides/notesSlide104.xml" Id="R3cfccd7d888e46e0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07fbbd96184f34" /><Relationship Type="http://schemas.openxmlformats.org/officeDocument/2006/relationships/notesSlide" Target="/ppt/notesSlides/notesSlide105.xml" Id="R9886166a90c24a30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f90b4af1a9482a" /><Relationship Type="http://schemas.openxmlformats.org/officeDocument/2006/relationships/notesSlide" Target="/ppt/notesSlides/notesSlide106.xml" Id="Rf4f8b9821e26496d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f3ff5b5fca4ad9" /><Relationship Type="http://schemas.openxmlformats.org/officeDocument/2006/relationships/notesSlide" Target="/ppt/notesSlides/notesSlide107.xml" Id="R6307e27a73e345d6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a86276236c4a85" /><Relationship Type="http://schemas.openxmlformats.org/officeDocument/2006/relationships/notesSlide" Target="/ppt/notesSlides/notesSlide108.xml" Id="R0c98f2c4d4624671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1401b78b6f43d9" /><Relationship Type="http://schemas.openxmlformats.org/officeDocument/2006/relationships/notesSlide" Target="/ppt/notesSlides/notesSlide109.xml" Id="R8068f81b15ed4d95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dc518116a54f43" /><Relationship Type="http://schemas.openxmlformats.org/officeDocument/2006/relationships/notesSlide" Target="/ppt/notesSlides/notesSlide110.xml" Id="R2e978cadf471497d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8c9a5798684510" /><Relationship Type="http://schemas.openxmlformats.org/officeDocument/2006/relationships/notesSlide" Target="/ppt/notesSlides/notesSlide111.xml" Id="R9a0dad50422044ed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e40d38fd634107" /><Relationship Type="http://schemas.openxmlformats.org/officeDocument/2006/relationships/notesSlide" Target="/ppt/notesSlides/notesSlide112.xml" Id="Rafdccb331d3745f3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5db15a1ad04ba1" /><Relationship Type="http://schemas.openxmlformats.org/officeDocument/2006/relationships/notesSlide" Target="/ppt/notesSlides/notesSlide113.xml" Id="Ra8051ff1a1184310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9c684eaf5a4713" /><Relationship Type="http://schemas.openxmlformats.org/officeDocument/2006/relationships/notesSlide" Target="/ppt/notesSlides/notesSlide114.xml" Id="Rfe30f3f8eba1487b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aa797aed4e4521" /><Relationship Type="http://schemas.openxmlformats.org/officeDocument/2006/relationships/notesSlide" Target="/ppt/notesSlides/notesSlide115.xml" Id="R830b7af6c4ea4bd0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ff36fc4b24e22" /><Relationship Type="http://schemas.openxmlformats.org/officeDocument/2006/relationships/notesSlide" Target="/ppt/notesSlides/notesSlide116.xml" Id="R0d54bd3272b847b6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74529e55ed47f6" /><Relationship Type="http://schemas.openxmlformats.org/officeDocument/2006/relationships/notesSlide" Target="/ppt/notesSlides/notesSlide117.xml" Id="R90f51b1f4b66451b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f2d2e96fd84699" /><Relationship Type="http://schemas.openxmlformats.org/officeDocument/2006/relationships/notesSlide" Target="/ppt/notesSlides/notesSlide118.xml" Id="Rdc67e112c05a42d9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39582b669842a7" /><Relationship Type="http://schemas.openxmlformats.org/officeDocument/2006/relationships/notesSlide" Target="/ppt/notesSlides/notesSlide119.xml" Id="Rde9d51c497254b4d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842d5fbab94ade" /><Relationship Type="http://schemas.openxmlformats.org/officeDocument/2006/relationships/notesSlide" Target="/ppt/notesSlides/notesSlide120.xml" Id="R488faec1af1540e6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393a6924fb4392" /><Relationship Type="http://schemas.openxmlformats.org/officeDocument/2006/relationships/image" Target="/ppt/media/image6.png" Id="R38365888723d4b70" /><Relationship Type="http://schemas.openxmlformats.org/officeDocument/2006/relationships/image" Target="/ppt/media/image5.svg" Id="R5720e7ef46a2401b" /><Relationship Type="http://schemas.openxmlformats.org/officeDocument/2006/relationships/notesSlide" Target="/ppt/notesSlides/notesSlide121.xml" Id="Ra1e1d21b219448df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766e798d3c4ded" /><Relationship Type="http://schemas.openxmlformats.org/officeDocument/2006/relationships/notesSlide" Target="/ppt/notesSlides/notesSlide122.xml" Id="R88731b4317e74de9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1009e8439d409c" /><Relationship Type="http://schemas.openxmlformats.org/officeDocument/2006/relationships/notesSlide" Target="/ppt/notesSlides/notesSlide123.xml" Id="Rc3ed250731134996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294327d6b4198" /><Relationship Type="http://schemas.openxmlformats.org/officeDocument/2006/relationships/notesSlide" Target="/ppt/notesSlides/notesSlide124.xml" Id="R3d2f16accef24dcb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e5452060fe4ed3" /><Relationship Type="http://schemas.openxmlformats.org/officeDocument/2006/relationships/notesSlide" Target="/ppt/notesSlides/notesSlide125.xml" Id="R508e22e98f0546b4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b4e667557648fc" /><Relationship Type="http://schemas.openxmlformats.org/officeDocument/2006/relationships/notesSlide" Target="/ppt/notesSlides/notesSlide126.xml" Id="R30f62e4bac614740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09c124f0224733" /><Relationship Type="http://schemas.openxmlformats.org/officeDocument/2006/relationships/notesSlide" Target="/ppt/notesSlides/notesSlide127.xml" Id="Rbb3043df970b4ca5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9ccc4b833d4f76" /><Relationship Type="http://schemas.openxmlformats.org/officeDocument/2006/relationships/notesSlide" Target="/ppt/notesSlides/notesSlide128.xml" Id="R107198f735f24f44" /></Relationships>
</file>

<file path=ppt/slides/_rels/slide1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20563d3bdd49af" /><Relationship Type="http://schemas.openxmlformats.org/officeDocument/2006/relationships/notesSlide" Target="/ppt/notesSlides/notesSlide129.xml" Id="R3bc8dbfe27e54c68" /></Relationships>
</file>

<file path=ppt/slides/_rels/slide1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e7ebbbb9c94e17" /><Relationship Type="http://schemas.openxmlformats.org/officeDocument/2006/relationships/notesSlide" Target="/ppt/notesSlides/notesSlide130.xml" Id="R398ccb15d550424a" /></Relationships>
</file>

<file path=ppt/slides/_rels/slide1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cb74daf33741f3" /><Relationship Type="http://schemas.openxmlformats.org/officeDocument/2006/relationships/notesSlide" Target="/ppt/notesSlides/notesSlide131.xml" Id="R3303532a4bfc4989" /></Relationships>
</file>

<file path=ppt/slides/_rels/slide1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f20ae9c8974b60" /><Relationship Type="http://schemas.openxmlformats.org/officeDocument/2006/relationships/notesSlide" Target="/ppt/notesSlides/notesSlide132.xml" Id="Rc2caf2856c60429a" /></Relationships>
</file>

<file path=ppt/slides/_rels/slide1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6e4ffa6b6c4c72" /><Relationship Type="http://schemas.openxmlformats.org/officeDocument/2006/relationships/notesSlide" Target="/ppt/notesSlides/notesSlide133.xml" Id="R7dedbe5c4fa04a58" /></Relationships>
</file>

<file path=ppt/slides/_rels/slide1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a6cf027b3848c5" /><Relationship Type="http://schemas.openxmlformats.org/officeDocument/2006/relationships/notesSlide" Target="/ppt/notesSlides/notesSlide134.xml" Id="R3c0e762f1f724693" /></Relationships>
</file>

<file path=ppt/slides/_rels/slide1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67e0602226407f" /><Relationship Type="http://schemas.openxmlformats.org/officeDocument/2006/relationships/image" Target="/ppt/media/image14.jpeg" Id="R58919b14d6294e61" /><Relationship Type="http://schemas.openxmlformats.org/officeDocument/2006/relationships/notesSlide" Target="/ppt/notesSlides/notesSlide135.xml" Id="R5097b15930104a5f" /></Relationships>
</file>

<file path=ppt/slides/_rels/slide1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b63860c6541af" /><Relationship Type="http://schemas.openxmlformats.org/officeDocument/2006/relationships/image" Target="/ppt/media/image15.jpeg" Id="R36390c54847248a7" /><Relationship Type="http://schemas.openxmlformats.org/officeDocument/2006/relationships/notesSlide" Target="/ppt/notesSlides/notesSlide136.xml" Id="R551a8588d02a4918" /></Relationships>
</file>

<file path=ppt/slides/_rels/slide1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c6ac7cf0e643aa" /><Relationship Type="http://schemas.openxmlformats.org/officeDocument/2006/relationships/image" Target="/ppt/media/image16.jpeg" Id="R1345178fc3e24899" /><Relationship Type="http://schemas.openxmlformats.org/officeDocument/2006/relationships/notesSlide" Target="/ppt/notesSlides/notesSlide137.xml" Id="R8e3e49a784274c8d" /></Relationships>
</file>

<file path=ppt/slides/_rels/slide1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7723e10f9a4402" /><Relationship Type="http://schemas.openxmlformats.org/officeDocument/2006/relationships/image" Target="/ppt/media/image17.jpeg" Id="Re29dea42caf24c6f" /><Relationship Type="http://schemas.openxmlformats.org/officeDocument/2006/relationships/notesSlide" Target="/ppt/notesSlides/notesSlide138.xml" Id="Rd3b555923c074c10" /></Relationships>
</file>

<file path=ppt/slides/_rels/slide1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10c96d46ae490f" /><Relationship Type="http://schemas.openxmlformats.org/officeDocument/2006/relationships/notesSlide" Target="/ppt/notesSlides/notesSlide139.xml" Id="R2a9f004eabef4a3b" /></Relationships>
</file>

<file path=ppt/slides/_rels/slide1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0c734479f44f4" /><Relationship Type="http://schemas.openxmlformats.org/officeDocument/2006/relationships/notesSlide" Target="/ppt/notesSlides/notesSlide140.xml" Id="Rbd5ddeffe8044a3d" /></Relationships>
</file>

<file path=ppt/slides/_rels/slide1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b89908debe4b8c" /><Relationship Type="http://schemas.openxmlformats.org/officeDocument/2006/relationships/notesSlide" Target="/ppt/notesSlides/notesSlide141.xml" Id="R833c1dfb513448b2" /></Relationships>
</file>

<file path=ppt/slides/_rels/slide1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fd8a2c81ba44d9" /><Relationship Type="http://schemas.openxmlformats.org/officeDocument/2006/relationships/notesSlide" Target="/ppt/notesSlides/notesSlide142.xml" Id="R7d4fb10757734c95" /></Relationships>
</file>

<file path=ppt/slides/_rels/slide1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6c107e5fe84e38" /><Relationship Type="http://schemas.openxmlformats.org/officeDocument/2006/relationships/notesSlide" Target="/ppt/notesSlides/notesSlide143.xml" Id="R1b4ab767ddb74d47" /></Relationships>
</file>

<file path=ppt/slides/_rels/slide1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ea2eeb3adf4f8a" /><Relationship Type="http://schemas.openxmlformats.org/officeDocument/2006/relationships/notesSlide" Target="/ppt/notesSlides/notesSlide144.xml" Id="R9d875c0a6cd14e35" /></Relationships>
</file>

<file path=ppt/slides/_rels/slide1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8d2379e99340ea" /><Relationship Type="http://schemas.openxmlformats.org/officeDocument/2006/relationships/notesSlide" Target="/ppt/notesSlides/notesSlide145.xml" Id="R12ea7f7cf1ae470b" /></Relationships>
</file>

<file path=ppt/slides/_rels/slide1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87e1b7821c4234" /><Relationship Type="http://schemas.openxmlformats.org/officeDocument/2006/relationships/notesSlide" Target="/ppt/notesSlides/notesSlide146.xml" Id="R36de16bc5eab40a2" /></Relationships>
</file>

<file path=ppt/slides/_rels/slide1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b2f67d248940db" /><Relationship Type="http://schemas.openxmlformats.org/officeDocument/2006/relationships/notesSlide" Target="/ppt/notesSlides/notesSlide147.xml" Id="Rce54ff87e0014a6e" /></Relationships>
</file>

<file path=ppt/slides/_rels/slide1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c8fe9a3cf4bcd" /><Relationship Type="http://schemas.openxmlformats.org/officeDocument/2006/relationships/notesSlide" Target="/ppt/notesSlides/notesSlide148.xml" Id="R46d6360e8859497a" /></Relationships>
</file>

<file path=ppt/slides/_rels/slide1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a4a28696442e5" /><Relationship Type="http://schemas.openxmlformats.org/officeDocument/2006/relationships/notesSlide" Target="/ppt/notesSlides/notesSlide149.xml" Id="R7d7fe9338eaa46a0" /></Relationships>
</file>

<file path=ppt/slides/_rels/slide1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5581ebaf90466c" /><Relationship Type="http://schemas.openxmlformats.org/officeDocument/2006/relationships/notesSlide" Target="/ppt/notesSlides/notesSlide150.xml" Id="Re263fd4f60d54b2c" /></Relationships>
</file>

<file path=ppt/slides/_rels/slide1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727e7d269b43fa" /><Relationship Type="http://schemas.openxmlformats.org/officeDocument/2006/relationships/notesSlide" Target="/ppt/notesSlides/notesSlide151.xml" Id="R80aa903af9354562" /></Relationships>
</file>

<file path=ppt/slides/_rels/slide1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20eef4abaf4278" /><Relationship Type="http://schemas.openxmlformats.org/officeDocument/2006/relationships/notesSlide" Target="/ppt/notesSlides/notesSlide152.xml" Id="R49ffa52656af4c49" /></Relationships>
</file>

<file path=ppt/slides/_rels/slide1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21fc8069ad4d4a" /><Relationship Type="http://schemas.openxmlformats.org/officeDocument/2006/relationships/notesSlide" Target="/ppt/notesSlides/notesSlide153.xml" Id="Rf63925d069504936" /></Relationships>
</file>

<file path=ppt/slides/_rels/slide1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b96719008243cf" /><Relationship Type="http://schemas.openxmlformats.org/officeDocument/2006/relationships/notesSlide" Target="/ppt/notesSlides/notesSlide154.xml" Id="R4ad00b5a51b84c83" /></Relationships>
</file>

<file path=ppt/slides/_rels/slide1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8651e9f5bc4b9c" /><Relationship Type="http://schemas.openxmlformats.org/officeDocument/2006/relationships/notesSlide" Target="/ppt/notesSlides/notesSlide155.xml" Id="Rfd063c86e4f842fa" /></Relationships>
</file>

<file path=ppt/slides/_rels/slide1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6b97c9af6e4d16" /><Relationship Type="http://schemas.openxmlformats.org/officeDocument/2006/relationships/notesSlide" Target="/ppt/notesSlides/notesSlide156.xml" Id="R12c8ce7ea4e646c2" /></Relationships>
</file>

<file path=ppt/slides/_rels/slide1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382c4835c54e8b" /><Relationship Type="http://schemas.openxmlformats.org/officeDocument/2006/relationships/notesSlide" Target="/ppt/notesSlides/notesSlide157.xml" Id="R6e6faf16273c4a43" /></Relationships>
</file>

<file path=ppt/slides/_rels/slide1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dad0e4d124d13" /><Relationship Type="http://schemas.openxmlformats.org/officeDocument/2006/relationships/notesSlide" Target="/ppt/notesSlides/notesSlide158.xml" Id="R73a43047973640b0" /></Relationships>
</file>

<file path=ppt/slides/_rels/slide1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d2de9646594063" /><Relationship Type="http://schemas.openxmlformats.org/officeDocument/2006/relationships/image" Target="/ppt/media/image7.png" Id="R8505b41e5910404a" /><Relationship Type="http://schemas.openxmlformats.org/officeDocument/2006/relationships/image" Target="/ppt/media/image6.svg" Id="R20b532d1b886404d" /><Relationship Type="http://schemas.openxmlformats.org/officeDocument/2006/relationships/notesSlide" Target="/ppt/notesSlides/notesSlide159.xml" Id="R2732f045a82d49cb" /></Relationships>
</file>

<file path=ppt/slides/_rels/slide1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31b3546674f19" /><Relationship Type="http://schemas.openxmlformats.org/officeDocument/2006/relationships/notesSlide" Target="/ppt/notesSlides/notesSlide160.xml" Id="R6da02d9503d849d1" /></Relationships>
</file>

<file path=ppt/slides/_rels/slide1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f5050389374f21" /><Relationship Type="http://schemas.openxmlformats.org/officeDocument/2006/relationships/notesSlide" Target="/ppt/notesSlides/notesSlide161.xml" Id="Rcb27af06b0ca46a7" /></Relationships>
</file>

<file path=ppt/slides/_rels/slide1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570c9f44f54978" /><Relationship Type="http://schemas.openxmlformats.org/officeDocument/2006/relationships/notesSlide" Target="/ppt/notesSlides/notesSlide162.xml" Id="R11cd8995a9e94346" /></Relationships>
</file>

<file path=ppt/slides/_rels/slide1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1587c2e0294d35" /><Relationship Type="http://schemas.openxmlformats.org/officeDocument/2006/relationships/notesSlide" Target="/ppt/notesSlides/notesSlide163.xml" Id="R715f4fe50d11441a" /></Relationships>
</file>

<file path=ppt/slides/_rels/slide1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d3b1475f764485" /><Relationship Type="http://schemas.openxmlformats.org/officeDocument/2006/relationships/notesSlide" Target="/ppt/notesSlides/notesSlide164.xml" Id="R0154410c4df940c6" /></Relationships>
</file>

<file path=ppt/slides/_rels/slide1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6c9ae55c7b4581" /><Relationship Type="http://schemas.openxmlformats.org/officeDocument/2006/relationships/notesSlide" Target="/ppt/notesSlides/notesSlide165.xml" Id="Rc90db1505fc74f54" /></Relationships>
</file>

<file path=ppt/slides/_rels/slide1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40847fb9c4a6d" /><Relationship Type="http://schemas.openxmlformats.org/officeDocument/2006/relationships/notesSlide" Target="/ppt/notesSlides/notesSlide166.xml" Id="Rff0e5d0d1a114905" /></Relationships>
</file>

<file path=ppt/slides/_rels/slide1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4840664f3f4839" /><Relationship Type="http://schemas.openxmlformats.org/officeDocument/2006/relationships/notesSlide" Target="/ppt/notesSlides/notesSlide167.xml" Id="Ra9e2ea57336649e0" /></Relationships>
</file>

<file path=ppt/slides/_rels/slide1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50be1023f4809" /><Relationship Type="http://schemas.openxmlformats.org/officeDocument/2006/relationships/notesSlide" Target="/ppt/notesSlides/notesSlide168.xml" Id="R36900c2da20b4c49" /></Relationships>
</file>

<file path=ppt/slides/_rels/slide1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7dca2548ff4acb" /><Relationship Type="http://schemas.openxmlformats.org/officeDocument/2006/relationships/notesSlide" Target="/ppt/notesSlides/notesSlide169.xml" Id="R1c38de5cdcff4da2" /></Relationships>
</file>

<file path=ppt/slides/_rels/slide1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30725d67b3448c" /><Relationship Type="http://schemas.openxmlformats.org/officeDocument/2006/relationships/notesSlide" Target="/ppt/notesSlides/notesSlide170.xml" Id="R97a996a33baa4cfc" /></Relationships>
</file>

<file path=ppt/slides/_rels/slide1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87de48fd0441a8" /><Relationship Type="http://schemas.openxmlformats.org/officeDocument/2006/relationships/notesSlide" Target="/ppt/notesSlides/notesSlide171.xml" Id="Rf992bfab88ad449e" /></Relationships>
</file>

<file path=ppt/slides/_rels/slide1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1be617ffff4f61" /><Relationship Type="http://schemas.openxmlformats.org/officeDocument/2006/relationships/image" Target="/ppt/media/image18.jpeg" Id="R5b3991d4110e4740" /><Relationship Type="http://schemas.openxmlformats.org/officeDocument/2006/relationships/notesSlide" Target="/ppt/notesSlides/notesSlide172.xml" Id="Ree7c87e8191e41b0" /></Relationships>
</file>

<file path=ppt/slides/_rels/slide1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dca4131e4644fd" /><Relationship Type="http://schemas.openxmlformats.org/officeDocument/2006/relationships/image" Target="/ppt/media/image19.jpeg" Id="Rcc6fd4c5428d4198" /><Relationship Type="http://schemas.openxmlformats.org/officeDocument/2006/relationships/notesSlide" Target="/ppt/notesSlides/notesSlide173.xml" Id="Rba8e75e07c6743e5" /></Relationships>
</file>

<file path=ppt/slides/_rels/slide1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17c3e6e4884124" /><Relationship Type="http://schemas.openxmlformats.org/officeDocument/2006/relationships/image" Target="/ppt/media/image20.jpeg" Id="Re6de214450854ee8" /><Relationship Type="http://schemas.openxmlformats.org/officeDocument/2006/relationships/notesSlide" Target="/ppt/notesSlides/notesSlide174.xml" Id="Re9ecd54535fb4736" /></Relationships>
</file>

<file path=ppt/slides/_rels/slide1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d044a9e7ff4146" /><Relationship Type="http://schemas.openxmlformats.org/officeDocument/2006/relationships/image" Target="/ppt/media/image21.jpeg" Id="Re24c885501df40ac" /><Relationship Type="http://schemas.openxmlformats.org/officeDocument/2006/relationships/notesSlide" Target="/ppt/notesSlides/notesSlide175.xml" Id="Readf9d0333d543f6" /></Relationships>
</file>

<file path=ppt/slides/_rels/slide1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f7750c79714905" /><Relationship Type="http://schemas.openxmlformats.org/officeDocument/2006/relationships/notesSlide" Target="/ppt/notesSlides/notesSlide176.xml" Id="R941fcfc15c064800" /></Relationships>
</file>

<file path=ppt/slides/_rels/slide1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1e8f607fd84f92" /><Relationship Type="http://schemas.openxmlformats.org/officeDocument/2006/relationships/notesSlide" Target="/ppt/notesSlides/notesSlide177.xml" Id="R99245adbdd544490" /></Relationships>
</file>

<file path=ppt/slides/_rels/slide1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eb09ab5c7044cc" /><Relationship Type="http://schemas.openxmlformats.org/officeDocument/2006/relationships/notesSlide" Target="/ppt/notesSlides/notesSlide178.xml" Id="R136db8d7c6cb4de3" /></Relationships>
</file>

<file path=ppt/slides/_rels/slide1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32f510a0b54b7a" /><Relationship Type="http://schemas.openxmlformats.org/officeDocument/2006/relationships/notesSlide" Target="/ppt/notesSlides/notesSlide179.xml" Id="R4c3acb719f13497c" /></Relationships>
</file>

<file path=ppt/slides/_rels/slide1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4b38e31b1495b" /><Relationship Type="http://schemas.openxmlformats.org/officeDocument/2006/relationships/notesSlide" Target="/ppt/notesSlides/notesSlide180.xml" Id="Recb34e92024d4631" /></Relationships>
</file>

<file path=ppt/slides/_rels/slide1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edb7408cc340e4" /><Relationship Type="http://schemas.openxmlformats.org/officeDocument/2006/relationships/notesSlide" Target="/ppt/notesSlides/notesSlide181.xml" Id="Rbd4b1a6e0e164627" /></Relationships>
</file>

<file path=ppt/slides/_rels/slide1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2decc8f7eb44f9" /><Relationship Type="http://schemas.openxmlformats.org/officeDocument/2006/relationships/notesSlide" Target="/ppt/notesSlides/notesSlide182.xml" Id="R8d36f14acdb2471b" /></Relationships>
</file>

<file path=ppt/slides/_rels/slide1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32b281a7b4b0c" /><Relationship Type="http://schemas.openxmlformats.org/officeDocument/2006/relationships/notesSlide" Target="/ppt/notesSlides/notesSlide183.xml" Id="R9e2f8bfbdd494531" /></Relationships>
</file>

<file path=ppt/slides/_rels/slide1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cd84484124541" /><Relationship Type="http://schemas.openxmlformats.org/officeDocument/2006/relationships/notesSlide" Target="/ppt/notesSlides/notesSlide184.xml" Id="Rca82c07b855f4c8d" /></Relationships>
</file>

<file path=ppt/slides/_rels/slide1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7a5190661a45f4" /><Relationship Type="http://schemas.openxmlformats.org/officeDocument/2006/relationships/notesSlide" Target="/ppt/notesSlides/notesSlide185.xml" Id="R064266377c524482" /></Relationships>
</file>

<file path=ppt/slides/_rels/slide1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0797062574779" /><Relationship Type="http://schemas.openxmlformats.org/officeDocument/2006/relationships/notesSlide" Target="/ppt/notesSlides/notesSlide186.xml" Id="R6ad5dc64a13a45f3" /></Relationships>
</file>

<file path=ppt/slides/_rels/slide1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c2ec3e5d4435b" /><Relationship Type="http://schemas.openxmlformats.org/officeDocument/2006/relationships/notesSlide" Target="/ppt/notesSlides/notesSlide187.xml" Id="R5c1dd53af07c414b" /></Relationships>
</file>

<file path=ppt/slides/_rels/slide1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bb77ce4904f22" /><Relationship Type="http://schemas.openxmlformats.org/officeDocument/2006/relationships/notesSlide" Target="/ppt/notesSlides/notesSlide188.xml" Id="R9b75783c56744eb6" /></Relationships>
</file>

<file path=ppt/slides/_rels/slide1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0400f3bec042d9" /><Relationship Type="http://schemas.openxmlformats.org/officeDocument/2006/relationships/notesSlide" Target="/ppt/notesSlides/notesSlide189.xml" Id="R3d5ca889a96d405e" /></Relationships>
</file>

<file path=ppt/slides/_rels/slide1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9f3243e4bc4199" /><Relationship Type="http://schemas.openxmlformats.org/officeDocument/2006/relationships/notesSlide" Target="/ppt/notesSlides/notesSlide190.xml" Id="R6c56abaea2534e1b" /></Relationships>
</file>

<file path=ppt/slides/_rels/slide1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18c12cc71464d" /><Relationship Type="http://schemas.openxmlformats.org/officeDocument/2006/relationships/notesSlide" Target="/ppt/notesSlides/notesSlide191.xml" Id="R2668951cf2744bc8" /></Relationships>
</file>

<file path=ppt/slides/_rels/slide1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ecf90302194378" /><Relationship Type="http://schemas.openxmlformats.org/officeDocument/2006/relationships/notesSlide" Target="/ppt/notesSlides/notesSlide192.xml" Id="Rf10049912ae641e0" /></Relationships>
</file>

<file path=ppt/slides/_rels/slide1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14e6a7c9df4fd7" /><Relationship Type="http://schemas.openxmlformats.org/officeDocument/2006/relationships/notesSlide" Target="/ppt/notesSlides/notesSlide193.xml" Id="Rdc000076869c4eeb" /></Relationships>
</file>

<file path=ppt/slides/_rels/slide1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7c385aa7ea4344" /><Relationship Type="http://schemas.openxmlformats.org/officeDocument/2006/relationships/notesSlide" Target="/ppt/notesSlides/notesSlide194.xml" Id="R8d871920fb194eff" /></Relationships>
</file>

<file path=ppt/slides/_rels/slide1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42310841fa48e0" /><Relationship Type="http://schemas.openxmlformats.org/officeDocument/2006/relationships/notesSlide" Target="/ppt/notesSlides/notesSlide195.xml" Id="R77af1a7c79b24b38" /></Relationships>
</file>

<file path=ppt/slides/_rels/slide1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d12233aac843e9" /><Relationship Type="http://schemas.openxmlformats.org/officeDocument/2006/relationships/image" Target="/ppt/media/image8.png" Id="Rfa8f1f1209d247ed" /><Relationship Type="http://schemas.openxmlformats.org/officeDocument/2006/relationships/image" Target="/ppt/media/image7.svg" Id="R4c1ec53cf4ad4073" /><Relationship Type="http://schemas.openxmlformats.org/officeDocument/2006/relationships/notesSlide" Target="/ppt/notesSlides/notesSlide196.xml" Id="R2173d97ec5d94151" /></Relationships>
</file>

<file path=ppt/slides/_rels/slide1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94426713e645ee" /><Relationship Type="http://schemas.openxmlformats.org/officeDocument/2006/relationships/notesSlide" Target="/ppt/notesSlides/notesSlide197.xml" Id="Ra1b7da9b139d40ea" /></Relationships>
</file>

<file path=ppt/slides/_rels/slide1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fbefde46004b02" /><Relationship Type="http://schemas.openxmlformats.org/officeDocument/2006/relationships/notesSlide" Target="/ppt/notesSlides/notesSlide198.xml" Id="R10c483ab75fa491a" /></Relationships>
</file>

<file path=ppt/slides/_rels/slide1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9e582d78b44b3" /><Relationship Type="http://schemas.openxmlformats.org/officeDocument/2006/relationships/notesSlide" Target="/ppt/notesSlides/notesSlide199.xml" Id="R563045a8724a4256" /></Relationships>
</file>

<file path=ppt/slides/_rels/slide2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52afdfc6ee4083" /><Relationship Type="http://schemas.openxmlformats.org/officeDocument/2006/relationships/notesSlide" Target="/ppt/notesSlides/notesSlide200.xml" Id="Rffe3fa35a5da4010" /></Relationships>
</file>

<file path=ppt/slides/_rels/slide2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736e127c304f25" /><Relationship Type="http://schemas.openxmlformats.org/officeDocument/2006/relationships/notesSlide" Target="/ppt/notesSlides/notesSlide201.xml" Id="R836fca42b83f47cc" /></Relationships>
</file>

<file path=ppt/slides/_rels/slide2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fc925de3d45fc" /><Relationship Type="http://schemas.openxmlformats.org/officeDocument/2006/relationships/notesSlide" Target="/ppt/notesSlides/notesSlide202.xml" Id="R0ff48676656442d0" /></Relationships>
</file>

<file path=ppt/slides/_rels/slide2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96ee881884b34" /><Relationship Type="http://schemas.openxmlformats.org/officeDocument/2006/relationships/notesSlide" Target="/ppt/notesSlides/notesSlide203.xml" Id="Rae79b75eab5048de" /></Relationships>
</file>

<file path=ppt/slides/_rels/slide2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7a27fc364d42cc" /><Relationship Type="http://schemas.openxmlformats.org/officeDocument/2006/relationships/notesSlide" Target="/ppt/notesSlides/notesSlide204.xml" Id="R0e48eb2218bf43da" /></Relationships>
</file>

<file path=ppt/slides/_rels/slide2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20a40b68694691" /><Relationship Type="http://schemas.openxmlformats.org/officeDocument/2006/relationships/notesSlide" Target="/ppt/notesSlides/notesSlide205.xml" Id="R87d7f40b95064dc8" /></Relationships>
</file>

<file path=ppt/slides/_rels/slide2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663477e2a459f" /><Relationship Type="http://schemas.openxmlformats.org/officeDocument/2006/relationships/notesSlide" Target="/ppt/notesSlides/notesSlide206.xml" Id="Rb15bd654b8674c7d" /></Relationships>
</file>

<file path=ppt/slides/_rels/slide2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25e40fe65d42e7" /><Relationship Type="http://schemas.openxmlformats.org/officeDocument/2006/relationships/notesSlide" Target="/ppt/notesSlides/notesSlide207.xml" Id="R05dcd107b6a24847" /></Relationships>
</file>

<file path=ppt/slides/_rels/slide2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d4490560504275" /><Relationship Type="http://schemas.openxmlformats.org/officeDocument/2006/relationships/notesSlide" Target="/ppt/notesSlides/notesSlide208.xml" Id="Rcac1a2a8bc974194" /></Relationships>
</file>

<file path=ppt/slides/_rels/slide2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d12bf2a10f4a81" /><Relationship Type="http://schemas.openxmlformats.org/officeDocument/2006/relationships/image" Target="/ppt/media/image22.jpeg" Id="Rf20ca925b95a46f5" /><Relationship Type="http://schemas.openxmlformats.org/officeDocument/2006/relationships/notesSlide" Target="/ppt/notesSlides/notesSlide209.xml" Id="R9deb661443c544a0" /></Relationships>
</file>

<file path=ppt/slides/_rels/slide2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4c9be7d0b346d2" /><Relationship Type="http://schemas.openxmlformats.org/officeDocument/2006/relationships/image" Target="/ppt/media/image23.jpeg" Id="R35b0e518e6654759" /><Relationship Type="http://schemas.openxmlformats.org/officeDocument/2006/relationships/notesSlide" Target="/ppt/notesSlides/notesSlide210.xml" Id="R2a4c904dec704733" /></Relationships>
</file>

<file path=ppt/slides/_rels/slide2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e8eac977684549" /><Relationship Type="http://schemas.openxmlformats.org/officeDocument/2006/relationships/image" Target="/ppt/media/image24.jpeg" Id="R0c0ea3b599db4ae0" /><Relationship Type="http://schemas.openxmlformats.org/officeDocument/2006/relationships/notesSlide" Target="/ppt/notesSlides/notesSlide211.xml" Id="Rea96a2a5eb0046f0" /></Relationships>
</file>

<file path=ppt/slides/_rels/slide2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c85fc81be64cd4" /><Relationship Type="http://schemas.openxmlformats.org/officeDocument/2006/relationships/image" Target="/ppt/media/image25.jpeg" Id="R5e8b76c478714fa4" /><Relationship Type="http://schemas.openxmlformats.org/officeDocument/2006/relationships/notesSlide" Target="/ppt/notesSlides/notesSlide212.xml" Id="R5383491b6b144223" /></Relationships>
</file>

<file path=ppt/slides/_rels/slide2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1eda1c27384dc6" /><Relationship Type="http://schemas.openxmlformats.org/officeDocument/2006/relationships/notesSlide" Target="/ppt/notesSlides/notesSlide213.xml" Id="R13798492578c4842" /></Relationships>
</file>

<file path=ppt/slides/_rels/slide2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eea778a10f4c10" /><Relationship Type="http://schemas.openxmlformats.org/officeDocument/2006/relationships/notesSlide" Target="/ppt/notesSlides/notesSlide214.xml" Id="R31cf7a3105b84ed1" /></Relationships>
</file>

<file path=ppt/slides/_rels/slide2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0d2d04f674ec9" /><Relationship Type="http://schemas.openxmlformats.org/officeDocument/2006/relationships/notesSlide" Target="/ppt/notesSlides/notesSlide215.xml" Id="R8d1c205a01d044dc" /></Relationships>
</file>

<file path=ppt/slides/_rels/slide2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f782e2f16e4c3e" /><Relationship Type="http://schemas.openxmlformats.org/officeDocument/2006/relationships/notesSlide" Target="/ppt/notesSlides/notesSlide216.xml" Id="Rcd96f6a8e4be4709" /></Relationships>
</file>

<file path=ppt/slides/_rels/slide2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04a2377c504c56" /><Relationship Type="http://schemas.openxmlformats.org/officeDocument/2006/relationships/notesSlide" Target="/ppt/notesSlides/notesSlide217.xml" Id="R2f5091aa033d4b41" /></Relationships>
</file>

<file path=ppt/slides/_rels/slide2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dc9651c1e34fdd" /><Relationship Type="http://schemas.openxmlformats.org/officeDocument/2006/relationships/notesSlide" Target="/ppt/notesSlides/notesSlide218.xml" Id="R01b53a553ea044ad" /></Relationships>
</file>

<file path=ppt/slides/_rels/slide2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063620aefb4d94" /><Relationship Type="http://schemas.openxmlformats.org/officeDocument/2006/relationships/notesSlide" Target="/ppt/notesSlides/notesSlide219.xml" Id="R6c22ee7431564ce7" /></Relationships>
</file>

<file path=ppt/slides/_rels/slide2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50a7a854bc48a5" /><Relationship Type="http://schemas.openxmlformats.org/officeDocument/2006/relationships/notesSlide" Target="/ppt/notesSlides/notesSlide220.xml" Id="R5caa6cac04194e1b" /></Relationships>
</file>

<file path=ppt/slides/_rels/slide2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c702d81fa9431f" /><Relationship Type="http://schemas.openxmlformats.org/officeDocument/2006/relationships/notesSlide" Target="/ppt/notesSlides/notesSlide221.xml" Id="R70e11342fff24a21" /></Relationships>
</file>

<file path=ppt/slides/_rels/slide2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8423d66f9749f0" /><Relationship Type="http://schemas.openxmlformats.org/officeDocument/2006/relationships/notesSlide" Target="/ppt/notesSlides/notesSlide222.xml" Id="R24134a27cc744a07" /></Relationships>
</file>

<file path=ppt/slides/_rels/slide2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ab6fb69ee14202" /><Relationship Type="http://schemas.openxmlformats.org/officeDocument/2006/relationships/notesSlide" Target="/ppt/notesSlides/notesSlide223.xml" Id="Rde870ffbd8e04b26" /></Relationships>
</file>

<file path=ppt/slides/_rels/slide2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ba23652ce34d26" /><Relationship Type="http://schemas.openxmlformats.org/officeDocument/2006/relationships/notesSlide" Target="/ppt/notesSlides/notesSlide224.xml" Id="R031b9af1bc5242f4" /></Relationships>
</file>

<file path=ppt/slides/_rels/slide2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65eb9c04f45d0" /><Relationship Type="http://schemas.openxmlformats.org/officeDocument/2006/relationships/notesSlide" Target="/ppt/notesSlides/notesSlide225.xml" Id="Rba26a5488a3b4a70" /></Relationships>
</file>

<file path=ppt/slides/_rels/slide2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3bd97ad50547a1" /><Relationship Type="http://schemas.openxmlformats.org/officeDocument/2006/relationships/notesSlide" Target="/ppt/notesSlides/notesSlide226.xml" Id="R32151a98656649a7" /></Relationships>
</file>

<file path=ppt/slides/_rels/slide2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8f2d6398364c0d" /><Relationship Type="http://schemas.openxmlformats.org/officeDocument/2006/relationships/notesSlide" Target="/ppt/notesSlides/notesSlide227.xml" Id="R324c32abbe414deb" /></Relationships>
</file>

<file path=ppt/slides/_rels/slide2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bfa51398784dd6" /><Relationship Type="http://schemas.openxmlformats.org/officeDocument/2006/relationships/notesSlide" Target="/ppt/notesSlides/notesSlide228.xml" Id="R284911e4b53b4465" /></Relationships>
</file>

<file path=ppt/slides/_rels/slide2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04ab86544403c" /><Relationship Type="http://schemas.openxmlformats.org/officeDocument/2006/relationships/notesSlide" Target="/ppt/notesSlides/notesSlide229.xml" Id="R8f81e5e896d6413f" /></Relationships>
</file>

<file path=ppt/slides/_rels/slide2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aae7c4902945cc" /><Relationship Type="http://schemas.openxmlformats.org/officeDocument/2006/relationships/notesSlide" Target="/ppt/notesSlides/notesSlide230.xml" Id="Ra0286b5f416e4ee0" /></Relationships>
</file>

<file path=ppt/slides/_rels/slide2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c3312733a24138" /><Relationship Type="http://schemas.openxmlformats.org/officeDocument/2006/relationships/notesSlide" Target="/ppt/notesSlides/notesSlide231.xml" Id="R65aa33b01cf24f09" /></Relationships>
</file>

<file path=ppt/slides/_rels/slide2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537d60dc6c4815" /><Relationship Type="http://schemas.openxmlformats.org/officeDocument/2006/relationships/notesSlide" Target="/ppt/notesSlides/notesSlide232.xml" Id="R46459da42bdb4584" /></Relationships>
</file>

<file path=ppt/slides/_rels/slide2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b94b2794c44acf" /><Relationship Type="http://schemas.openxmlformats.org/officeDocument/2006/relationships/image" Target="/ppt/media/image9.png" Id="Rb0fda0b07b454ea6" /><Relationship Type="http://schemas.openxmlformats.org/officeDocument/2006/relationships/image" Target="/ppt/media/image8.svg" Id="R920703e356f34181" /><Relationship Type="http://schemas.openxmlformats.org/officeDocument/2006/relationships/notesSlide" Target="/ppt/notesSlides/notesSlide233.xml" Id="R5dea19ca9e074b21" /></Relationships>
</file>

<file path=ppt/slides/_rels/slide2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ba9dedab8942ba" /><Relationship Type="http://schemas.openxmlformats.org/officeDocument/2006/relationships/notesSlide" Target="/ppt/notesSlides/notesSlide234.xml" Id="Rcfef7b0e08964797" /></Relationships>
</file>

<file path=ppt/slides/_rels/slide2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bec22021ee4d80" /><Relationship Type="http://schemas.openxmlformats.org/officeDocument/2006/relationships/notesSlide" Target="/ppt/notesSlides/notesSlide235.xml" Id="R05147a75090a45fc" /></Relationships>
</file>

<file path=ppt/slides/_rels/slide2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702a8ba49c47ab" /><Relationship Type="http://schemas.openxmlformats.org/officeDocument/2006/relationships/notesSlide" Target="/ppt/notesSlides/notesSlide236.xml" Id="Rba91f01ca9df4565" /></Relationships>
</file>

<file path=ppt/slides/_rels/slide2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a9400a70294d9d" /><Relationship Type="http://schemas.openxmlformats.org/officeDocument/2006/relationships/image" Target="/ppt/media/image10.png" Id="Rb1ffdd7b2cea4faa" /><Relationship Type="http://schemas.openxmlformats.org/officeDocument/2006/relationships/notesSlide" Target="/ppt/notesSlides/notesSlide237.xml" Id="Re206e6deb3874780" /></Relationships>
</file>

<file path=ppt/slides/_rels/slide2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6bfafb13d74f25" /><Relationship Type="http://schemas.openxmlformats.org/officeDocument/2006/relationships/notesSlide" Target="/ppt/notesSlides/notesSlide238.xml" Id="R6487e59d831b4945" /></Relationships>
</file>

<file path=ppt/slides/_rels/slide2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1b2789ffce4b50" /><Relationship Type="http://schemas.openxmlformats.org/officeDocument/2006/relationships/notesSlide" Target="/ppt/notesSlides/notesSlide239.xml" Id="R0f4389a34e69445b" /></Relationships>
</file>

<file path=ppt/slides/_rels/slide2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c58b4d6dc64999" /><Relationship Type="http://schemas.openxmlformats.org/officeDocument/2006/relationships/notesSlide" Target="/ppt/notesSlides/notesSlide240.xml" Id="R6a825f647b754aba" /></Relationships>
</file>

<file path=ppt/slides/_rels/slide2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6af736260c4f13" /><Relationship Type="http://schemas.openxmlformats.org/officeDocument/2006/relationships/notesSlide" Target="/ppt/notesSlides/notesSlide241.xml" Id="Ra004d5ebcc154897" /></Relationships>
</file>

<file path=ppt/slides/_rels/slide2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157ae5ef974b22" /><Relationship Type="http://schemas.openxmlformats.org/officeDocument/2006/relationships/notesSlide" Target="/ppt/notesSlides/notesSlide242.xml" Id="Raaf136154d2f4f3f" /></Relationships>
</file>

<file path=ppt/slides/_rels/slide2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e47635b7cc4c75" /><Relationship Type="http://schemas.openxmlformats.org/officeDocument/2006/relationships/notesSlide" Target="/ppt/notesSlides/notesSlide243.xml" Id="Rd87a4dd836af415f" /></Relationships>
</file>

<file path=ppt/slides/_rels/slide2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cdeb95b5e74d10" /><Relationship Type="http://schemas.openxmlformats.org/officeDocument/2006/relationships/notesSlide" Target="/ppt/notesSlides/notesSlide244.xml" Id="Rc5a9c6a1e8f54213" /></Relationships>
</file>

<file path=ppt/slides/_rels/slide2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b19e6e7ba4431f" /><Relationship Type="http://schemas.openxmlformats.org/officeDocument/2006/relationships/notesSlide" Target="/ppt/notesSlides/notesSlide245.xml" Id="R8239be8ea02a4a20" /></Relationships>
</file>

<file path=ppt/slides/_rels/slide2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545fc745c4a94" /><Relationship Type="http://schemas.openxmlformats.org/officeDocument/2006/relationships/image" Target="/ppt/media/image26.jpeg" Id="R330d6163be854041" /><Relationship Type="http://schemas.openxmlformats.org/officeDocument/2006/relationships/notesSlide" Target="/ppt/notesSlides/notesSlide246.xml" Id="Rbbc6f5e61413485b" /></Relationships>
</file>

<file path=ppt/slides/_rels/slide2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805cd9035d4bda" /><Relationship Type="http://schemas.openxmlformats.org/officeDocument/2006/relationships/image" Target="/ppt/media/image27.jpeg" Id="R5cc25d7d0e254412" /><Relationship Type="http://schemas.openxmlformats.org/officeDocument/2006/relationships/notesSlide" Target="/ppt/notesSlides/notesSlide247.xml" Id="Rcd83fa4126de4c5d" /></Relationships>
</file>

<file path=ppt/slides/_rels/slide2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85fa75c3cd43c6" /><Relationship Type="http://schemas.openxmlformats.org/officeDocument/2006/relationships/image" Target="/ppt/media/image28.jpeg" Id="Rc74dd5b1b9ab4052" /><Relationship Type="http://schemas.openxmlformats.org/officeDocument/2006/relationships/notesSlide" Target="/ppt/notesSlides/notesSlide248.xml" Id="R91dee93e22dc4cd2" /></Relationships>
</file>

<file path=ppt/slides/_rels/slide2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60264e19694f8b" /><Relationship Type="http://schemas.openxmlformats.org/officeDocument/2006/relationships/image" Target="/ppt/media/image29.jpeg" Id="R68937bacc9fd4a10" /><Relationship Type="http://schemas.openxmlformats.org/officeDocument/2006/relationships/notesSlide" Target="/ppt/notesSlides/notesSlide249.xml" Id="R5aa81763fc214ccd" /></Relationships>
</file>

<file path=ppt/slides/_rels/slide2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a0e123d15d49b9" /><Relationship Type="http://schemas.openxmlformats.org/officeDocument/2006/relationships/notesSlide" Target="/ppt/notesSlides/notesSlide250.xml" Id="R0fc82d11b8ed454e" /></Relationships>
</file>

<file path=ppt/slides/_rels/slide2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83799f14ca4c2b" /><Relationship Type="http://schemas.openxmlformats.org/officeDocument/2006/relationships/notesSlide" Target="/ppt/notesSlides/notesSlide251.xml" Id="R416669aebd3c4cb1" /></Relationships>
</file>

<file path=ppt/slides/_rels/slide2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1a6d8ddd564bb0" /><Relationship Type="http://schemas.openxmlformats.org/officeDocument/2006/relationships/notesSlide" Target="/ppt/notesSlides/notesSlide252.xml" Id="R63f91f2d050b4a22" /></Relationships>
</file>

<file path=ppt/slides/_rels/slide2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3b457a478846f6" /><Relationship Type="http://schemas.openxmlformats.org/officeDocument/2006/relationships/notesSlide" Target="/ppt/notesSlides/notesSlide253.xml" Id="Rf36468cd5d194bed" /></Relationships>
</file>

<file path=ppt/slides/_rels/slide2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4b02c8cd254d74" /><Relationship Type="http://schemas.openxmlformats.org/officeDocument/2006/relationships/notesSlide" Target="/ppt/notesSlides/notesSlide254.xml" Id="R42ee36775e3b41fc" /></Relationships>
</file>

<file path=ppt/slides/_rels/slide2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5c2362f50749fe" /><Relationship Type="http://schemas.openxmlformats.org/officeDocument/2006/relationships/notesSlide" Target="/ppt/notesSlides/notesSlide255.xml" Id="R50585e8a57ea4f88" /></Relationships>
</file>

<file path=ppt/slides/_rels/slide2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2ff4aad264633" /><Relationship Type="http://schemas.openxmlformats.org/officeDocument/2006/relationships/notesSlide" Target="/ppt/notesSlides/notesSlide256.xml" Id="Rd6c967f77d0f4e74" /></Relationships>
</file>

<file path=ppt/slides/_rels/slide2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edbb37c9294eb6" /><Relationship Type="http://schemas.openxmlformats.org/officeDocument/2006/relationships/notesSlide" Target="/ppt/notesSlides/notesSlide257.xml" Id="Rfd23b77a5dea470b" /></Relationships>
</file>

<file path=ppt/slides/_rels/slide2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95937493b74d7b" /><Relationship Type="http://schemas.openxmlformats.org/officeDocument/2006/relationships/notesSlide" Target="/ppt/notesSlides/notesSlide258.xml" Id="R16d1a154fc104d84" /></Relationships>
</file>

<file path=ppt/slides/_rels/slide2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192bbd842644c6" /><Relationship Type="http://schemas.openxmlformats.org/officeDocument/2006/relationships/notesSlide" Target="/ppt/notesSlides/notesSlide259.xml" Id="Re4685f3530f94a12" /></Relationships>
</file>

<file path=ppt/slides/_rels/slide2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30e68970fd4312" /><Relationship Type="http://schemas.openxmlformats.org/officeDocument/2006/relationships/notesSlide" Target="/ppt/notesSlides/notesSlide260.xml" Id="R9dae0dc8b19147f2" /></Relationships>
</file>

<file path=ppt/slides/_rels/slide2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54aca52b2b4386" /><Relationship Type="http://schemas.openxmlformats.org/officeDocument/2006/relationships/notesSlide" Target="/ppt/notesSlides/notesSlide261.xml" Id="R163525e4c0dc45f2" /></Relationships>
</file>

<file path=ppt/slides/_rels/slide2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e1e499d85b477f" /><Relationship Type="http://schemas.openxmlformats.org/officeDocument/2006/relationships/notesSlide" Target="/ppt/notesSlides/notesSlide262.xml" Id="R3825e8b14c5443aa" /></Relationships>
</file>

<file path=ppt/slides/_rels/slide2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4226fe8034934" /><Relationship Type="http://schemas.openxmlformats.org/officeDocument/2006/relationships/notesSlide" Target="/ppt/notesSlides/notesSlide263.xml" Id="R911336d26f284f06" /></Relationships>
</file>

<file path=ppt/slides/_rels/slide2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99b0908e554252" /><Relationship Type="http://schemas.openxmlformats.org/officeDocument/2006/relationships/notesSlide" Target="/ppt/notesSlides/notesSlide264.xml" Id="Rde429bd4091f49fb" /></Relationships>
</file>

<file path=ppt/slides/_rels/slide2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da2936b29c4cca" /><Relationship Type="http://schemas.openxmlformats.org/officeDocument/2006/relationships/notesSlide" Target="/ppt/notesSlides/notesSlide265.xml" Id="R0b4ff70419ad4f22" /></Relationships>
</file>

<file path=ppt/slides/_rels/slide2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93fde6ed1d4661" /><Relationship Type="http://schemas.openxmlformats.org/officeDocument/2006/relationships/notesSlide" Target="/ppt/notesSlides/notesSlide266.xml" Id="R7817500e2a6642f0" /></Relationships>
</file>

<file path=ppt/slides/_rels/slide2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5fe9d69b814051" /><Relationship Type="http://schemas.openxmlformats.org/officeDocument/2006/relationships/notesSlide" Target="/ppt/notesSlides/notesSlide267.xml" Id="R697b898dcfe84ef2" /></Relationships>
</file>

<file path=ppt/slides/_rels/slide2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f75cabce00411f" /><Relationship Type="http://schemas.openxmlformats.org/officeDocument/2006/relationships/notesSlide" Target="/ppt/notesSlides/notesSlide268.xml" Id="R30c5da3f735c43f7" /></Relationships>
</file>

<file path=ppt/slides/_rels/slide2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b84c9089c44b90" /><Relationship Type="http://schemas.openxmlformats.org/officeDocument/2006/relationships/notesSlide" Target="/ppt/notesSlides/notesSlide269.xml" Id="Rd88c6bb7a3444fe6" /></Relationships>
</file>

<file path=ppt/slides/_rels/slide2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2f2120845146dc" /><Relationship Type="http://schemas.openxmlformats.org/officeDocument/2006/relationships/image" Target="/ppt/media/image11.png" Id="Re75693fa841d4005" /><Relationship Type="http://schemas.openxmlformats.org/officeDocument/2006/relationships/image" Target="/ppt/media/image9.svg" Id="R19a06662eadb46a5" /><Relationship Type="http://schemas.openxmlformats.org/officeDocument/2006/relationships/notesSlide" Target="/ppt/notesSlides/notesSlide270.xml" Id="R867677efe2a04d3a" /></Relationships>
</file>

<file path=ppt/slides/_rels/slide2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5f6da8b3e14b94" /><Relationship Type="http://schemas.openxmlformats.org/officeDocument/2006/relationships/notesSlide" Target="/ppt/notesSlides/notesSlide271.xml" Id="R4fc232aa1db34639" /></Relationships>
</file>

<file path=ppt/slides/_rels/slide2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9171e180774062" /><Relationship Type="http://schemas.openxmlformats.org/officeDocument/2006/relationships/notesSlide" Target="/ppt/notesSlides/notesSlide272.xml" Id="Ra5807fdb75734ed0" /></Relationships>
</file>

<file path=ppt/slides/_rels/slide2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fb0f8684c143ff" /><Relationship Type="http://schemas.openxmlformats.org/officeDocument/2006/relationships/notesSlide" Target="/ppt/notesSlides/notesSlide273.xml" Id="R818e1fb156e44052" /></Relationships>
</file>

<file path=ppt/slides/_rels/slide2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367408049a413a" /><Relationship Type="http://schemas.openxmlformats.org/officeDocument/2006/relationships/notesSlide" Target="/ppt/notesSlides/notesSlide274.xml" Id="R8d3dba8b1ee74e33" /></Relationships>
</file>

<file path=ppt/slides/_rels/slide2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65719d30084639" /><Relationship Type="http://schemas.openxmlformats.org/officeDocument/2006/relationships/notesSlide" Target="/ppt/notesSlides/notesSlide275.xml" Id="R330ee71d261242c1" /></Relationships>
</file>

<file path=ppt/slides/_rels/slide2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c0b6c6c27441b7" /><Relationship Type="http://schemas.openxmlformats.org/officeDocument/2006/relationships/notesSlide" Target="/ppt/notesSlides/notesSlide276.xml" Id="R1dda81903f4e4d75" /></Relationships>
</file>

<file path=ppt/slides/_rels/slide2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11b2c201e8499d" /><Relationship Type="http://schemas.openxmlformats.org/officeDocument/2006/relationships/notesSlide" Target="/ppt/notesSlides/notesSlide277.xml" Id="R8e102b03f6c64570" /></Relationships>
</file>

<file path=ppt/slides/_rels/slide2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47c0e6d0894d47" /><Relationship Type="http://schemas.openxmlformats.org/officeDocument/2006/relationships/notesSlide" Target="/ppt/notesSlides/notesSlide278.xml" Id="R6ca52a7f21f24e03" /></Relationships>
</file>

<file path=ppt/slides/_rels/slide2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0090ceb5d0451d" /><Relationship Type="http://schemas.openxmlformats.org/officeDocument/2006/relationships/notesSlide" Target="/ppt/notesSlides/notesSlide279.xml" Id="R56db5b13c7c84952" /></Relationships>
</file>

<file path=ppt/slides/_rels/slide2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1635f0777b47a6" /><Relationship Type="http://schemas.openxmlformats.org/officeDocument/2006/relationships/notesSlide" Target="/ppt/notesSlides/notesSlide280.xml" Id="R154a5179e15c43c1" /></Relationships>
</file>

<file path=ppt/slides/_rels/slide2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7e8b9da903417d" /><Relationship Type="http://schemas.openxmlformats.org/officeDocument/2006/relationships/notesSlide" Target="/ppt/notesSlides/notesSlide281.xml" Id="Rf41bd2cbb8dd4291" /></Relationships>
</file>

<file path=ppt/slides/_rels/slide2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f9fd032ea04a4e" /><Relationship Type="http://schemas.openxmlformats.org/officeDocument/2006/relationships/image" Target="/ppt/media/image30.jpeg" Id="R39a4a41a9d6640c6" /><Relationship Type="http://schemas.openxmlformats.org/officeDocument/2006/relationships/notesSlide" Target="/ppt/notesSlides/notesSlide282.xml" Id="Rb5ded5764f704065" /></Relationships>
</file>

<file path=ppt/slides/_rels/slide2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d9280f04c4dfc" /><Relationship Type="http://schemas.openxmlformats.org/officeDocument/2006/relationships/image" Target="/ppt/media/image31.jpeg" Id="R2aa8c1f7187e4a3e" /><Relationship Type="http://schemas.openxmlformats.org/officeDocument/2006/relationships/notesSlide" Target="/ppt/notesSlides/notesSlide283.xml" Id="R0bc65acc1ca94437" /></Relationships>
</file>

<file path=ppt/slides/_rels/slide2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21154e778e4345" /><Relationship Type="http://schemas.openxmlformats.org/officeDocument/2006/relationships/image" Target="/ppt/media/image32.jpeg" Id="Rc5cbb02435f84eb6" /><Relationship Type="http://schemas.openxmlformats.org/officeDocument/2006/relationships/notesSlide" Target="/ppt/notesSlides/notesSlide284.xml" Id="R04d15bfea48e4f3a" /></Relationships>
</file>

<file path=ppt/slides/_rels/slide2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f6b34633264a78" /><Relationship Type="http://schemas.openxmlformats.org/officeDocument/2006/relationships/image" Target="/ppt/media/image33.jpeg" Id="R0147b8b529c04c3a" /><Relationship Type="http://schemas.openxmlformats.org/officeDocument/2006/relationships/notesSlide" Target="/ppt/notesSlides/notesSlide285.xml" Id="Rae430563c996438d" /></Relationships>
</file>

<file path=ppt/slides/_rels/slide2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35cd54504240a9" /><Relationship Type="http://schemas.openxmlformats.org/officeDocument/2006/relationships/image" Target="/ppt/media/image34.jpeg" Id="Rde5fe7842d9a4d93" /><Relationship Type="http://schemas.openxmlformats.org/officeDocument/2006/relationships/notesSlide" Target="/ppt/notesSlides/notesSlide286.xml" Id="R58305c37cc984bb9" /></Relationships>
</file>

<file path=ppt/slides/_rels/slide2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eb4e6e6724d6f" /><Relationship Type="http://schemas.openxmlformats.org/officeDocument/2006/relationships/notesSlide" Target="/ppt/notesSlides/notesSlide287.xml" Id="R42d3f2fada454bca" /></Relationships>
</file>

<file path=ppt/slides/_rels/slide2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8b140c6cd54301" /><Relationship Type="http://schemas.openxmlformats.org/officeDocument/2006/relationships/notesSlide" Target="/ppt/notesSlides/notesSlide288.xml" Id="R0e282d59445e4481" /></Relationships>
</file>

<file path=ppt/slides/_rels/slide2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81b28597cb4442" /><Relationship Type="http://schemas.openxmlformats.org/officeDocument/2006/relationships/notesSlide" Target="/ppt/notesSlides/notesSlide289.xml" Id="R91c9cbd809c645d0" /></Relationships>
</file>

<file path=ppt/slides/_rels/slide2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691a1110ca4e25" /><Relationship Type="http://schemas.openxmlformats.org/officeDocument/2006/relationships/notesSlide" Target="/ppt/notesSlides/notesSlide290.xml" Id="R7ea49b250b5d43f8" /></Relationships>
</file>

<file path=ppt/slides/_rels/slide2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961df4db4249e5" /><Relationship Type="http://schemas.openxmlformats.org/officeDocument/2006/relationships/notesSlide" Target="/ppt/notesSlides/notesSlide291.xml" Id="R30220851c8a444b2" /></Relationships>
</file>

<file path=ppt/slides/_rels/slide2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dd1dfc3d5f4acb" /><Relationship Type="http://schemas.openxmlformats.org/officeDocument/2006/relationships/notesSlide" Target="/ppt/notesSlides/notesSlide292.xml" Id="R5614f631baab424b" /></Relationships>
</file>

<file path=ppt/slides/_rels/slide2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011b03c67b48c9" /><Relationship Type="http://schemas.openxmlformats.org/officeDocument/2006/relationships/notesSlide" Target="/ppt/notesSlides/notesSlide293.xml" Id="Rb45c48e1c71349b9" /></Relationships>
</file>

<file path=ppt/slides/_rels/slide2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ab35261ca1449d" /><Relationship Type="http://schemas.openxmlformats.org/officeDocument/2006/relationships/notesSlide" Target="/ppt/notesSlides/notesSlide294.xml" Id="Rb1d74820e93e4f04" /></Relationships>
</file>

<file path=ppt/slides/_rels/slide2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1ab039ca764c0b" /><Relationship Type="http://schemas.openxmlformats.org/officeDocument/2006/relationships/notesSlide" Target="/ppt/notesSlides/notesSlide295.xml" Id="R810cbd0786494466" /></Relationships>
</file>

<file path=ppt/slides/_rels/slide2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c54b49b2804ef4" /><Relationship Type="http://schemas.openxmlformats.org/officeDocument/2006/relationships/notesSlide" Target="/ppt/notesSlides/notesSlide296.xml" Id="R271aacc0118545e8" /></Relationships>
</file>

<file path=ppt/slides/_rels/slide2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901781a65d42e6" /><Relationship Type="http://schemas.openxmlformats.org/officeDocument/2006/relationships/notesSlide" Target="/ppt/notesSlides/notesSlide297.xml" Id="R12eea993e6e84f44" /></Relationships>
</file>

<file path=ppt/slides/_rels/slide2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dddcb0fad94abf" /><Relationship Type="http://schemas.openxmlformats.org/officeDocument/2006/relationships/notesSlide" Target="/ppt/notesSlides/notesSlide298.xml" Id="Red2e987c4a874786" /></Relationships>
</file>

<file path=ppt/slides/_rels/slide2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73ff06113e4ac0" /><Relationship Type="http://schemas.openxmlformats.org/officeDocument/2006/relationships/notesSlide" Target="/ppt/notesSlides/notesSlide299.xml" Id="R9e56ccf0bfe849a1" /></Relationships>
</file>

<file path=ppt/slides/_rels/slide3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d764c7ea1e4be3" /><Relationship Type="http://schemas.openxmlformats.org/officeDocument/2006/relationships/image" Target="/ppt/media/image12.png" Id="Rc9c6edc2cf114e2a" /><Relationship Type="http://schemas.openxmlformats.org/officeDocument/2006/relationships/image" Target="/ppt/media/image10.svg" Id="Rfb89b7aa0abb40ce" /><Relationship Type="http://schemas.openxmlformats.org/officeDocument/2006/relationships/notesSlide" Target="/ppt/notesSlides/notesSlide300.xml" Id="R6c83cb3b8ad044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51D583-1852-420E-B9BE-185EF283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B45120-2F16-443B-85D8-BE7B8884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77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IPA · 40H PROJECT BASED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C1C33E-56D7-4F09-B4A9-0EF4BA62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10096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LLM Agent &amp;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업무자동화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727B1B-8E29-4603-BB16-47C82A29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답을 잘하는 AI에서, 일을 끝내는 Workflow로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054150-D107-4401-9282-A28B8DF4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9F0142-AA6C-4432-8C12-069E5EB6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차성재 · 무신사 Agentic AI Side PM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서울시립대·아주대 AI 겸임교수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DAE6E0-316C-4900-9C6B-FC5D0140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048250"/>
            <a:ext cx="2705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30000"/>
              </a:lnSpc>
              <a:buNone/>
              <a:defRPr sz="1200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rPr>
              <a:t>2026.08.23 SUN</a:t>
            </a:r>
          </a:p>
          <a:p xmlns:a="http://schemas.openxmlformats.org/drawingml/2006/main">
            <a:pPr algn="r">
              <a:lnSpc>
                <a:spcPct val="130000"/>
              </a:lnSpc>
              <a:buNone/>
              <a:defRPr sz="1200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rPr>
              <a:t>09:00-18:00</a:t>
            </a:r>
          </a:p>
          <a:p xmlns:a="http://schemas.openxmlformats.org/drawingml/2006/main">
            <a:pPr algn="r">
              <a:lnSpc>
                <a:spcPct val="130000"/>
              </a:lnSpc>
              <a:buNone/>
              <a:defRPr sz="1200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C7C7C7"/>
                </a:solidFill>
                <a:latin typeface="Apple SD Gothic Neo"/>
                <a:ea typeface="Apple SD Gothic Neo"/>
                <a:cs typeface="Apple SD Gothic Neo"/>
              </a:rPr>
              <a:t>LUNCH 14:00-15:00</a:t>
            </a:r>
          </a:p>
        </p:txBody>
      </p:sp>
    </p:spTree>
    <p:extLst>
      <p:ext uri="{BB962C8B-B14F-4D97-AF65-F5344CB8AC3E}">
        <p14:creationId xmlns:p14="http://schemas.microsoft.com/office/powerpoint/2010/main" val="1647972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B4B346D-A777-429E-B3E7-543749B1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DAY 1 · 운영 안내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773CB0-4569-433E-862F-CB14ECBC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첫날만 점심이 14시입니다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8FC2E8-9637-49FC-96C6-33D1168F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5C754A-B684-4B87-B5CD-1550A541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CCF441-F951-4648-8B1F-14DF56BF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21B8B5-DABE-4B57-BE66-40228371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002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5b24d4166b4bbd">
            <a:extLst>
              <a:ext uri="{96DAC541-7B7A-43D3-8B79-37D633B846F1}">
                <asvg:svgBlip xmlns:asvg="http://schemas.microsoft.com/office/drawing/2016/SVG/main" r:embed="R146cac3d4434473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20350" y="685800"/>
            <a:ext cx="819150" cy="819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123E23-D551-4712-BDF4-9FF07992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923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외부 일정 때문에 일반적인 12-13시 점심을 드리지 못하게 되었습니다. 불편을 드려 죄송합니다.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725CB8-1BB9-4F58-9424-01CA16A1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대신 실습 흐름을 끊지 않는 범위에서 1시간당 10분의 휴식을 구간별로 묶어 운영하겠습니다.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0D8B5E-DCED-42DD-974B-D9A30DBE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1543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785C27-1633-4ECC-848D-63D7A065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09:00-12:00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591EAE-A471-48E3-B367-D7D3C3F1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4322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BLOCK 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BE71D7-E524-44D9-83EA-117338D3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4322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 150분 · 휴식 30분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60B133-1732-4195-8F47-4FA28170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432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10:20-10:35 / 11:45-12:00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5C5664-2B34-4F4B-9276-1124AF1C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62325"/>
            <a:ext cx="872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1D745A-0893-40E8-A648-7DF5293B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1543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BA1B57-85E9-42D5-B931-2E47F872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5282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12:00-14:00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B7A48C-F570-4BC9-8323-4EF02137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3377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BLOCK 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4AB1CC-9832-4104-B571-BAC0FE5A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3377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 100분 · 휴식 20분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48101D-84A9-4132-AF8A-4098662A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3377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13:20-13:40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B4D207-82E7-4EA1-AA48-B1F78B44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52875"/>
            <a:ext cx="872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948217-C8C7-4D78-9DA9-E9F8C836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76700"/>
            <a:ext cx="1543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FAACE1-AC05-4BEC-83BB-41989736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4337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14:00-15:00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FE107B-3D11-4E97-AE7E-D0183C0B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2432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LUNCH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73C69B-9E59-4EDC-B093-2E37D181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2432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점심시간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76B33C-E8AD-41F8-AD6C-9A909B85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243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첫날만 14시 시작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49D528-EB09-4363-B204-08AC6D35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43425"/>
            <a:ext cx="872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F7E4B8-CFAD-4F0E-B82B-5E10A0BB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1543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DE5E52-786A-4FC7-9347-A7F9114B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3392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15:00-17:30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37FFBE-6CD1-4EE4-96DC-FA4513B3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1487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BLOCK 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23FEA6-5686-4A65-AE9B-F7233085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1487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 120분 · 휴식 30분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7BEE07-3206-4FB6-BD14-50FC53E5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71487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16:15-16:30 / 17:15-17:30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5131C8-95F9-4550-A34C-44201EB0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33975"/>
            <a:ext cx="872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4D1882-0F59-4759-9225-21C3B691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1543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324EAB-5E88-4700-A70D-F42F7A2A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17:30-18:00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DCDF98-AD5B-45FF-9A33-B54E0E1B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0542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Q&amp;A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D479F4-84D4-464A-9C3F-8BD7EC64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30542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질문·복구·Exit Ticket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5FE27B-E6E7-4029-B9E3-B27CCC89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3054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남은 이슈를 함께 정리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3A9966-DF03-4E93-B291-3E66E6E3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24525"/>
            <a:ext cx="872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086839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9C3674-A3B6-40D1-9252-6D579828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1/4 · Generative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87F5F5-0E8C-45F4-9936-4230259B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생성형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3CCBEE-299C-4822-83F6-71144784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74B5BA-9548-4C43-84AE-5CE4C164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D9A52B-5FF5-4C37-A21F-56CA3947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698BB1-B0A2-463A-B5E6-4C38AFA1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04E954-F732-48FD-8E66-A1F9F8AB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CA29D1-D5FB-4EA6-AAF4-986F178B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3742DE-A59D-460C-A4F2-797432B3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학습한 패턴을 바탕으로 새로운 텍스트·이미지·코드를 만들어내는 AI이다.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93E9E6-9C23-47F5-A839-01B03643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9F283E-295F-407B-A9E7-C5D7568D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A34901-13B4-4C75-A3A1-CF9C5F93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191D28-F5C1-4D52-AC7D-2448C72E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기존 데이터를 분류하는 AI와 달리 초안과 설명을 만들 수 있지만, 사실 확인과 통제가 필요하다.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202F49-AC0B-4522-9538-FDBAF072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8EBAC9-D19A-4054-BA77-4DDF90C6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171213-DB72-418E-86FB-B16AC7BD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C0B7C1-CA66-495D-B845-AFC8DB78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 원문을 읽고 요약 초안을 만든 뒤 사람이 검토한다.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AD96D6-64A0-4CC4-BA78-B781564D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12878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715184-1385-4E70-88A4-AB2D186F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2/4 · Large Language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302D22-DC14-429E-B883-D6F0409A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LLM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6A960F-AE6A-424E-954F-FA80C5D0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0A82BA-75B1-4251-9D42-2F92E6D9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8586B9-E095-4F5F-9CA3-065F9E67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7D1759-8F9F-40A6-B12A-224789C2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88D6CB-BB13-4FBA-A3A6-2F16808A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2775BA-4D5C-4C39-ADFC-4418378A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4D6C21-A410-4653-8B84-C34B61E0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아주 많은 텍스트로 학습해 다음에 올 말의 가능성을 계산하는 언어 모델이다.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FBBA28-6031-4D49-A633-397E36FB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319048-79D0-467B-A91B-9ADA5314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B65130-CA83-48B7-8FB5-880C1A19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D15D62-E98A-40CE-AA10-A5F5B9E9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문장을 잘 만들지만 회사 규칙이나 최신 사실을 자동으로 보장하지 않는다.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83F2CC-2F8E-44D5-9C26-6347F31C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39E852-B7F4-4466-9B86-FFF37044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9C7E7D-5C88-4930-A123-AC669F5A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83DC25-AD30-404C-A86C-A4321A4A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회의에서 결정·담당자·기한 후보를 구조화한다.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4BFE4B-E18E-4A95-909C-D54ACCD4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016136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C4C9D0-F780-40E6-92FD-9DD111B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3/4 · Goal + State + Tools +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5A2462-BEB4-4117-909B-E1A78896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E6F62F-DC0A-493B-A02F-8DD7C6AA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9144DF-DB27-4A05-B11B-56523F1F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DE8056-7573-4726-BA9E-CDC55966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257449-52F6-45DE-9F9E-1D57BD81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12C14E-9488-4784-9070-4897F7AD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EA8976-C0AD-4BDF-8BA1-C3C0305E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119AE3-DDB5-49A8-A795-950E727D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목표를 받아 현재 상태를 보고, 도구를 선택하고, 결과를 확인하며 다음 행동을 정하는 실행 구조이다.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DB67FC-66AB-4095-B12A-65E39478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AF5C46-867A-41C3-96DF-9B5A6CCF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CD2841-02D7-48C1-9407-D753A259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214CEC-844D-4CED-B405-2D959113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번의 답변이 아니라 여러 단계 업무를 안전하게 이어가기 위해 필요하다.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8D3A1C-4957-4E2C-AB98-573DADC2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599426-C959-407F-AEC9-38362A9E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F4CD81-8F6B-45FE-A528-1A3D6BF7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A013A5-5692-4479-8CFF-22B7B7FD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 읽기 → 요약 → 검증 → 승인 → 기록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E6E8F1-D97A-4A42-BDC9-E9C8410F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555830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2889CF-665D-4955-8C34-1921CC84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4/4 · Instructions + Tools + Tests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A5FB41-B564-4431-9AEE-51C360D6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Harness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D857C4-C680-4FD8-9BC5-1847347F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E87EF8-E534-4C38-AE06-844D54F8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09F223-1185-465E-A787-E4E95B71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1D3659-9DD7-4432-8079-F9368358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F877F4-9283-4C2D-B6D6-1347F0E8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C59CB3-00EC-44C7-8836-8E9F67F2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C3EA45-BEA6-484F-9E5F-EEC9C77A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주변에 지시문·도구·권한·테스트·관측 장치를 설계하는 방식이다.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56F81D-8944-43F0-8F20-DA266383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28B4D5-91C7-471A-9675-54BEE1AC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806D01-7252-4BA0-ABBE-918FE121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0895A0-410C-4F6D-A8DF-8572C434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모델도 어떤 실행 환경과 검증 루프에 넣느냐에 따라 업무 신뢰도가 달라집니다.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BB3A53-ADEA-482B-9FA0-05547E7D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3724FB-3A2B-4E80-A0E3-322AE06B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871299-7C9B-4BE9-B2E8-4C483DDA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77DFC5-9C04-4AD2-8005-7D5042C7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Codex·Claude에 작은 작업을 주고 테스트와 diff로 결과를 확인한다.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316C7B-71DB-47FF-99D7-92B6B7B1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893938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FF853A-AAB2-49D1-B456-537B1EEC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INSTRUCTOR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381C17-6239-432D-9380-D730194F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현재 역할 · Agent 제품을 운영하는 PM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C39B76-4BA3-4F2B-B7D3-277AE7A2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205AB6-3CB0-47B7-94D0-F2303345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AE7BA6-1CDD-4FA5-AF2A-E0B8198F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A7CC6D-91A0-4FF4-817D-80B99A96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A83D6D-7882-42B0-8ED4-7FF276FC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68E03C-CD4E-45A2-A8AF-5360AFBC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고객 접점 Agent는 모델 데모가 아니라 제품 운영 문제다.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a5472fad66471a">
            <a:extLst>
              <a:ext uri="{96DAC541-7B7A-43D3-8B79-37D633B846F1}">
                <asvg:svgBlip xmlns:asvg="http://schemas.microsoft.com/office/drawing/2016/SVG/main" r:embed="R05dc89c01e36468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3E676F-5CC2-4EB8-83E5-1F3F6CE6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현업에서 먼저 보는 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F732C5-025F-47BE-BDF1-A9B384CE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7FE51B-1BE4-43AD-A3D1-573E0F49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 AID Chat·쇼핑 탐색·상품정보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A9FA56-62B5-452F-B493-EC9C1365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746385-FB89-47BD-8787-6EFFDE20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Voice Agent·AI 해설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B283F2-0B20-46EA-B13B-5AB9F782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68D198-1E48-4DBF-A3A3-2DA7665C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SEO/GEO·모두의AI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D95928-EE18-4ADD-9C0C-5CCD283E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AC4991-445D-4A2D-9439-C1936D13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제품과 데모가 갈리는 지점  |  데모는 ‘된다’를 보여주고, 제품은 ‘안 될 때’를 설명한다.</a:t>
            </a:r>
          </a:p>
        </p:txBody>
      </p:sp>
    </p:spTree>
    <p:extLst>
      <p:ext uri="{BB962C8B-B14F-4D97-AF65-F5344CB8AC3E}">
        <p14:creationId xmlns:p14="http://schemas.microsoft.com/office/powerpoint/2010/main" val="13130627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30DDF3-5189-44C1-88E4-86511E08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CAREER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6852B8-6207-450D-A13E-8F93DA5A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산업 경력 · 모델보다 문제를 따라 이동했다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895420-9818-4FC3-B1E2-AB1949AB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104BBF-4DD8-4B4D-AFD0-089FBE6B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45D87E-C464-4BF7-9A85-7E62DCCB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53865E-FE99-4B6A-85EA-D0AB47BE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22DC7A-F90B-4379-900E-1BB420BD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금융/ML → 의료/DL → 교육/LLM → 이커머스/Agent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B699D2-2026-4CDB-8150-78C303B9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18FF12-44E9-4439-BD20-151D8BC1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에이젠글로벌 · 금융 AutoML·MLOps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36FBE7-C979-4941-AF67-1E49F790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9DB046-5352-48A4-8269-EC73348C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아이넥스코퍼레이션 · 의료 실시간 영상 CVOps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3E479F-3481-4DED-8277-0DD18885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9CDF2E-BAB9-42E5-AA57-BE7DC249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크레버스 · 교육 7만 명 평가 LLMOps·AICC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BC7DEF-484C-4540-B2E8-D2311FB5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BD6937-A992-440A-8127-A290AA8E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무신사 · 이커머스 Agentic AI 제품</a:t>
            </a:r>
          </a:p>
        </p:txBody>
      </p:sp>
    </p:spTree>
    <p:extLst>
      <p:ext uri="{BB962C8B-B14F-4D97-AF65-F5344CB8AC3E}">
        <p14:creationId xmlns:p14="http://schemas.microsoft.com/office/powerpoint/2010/main" val="1975171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255CA6-C638-4E2C-B30E-304EAAF6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FIELD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9B4E0E-3B38-48E5-9D5C-8C22994E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 LLMOps · 3-5일을 약 10초로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706369-E727-40DF-9696-CE24A73C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C7A4A4-1D2F-48E0-8F24-8C207CCA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54E6D1-C061-4264-900D-BA80CCE0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54ED77-5972-4F86-983B-BA177391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E48ED3-3AA9-4EE6-A5C3-07BF7DBB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BDEC04-D562-4328-9296-533E1984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대규모 평가 자동화는 정확도만으로 끝나지 않았다.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8819FD-B7B5-4CA4-8123-57064653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현업에서 먼저 보는 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4B449C-829B-4D81-B75F-1CD40732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D3E251-E5A9-4745-9B77-F03CC98B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평가 기준 정렬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14602E-DFAD-41E4-AB3A-7530270C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61F2DE-6F75-4EC1-9051-AFE82CA3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 평가와 품질 비교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FC787D-9F36-499D-83F9-3924EF27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81C27D-81E4-487C-A5DD-435EF5FB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비용·시간·운영 예외를 함께 설계</a:t>
            </a:r>
          </a:p>
        </p:txBody>
      </p:sp>
    </p:spTree>
    <p:extLst>
      <p:ext uri="{BB962C8B-B14F-4D97-AF65-F5344CB8AC3E}">
        <p14:creationId xmlns:p14="http://schemas.microsoft.com/office/powerpoint/2010/main" val="1109597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DA29E1-A052-4797-B01D-96B063BA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TEACHING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8B420B-D5CE-47A2-83E7-19D3EFC4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두 대학과 기업 AX를 잇는 수업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879347-D416-4981-A767-1F5A88DC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031D15-82B0-49B1-AAE7-C5343535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D57B32-DD4A-4C39-93AC-7ACF52D6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0B70A3-2C2B-4FE1-B461-7187FCBC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6445E0-BFBF-484B-AFCB-8C479C61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DataAnalysis·ML·MLOps·LLMOps가 하나의 서비스 생애주기로 만난다.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AC96D7-E6D7-4E9A-80F8-F4BAACC1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F0C887-F7E5-4045-9EEB-7B53AD1C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서울시립대·아주대 겸임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E4F21F-B885-44C6-955D-14E969F3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EA5DCB-22C3-4F7A-9922-8263A031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KT·Kakao AX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3EFECD-097D-4481-ABF9-8AEE6300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13B100-B583-4B0E-A9E8-6D480C95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연구 AX·AI Native 멘토링·심사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71033C-2DFD-4578-9BB8-C8B2470E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5EFC7F-4273-4959-B79A-3BD50660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제품과 데모가 갈리는 지점  |  좋은 문제 정의는 기능 목록보다 금지 행동이 먼저 보인다.</a:t>
            </a:r>
          </a:p>
        </p:txBody>
      </p:sp>
    </p:spTree>
    <p:extLst>
      <p:ext uri="{BB962C8B-B14F-4D97-AF65-F5344CB8AC3E}">
        <p14:creationId xmlns:p14="http://schemas.microsoft.com/office/powerpoint/2010/main" val="90232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92CAF3-7F47-4FBD-8143-E0E462AD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B20592-0226-4135-BB9F-6B372787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40시간 뒤 남아야 할 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E9A1D1-849E-4AE4-880F-B853FE53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4A43B3-9B24-4C4E-A30A-4E78AEEC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96C43A-E3D0-48FF-84E2-8813296D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70E8B2-084C-4627-A420-7CD81878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AB7415-7AD5-4BCB-A34F-BA5C407B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8F8A3F-57E3-4762-BB19-B75900FA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“AI를 써봤다”가 아니라 “검증 가능한 업무 Agent를 운영했다”.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5521FF-4E05-4FEA-96EB-3CE8F310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현업에서 먼저 보는 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B49567-061C-4654-A4CF-3BBF38BD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CF5FE0-F1B0-4681-B73B-814F3DF6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STT·LLM·Tool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1352D1-4A85-4CC7-B3C3-DC4D7622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4026C9-CE1D-432A-9326-C1F37921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LangChain·LangGraph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6755CA-FDB4-4D97-BA98-B50CED36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0F41EC-2CBD-4D3D-BE76-6C3F0D96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Human Approval·LangSmith·Git 증거</a:t>
            </a:r>
          </a:p>
        </p:txBody>
      </p:sp>
    </p:spTree>
    <p:extLst>
      <p:ext uri="{BB962C8B-B14F-4D97-AF65-F5344CB8AC3E}">
        <p14:creationId xmlns:p14="http://schemas.microsoft.com/office/powerpoint/2010/main" val="11036069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F3DD15-217F-4C8D-BE13-0E43B6EF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GLOBAL DEVELOPER 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7D30FB-5FEB-4B2C-9901-CD84474B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개발자 발표는 화면을 크게, 문장은 짧게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8A8B2C-BDA6-4B12-8612-C5559DDC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8B3D53-B71D-4C27-954A-28CAC63F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41AC67-5BD0-491D-856D-C3653E70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DEB3F6-8CE2-44B0-A76E-6B24DCDB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012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b458fd8faf4fd8"/>
          <a:srcRect xmlns:a="http://schemas.openxmlformats.org/drawingml/2006/main" l="0" t="38" r="0" b="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19250"/>
            <a:ext cx="5086350" cy="285750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58edada65d4d15"/>
          <a:srcRect xmlns:a="http://schemas.openxmlformats.org/drawingml/2006/main" l="167" t="0" r="1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86450" y="1619250"/>
            <a:ext cx="5695950" cy="2857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7F28F5-48A0-4AB0-B98C-BB6DACA0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9728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5F03E-6C95-41FA-B835-CD3E9C29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339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B84EF3-1DEC-4472-A568-E38C7678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958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한 장 한 메시지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B50751-219C-4AEE-B70E-6CFFD1EB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9339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5FBC70-8A53-405A-8001-AD0C728E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8958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실제 화면 우선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61E7C3-788F-4EFF-AE18-A13BBAFA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9339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3623C4-F0BE-4ED7-94AD-404CD205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958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출처는 speaker notes</a:t>
            </a:r>
          </a:p>
        </p:txBody>
      </p:sp>
    </p:spTree>
    <p:extLst>
      <p:ext uri="{BB962C8B-B14F-4D97-AF65-F5344CB8AC3E}">
        <p14:creationId xmlns:p14="http://schemas.microsoft.com/office/powerpoint/2010/main" val="20861940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52A187-5BFF-4F51-9296-1B207EFF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B96D5F-290C-4A80-ADE2-306E8235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첫날 점심은 14시입니다 · 미리 양해 부탁드립니다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741BF9-9AF0-4626-A795-243BBD3C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403CC3-EC81-4CF4-88E8-0D4C101A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2F7165-2D75-4FB5-BD2C-178F67C0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1F18DB-C5EA-4B28-9BBE-6EC9389E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068889-C708-4DBC-8D80-E2968D47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C7E928-1F07-4021-A496-74F5A82C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외부 일정으로 12-13시 점심을 드리지 못하게 되었다.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9FBAD6-D753-48F7-B0A6-77A1B1F4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현업에서 먼저 보는 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9A899E-4253-4767-9BCD-81713169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463218-8014-4258-A38D-F68D4DC3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불편을 드려 죄송합니다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F54B0C-2094-428A-911F-95839EA0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5C7525-A1F9-4718-914F-A1B3E900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14-15시 점심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FD4C88-261D-4301-BC2B-157CB1A6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A5F169-F1E9-4FFF-BC41-4A891B54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휴식은 3시간 30분·2시간 20분·마지막 3시간 30분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1226F6-B6D6-488A-B469-7C7D6D33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57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1C64AB-9238-4C1E-931A-3E0F02B4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721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17:30부터 Q&amp;A</a:t>
            </a:r>
          </a:p>
        </p:txBody>
      </p:sp>
    </p:spTree>
    <p:extLst>
      <p:ext uri="{BB962C8B-B14F-4D97-AF65-F5344CB8AC3E}">
        <p14:creationId xmlns:p14="http://schemas.microsoft.com/office/powerpoint/2010/main" val="49522412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D743FB-00F3-498A-800D-A3507051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C1BB2-F0BF-498F-9814-8F5ADCF4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재직자와 구직자는 같은 기술을 다르게 증명한다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2561CD-459A-41A2-BEF0-6BEC330F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CA98D9-C636-4D72-A781-945009F7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C9DC24-3A52-43E7-AD39-AE0F8724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9031E3-E326-4ED6-B994-0F2B07D4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15BD05-DAB0-4AC7-AF9D-296B9577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재직자는 도입 통제, 구직자는 재현 가능한 포트폴리오를 강조한다.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600CC4-A70B-462A-9FD4-B91E81CB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A41FDF-2F10-49AE-A8A3-4EC42028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재직자: 보안·업무시간·승인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279FF7-48D8-4D2E-BC67-D51F5246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7A164B-D022-43A6-A7D6-443A20EB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구직자: README·테스트·Git history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52B3AA-00DF-4491-9075-81CC4D28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D371D0-2BB5-4132-B0FA-A870FA6B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공통: 실제 demo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7FB2AF-BD54-4ADF-959B-0FD50D70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910767-983F-45EB-974F-454E1635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제품과 데모가 갈리는 지점  |  포트폴리오의 차이는 모델명이 아니라 실패를 다룬 증거에서 난다.</a:t>
            </a:r>
          </a:p>
        </p:txBody>
      </p:sp>
    </p:spTree>
    <p:extLst>
      <p:ext uri="{BB962C8B-B14F-4D97-AF65-F5344CB8AC3E}">
        <p14:creationId xmlns:p14="http://schemas.microsoft.com/office/powerpoint/2010/main" val="71924494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CC9E4A-F08C-4950-B2C3-BADFE7C8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7FC758-22D8-4F68-8084-F157A565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 운영 루프 · SEE-COPY-BREAK-PROVE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D1FBF2-3E4D-437E-B4B5-9F6B0A49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5502E2-1730-4F1C-A168-D68C8EFB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7A30C9-45A1-41EB-B593-C6A90D9B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9380F5-D454-45D7-A4CA-A78E8A82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7BEF81-902A-43B2-9416-573CAF86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68F3B3-D254-4496-9C3B-C137EB29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87D30F-D4EF-4521-80CD-9F99606B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062ECD-0462-44CB-A444-0CB6C3E9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강사의 완성 흐름을 먼저 본다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651CE4-3EBD-42CB-B9E7-FC52A8DF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C89DAB-4D42-47CF-B531-FDFA04AB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5D2EAE-B8A9-4BAC-8ECD-D1DF2285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1D5026-BB35-4C17-86E6-B611C7D3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같은 최소 단위를 따라 한다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B04226-5885-4F4C-89B1-122E60F2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CD100C-5AB8-468B-AC18-F65022A2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2A35CE-8681-4680-BAB1-7331F856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BREAK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14D965-E852-4D54-8A72-F8D17337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실패를 의도적으로 만든다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AB202B-9608-4102-AC10-D4532711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10A76E-8B19-4023-BD82-8C1074FE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53483A-FC7D-44E7-BB85-E7558DD5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FC5F35-5FAE-4FD9-98FE-92B542B9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테스트·diff·설명으로 증명</a:t>
            </a:r>
          </a:p>
        </p:txBody>
      </p:sp>
    </p:spTree>
    <p:extLst>
      <p:ext uri="{BB962C8B-B14F-4D97-AF65-F5344CB8AC3E}">
        <p14:creationId xmlns:p14="http://schemas.microsoft.com/office/powerpoint/2010/main" val="113070128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FE9DBB-3CF0-4276-AA45-E3CCCFD4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700C0B-59E8-4B23-AFCF-5E7CE377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시간의 장표 리듬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54BD97-F0E6-4A1C-BFC7-2898CE9D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0DDCB-6577-4CF2-B981-8B892886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6E3DE5-79B9-45D1-A6BF-9E088DC0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CC1182-9A75-4466-85B2-ADD60E87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986901-992B-4E65-8E10-857BE867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809C32-043A-44BA-9531-76A5C0A5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924C17-E946-41FC-B502-EC3A51C4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맥락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20FDC6-AAAD-4FA3-8A44-ECFE6923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문제와 완료조건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3FA1B7-D821-4177-9405-5D1B9BC0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A79272-ACB0-440A-9B7B-A0E29C0E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E51B26-D0CF-4DB1-8D8C-F98B8525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개념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80996E-B1E6-48ED-A426-9CA80CE2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장 한 주장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0DC6C1-F850-4D11-8348-1F78B9CB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97F54C-88B8-46BA-9FB2-1F307E4F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B43C32-54BA-4946-BB88-C2902877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EDD08D-7D11-4760-A415-65FE8423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화면·코드 따라하기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CA45FA-34D5-48EC-9644-863DF397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B5C418-BB6B-4BC1-8C32-AD7CD568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B7554B-471E-445C-9BA0-E8800BE8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복구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60FB26-413E-4A3A-82D3-18F23967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오류 분류와 checkpoint</a:t>
            </a:r>
          </a:p>
        </p:txBody>
      </p:sp>
    </p:spTree>
    <p:extLst>
      <p:ext uri="{BB962C8B-B14F-4D97-AF65-F5344CB8AC3E}">
        <p14:creationId xmlns:p14="http://schemas.microsoft.com/office/powerpoint/2010/main" val="110423877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152654-D3B4-428D-AD4B-1AA74367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4EAD38-A035-4D90-B594-E44D68D1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질문을 디버깅 정보로 바꾸기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01EF1B-6C0C-4B5D-987B-119DFBBB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B2FF1F-E6F1-483A-A352-2E0DBB0B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930B0F-99E1-4BFF-AD6D-7976F2A6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A5919D-BF57-4183-9C20-5DBFDC7C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8BCBA8-37F7-499D-9C5F-B75212F5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9C9C28-F05A-4B36-8976-1C2DC5F3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E44A7B-3671-40D7-A9A0-F0BFF671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증상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625856-682A-4196-9EF3-B5F9A4D0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보이는 문구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BEA52D-6DBD-4A93-AC3D-325E0536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545DDF-DF98-4364-8501-A4EF6E75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D75062-76AA-41EF-9B58-56F9CAB0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334887-03D4-4813-AFA2-BBD69167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직전 입력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EEC471-CCA0-4F28-8B00-E988CAE7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BFA28F-02E6-48BA-A038-F7362076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023FCC-8E77-4D40-A4CB-48F53AD9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환경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069BB0-B98C-41B5-82FA-6A2C961F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OS·버전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332FA9-FD9B-4E36-ADE2-B0E0711A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B34765-022C-4B1F-92D6-E1DCEAC9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F204B5-79F7-46B4-A897-08852B49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기대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705A9E-676D-43ED-86DC-DF10CF44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나와야 할 결과</a:t>
            </a:r>
          </a:p>
        </p:txBody>
      </p:sp>
    </p:spTree>
    <p:extLst>
      <p:ext uri="{BB962C8B-B14F-4D97-AF65-F5344CB8AC3E}">
        <p14:creationId xmlns:p14="http://schemas.microsoft.com/office/powerpoint/2010/main" val="213329430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F86DA9-AEB2-4281-BA3C-0967C92A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BAE5F4-94E1-4F22-8F28-A0B961B7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속도 세 개 lane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3D4361-55BC-4B3C-B3DE-6026B1FA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CFC616-CD8F-47A0-ABD7-DC8DF072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24D230-4B41-48BD-A98F-5DEC96D8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34A5C4-391E-44B9-B96E-42E63DE9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40A3AD-7087-4FF1-9654-1D20E4C2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83C714-A928-46B7-97CB-0FE01712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712273-944D-4358-A1B8-76EE20E2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GREEN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0A542D-1C35-4987-BC62-E1218187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혼자 재실행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ED4FA7-E3D6-45B5-9E24-697351F4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6ED069-DDED-414D-8C0C-8F38F523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E7EFB5-DE00-49A7-9370-839E8BBC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YELLOW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AAAAAE-F05C-4C51-9A28-E850A1DC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장표로 진행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EC5025-4E05-44EA-912D-5579892B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B140E4-5326-4508-846A-261F2E43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EA44EF-BF5A-4AA6-A2BD-FF827D15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E58DAF-AFDF-49EB-BD3B-C20F80EA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checkpoint 복구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F440F9-46B7-454B-A81D-7F5765CF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2AA828-211A-4165-B540-874869E2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D4C673-89C0-4935-BF32-728B6303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EXTEND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BE62BC-B560-474B-9AC9-25F842B0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심화 과제</a:t>
            </a:r>
          </a:p>
        </p:txBody>
      </p:sp>
    </p:spTree>
    <p:extLst>
      <p:ext uri="{BB962C8B-B14F-4D97-AF65-F5344CB8AC3E}">
        <p14:creationId xmlns:p14="http://schemas.microsoft.com/office/powerpoint/2010/main" val="86500533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742FC6-E9FE-4BD8-B2D4-6FD84A06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4EED56-E04A-48BD-BE60-7903F575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완료 증거의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9C96C-7BDB-46CD-9010-7AA3FA54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63E99A-A495-479C-B1AD-0BED2E89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4DCD2-46C7-4050-A8E6-A8F63CBE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274220-FEBC-4CE7-9FAF-F6948F00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816232-49CF-418C-83F7-106BE5FC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7F2415-AACC-4A0F-B25A-A750A4E1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F92428-6BAF-4205-B7D9-BC71E394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82934C-868D-467D-BAD8-78D93413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산출물 존재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F902AA-2068-49AB-9027-23E84037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70786F-B741-4319-A68C-5FFF0078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FB6E86-F253-46C1-955F-86373592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D8A8A2-74AC-4E73-8DB0-E1DB7369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명령 성공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3A2D1A-105C-466E-9D5B-E52916C8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F7F81F-7F0E-4DBD-8D96-625D10D0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C269E4-F3AA-463A-96CF-A0BDF02F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검증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9FED54-88B9-49C7-9756-A97D5509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test·schema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F8A43-7BFB-4507-B7DB-DB1BD559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B1D3BB-60BC-48DE-B92D-BCAF7C88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D9D2B1-0489-4CED-9B80-E405E903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73D03D-5839-419A-82B5-0B403A25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안전한가</a:t>
            </a:r>
          </a:p>
        </p:txBody>
      </p:sp>
    </p:spTree>
    <p:extLst>
      <p:ext uri="{BB962C8B-B14F-4D97-AF65-F5344CB8AC3E}">
        <p14:creationId xmlns:p14="http://schemas.microsoft.com/office/powerpoint/2010/main" val="102921469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6C190B-41B5-4163-8F6B-92F22F2D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A96FDA-E505-4799-8201-859EC916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화면은 네 가지만 보면 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B19EDD-EACD-4A03-844A-351EF0ED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DE03AC-2A66-425C-B605-70C4BD3C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02A92C-29BC-4970-BFA5-C8E232C2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6BAD30-88FF-4D13-944A-5FB554D8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96AD74-4416-48B1-BFEC-928839FE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시작 화면 → 클릭·명령 → 성공 신호 → 막혔을 때 대체 경로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C00D8A-668E-4C51-B53D-0FD98D1B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896ACA-A61E-4983-986F-B0741C11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B09618-AFC6-4A27-BB4F-3B3DDB40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Codex CLI · 저장소를 읽고 실행하는 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6F032D-AE61-43AE-BE85-85816BA6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학생 필수 경로는 로컬 코드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79F286-0287-4140-B79B-DCAE11FF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8223CE-618F-4DDE-A57E-348134FD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3F7F10-6E35-40A8-A1B4-74A0D7D8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D0A44B-B4A0-4D6C-8A5A-47DAE521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Claude Code · 터미널 중심 Harness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92DFC5-234B-4B94-A186-93DD2447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구독·정책은 별도 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707C8C-A19C-40B2-8BC3-4761A735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3A61B8-84F9-4253-8FF6-02419224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C47AF2-F442-4AAE-B70B-4BED7730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8706F7-2EB5-485F-AEEB-0BAB9B8E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VS Code 저장소 · 수업의 출발 화면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B575B2-51AF-44B0-B3C2-DB48B278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실습 시작 화면으로 사용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EC168C-2FD1-4D86-9A89-9CBB61E1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338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483337-1D63-46C7-87B6-3C42F70D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58E60C-127B-4EDC-9C46-110EBCBC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3C7F57-EE43-4308-B064-99B29A8C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Agent 코드 · 표준 라이브러리부터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52D6AE-2CCE-46DD-AD61-618167ED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Ollama는 선택 adapter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6EFCFF-A18B-485C-B17C-CEF409DD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9382747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FC95EE-F764-41D7-9767-17333352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1/4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425B7D-0B7B-4706-9AC1-9DEB4600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Codex CLI · 저장소를 읽고 실행하는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71503-74F7-4E3C-990F-B45CC891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082A44-8283-49A3-9F02-A48927C0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359A6C-1C87-454F-9ADF-82924BD3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1AE50D-E64F-4713-8696-097A3798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B13E72-60C5-4E3B-B5FB-4D954C52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2C78D2-532B-4B46-9C5F-A70E2570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497005-B767-4D41-8A5F-B0AE163B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작업 디렉터리에서 시작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CFB4EB-D23D-44BA-8F90-8FE114C7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DD0D08-DB8B-464B-9136-DA1A951A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요구사항을 파일·테스트로 구체화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2F8CB3-0350-4097-AD07-8CB74203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18AF6A-DD38-42BF-AB87-71013133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diff와 명령 결과를 사람이 검토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3282ED-B212-47CE-AA77-2AF37E6A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04A096-253D-440D-8E77-125482C3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학생 필수 경로는 로컬 코드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0698E8-2F83-4A5B-826D-EB367382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754eca061b4977"/>
          <a:stretch xmlns:a="http://schemas.openxmlformats.org/drawingml/2006/main"/>
        </p:blipFill>
        <p:spPr>
          <a:xfrm xmlns:a="http://schemas.openxmlformats.org/drawingml/2006/main">
            <a:off x="4876800" y="1727597"/>
            <a:ext cx="6591300" cy="370760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4D191E-E226-4415-87C0-27374581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OpenAI Codex CLI 공식 문서 화면</a:t>
            </a:r>
          </a:p>
        </p:txBody>
      </p:sp>
    </p:spTree>
    <p:extLst>
      <p:ext uri="{BB962C8B-B14F-4D97-AF65-F5344CB8AC3E}">
        <p14:creationId xmlns:p14="http://schemas.microsoft.com/office/powerpoint/2010/main" val="20637617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7C2212-0378-435A-B2D8-F8BEDF6C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2/4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481B9A-45F9-4EBF-88ED-0080AB59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Claude Code · 터미널 중심 Harness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7BB126-F7BF-45AA-9B98-BF0E2255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294815-4B81-42D3-9FDF-203E3EA1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380BDA-1379-4D14-96DF-492216DD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EAF3F1-A416-4BED-AD42-5FC23879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8B1121-0DB0-4754-BC54-53F4F8BE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9DD051-9A32-4E54-AD62-1E9C1D0B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CD521E-3EEC-4770-A715-2204A5E5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코드베이스 맥락 읽기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94FF1A-E269-4D66-B07F-AF49BB53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9E0C18-B439-4314-9DCC-5977BC2C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작업을 작은 단계로 지시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F92CBA-0337-48ED-9708-79BEFBBD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30D8C5-4E7B-41E4-9336-5435E18F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변경·테스트·설명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2092DA-0FFE-4501-B359-638B29DE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95FBAE-91E0-4569-8755-68670A36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구독·정책은 별도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505C33-5C0A-4AF4-9975-DFC20DCE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29edcc7bab4fa6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1F52CB-3C79-4399-90EA-30CE00BE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Anthropic Claude Code 공식 Overview</a:t>
            </a:r>
          </a:p>
        </p:txBody>
      </p:sp>
    </p:spTree>
    <p:extLst>
      <p:ext uri="{BB962C8B-B14F-4D97-AF65-F5344CB8AC3E}">
        <p14:creationId xmlns:p14="http://schemas.microsoft.com/office/powerpoint/2010/main" val="206140169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1D24EA-BAB7-493D-8523-00A6D71E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3/4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365741-A4CE-430C-8E7E-8D1791D2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VS Code 저장소 · 수업의 출발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ABCC56-03CB-4AD8-B077-CD9A1474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EA5AC9-A61B-499B-83CE-A0EC000C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6319B8-0327-43C9-B350-48D21D24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F3F8CF-3B2D-43A8-94D0-8E0D9CCE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D017DB-4E57-4D2D-957A-8FB7BDEA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341935-B677-4BC4-985E-1B674CFB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1B9D8-4445-4CE3-B36D-80A3AB13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src·tests·materials를 먼저 찾기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C50DB5-EF8C-43BB-99E6-27C8B578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322AC3-F10E-404B-A2FC-DE2144D2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.env는 열지 않기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F7970E-B41B-4B16-9247-4C068BEC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AA8F3E-CBD4-41F1-BB1D-E34FC075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강사와 같은 폴더 구조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91B7A9-BFBB-442F-83C1-6B25F081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05F640-88B1-460B-85D7-9B8C553C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시작 화면으로 사용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6BDC79-402E-4343-9860-5D3B0BC3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1e3385f21e4b15"/>
          <a:stretch xmlns:a="http://schemas.openxmlformats.org/drawingml/2006/main"/>
        </p:blipFill>
        <p:spPr>
          <a:xfrm xmlns:a="http://schemas.openxmlformats.org/drawingml/2006/main">
            <a:off x="5166626" y="1695450"/>
            <a:ext cx="6011648" cy="37719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FE4AD5-D0D6-4D5D-A9DD-206A6A73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로컬에서 연 강의용 저장소</a:t>
            </a:r>
          </a:p>
        </p:txBody>
      </p:sp>
    </p:spTree>
    <p:extLst>
      <p:ext uri="{BB962C8B-B14F-4D97-AF65-F5344CB8AC3E}">
        <p14:creationId xmlns:p14="http://schemas.microsoft.com/office/powerpoint/2010/main" val="193351860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B2A9A6-D1C4-4A2D-92F9-464614CA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4/4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131AEC-74B1-4AFB-BC37-9BF2E5CB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Agent 코드 · 표준 라이브러리부터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E2B4B9-FAEA-4B9A-9950-6C0F962C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BA0D8D-6B9B-46B9-A290-A65EEA0C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502586-4E6E-4557-9C09-9CD39566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0BB2C5-54F1-4CF4-BBBC-0A02373F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009729-67BF-455D-942F-7C3117D6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824C27-658B-42DA-9978-CA97A005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B097C9-9B98-4189-BA52-3805A616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처음에는 framework 없이 제어 루프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2E8B2C-6ECC-43E7-A156-3C58952A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F50F3E-5419-4A00-A009-DA6A405F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읽기 도구만 허용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B874BB-A965-40D2-9F00-C773E655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2F2EED-F21F-4429-8AD3-E17D397F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오류를 결과 객체로 정규화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5E8ED-A719-4093-B855-85564E49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0BCC8C-D5F5-4CC4-8549-23651F53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Ollama는 선택 adapter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FB4B86-E214-46D0-93A0-A472C15F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b8cd847f904c88"/>
          <a:stretch xmlns:a="http://schemas.openxmlformats.org/drawingml/2006/main"/>
        </p:blipFill>
        <p:spPr>
          <a:xfrm xmlns:a="http://schemas.openxmlformats.org/drawingml/2006/main">
            <a:off x="5166626" y="1695450"/>
            <a:ext cx="6011648" cy="37719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3814AE-4EC9-4888-820F-59F46E5A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VS Code에서 연 src/day1_agent.py</a:t>
            </a:r>
          </a:p>
        </p:txBody>
      </p:sp>
    </p:spTree>
    <p:extLst>
      <p:ext uri="{BB962C8B-B14F-4D97-AF65-F5344CB8AC3E}">
        <p14:creationId xmlns:p14="http://schemas.microsoft.com/office/powerpoint/2010/main" val="22677018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761036-FCAD-4026-BBED-1D5EED1A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BA9D7F-18A2-4FBD-A328-D631B329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작업 요청을 먼저 spec으로 고정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F712E-0EB9-407C-88D2-D97A81A3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4F8100-83B3-491F-9AF9-FA9BBEE0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ACDF9F-C844-4EA3-9C79-EB35BF30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CD43B0-FB9F-4288-96FF-949F2E8E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5A5022-8DFA-403C-8DA2-CE870DA8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D886C6-5F7E-472C-84D4-22633945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CF07C0-50A9-4661-BBC6-69C8806D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목표를 한 문장으로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07C7B2-528E-46B2-A0FB-06741C5F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B956AC-A557-40D5-A919-8244B823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입력·출력 형식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5B05F3-8A50-4339-B09D-B5DFCC76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78AAF0-EE6E-4EA7-BC0F-96CAA4CF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허용 행동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BDE08D-5A02-49FA-9FFB-E199201C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400714-625C-4E85-9986-ABC8887E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중단과 완료 증거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DC5EA9-7B42-4D6B-8A81-F1AD867C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CC056F-A629-42CB-A90A-802FD5AE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4B1C8F-E136-4E6D-9E5A-52BA2FA6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goal: 안전한 파일 읽기 Agent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input: 공개 txt/md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allowed_tools: [read_public_text]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stop: validation_error | success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evidence: pytest + output json</a:t>
            </a:r>
          </a:p>
        </p:txBody>
      </p:sp>
    </p:spTree>
    <p:extLst>
      <p:ext uri="{BB962C8B-B14F-4D97-AF65-F5344CB8AC3E}">
        <p14:creationId xmlns:p14="http://schemas.microsoft.com/office/powerpoint/2010/main" val="5566361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8CC68C-F6B7-45D5-919B-BB7E648D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D82820-D28A-4085-B62F-0AFA6A08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Agent의 최소 반복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13753A-0774-483B-B6DF-6B611851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9D18B2-5E6B-44B2-8BBB-BB5AC690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F41858-B1BD-4E82-8798-95C2CE38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0463ED-6DE4-4524-834E-A838413B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EA16A7-2519-41A5-82C5-E917B8CE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9AF3BC-46F4-4C48-B369-A105E54F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530386-9BE2-45F6-AFAC-0DA456AD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판단과 실행을 분리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4C960B-BFDC-45DC-9883-2ED056C9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224EF7-9507-4BDB-91E8-8867ECE6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매 step 결과 관찰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78FCF7-62A3-4B3E-B49F-AAE1FD17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47B8FF-9BC0-4772-A435-E06C330A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무한 반복 금지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D6EC9A-0D31-4CB3-BAEA-7E170814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D9B6A1-BE84-453D-96D7-DF0192B4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state로 감사 가능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DF1BFC-C503-4327-9679-957FD824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203D83-7B48-4A87-B792-460BCBDA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91DBE9-E699-4A6B-9EE3-EB75DCAD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while state.status == "RUNNING":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call = planner(state)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checked = validate(call)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result = execute(checked)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state = observe(state, result)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return state</a:t>
            </a:r>
          </a:p>
        </p:txBody>
      </p:sp>
    </p:spTree>
    <p:extLst>
      <p:ext uri="{BB962C8B-B14F-4D97-AF65-F5344CB8AC3E}">
        <p14:creationId xmlns:p14="http://schemas.microsoft.com/office/powerpoint/2010/main" val="120124686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949C18-08E5-4F23-8160-0BA53C4E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FEF227-0B41-4251-AEEF-6F6B1A4C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Day 1 완료조건을 명령으로 표현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F79A87-17C9-42D0-AF4B-22ECD348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504F79-8B07-4793-8EE5-2677DF66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D59EC8-968C-408C-A6F5-F5DDF764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7D38EA-5AEF-4610-B7F0-FB91B1D9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582721-4FE7-4E68-A0C9-38D0482F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0C47DD-FD1D-4B9D-8784-F29D32B3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49C17F-49F9-4C19-BC92-A263E256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결과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263839-A1C7-4595-9C16-1F77C1D1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546F81-5CF9-4033-A83A-FFEE8522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테스트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5CDD41-6B7E-4708-808D-8BB14C22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465B9D-54FD-46A7-9CDF-D6F2196E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변경 범위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5BA910-84C9-4B2F-A6A8-5C6E5669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E061E0-6788-43B4-A13B-69686198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설명 가능한 diff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4BF761-D674-49CA-AD8F-C7785F21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036AC1-24A6-48A2-977C-45C5F475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BA231B-7917-42A7-A8A7-32F48788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python3 -m src.day1_agent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python3 -m pytest -q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status --short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diff -- src tests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success: 9 passed</a:t>
            </a:r>
          </a:p>
        </p:txBody>
      </p:sp>
    </p:spTree>
    <p:extLst>
      <p:ext uri="{BB962C8B-B14F-4D97-AF65-F5344CB8AC3E}">
        <p14:creationId xmlns:p14="http://schemas.microsoft.com/office/powerpoint/2010/main" val="78821474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ADAA17-AE15-463A-80F5-79B10D1B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ADC457-1792-41A1-A487-C0770006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저장소가 말해주는 역할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632BFD-4679-43D0-93B2-85961CA7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34C4CC-1E55-48D7-A635-F28EA9FC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64DB86-8F9B-4F92-B35D-C776F722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454399-6A65-45B0-8946-649C5774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2F571A-F8D8-4996-ABC1-E513761A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564FC2-B454-4C5B-BD13-02D18E9C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F953C1-6A01-4192-8BE7-B8179FDD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코드와 데이터 분리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35F668-A376-46E6-992D-C1B8A991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C14BDD-5BC4-49BC-9F2D-F9643A71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노트북과 모듈 분리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158F7B-52D6-4B56-A223-A50157CB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D9647D-DFAA-45B3-B052-EC78910F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테스트를 1급 산출물로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82D566-6367-455E-8875-0ED3DDBA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B52DE7-3104-405F-850A-85F091D9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장표와 파일명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2FD5BF-4740-4BE1-8E26-8944A369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9D7B0E-D5E9-4CEA-B4D0-4D770323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D02726-D58E-4309-A11B-A26E5C32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src/        # 실행 코드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tests/      # 실패·정상 증거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materials/  # 따라하기 notebook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data/       # 공개·합성 입력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slides/     # 수업 화면</a:t>
            </a:r>
          </a:p>
        </p:txBody>
      </p:sp>
    </p:spTree>
    <p:extLst>
      <p:ext uri="{BB962C8B-B14F-4D97-AF65-F5344CB8AC3E}">
        <p14:creationId xmlns:p14="http://schemas.microsoft.com/office/powerpoint/2010/main" val="125412333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BF2948-19AC-4E43-917E-9DE0C689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BDA637-AF0D-422F-B745-84F26DA8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완성보다 작은 checkpoint를 먼저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25E80B-CD66-4E6F-9A46-3710524B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AFB77F-4224-402E-B808-16303374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0E94A2-1A2F-4916-8C55-8605D184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9343B2-67A5-4456-A15E-A8BAA56B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E5FCD-2B91-411D-BEFB-1D35E1E3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33C8B6-BF41-4D4E-B647-7B0F7958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D4AC0A-F919-4779-BA45-B6DA43DB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 화면 정의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289736-AE88-4EF5-9CED-F478F6CB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AE9660-3E3F-4E51-9D2B-CE4186A1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확인 명령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734747-0780-45B9-9A90-E1348E3F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1BAE1B-4CF2-444B-B71E-88F5725B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대체 경로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04A069-95C8-4182-9C3F-4ECAF79F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6C147B-6B1F-4C4C-8200-DFC33778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지원 지점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F1CFCB-B7F4-42AB-A771-EBEAB13A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B32772-9D67-4131-947B-F5DCB9F6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9EC5A2-F864-4997-AABA-1F673CAB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checkpoint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"name": "day1-env-ready",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"command": "python3 --version",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"expected": "3.10+",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"fallback": "provided fixture"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6963790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BD9F57-1BAD-43C5-9AC8-1D127A09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7E5B37-9582-4320-8E93-600FE7F3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내 반복 업무 한 문장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9F7E18-3D8B-429F-A5DC-ABBF7246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8CA6C0-36E6-4D6D-8435-FA0D09CB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D33396-CDCA-401F-8BE6-EB65A9A4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3A7FCB-D659-4F98-9E4F-6A9ACE56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56DF47-C0B0-49E6-A25C-7D4D85EB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06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567617-EC17-401F-942E-AC3AE8EF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D06DC7-280A-4E7A-AE08-9BFC2BC0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CF4FAA-88CA-414F-812A-11C6F006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8C7300-0360-45E5-8382-166A85AA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809F96-8A96-4A23-8925-D1AE583A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매주 반복하는 입력을 하나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EB0403-81FE-4748-9C78-0A24E0C8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EAF989-E6F9-4832-8281-BF450EB0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1A9692-30D2-421B-AAC9-19378C9D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결과를 받는 사람을 적는다.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0CE311-CEC2-4B68-8DE0-49CCCAE9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53673D-4523-4F7C-8CFF-A9EC8885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7B85CA-A370-402C-9855-CB207114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실패했을 때 피해를 적는다.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7209E7-170E-428B-84BF-45138F0D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E2E7C8-4710-4B1F-8100-DE8CF3AF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BF8074-5EDD-40DD-B34A-2A80D8A6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AI가 해도 되는 범위를 한 줄로 제한한다.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3801B7-45B6-418C-A09A-BF9615B9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F5E39-295A-4892-BECC-767AD6F3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8706C4-5BAF-4A45-8931-0A8E3DFB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문제 문장 1개 + 금지 행동 1개</a:t>
            </a:r>
          </a:p>
        </p:txBody>
      </p:sp>
    </p:spTree>
    <p:extLst>
      <p:ext uri="{BB962C8B-B14F-4D97-AF65-F5344CB8AC3E}">
        <p14:creationId xmlns:p14="http://schemas.microsoft.com/office/powerpoint/2010/main" val="165713909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97BAB0-13C6-4719-80B1-E6714240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8B2E7F-42AC-44CB-B9E8-9E3B8356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재직자/구직자 트랙 선택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97CD24-4359-4F98-B140-50ACA016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93ACE4-C6AD-4B12-80AC-32D7D0E6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29323D-48D0-4FC9-AE4F-C92D0C09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6AF859-3CB3-4F98-9E25-7A761880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AD9465-58FB-4639-84B2-BA38B9CF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05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0EC9F2-1493-4DA0-98FA-7E5B62B4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C0DCBB-E322-499E-A3AC-4A5BC9C8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50EA6A-4D93-4286-AC0D-1E927D57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6712A0-12D7-47B1-832A-30990DAB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94108E-5214-4C6E-A21C-01B42A42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재직자는 공개 가능한 업무 추상화를 고른다.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3439F1-64BB-476E-9570-AA9E1029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8475DB-55DF-4D0B-A391-600D8B8B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DE31B6-D5E1-46DC-AECB-27A3248E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구직자는 공개 데이터 사례를 고른다.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6BCB9B-5C64-4512-B282-CBD443C7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681F3A-1E2B-45D6-9739-3BAFD15A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08F419-14A4-425F-BF49-CBE34BA8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최종 발표 형식을 선택한다.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029DAD-DD18-4C65-B6A5-A6C4D1B0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6A3E87-74FD-4296-B3E1-C24C4EE8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884F55-D6E1-406E-A06B-5233F27C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짝에게 선택 이유를 30초 설명한다.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9F8EE8-7F62-4A97-8D49-0C087D63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1A710D-E0A2-439A-94E0-86604DB1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903AA1-4CCB-4938-BAEC-23921CA8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트랙 카드 + 발표 목표</a:t>
            </a:r>
          </a:p>
        </p:txBody>
      </p:sp>
    </p:spTree>
    <p:extLst>
      <p:ext uri="{BB962C8B-B14F-4D97-AF65-F5344CB8AC3E}">
        <p14:creationId xmlns:p14="http://schemas.microsoft.com/office/powerpoint/2010/main" val="50960979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C682EE-C53E-4DEF-8CB8-2C45739D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49A18A-5F65-41D0-8768-A094E6F5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최종 데모 역산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2E28C3-44BF-4C94-AD82-79561B27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D7BEF-696E-4335-B701-D5B75C3D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A5185-F836-44EE-8032-1C92F873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D0CFA7-3B53-4351-90A3-18596AF9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FB52F5-3E7D-4DEB-9563-9BAB747F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5AEED8-AF2E-4B85-8831-F61FE58C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E0A461-4C02-4479-AB23-B84FAF65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7C4153-E38C-478C-BFE3-F365DB39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959445-55D6-421B-924C-80783511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4F0B99-127A-4A20-AF0A-C3AA3DDC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최종 입력 한 건을 정한다.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0C3718-C58D-4095-935F-F64817A8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23A10A-F218-4A0E-BCA8-619546F2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DC2BB6-8D71-4C9F-BFF7-93BF37DF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보여줄 출력 JSON을 그린다.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97C66B-EB5C-4D23-8B70-F84B4645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7E6083-E924-475F-A1B3-76B36315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D22FDA-7021-4401-A4DA-075C0E8E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사람이 승인할 지점을 표시한다.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B8820A-D71C-4FED-AA73-50FFA856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85D54C-3821-448B-8690-A7CB6E87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23E346-2682-4443-BCA7-53AD6FF4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LangSmith에서 보고 싶은 실패를 적는다.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EF9FF7-3A86-43A7-8741-575AA417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036AAB-E5E3-42C3-A5FA-C1A19BC9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19CFD3-C1C7-491E-B85B-36EB9DF7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입력→출력→승인 sketch</a:t>
            </a:r>
          </a:p>
        </p:txBody>
      </p:sp>
    </p:spTree>
    <p:extLst>
      <p:ext uri="{BB962C8B-B14F-4D97-AF65-F5344CB8AC3E}">
        <p14:creationId xmlns:p14="http://schemas.microsoft.com/office/powerpoint/2010/main" val="125661937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65768E-3658-4FC2-BE6C-092223D1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9CB35D-9E35-4312-811E-CD8DE153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환경 신호등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B5CE7F-C73A-4BF8-8770-2D5FDFA5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198B0C-3EAA-43C3-B776-F4A8EA90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1C1571-E641-42E4-81E9-EEC4F4CA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06C32F-F10E-45E2-AAF7-14E77D30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364A5E-F8F4-423B-885F-73869DA3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06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42E43F-AF77-41C4-9AB4-4C9D466C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BA2B72-9910-49A2-8312-2A963828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47FF6C-FA10-4977-B5D1-44889DA9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722A31-16E6-4197-ACCF-0619F617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5C3960-5FBE-4E46-83F1-3D42DE85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Python·VS Code·Git 설치 여부를 표시한다.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7CA5AC-484A-42A3-87F6-4906D8EB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FC4F66-62F2-419A-B1A7-9E98B0B9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6B1666-C9E3-45F8-963C-F3AA41A7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관리자 권한 여부를 표시한다.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22DD0A-239E-4D3F-AC69-234B7B91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9E8154-043D-4956-9549-DD858570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43BAD9-DC54-4EC2-833A-24C18217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RAM·디스크 제약을 적는다.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C7C164-9300-4043-83CE-13D359D1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B5E985-C572-49E6-8DFB-10897B16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8563DA-A703-460F-825D-45A1368A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GREEN/YELLOW/RED lane을 선택한다.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C98A22-2B39-4AF1-B1A0-6D65D828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7E5FA9-75AA-487E-ACE0-1F5CC876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CC344D-26DF-492A-B828-1E8003C3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개인 환경 진단표</a:t>
            </a:r>
          </a:p>
        </p:txBody>
      </p:sp>
    </p:spTree>
    <p:extLst>
      <p:ext uri="{BB962C8B-B14F-4D97-AF65-F5344CB8AC3E}">
        <p14:creationId xmlns:p14="http://schemas.microsoft.com/office/powerpoint/2010/main" val="77395454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59E8D3-5874-43CA-87FA-7CEBF5C0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B99674-C828-4E5C-9224-3B9C5F61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문제 범위가 너무 크다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4DC93C-3059-4686-8A20-8EBA2A48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AD9EDF-8647-4723-A91D-70868BAA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2F026B-FF63-4194-A09C-D33F9A45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60EE6C-418B-4393-8F69-42FE7F04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8A6F90-C440-4236-A561-E681C4A3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A3EE47-A86E-48BC-830D-57C0B354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BA9F01-5274-440F-91B1-C24AA78B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ACA6BB-5E9C-4ADE-A9C1-12982EE1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9BF1B7-7FF1-47AC-A9A4-36848D39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전사·요약·메일·ERP를 한 번에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C1A28F-27E3-4A1D-8466-942881E2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EA7283-8DEC-4DF3-ACA1-FA0B69C3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사용자가 여러 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DB9C3C-5249-42B3-8D37-3CB27C26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BAA0C0-2DE7-42FA-A917-F834279B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정답 기준 없음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A50B25-EE09-4E5B-8576-AC73C2AC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CDC510-1AE5-4598-88CA-28636A2F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데모 입력도 미정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64A724-E5D4-4B57-B686-5EC77150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7872F9-5981-4BF9-B33B-D7F796DA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사용자·한 입력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322E20-E140-40C1-9D3A-97ADD326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C39612-95C5-4273-96F9-B42BC15C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구조화 출력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C2C358-A700-4A9E-BB60-B512A56C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950012-DF0D-44A6-9A79-36C4A0CC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승인 행동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ED0B2B-BCA3-4FA6-96E1-10485B71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DCA924-A7CC-471A-BF7C-DB8788FA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개의 golden example</a:t>
            </a:r>
          </a:p>
        </p:txBody>
      </p:sp>
    </p:spTree>
    <p:extLst>
      <p:ext uri="{BB962C8B-B14F-4D97-AF65-F5344CB8AC3E}">
        <p14:creationId xmlns:p14="http://schemas.microsoft.com/office/powerpoint/2010/main" val="62561369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B3FCDE-4EFF-407D-8C2B-1A4CBDB3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758929-C805-47C4-9E56-170E4E7C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실제 회사 데이터를 가져온다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01C632-98E8-43C5-9CDF-B42227C7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372659-3269-4710-8809-C96167AE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05B9F7-AFBE-43B8-92DF-18D9D631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88D157-68D4-4CCB-9386-1903BF99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D63FAD-40C2-4BA6-982A-C25BECEF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0A3612-2AD2-4E6C-95A1-59529169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C70E15-C980-4F4F-8371-E9AF6F66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7B9E28-289C-4EF6-9090-A8520B9C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21BA8A-D234-4653-A982-7BF41BE8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고객명·이메일 포함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BF3BB0-4191-42E1-8301-78E9006F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5F2CA0-5211-4092-A145-F7C8B23F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비공개 회의 업로드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913F50-25B5-46B8-B26F-0C26F948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C6C521-3B43-441D-9A67-A24A0AD6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회사 repo token 사용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205447-2801-4150-9FE8-8E2D06CB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96A0BC-50CE-432B-8158-0481C5E6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 계정에 trace 전송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06B939-361F-472D-A796-5C113648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1A6539-8328-4D88-B859-1256635D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공개·합성 데이터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5B1DD3-E383-431F-8253-E0DCD3F1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842C3B-169B-4D37-8918-F0DED7C6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이름·금액 범주화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B5D7BE-AD25-4963-81A3-6BF2DC58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AA308F-DA49-4E8A-B8E0-7D05EFF5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sandbox repo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F53067-FB49-4DDF-9550-C202A357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39D386-3971-4579-AE4E-2CC04F95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민감 필드 masking</a:t>
            </a:r>
          </a:p>
        </p:txBody>
      </p:sp>
    </p:spTree>
    <p:extLst>
      <p:ext uri="{BB962C8B-B14F-4D97-AF65-F5344CB8AC3E}">
        <p14:creationId xmlns:p14="http://schemas.microsoft.com/office/powerpoint/2010/main" val="128975271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B772EC-39AD-427D-81DB-AEAF38DB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45A943-09C5-4953-8291-BA29AC47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모델 선택부터 시작한다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B06182-0E69-4044-9047-8FCD5AE4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A23B28-4180-4BB0-A33E-5035199D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19E932-2004-417E-A6FE-268F28E0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27A3FE-F046-42BB-AAD2-322D7ACE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A610F8-88F0-4E7C-9CDA-35D9968E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FA2D77-463E-4074-8F5F-29770E66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D36898-244E-436E-A722-8111C729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63EABB-0DB0-4F9F-ABF5-A27B1F02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C50059-33C7-4A4D-AFE3-11E44ADC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벤치마크 순위만 비교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58CF12-1CEF-4D11-BDAE-909FC772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8747D1-4DE1-4EAF-B18E-3387ED4A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큰 모델 다운로드 대기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4BAF9D-F335-4BA7-AAE7-8C94F3CD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D4D6C7-2F2C-4362-B6F5-611D851A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문제 정의 지연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EA1385-FE33-4E2F-8C58-BC6B8277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B85285-3F7C-4B4E-B694-1B156A88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조건 미정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DE6999-3BE2-49FD-9528-7A047A20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6B5666-7AB0-4C0D-A745-75469351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fixture로 흐름 먼저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FE59AA-7F0E-4550-8FF6-60125299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2424A4-4FBA-4216-895F-B312CB3F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모델은 선택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F88AD7-1D09-454B-82A5-A400DEB5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D2B875-DC54-418B-83B2-CB8C0370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계약과 test 우선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38D9C9-E46F-4347-8445-0370BD17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2D12E6-3543-4A6D-9102-A25466C4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provider 교체 가능</a:t>
            </a:r>
          </a:p>
        </p:txBody>
      </p:sp>
    </p:spTree>
    <p:extLst>
      <p:ext uri="{BB962C8B-B14F-4D97-AF65-F5344CB8AC3E}">
        <p14:creationId xmlns:p14="http://schemas.microsoft.com/office/powerpoint/2010/main" val="151973616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F19A59-4264-4A2C-81ED-F81FB00E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CAREER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AD8AA1-89EE-4D4B-AC5E-8A97E9A9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현업 PoC 승인 관점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83206C-DF5B-4872-ACD4-8DDBF99D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410797-B2FA-4D60-81F4-2D99FCEE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ACB748-6CC3-482C-B20E-20F99136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4416E1-ADC5-45E3-BDB6-8A958326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F72E41-203E-412C-8AA2-84FBF2F5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 질문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DF603C-2D2D-48BF-A9ED-843AC86A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남길 증거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C37AC5-D928-463B-97C0-EEB04519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1AFF17-F3B9-47A4-8608-D3492744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6E2274-A5C3-4E3A-B24F-D64C54FD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어떤 시간을 줄이나?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67CE92-F93A-471A-8799-CE42B5BE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76ABCF-F6E6-4F73-85AB-29C9CED3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어디서 사람이 승인하나?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B89329-7C6F-4C39-9C37-F5394A82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1F440D-FC94-421A-893A-0D202FDD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어떤 데이터가 나가나?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420585-1209-47A2-B416-6B7795D0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ECF464-CDFF-48AD-A717-0290774D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장애 시 누가 복구하나?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633241-FBF6-43FE-BAD5-A8EA569A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0FB683-0EC7-496A-A895-18CC8D25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before/after 시간 가설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8F28A1-6D20-4DD1-97DF-4E97A3AE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025499-9878-4BF7-B542-42927F4B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approval policy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B1C7FA-E7C2-4865-B12B-09BDD105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8FDCE1-A09D-4D07-976D-A9A3F341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 boundary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030A26-2103-427D-8555-31907DC4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4A3818-ACD2-4BA2-A8DF-19B4CCA3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운영 runbook</a:t>
            </a:r>
          </a:p>
        </p:txBody>
      </p:sp>
    </p:spTree>
    <p:extLst>
      <p:ext uri="{BB962C8B-B14F-4D97-AF65-F5344CB8AC3E}">
        <p14:creationId xmlns:p14="http://schemas.microsoft.com/office/powerpoint/2010/main" val="206550908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7F5489-55AB-43BE-AF3D-6C17D8BC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E09B65-36CD-4821-999E-D987AF1F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BLOCK A · 첫 체크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857CBF-190B-4F14-AF1E-93721FD7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F43A1D-517B-4F1C-99DA-95384676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DC8D66-8E7A-4BBB-A08A-D609E608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1/3 · 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66393E-FB6F-478F-92FC-FF3205A9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5577E4-A915-4081-81C0-E6DE930E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정답 말고, 지금 이해한 언어로 60초만 설명해보세요.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257C0A-201F-4BF2-AA08-1E83D8AF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0FF0BB-2039-4315-9D53-F6D8329F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A284AA-B969-40C8-BBCF-A3F26E1F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내가 만들 제품을 한 문장으로 말할 수 있는가?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9C62B5-D859-4DAB-9943-BD9F43A1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725020-1C4B-4816-8DC4-8558118F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C4BC89-26A9-45B2-A255-FFCC87DD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Chatbot과 Agent의 차이를 “도구·상태·검증”으로 설명할 수 있는가?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8667B7-29D6-4836-85B2-ABBCC761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A084A5-C76A-4737-8B11-1CBAF510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696503-419F-4332-8523-E520DB90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점심 14시와 묶음 휴식 운영을 기억하는가?</a:t>
            </a:r>
          </a:p>
        </p:txBody>
      </p:sp>
    </p:spTree>
    <p:extLst>
      <p:ext uri="{BB962C8B-B14F-4D97-AF65-F5344CB8AC3E}">
        <p14:creationId xmlns:p14="http://schemas.microsoft.com/office/powerpoint/2010/main" val="75719400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51F8BD-6F4D-442C-8721-819F56F5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8F3E93-2800-4984-A6A6-0DC208D0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4FEF19-F271-4FD1-BEEA-B1E30D64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Tool Calling은 실행 권한을 설계하는 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3E340C-5732-45FC-8E1B-970060C6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62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모델이 만든 호출을 바로 실행하지 않고 schema·권한·정책·오류로 감쌉니다.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8E62CE-3D63-4955-A5F7-8261B7C8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차성재의 현업 메모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0482A0-20C5-4315-831F-675DFE6B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815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모델이 무엇을 원했는지보다, 애플리케이션이 무엇을 허용했는지가 중요하다.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19B3B5-4350-4F5E-BAF6-C33F8818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5B44DA-BD1A-454C-B7E4-5905601E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산출물 · Tool schema · SafeToolExecutor · 정상/실패 테스트</a:t>
            </a:r>
          </a:p>
        </p:txBody>
      </p:sp>
    </p:spTree>
    <p:extLst>
      <p:ext uri="{BB962C8B-B14F-4D97-AF65-F5344CB8AC3E}">
        <p14:creationId xmlns:p14="http://schemas.microsoft.com/office/powerpoint/2010/main" val="13568530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0C20C3-9815-4D08-8BC6-9128CB7E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BLOCK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689FB5-48EB-4606-9CBA-02645778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 블록이 끝나면, 설명보다 증거가 남습니다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5045ED-06DE-4D31-AA9A-8C9FD81D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31F12B-FDF4-4385-B058-A15D56AC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E3F4CD-A57D-4FE0-A951-FA51EB03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1B393D-A17C-439A-8F1E-B3F90C2B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E6A844-BE7A-41E9-BF32-C5D8DD11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모델의 제안을 실제 행동으로 바꾸기 전에 누가 마지막으로 검사하는가?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1C803D-4FB7-42C2-9A05-618442A4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61C36B-BCEF-4077-8474-55D2D9C8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80E81E-C697-4261-B91F-B3788BD6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용어보다 먼저, 이 단계가 필요한 이유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582540-4E82-413C-8F54-15FD905B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4216F8-E7A1-4230-B6F2-EB90B3FC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555C7F-120E-460E-8EDB-0931ED8D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문서와 실제 실행 화면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25D517-F57B-43DB-9F02-5AAF7396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A9C634-F8C1-4272-9577-18D1D9D0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E567F2-85C7-4E95-9BAB-605F66D4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강사와 같은 순서로 최소 단위 실행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667032-7FC5-4BCF-B826-0B79C211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57856A-63C0-4921-9926-F54DC057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복구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D0F3BF-74C4-4D59-A4D3-D2EEBC57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막힌 지점에서 오류를 분류하고 우회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C2F095-7B8D-4BDC-A1CB-88BB7EA3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FE27BD-FD19-4520-A067-D994B83A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완료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8B90A0-32EE-4FB8-9E3D-FC039710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파일·test·commit 가운데 하나를 남김</a:t>
            </a:r>
          </a:p>
        </p:txBody>
      </p:sp>
    </p:spTree>
    <p:extLst>
      <p:ext uri="{BB962C8B-B14F-4D97-AF65-F5344CB8AC3E}">
        <p14:creationId xmlns:p14="http://schemas.microsoft.com/office/powerpoint/2010/main" val="162143501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F1BE27-0053-411D-A8F6-37A01086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1/4 · Structured Tool Request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4F64ED-2C16-41CD-904E-DFA96058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 Calling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EBB116-E62D-4FEF-AE5A-798AE75E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1364CF-7595-4C31-A8D5-BBD82898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97A040-9B0B-4ED4-9531-A332AB22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1D2FB9-7D07-406D-8EB6-ABB41FF0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E93DAE-1F4B-4956-8CE2-FDA9A223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44655D-6028-493C-BBDC-F60E8928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48158F-AC00-4973-AB8A-5CA6A784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모델이 자유문장 대신 도구 이름과 인자를 구조화해 요청하는 방식이다.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DE873C-2A09-428B-A01F-F0C93874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6F0B6B-F0BF-442F-BC0F-9C0E13D8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CE0D5F-F80A-40B0-A963-15FAC283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8189E1-E06B-4EFF-B982-12711F47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파일·API·DB 접근을 허용된 행동으로 제한할 수 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59C562-AEDD-4F1D-ADBB-F8B7B686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533544-F1FC-491D-9EA4-A37C841D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B53E10-EF28-40B9-9C82-7456CB81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FEA1D8-26EA-417E-83D0-F8748C25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read_public_text(path=...) 요청을 만들고 실행기는 따로 검증한다.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690107-1BF8-4F2E-99E3-8E02118F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4065235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07541B-643A-4BFD-BE48-B5746EBA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2/4 · Data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AD34BC-C78D-4C63-85C0-7BE73812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D4C22D-2D26-4432-9AF0-F7E488B6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01ADD1-BB43-4EF1-9173-DD2AEA54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DF33C1-5E14-43E9-9538-DAE5198B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4569EA-CB56-499F-A805-E79766B5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F5EE5C-8E6C-4016-99B4-C6343551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D9DC55-CE5E-438B-A990-7585821D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942D33-2F04-4076-BDE8-78662802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입력과 출력에 어떤 필드가 필요하고 어떤 타입인지 정한 계약이다.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795CD6-187C-4A45-BA14-5E572C0C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DC9BCA-2AC3-4036-8E72-2D3F3FDB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DBA754-C9FD-489C-AB04-D9C159BE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A8F72B-0F7F-44C0-93A9-1EA98040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출력이 흔들려도 프로그램이 처리할 수 있는 경계를 만듭니다.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FD7B59-DA76-472D-8AE5-A517C01D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1CF2BC-D9A6-4FD3-BA99-58D490BE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8B4936-9AA4-4E8B-9969-6C329892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237673-5DB2-46FE-BE30-0F972A1A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path는 문자열, action_items는 배열, due는 날짜 또는 null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48724F-03ED-4AB8-90E2-13976B96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99506351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7FB5EB-4C9D-476A-B1E9-AAF44086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3/4 · Contract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0ED4DF-A979-4976-904F-0849BAD9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8DB1E2-2E9A-4FCA-94F4-93AC2A19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99CF71-9F87-45B7-B2F8-F126B5C3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4BDC44-E592-4805-BDE2-E4E58FB5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06E172-321A-4021-8B64-4F8668A0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54E9AA-6E81-4670-A316-0A0E5AB8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36E68-9A96-43BF-96C6-9F0A1794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C35FC3-F16A-4AF5-8AE7-3BFD05E3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전에 입력이 Schema와 정책을 지키는지 검사하는 단계이다.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6B382D-B980-4430-8E52-C15429C2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4EA0F4-FF3A-4581-BFA8-BDFA3C7E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C0348B-C9CB-4AD1-B2C5-4B7132E4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C53FD6-CB4A-4623-8CC3-049BDC13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잘못된 경로·누락 필드·허용되지 않은 도구를 실제 실행 전에 막습니다.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9C68AA-C285-4A89-8748-F50F0644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2393EF-9C9D-420E-B57A-797F7C7D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7F6111-FD17-41CC-A0BE-0C6E5A71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B31063-744A-48C0-828C-6E6B261E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허용 확장자가 txt/md가 아니면 validation_error로 중단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9BCC63-BD1D-4C41-A3B4-192D9AE7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8521214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7B1BF8-AAF5-4D7E-90AD-26FAE542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4/4 · External Change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775A5C-CA7A-42A9-AAA1-29780353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Side Effect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DC1A84-08B4-4508-91A3-3CA7013E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68DE0C-6E48-4916-BF78-7C1ABCEB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5185C7-DFE8-4A16-9048-0F2C3A7F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84895A-9C09-408F-A0CF-B791C6A2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4E6EAF-2A72-476D-BD24-48BF7FD3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C4705A-D841-46F9-9798-C2C88A3F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D7585D-5CEE-4B3C-9F6C-8E6C8A3D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 쓰기·메일 발송·DB 변경처럼 외부 상태를 바꾸는 행동이다.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B51FBA-DC1E-48FB-A547-8AB68FE6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23F448-BAF3-45FA-846E-0E5E7E53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3052EA-1C98-4BA4-B237-63D9F76C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0D3CC0-9580-4944-AC61-E350D0D0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후 재시도하면 중복 실행될 수 있어 승인과 중복 방지가 필요하다.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81FDCB-BA07-466D-930B-8B932FDB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9FC73B-59A9-4A93-947A-8FA3743B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77A044-4BEE-42DC-9122-28CA484F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8FB73D-D68D-456F-91DA-CCAC985F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 요약을 Slack에 게시하는 행동은 승인 뒤 한 번만 실행한다.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237D07-28AC-4D37-85F6-11388050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4972535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85CB36-7DE4-45C4-8C08-3F540D7B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504760-57A1-4D91-AF7A-876258AA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 Calling은 실행 권한의 계약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6AF1F6-A4CB-46B9-8294-C74199E5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D7D25D-79F8-46BF-9D64-C9DC2663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C2E888-C0EC-464E-A70A-82DF4141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DBB7A7-2918-4595-A5AA-AC656439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37BCFB-3181-44CA-84A6-809C4086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6A915D-7183-454A-871B-FF386414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모델의 JSON은 제안일 뿐, 실행 허가는 애플리케이션이 결정한다.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4d92bc5c624a8e">
            <a:extLst>
              <a:ext uri="{96DAC541-7B7A-43D3-8B79-37D633B846F1}">
                <asvg:svgBlip xmlns:asvg="http://schemas.microsoft.com/office/drawing/2016/SVG/main" r:embed="R912b2469ff584c5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B0FF8A-2FC8-49D2-BCFC-D38CF8C2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현업에서 먼저 보는 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1C1D21-EF37-4247-A903-35C1BCA3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33F462-2561-4B1E-AFDB-B537E3DF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name·description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452F02-61EE-47F9-BD15-33554D2E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ACD423-7424-4F97-9A2E-14897687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arguments schema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FB50A1-03B4-4FFC-97D9-21BBC2EA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93C913-1334-40AD-A1A8-6716C582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allowlist·policy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679F76-7E70-4C41-83A9-93779B9E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9AC126-27F7-4E15-B000-F7E02C3D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권한 설계의 핵심  |  Tool schema가 친절할수록 모델은 똑똑해 보이고, allowlist가 단단할수록 제품은 안전해진다.</a:t>
            </a:r>
          </a:p>
        </p:txBody>
      </p:sp>
    </p:spTree>
    <p:extLst>
      <p:ext uri="{BB962C8B-B14F-4D97-AF65-F5344CB8AC3E}">
        <p14:creationId xmlns:p14="http://schemas.microsoft.com/office/powerpoint/2010/main" val="258956427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16D702-ECE5-42DA-8EA7-527DED53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4DBE71-14C9-4F82-817C-BDAA7FDA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Schema는 문서이자 방화벽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B2F157-0749-4792-8215-5CD91787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CBC5B-AA21-4648-8524-4E40B8A6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A0EB50-2D42-45A3-8292-AD6DA3F1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698460-B70E-4A7E-9C1B-AA2D1FF8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A5C657-C756-4EBA-80FF-DBAC527B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필수 필드·타입·열거값·추가 필드 금지를 코드로 고정한다.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1F37B0-47F1-4F19-B00D-C746C50C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107F79-78D7-4A7C-8EC5-5DA02BA2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required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A96219-1CB3-474A-9D2D-34BCA3F0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3450E6-C263-4381-A7E8-F72847C3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type·enum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47EB24-E7DD-4959-8A93-D19006A1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CDBF97-89B3-4F7A-A263-61CFD55A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additional properties</a:t>
            </a:r>
          </a:p>
        </p:txBody>
      </p:sp>
    </p:spTree>
    <p:extLst>
      <p:ext uri="{BB962C8B-B14F-4D97-AF65-F5344CB8AC3E}">
        <p14:creationId xmlns:p14="http://schemas.microsoft.com/office/powerpoint/2010/main" val="1978277856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B0A31A-C791-4FFE-84CE-1EF4CAB6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5FCF06-CA27-4248-9D6F-876214F3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Registry가 실행 가능한 세계를 제한한다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CE01A6-0FDE-4730-8884-59B4B099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1262EE-7373-430F-95C3-D464A5E6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B00C4A-23C1-4D21-BB51-D68D32B8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6B0D81-6BD9-4717-9E9C-DB491C51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321ED5-EA98-4A5C-8990-EED0646F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AA5FBB-0349-424A-A1AE-4A326889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모델이 아는 도구와 실제로 등록된 도구를 분리한다.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0F4C3D-3D14-47CC-81B3-66C33FCC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현업에서 먼저 보는 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E044CA-9E6E-43E5-8B88-E579AD0B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4D86DF-6D55-4428-89C8-96579061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TOOL_SCHEMAS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852CB8-4578-4857-8EA5-51115BB4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C65AA3-C544-4F8A-A326-B06B7C6A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TOOL_REGISTRY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5E675F-85F4-46D4-A943-0CDFE500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97FEAB-F0E8-44C0-8E7A-8D86C3A1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unknown tool 차단</a:t>
            </a:r>
          </a:p>
        </p:txBody>
      </p:sp>
    </p:spTree>
    <p:extLst>
      <p:ext uri="{BB962C8B-B14F-4D97-AF65-F5344CB8AC3E}">
        <p14:creationId xmlns:p14="http://schemas.microsoft.com/office/powerpoint/2010/main" val="1341246826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AD97A7-D9AE-4B23-A108-A873D20F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BD80F0-804A-45BF-9462-69059E38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최소 권한은 기능을 줄이는 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35CD42-C36E-4348-A1FE-8031E010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6C4BA7-5CC8-42D2-BA71-34F4310A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04B823-7EE3-485E-803D-0A89715A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85B297-EB52-43AE-A84C-268D825B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0B6AA0-C44E-47BF-A0FE-941129DB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범용 shell보다 목적별 좁은 도구가 더 안전하고 평가하기 쉽다.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F5F768-79A2-4CC0-8457-93539F35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C6648E-FB24-4778-80E1-91017F9F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read_public_text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67F693-4618-4B0D-9FF0-DE90FE1B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2982EF-3A49-4D33-BF76-1AF7AFA6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확장자 제한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CB19C1-3585-48FB-804F-C14F7480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0C2205-D73F-4F1D-8826-6F20C5AE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workspace 경계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8C2FBB-5429-4DB2-805A-BEABA80B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849DE2-E105-4CC4-BCBA-EF4A4A96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권한 설계의 핵심  |  오류 메시지도 제품 계약이다. 복구할 수 없는 오류는 관측되지 않은 오류다.</a:t>
            </a:r>
          </a:p>
        </p:txBody>
      </p:sp>
    </p:spTree>
    <p:extLst>
      <p:ext uri="{BB962C8B-B14F-4D97-AF65-F5344CB8AC3E}">
        <p14:creationId xmlns:p14="http://schemas.microsoft.com/office/powerpoint/2010/main" val="1652154287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D19ED0-C2B2-49DC-B57A-EC21AF39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C934B9-AD63-4CB0-918F-14B8DD3D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Validation은 실행 전에 끝낸다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3391F2-9835-4927-ABF8-BADBEB17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E3BF69-FE92-4FA8-80CA-FABE133E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8F94A7-D5A6-4E68-A26C-7665432C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F99237-ECF3-41CC-B2A0-FBC14EFE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0F032E-DB7D-4B18-AE18-DA7BCC48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0F3CC4-7203-42DF-A931-889ED6E8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누락·타입·예상 밖 인자는 side effect 전에 거부한다.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C6E3AC-CD5A-4547-9AF4-D0CB128E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현업에서 먼저 보는 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ADBAF2-C70E-4464-9AC1-0AD2A941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EEA334-E2AD-457F-8A55-18616A59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missing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ADF7A3-F89D-48AF-ACA5-14A973EE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D5CF13-2AEF-49D9-A9AA-33ACF480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unexpected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8AEED5-C328-4275-B66F-4D2FAEA9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683F40-404E-4323-8283-A8A7CF3B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wrong type</a:t>
            </a:r>
          </a:p>
        </p:txBody>
      </p:sp>
    </p:spTree>
    <p:extLst>
      <p:ext uri="{BB962C8B-B14F-4D97-AF65-F5344CB8AC3E}">
        <p14:creationId xmlns:p14="http://schemas.microsoft.com/office/powerpoint/2010/main" val="1054489894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71B287-B379-430C-9CF9-A89CA460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EAA49C-CCA9-4D49-8BD4-9DCA7239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오류도 정상적인 결과 형식이다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4597C3-A1AA-4E96-827A-452EDCC9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4AD108-D3D0-45FB-BE2E-1CC5B9DB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7799B1-33FF-4DC6-83CA-4B8B648D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7136CC-6AD5-4E2E-B539-ED74C95B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5855E7-5A1F-4BA5-980A-A34B7FF9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traceback 대신 ok·error_code·message를 downstream에 전달한다.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E850E2-7DA3-48E3-A719-FC94EBBF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C516AE-4C54-4C20-BC5C-926543D1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VALIDATION_ERROR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F29A16-63F0-4CAD-AC31-CEB8D0CA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19A7EA-CEB3-4E0D-AD29-16FD81E1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NOT_FOUND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804B97-0691-4C1B-B920-0E11BD21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62F489-0C7C-4EBF-9CD0-8147FE84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POLICY_BLOCKED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3B62D6-A3D7-40E0-9D9C-D16DD82F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203C6B-227C-4796-ABE1-FFCE38C8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TOOL_RUNTIME_ERROR</a:t>
            </a:r>
          </a:p>
        </p:txBody>
      </p:sp>
    </p:spTree>
    <p:extLst>
      <p:ext uri="{BB962C8B-B14F-4D97-AF65-F5344CB8AC3E}">
        <p14:creationId xmlns:p14="http://schemas.microsoft.com/office/powerpoint/2010/main" val="1849667684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0DCE4E-0379-4613-B31D-F2FCED64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2F8A4F-2633-498A-B393-461FD081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Read와 Write는 위험도가 다르다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D9A6B9-EBF1-4F52-ACAA-6EAE7C52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B478F8-FE97-423A-9B38-FE02EEED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CD5FCB-C40C-44B2-B547-4DDDFAE9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AEEA1D-F01A-436C-AE6C-3EC0A211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32E0AC-E0A8-49BC-A727-6068DCC8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B2C7EA-3E65-4776-B332-47EF55DC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외부 쓰기는 승인·중복 방지·감사 로그가 추가로 필요하다.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3BCE4F-19EA-4F6F-B8CE-944C3201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현업에서 먼저 보는 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F0F81F-5739-4C7E-A259-9C74EF6D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DE7461-F989-4430-8434-2224A024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read: 자동 가능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4833F6-7550-495E-B8C3-8FD6409B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0D4781-B154-4774-A17C-D1BE2691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draft: 검토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547328-FB1D-451B-B067-364D2D70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9FD103-8005-4563-85AC-C4C3C57C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publish: 승인 필수</a:t>
            </a:r>
          </a:p>
        </p:txBody>
      </p:sp>
    </p:spTree>
    <p:extLst>
      <p:ext uri="{BB962C8B-B14F-4D97-AF65-F5344CB8AC3E}">
        <p14:creationId xmlns:p14="http://schemas.microsoft.com/office/powerpoint/2010/main" val="1566972954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04A972-EB06-442D-8FD8-A277DA24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4D26A3-0790-4D81-8177-86C33D8D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Timeout과 Retry는 실패 종류를 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BBF3AB-1364-4BC0-A67D-1958A703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BFA92E-8967-46D7-83D4-88F80DCD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D76FCB-34FF-4054-BDA9-3224B600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6F31D0-D3B8-4BAB-8CC0-2ED08442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F46A9C-3880-4FDA-9348-07B6A4D3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일시 오류만 제한적으로 재시도하고 정책 오류는 즉시 중단한다.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AE528B-FD5A-4238-8446-B5CF2820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2654CA-3887-40A7-8E59-3C09E6CB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transient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B12076-5212-4532-8723-36D54B98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65C115-ABFC-43F8-B5CA-8A5109EF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permanent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A0F7F8-CDC1-49AB-90F4-F29448B3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347219-5878-4AC5-9D01-E7798CE1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policy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138BF9-410D-43D1-8B18-D5E5075D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1A6ADC-51A0-4A86-9270-4A9FB125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human-needed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EE7A4E-BBD9-4A95-8590-35EE90C1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47DDF2-A4A3-4D7C-9267-F9D4124D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권한 설계의 핵심  |  외부 쓰기 권한은 기능이 아니라 책임의 이전이다.</a:t>
            </a:r>
          </a:p>
        </p:txBody>
      </p:sp>
    </p:spTree>
    <p:extLst>
      <p:ext uri="{BB962C8B-B14F-4D97-AF65-F5344CB8AC3E}">
        <p14:creationId xmlns:p14="http://schemas.microsoft.com/office/powerpoint/2010/main" val="1775043252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1199A4-33ED-4E0F-803E-9733AC9C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D88ED6-1FA4-4042-BF43-760BA126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 호출의 4단계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A43C6E-860A-4B20-89DA-6F6C2724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B62B90-1474-4DC4-95A8-F37D9CBD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55FC2-F070-4C25-81DF-BFC04BE4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B21AFB-4F77-40ED-9448-013E87DC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407CF6-A982-4C22-BA5B-9E6339B4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A24F37-6143-49A1-9E71-692A2668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AC4397-66F8-4D3E-A251-E3DCCB1F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6D9F1E-367C-4B1B-98FE-6965A7D8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도구·인자 제안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C204CE-C9A0-42BA-B5A3-B928A09C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810E26-1784-4CE4-84A6-B4FE348E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7CFBBD-8638-44F0-BC09-374C27A4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1DC9C8-111C-40AB-90E1-A8845B48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schema·policy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12060E-D465-488E-85F6-F2B754D3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9F0F66-E152-4C28-B9A7-5AE18532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D7E0E4-55C9-49AD-9A9E-10838C87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77EC48-905E-4799-ABE0-4B794230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등록 함수만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BB872A-4A4A-43BF-87BF-124ABA34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BE49FE-A15C-4B13-B561-3BE5C502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B5A217-4E1F-4CCE-97E9-AB32269A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OBSERVE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04B8FF-2665-4140-BA9C-953E5E62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결과·오류 기록</a:t>
            </a:r>
          </a:p>
        </p:txBody>
      </p:sp>
    </p:spTree>
    <p:extLst>
      <p:ext uri="{BB962C8B-B14F-4D97-AF65-F5344CB8AC3E}">
        <p14:creationId xmlns:p14="http://schemas.microsoft.com/office/powerpoint/2010/main" val="1952060032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41A2E4-4B43-4916-81B0-A9618D2B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784370-8A17-4B65-9D0E-861AC215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Schema를 만드는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813F7E-AD84-4FF1-A047-2373BF9B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A1A690-4701-4A05-8AA8-23275FBE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ED2AC5-E44E-4940-82C5-FB3222CC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BEE659-054A-4C2B-B510-11105713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27E98D-ED05-4032-A71F-AA731E58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13F272-5D71-4D07-9674-390FCF5D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4CEAEB-23EC-4F2C-B840-9F75DDCE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업무 동사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5B6C2E-BFB3-467B-A585-D6543152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가지 책임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E949E2-BB0A-47CD-B352-50802EF2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D53E12-6B46-4854-AD77-B8E496D0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B95068-BC66-4540-AFE7-C23EE928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입력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2FF4B2-8462-4B4A-B68A-40A0F7FC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필수·타입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DA049C-6792-46D8-BE74-96A56573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F4FFDE-B87D-4F8A-A8C9-5908CEE7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657235-88D1-44BE-B380-9F29ADF2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경계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0DB36D-8F04-4B94-A6F8-F4ABA5B2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enum·길이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35E87F-1510-461A-A112-FDC5393C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922696-EA96-40C1-B069-4E38C348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A39607-44B4-4B08-8921-5087A086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예시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78D0EE-47C5-4C5F-A067-A0466059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정상·실패</a:t>
            </a:r>
          </a:p>
        </p:txBody>
      </p:sp>
    </p:spTree>
    <p:extLst>
      <p:ext uri="{BB962C8B-B14F-4D97-AF65-F5344CB8AC3E}">
        <p14:creationId xmlns:p14="http://schemas.microsoft.com/office/powerpoint/2010/main" val="111330614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398AC5-DB29-4FB4-B4CA-6119F331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DC09B0-051C-4CB2-8882-7E6D9385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 도구의 경로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DED0BD-54A9-419F-A8DC-A8F79D1A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DD8BC5-6CB0-4BCF-9DAA-1F8AF11C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3944D3-5EA7-48A3-B088-B387F457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0A1C5C-8768-4D8B-A525-80BDEEDA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8E2098-A115-4321-808F-EF5D1089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7BC893-DF88-4556-9F10-C17AFC22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AD31B9-DA10-4773-BC35-23D909EB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JOIN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235F4F-0C35-42BA-8ED2-5CC4F64F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workspace+path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184C94-4171-495A-9F4A-112A583F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155AFC-9663-4995-94E1-8C62825E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1A465A-3CA7-4296-9F71-FF7BF520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RESOLVE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89F47C-53CF-4F4E-8A1C-9A1B6161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절대경로 정규화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CAB9D4-3E1F-4B3C-A7E4-5AC8B128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CE858C-D7E7-4A78-81F2-11491877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194713-5D95-44D0-A7C1-D5C3E4BA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0CA777-80C9-4774-B1AA-564BC5D9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root 하위인지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80AB34-7DE0-4E77-AF52-11388BD8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C7C4D9-D4E0-41B2-B220-1E5329B1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0FE349-4AE6-436A-8589-E8262940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ALLOW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6D0949-40B1-4EF1-ADB4-17E3EB08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확장자·존재</a:t>
            </a:r>
          </a:p>
        </p:txBody>
      </p:sp>
    </p:spTree>
    <p:extLst>
      <p:ext uri="{BB962C8B-B14F-4D97-AF65-F5344CB8AC3E}">
        <p14:creationId xmlns:p14="http://schemas.microsoft.com/office/powerpoint/2010/main" val="1417578828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0D40F8-4B98-408E-B676-DEEA634B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1C36B5-8BE1-4CF9-AF77-E7631E6E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분류 결정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826C86-5B64-40CC-87A1-783BBA24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927B8B-B3AE-4339-8384-5BE26466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050110-5F5A-47F2-A988-3475B2D9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C7FCA3-CFAF-4D60-9294-9C1D4206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C85D5A-4C79-40B9-85F9-2EA50AD7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E0AD6A-D52C-4BFF-B220-552C1123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28F74D-5276-4D13-854A-7CB23163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103796-79E3-4174-869D-BCC1E3E6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재시도 없음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0EDCCC-538B-426E-BEE8-43AE4006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8863EB-062A-4DED-BBDB-19059788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960DF2-0BD1-46BE-BC1A-719BBF1D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사용자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13BA3F-95B6-4FFE-9069-CA81FD01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입력 수정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E080FA-AB17-4A6C-A97C-7C183253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AED653-1DEF-45D5-B8D2-11199CDC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5A0066-0DA5-43D7-AC30-82B9DFAF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DB8E1C-0C0C-4223-98CE-BE00AB3E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제한 retry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ABBB10-F75D-49A1-861C-9F7D6590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8869C1-5FE6-4FA8-BD40-56CD5AF1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D05BF6-5979-41FA-99E2-1766246E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미지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1FF51C-7000-43B9-8B7D-1BC28F85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중단·trace</a:t>
            </a:r>
          </a:p>
        </p:txBody>
      </p:sp>
    </p:spTree>
    <p:extLst>
      <p:ext uri="{BB962C8B-B14F-4D97-AF65-F5344CB8AC3E}">
        <p14:creationId xmlns:p14="http://schemas.microsoft.com/office/powerpoint/2010/main" val="1725106279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361BB0-FFC7-411C-B69F-55BBA685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0479E5-A9D5-4B36-B044-5B94D894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테스트 설계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486D0D-5381-4AE9-AEB4-29118C4C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0A1D41-C63A-45BD-83EE-6692C14B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7ABF32-EC6A-4E30-8BCE-415EED85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9EE0EA-BAE4-40B4-952D-5D9E20F5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FD22E2-C46F-48EC-9371-1F48B8E6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FE596A-4B3C-4CC7-9B47-11539CD3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A19AA9-8F4C-4CCB-913F-782FFD36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8FBE91-030E-4985-9DF1-22134FCE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happy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5FC2E2-F9FB-4160-B5AD-1250A733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F3B7BA-B44F-4CC8-BC61-02A4D7C7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760AAD-194D-467D-8851-AA8A7092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경계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22B76F-EE18-453D-A356-638291EC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최소·최대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662A56-2F65-4986-BDA8-094330BE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660249-E659-4535-B5E5-EA8F606C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D6846A-5734-4DC1-B635-D669F8CD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9B1078-5F69-4E7C-ABA6-7DE45964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path traversal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FCD381-B949-4D7D-B993-8A8178AB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5512DC-CFAA-434E-A306-900BB453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2B62E0-CBB4-43C2-B10A-DD000CD4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023617-F8DB-4EE5-9413-EB7D7EAD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cached result</a:t>
            </a:r>
          </a:p>
        </p:txBody>
      </p:sp>
    </p:spTree>
    <p:extLst>
      <p:ext uri="{BB962C8B-B14F-4D97-AF65-F5344CB8AC3E}">
        <p14:creationId xmlns:p14="http://schemas.microsoft.com/office/powerpoint/2010/main" val="1002588434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640F4D-93D8-4F50-874D-8405B849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B910D8-35F8-4530-B0DB-0805AF1C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화면은 네 가지만 보면 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C145BD-D905-477E-B4D6-B9B80AA9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0F98C9-2770-4F5E-B654-3C7BCFE0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0DD321-587E-42D9-9F3E-CE7534A0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70F534-DE21-4690-B2AF-0ED5335E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D9AA7F-03F6-4C00-988B-A5D360C4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시작 화면 → 클릭·명령 → 성공 신호 → 막혔을 때 대체 경로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E84963-531B-471F-90A4-72139135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749F90-C4C4-44E3-9251-4CF230C2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8FA208-DEF9-4622-8CB7-7BC7733D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API · 호출 형식을 공식 문서로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679B44-A5DF-45E1-AC23-DA0FF0FF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adapter 뒤에 감추기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2A0B4A-AF32-4C6C-BA60-D245E1AE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76E769-320D-4338-99F0-BAD7C147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2A9711-FC0D-40A1-89B0-C870B7EC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AFC6D7-776D-4960-B578-E3439600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GitHub REST · 인증은 코드와 분리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280F14-AAA0-4A25-9798-94326E10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화면에 secret 노출 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CD8EA8-B2A7-460C-A4C8-6339C065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E73713-4845-413C-828C-E1322224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0B070E-851D-4A5D-811A-B4A66D7C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5B06B2-050D-42BF-9AA8-3E8B0886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pytest · 실패를 재현하는 가장 작은 도구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0BFF00-D40A-45E3-847F-3986C677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짧은 명령으로 반복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8DFBEC-46F6-4DE3-864F-5F5E5BCC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338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A05C11-1792-4983-9653-842F4FE4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7E3C3D-DC7A-4A19-B5AA-72B83F8E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505573-F2C8-4B4F-8BBF-0D399589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실행 · 9 tests 통과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74C1BB-EC0E-41D7-ACB1-A96D7C59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완료 증거로 캡처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A392C3-CDE7-4068-8321-A6733CA7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18136815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B769BE-71AC-4D91-9F95-A451890A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1/4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BF8737-F183-4637-B31D-EA831B49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API · 호출 형식을 공식 문서로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134EDD-E611-4E5F-96E4-0301E49D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4C0AEC-4E66-45E7-8D3E-7724CD28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3FCB8F-39B6-4F76-A1E8-8B7B8264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75EC13-524C-4754-8A40-D99F2494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0C8CE5-20CE-4051-8609-751080A7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70AD0E-8A43-4CAA-851D-57D18925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D48E4F-AC80-411B-BA99-A37052A7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base URL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A32813-060E-4EB7-87D6-683A9D18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8091EF-B791-4A52-BFFE-6AAD563A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request/response 형식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EA723B-4824-4EA2-B04D-A9E66608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4FA4DA-35F7-4341-9F93-2A1CF8C5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timeout·stream 선택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2D8703-F761-4557-B704-AB6DDD86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A9EF4B-927E-437E-8BF4-EB385299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adapter 뒤에 감추기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A169F4-2550-49D7-9062-28DA0C52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2f021a819a45e2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DE78BD-7913-4ECB-B40C-5FD6D0C9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Ollama API Introduction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120673703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C036EA-DB9D-4710-967B-50640A54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2/4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5B87A0-1555-4D69-B31B-4328F431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GitHub REST · 인증은 코드와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3CA08C-772A-49C7-A163-88653967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4C59C8-C7F1-4A9C-BA9E-9C3CF217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E014DD-7F18-4BF5-BE8F-AF8F840D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BB97BC-0079-4977-9843-53BE8BEA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C4DF4C-5856-4674-A69C-9B6DEAA2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C2F5E8-6BFB-4376-917E-8564F93C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9CB49B-3EED-465A-BEBD-BBE66EFF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token은 환경 변수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BE7290-8902-4389-9046-D9C3948B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390513-96D3-4BCC-828B-65D4BB6A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학생 필수 실습은 dry-run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282E0A-DAA5-4F6A-A4FA-DE09ED34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7897EE-8C6B-44DE-AC0D-EF21355D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최소 권한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316414-642D-4BE6-822C-A48A23BA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11ADB8-5BF8-43EF-835A-333ED67E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화면에 secret 노출 금지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E7F634-7F5E-462A-99CF-CEE4FF88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76d15a493e49f5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00AE3B-84DC-4151-B2F1-B56FDF54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GitHub REST authentication 공식 문서</a:t>
            </a:r>
          </a:p>
        </p:txBody>
      </p:sp>
    </p:spTree>
    <p:extLst>
      <p:ext uri="{BB962C8B-B14F-4D97-AF65-F5344CB8AC3E}">
        <p14:creationId xmlns:p14="http://schemas.microsoft.com/office/powerpoint/2010/main" val="1364871794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16927E-2C75-4384-AE93-8C3DB635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3/4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9573C4-9633-4947-ADBA-D5CACDAA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pytest · 실패를 재현하는 가장 작은 도구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61643-ADB4-4665-8102-973E55E0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4ED5CA-B094-42C8-B1EE-562503DC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E61945-F7C6-43AD-B673-AB925016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4EB456-BBD8-41C7-B1D4-549158DD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A91C7A-0AC9-44D6-9A90-D409BE04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64DC09-6649-44A3-93F9-BD0B72A3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37C56B-7DA1-4003-A224-287F6F9B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test_ 함수 규칙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49393F-021E-45E8-8881-26F8A7EA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8F7EB0-4658-4133-A0A8-FB73C975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assert로 계약 고정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29F4E4-DA7E-40A7-AA8C-CD34CC75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949863-5407-43EC-942C-0538E947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정상·예외 함께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9D3371-B2E6-467E-9971-97963EC6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860BB7-B3B5-419F-B39A-11A6C0B4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짧은 명령으로 반복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5820B7-7FA9-4525-9732-6421B838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864a83c1b04e38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8D2474-C80F-43F3-8BD8-DE3D5229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pytest Get Started 공식 문서</a:t>
            </a:r>
          </a:p>
        </p:txBody>
      </p:sp>
    </p:spTree>
    <p:extLst>
      <p:ext uri="{BB962C8B-B14F-4D97-AF65-F5344CB8AC3E}">
        <p14:creationId xmlns:p14="http://schemas.microsoft.com/office/powerpoint/2010/main" val="103458859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DB2EF1-1C7D-4ABB-9C08-780F326B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4/4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2247C7-7BB7-4DED-AFDC-3F1C0452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실행 · 9 tests 통과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FD7392-7C80-4D85-8162-F541CB3E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CD86A9-DF9E-43F6-B480-BE0B2BB0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AB0000-2399-42A7-A720-2588D5A3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390966-7485-400A-B160-9DDAB674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5B76E7-CB85-4ACC-964C-F4ABDFE2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E4E46F-228C-4367-9315-3E9D16B3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2BBFFD-B40B-456E-9017-E4E2D6AD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......... 9개 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64C883-7C8C-4270-8247-161DF204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953F4D-1085-4025-8038-EF354151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[100%] 완료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90D5FE-1A83-4C6E-A29B-89A2944B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0350A1-F920-4F71-B0CE-67D0166B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시간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98350B-BB9F-4B20-B1F9-F8F13C43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682679-137D-4F06-A7F4-C954E254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완료 증거로 캡처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F8EAE7-C9D4-433A-BD5B-B5109C83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218182fb51455b"/>
          <a:stretch xmlns:a="http://schemas.openxmlformats.org/drawingml/2006/main"/>
        </p:blipFill>
        <p:spPr>
          <a:xfrm xmlns:a="http://schemas.openxmlformats.org/drawingml/2006/main">
            <a:off x="5166626" y="1695450"/>
            <a:ext cx="6011648" cy="37719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EB6BC5-FC01-4DF4-9DB2-E69EA7AD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VS Code 통합 터미널의 실제 pytest 결과</a:t>
            </a:r>
          </a:p>
        </p:txBody>
      </p:sp>
    </p:spTree>
    <p:extLst>
      <p:ext uri="{BB962C8B-B14F-4D97-AF65-F5344CB8AC3E}">
        <p14:creationId xmlns:p14="http://schemas.microsoft.com/office/powerpoint/2010/main" val="607548646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0CF653-0830-4C26-A82F-491E3F04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1541B-1272-4916-8F7D-051D87AB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도구 schema · 허용 입력만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1AA3DD-78D8-4771-923A-5C628B5E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269C78-C7DF-4BFF-B17E-BDE47FA1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ACC136-44B8-4C40-91D4-D73107AA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4EE144-1262-4AFA-9BEB-FD50578E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D97B2B-EA53-4446-9C11-B4189681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0A45F7-C366-4CCC-B300-20E742CE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994A05-9D37-47F3-B8C8-10968298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도구 한 책임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7A470B-CB7B-4B29-A584-0A6A0E94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DE0AC9-053C-4175-93B0-59600FD7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 인자 명시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9821D7-64F2-44E4-BABA-9F5906E4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CAD62B-3027-41B2-84CB-6CB2255C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설명은 모델용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C44730-CFB5-4C92-9049-1B9BEE6B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495AAA-01B7-4440-AC39-1B237454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함수와 분리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D79C26-0A90-4ED9-8ECB-FBAFE6D8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8D66B1-C21A-422A-8DA4-6A6EA812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872522-B262-4272-BEAD-674213A8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TOOL_SCHEMAS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"read_public_text":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"required": {"path": str},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"description": "공개 txt/md 읽기"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25316565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436609-3583-4938-8F5C-65C25666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C7178-521B-4A4C-9BBF-A4BC176E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예상 밖 인자를 차단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104545-C170-400E-9CEE-EDA69715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CCD8BB-43A4-4556-9D74-87C8CBD1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D24A47-79F5-437F-98CE-C9AC6C5A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050ED7-62F9-4655-97F9-9D5CF12F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D458D4-625F-4FD0-B38D-DD3526C5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177E45-E26D-4BA2-AABD-02F416A3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146222-EC70-4AAF-B473-F566557D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누락 검사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A70A5D-719C-4A9B-8F86-00FFF6F1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5B57AF-D292-40E3-A28A-1AFB4A4A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추가 필드 금지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88A92C-97E5-47E8-918F-2515EE70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1BAB99-3DC6-42FF-83BA-81A2CACD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전 차단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19B9B2-DCC6-473C-A0E3-531D9263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0C3D7B-A035-428E-B74E-2A10E0B3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코드로 변환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B13A2F-9963-43CB-9901-0921FC0E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8AA7C7-E5C9-499B-A4B3-D0CD17A8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FE8469-3347-42A5-B6C0-21247075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required = schema["required"]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missing = [k for k in required if k not in args]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unexpected = set(args) - set(required)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missing or unexpected: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raise ToolValidationError()</a:t>
            </a:r>
          </a:p>
        </p:txBody>
      </p:sp>
    </p:spTree>
    <p:extLst>
      <p:ext uri="{BB962C8B-B14F-4D97-AF65-F5344CB8AC3E}">
        <p14:creationId xmlns:p14="http://schemas.microsoft.com/office/powerpoint/2010/main" val="113444567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5C4489-F03C-4E0F-8747-C14A8410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77BD3D-29B0-49E4-96E1-C1F1E9D7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경로 이탈을 막는 guard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111FCA-C931-4F84-B55F-A6241A3F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D76872-89FA-47F6-BEC5-BA0E4D2F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AD6511-266A-4480-ACD5-EB5EC1A1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8C2AA8-3FF5-46EA-B125-EF079CC1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7F055D-3EA7-4F78-9490-ECBB138C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854FD4-5B15-4321-B3CC-D3A12148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229D14-1A84-4E4F-B38D-12F07E48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../ 정규화 후 검사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47FAED-D52B-48C5-AEDE-CAA1BD99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0AE890-DECF-4839-86E6-16E43939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절대경로 비교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812B0F-1EA8-49E1-BECC-A012BD0B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CB59FA-A1EF-42E0-9759-68DCF88C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symlink 고려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76060B-BEDD-4AAC-9B4F-655953F9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06158F-8429-4D60-9F2E-1D802631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테스트로 공격 재현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A02122-C9B3-473F-AE9C-962C7B3C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1B6DCF-5F62-4960-BB5E-E2B13608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F12B9B-2170-41F1-9D91-6B007E38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root = workspace.resolve()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candidate = (root / path).resolve()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root != candidate and root not in candidate.parents: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raise ToolValidationError("outside workspace")</a:t>
            </a:r>
          </a:p>
        </p:txBody>
      </p:sp>
    </p:spTree>
    <p:extLst>
      <p:ext uri="{BB962C8B-B14F-4D97-AF65-F5344CB8AC3E}">
        <p14:creationId xmlns:p14="http://schemas.microsoft.com/office/powerpoint/2010/main" val="1491896621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4886E8-BF5B-40E1-9C31-E3145D6A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C9109D-D93C-4C68-8F93-A00DB936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오류를 공통 result로 정규화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62CAA3-6386-4616-9E30-D39201D9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F6789D-D96E-4DCF-8B06-AE3838D6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478989-6D72-4B38-AD84-C0CE3505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B0701E-ED1E-4D5E-BCC9-D0F2FB86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263DFA-D89B-47D2-BBF3-F6727BCD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EDBEDC-5962-4A1F-8706-4A82A334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00CE50-3DD3-4670-BCD9-FF63DFB6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exception 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4F2602-37ED-4B7E-8D0B-C3DBB253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ECB9E6-7EB4-43DC-BEEC-21A613B3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안정된 error_code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BF0490-9810-4BF1-A279-F21A606A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1C30CE-780A-462C-92AB-EC5EF83A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사용자 메시지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71C001-316F-419D-9CB8-2852AF90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4FDEC6-2C70-4EE5-A204-763401F1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trace에는 상세 stack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2C8374-C948-4884-AE3F-B0EEFA51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22C694-7C98-4889-A9D7-DF6B6A5B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87C789-161F-4570-A05F-4A46A8AE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return ToolResult(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ok=False,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tool=tool_name,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error_code="POLICY_BLOCKED",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message=str(exc)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11186538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748641-606F-4F95-B3ED-86EA90FE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8B4FC5-DA5B-45DA-B02B-4BFE04E8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call_id로 중복을 판별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28D861-9AA0-4FF2-A519-D40C0C2A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E769F1-3C2B-4803-BD8E-4A427DA43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92AC7E-F451-4CA8-BD6A-3CF97D82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86D2BC-6750-406B-9116-2F14C55F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E63139-934B-4E21-A889-968FD540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6C9288-C042-457F-9B79-16990475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4F7AFD-B731-4FF6-9B44-BFAF16AA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정렬된 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B8832B-5913-4EB9-A9D2-5B107FDE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A5D57C-D37F-4481-963C-F73E948D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안정된 hash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7A6B58-A410-420D-A019-04AF8708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0C89B7-E378-41CF-AEAF-10BD68F3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cache key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F62AB2-8799-4D75-8CB3-94B6A077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B922B2-ECD6-4009-9E7E-A1FA966E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외부 쓰기에도 확장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52DDA1-2788-4BF0-BB52-1483CE4D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1F7209-4985-4D38-AA41-24A05BDB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692C38-DF9D-4AFA-9D8D-2C1AEC6E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raw = json.dumps(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{"tool": name, "arguments": args},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sort_keys=True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call_id = sha256(raw.encode()).hexdigest()[:16]</a:t>
            </a:r>
          </a:p>
        </p:txBody>
      </p:sp>
    </p:spTree>
    <p:extLst>
      <p:ext uri="{BB962C8B-B14F-4D97-AF65-F5344CB8AC3E}">
        <p14:creationId xmlns:p14="http://schemas.microsoft.com/office/powerpoint/2010/main" val="565453861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9853B0-393F-4FB3-A052-53FEA0F3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7F4103-B27A-4BE4-8BF0-CD7AA61F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도구 한 개를 schema로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A7CDB8-9BC7-4186-813A-E5DC3D21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9E0C1A-718B-46F8-94AC-3EDB90CF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A469EF-FAFB-4FDA-A7D3-831E2B17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94A6A7-8270-45C8-875F-273ED169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1A6509-A9E4-449F-A8FE-44B30F6B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D3F863-5A24-4B80-97F0-F2F3D13D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66E014-76C9-41CC-BDEF-74620FEF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F2B7EF-4019-4503-8537-8AD00ED7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E5D84A-5361-41CB-B4BD-A584BD8F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6E5A8B-F0C7-4B1A-80B5-E24F301E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업무 동사를 한 개 고른다.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43A3EB-A07B-49BF-A22C-83B483F7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24C61E-6675-406B-9465-BF647996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197919-F18C-4E44-AEE6-00BB1F26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 인자를 1-2개로 제한한다.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9209AD-0D60-4C17-80C0-E3BCF57B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E78E9B-4393-4158-A31A-D28CE700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86E339-2456-4EC5-A453-D4FD57F2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타입과 허용값을 적는다.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077E27-3D61-4749-BF54-EDFDCDEE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807AA0-32EB-41D2-9E5D-4B40949B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35EB3C-199C-436A-854B-B7FC7A7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 호출 예시를 JSON으로 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CCA495-CB22-42FE-AEEA-31172982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CCE6FE-3AF2-4F88-8C10-608DD118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30FDD7-AB98-47EE-A893-A76C284C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tool schema 1개</a:t>
            </a:r>
          </a:p>
        </p:txBody>
      </p:sp>
    </p:spTree>
    <p:extLst>
      <p:ext uri="{BB962C8B-B14F-4D97-AF65-F5344CB8AC3E}">
        <p14:creationId xmlns:p14="http://schemas.microsoft.com/office/powerpoint/2010/main" val="1374169910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26F204-76DA-48C9-9E67-FBA71674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94F47E-1466-4A65-989A-B9A29BCD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잘못된 호출 3개 만들기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B49BC3-7EAC-4046-873C-05E751CC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E60E8A-40DE-40C6-B3E6-9B1961C6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1661CE-5EC2-4798-9D90-09D16A84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206D33-48C4-4EFC-B955-1CD5C5B6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069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15BD86-FDCD-437D-B356-21FE273C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9169A0-31D4-4A7C-9C73-B447359E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26F974-72D6-4947-BFE2-82D24353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1DBB11-9C47-4C93-8FF4-3FA9B02E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854270-16BC-46FB-A354-5DB6AD79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ECC672-7687-45A6-B8E3-9CCC0066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unknown tool 호출을 만든다.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359166-DEA5-43E2-A54D-45E35F30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1EC0E2-A727-4308-AA47-E695F8D8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0208C4-CF5F-4EDD-9147-CE45332B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 인자를 하나 지운다.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AF43B9-741D-4750-89CD-0FDA9814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F821E4-D0B9-4CCF-8AF9-4029CE66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ECA7AC-24BC-43E0-94AA-580EEE1A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예상 밖 인자를 하나 넣는다.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557429-65FC-426C-8033-385F196B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D176BE-DB9D-4C1C-8172-2DFF7E46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8D4534-808D-4466-8746-789D365D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 error_code를 예상한다.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CC044D-7679-428C-9529-1084FBFD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C1FC8D-4F89-47F0-A2A8-2F12E9F0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F772E8-5759-4CAA-8D92-505FDF66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실패 fixture 3개</a:t>
            </a:r>
          </a:p>
        </p:txBody>
      </p:sp>
    </p:spTree>
    <p:extLst>
      <p:ext uri="{BB962C8B-B14F-4D97-AF65-F5344CB8AC3E}">
        <p14:creationId xmlns:p14="http://schemas.microsoft.com/office/powerpoint/2010/main" val="166373107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538DB6-CFA3-4DBA-9B5D-101B2A86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DE1F2A-F736-4A9B-B77C-131CE035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workspace guard 읽기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29FB65-5AC6-435F-A0F4-5744F087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083C05-C653-4BB2-8B9D-AA31EFC8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7E0658-DBEA-46DE-90B0-D560FDA6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96FC0B-A731-45FE-A95F-022D2503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8EFBB-4C92-4C78-9FF2-E85F6903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09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4C8C6C-CED6-4DB2-B60C-D432587F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C3966B-9880-403E-A04D-CB1DAAB2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C43076-2DE7-41FE-B8CC-A1AD1A45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5E6614-E248-49C0-9E4C-CDBD08D1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CE7017-5356-4698-B606-634C033F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 상대경로를 넣는다.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DECB25-428E-4305-AF5D-665CE5C1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5357F0-9807-443A-B586-9DB8D8A0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C4CF4A-84A8-4140-9F41-EDE94B78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../를 포함한 경로를 넣는다.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FBDDB9-BF6B-48CE-9CE5-DCCF6153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BC07FD-6A4F-48B8-95D3-860B5EEE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339723-02B1-4C31-A07A-45B907A1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.py 확장자를 넣는다.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5382B7-FA28-470B-B13C-2DC0745E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63E1D0-98F2-47B3-B934-B5949FFD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7A5124-D1F1-4E8C-B57E-9732C5F0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어느 단계에서 차단되는지 표시한다.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9B4405-06FE-46CE-B80A-7D39A92D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E3362C-8D5C-4B5B-BFBA-26D4FAF8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E0CB36-EFE7-45A6-B9AF-0FB923A0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정상 1 + 차단 2</a:t>
            </a:r>
          </a:p>
        </p:txBody>
      </p:sp>
    </p:spTree>
    <p:extLst>
      <p:ext uri="{BB962C8B-B14F-4D97-AF65-F5344CB8AC3E}">
        <p14:creationId xmlns:p14="http://schemas.microsoft.com/office/powerpoint/2010/main" val="1932754005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8E89A0-6924-4CB8-B57B-32F1BB58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C72D54-5D1D-45FD-B5DB-D41EC23B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ToolResult 계약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B04B16-4E55-469A-BD99-8BD9BDE3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354BE0-1885-4D49-85B7-95608944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7C26FC-507A-42D9-96FF-C75019DA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6DD9E6-813B-4F64-B903-16E51CF5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C257F5-BD65-4BCF-977B-F21276CC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DCBDB6-2A0A-406B-8034-D1B86768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FA4CB7-E52B-4D6D-BCED-1E9C9078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A2577F-299A-4F05-BC77-C8649B64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E987B6-EDCE-4C5A-BF06-DB276052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193DDB-969F-4448-BF64-EC61397C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성공 result 필드를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968409-C0AB-40AF-AB8D-52DD63C0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320DBF-158F-4E4E-BEAF-A076297C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6E868A-D2E4-460C-A1F8-C5980E6C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result 필드를 적는다.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53CA04-A631-4B3E-A156-162E6428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8216BD-37B0-4130-B233-A4610A1B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F29E31-82B9-423B-9844-A94789A3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downstream이 exception을 몰라도 되는 이유를 쓴다.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0EBD12-1818-4A05-900C-C35304CE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5F8F1B-0E45-4750-B8AB-F1CCAFA6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CC57EE-60A9-438A-ABB8-8AD63974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needs_human_review 조건을 정한다.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782B05-F70F-4CD2-9839-FF0620F5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B0B1DB-E135-4AF1-A1F0-CB614CB2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44D84F-B879-4C93-ABEC-B6CC3EE1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공통 result 표</a:t>
            </a:r>
          </a:p>
        </p:txBody>
      </p:sp>
    </p:spTree>
    <p:extLst>
      <p:ext uri="{BB962C8B-B14F-4D97-AF65-F5344CB8AC3E}">
        <p14:creationId xmlns:p14="http://schemas.microsoft.com/office/powerpoint/2010/main" val="1445638489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3686CE-3E44-4957-A9C3-842ABBBA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E7F374-649C-464E-BE7F-CF93036C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모델 JSON을 바로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2C391A-DCE4-4588-BE97-FDBC09AE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1B28E9-30FE-4EDA-99DB-22C55602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9A9130-8369-4C61-A44D-DB399E89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E16EB7-66D3-46FE-92D0-86C40095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DB5B83-95EF-4A82-AEF1-8E20BE51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4AF138-8456-4DD3-8E01-8CA1F59D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402662-8F04-4B5E-A1E2-7FC06009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3CDB02-A368-42CA-963C-62DDE1E7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741DFB-E87D-4073-84DE-5084F4CE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 검증 생략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BF83AC-E354-434E-A53A-28B5526B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ACABDB-6C34-4DB9-85DD-ECE147E2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임의 도구 이름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9880C0-DF12-4818-9A97-F19C4E06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ADC568-FDB0-43A3-956E-C891313D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추가 인자 허용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266733-DB5B-40B7-A373-D4EFE48B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263466-5DC5-461A-AC78-AB86365B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side effect 직행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C49ABF-002F-47B7-898E-54D348FA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ED13E3-2951-49F1-8665-8D259DA8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plan은 제안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CEB45D-B2C3-4E37-A304-240BE343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B1079C-E7B5-400B-A1F9-48EA9A7C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validator가 허가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F329C4-1B06-49E9-865A-3CB58403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70DD7E-D4AA-4762-8611-2569A123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registry 함수만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D7BCE5-9E48-4D3E-9DC5-C2F38487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FA6312-002E-4E82-8087-2DD9B1FC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쓰기 전 preview</a:t>
            </a:r>
          </a:p>
        </p:txBody>
      </p:sp>
    </p:spTree>
    <p:extLst>
      <p:ext uri="{BB962C8B-B14F-4D97-AF65-F5344CB8AC3E}">
        <p14:creationId xmlns:p14="http://schemas.microsoft.com/office/powerpoint/2010/main" val="690546456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761C3E-D731-453D-ADBB-C5F5C79B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AB8C15-C173-4344-AB14-261AE4FD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범용 shell 도구 제공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21477B-E323-4A22-8429-80BABBFC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DD1213-1CBD-486E-A45A-576AF57B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4CF3F5-B008-44FA-A548-13C45F55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985D3F-262D-4E5B-A23C-B32804FB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0F2808-B06E-4056-A035-E7E668A2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CE9D3D-5CEF-4227-81C4-17EC09C0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FD0599-2F39-4BEE-A584-44D4DF2F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75E222-476B-4CD6-815F-A72CC6FB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896159-CE6B-4B21-9BB7-A536ADA7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rm·curl까지 가능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A93DBC-45B0-413C-9028-A160133F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0CEFB3-AA20-48BA-86AE-3AB3402A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명령 문자열 해석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FE0573-7071-429B-A4F2-154F99D1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88E2F9-7BB9-4058-8831-1F1A74C2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권한 범위 불명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741BD8-A810-4835-B6B9-C8447A75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8D28CA-77AB-4042-89A4-11C53661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평가 불가능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2F0B3F-953E-4D82-8807-14338434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E7B627-AA13-48AE-920B-85279AB2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목적별 함수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63133E-75AF-4229-BC47-16FEFF06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7A4D99-E39C-4AF6-A1B4-139F2B32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typed arguments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0442A3-7AEB-45B7-A986-23720EEC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1DA0ED-3777-490E-BDCA-0D9C1387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최소 파일 범위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F07DBB-A785-4B3D-80B2-19888A8D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95635D-38EB-4118-8586-0347983C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정상·실패 test</a:t>
            </a:r>
          </a:p>
        </p:txBody>
      </p:sp>
    </p:spTree>
    <p:extLst>
      <p:ext uri="{BB962C8B-B14F-4D97-AF65-F5344CB8AC3E}">
        <p14:creationId xmlns:p14="http://schemas.microsoft.com/office/powerpoint/2010/main" val="898877844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0A4971-A513-45BF-863E-C1A7E693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32D1D4-FD5A-44B1-87F9-7724805A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모든 오류를 retry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3D4E09-81B4-4BFB-9AD4-252F3522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BE9FAC-8D12-4BB3-97C4-EBEB03CD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5CBE10-242C-49A1-B4D2-AE5251E2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3FD20C-D79F-46DA-801C-B8998533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DCE73F-1DAF-4E5F-AFF6-517AD58A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6EA6AB-8892-4F57-9B7D-82CE6D74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6EF363-9B81-44E5-BEBD-4CB6085F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BE8A65-6801-4C14-BCC9-2C66389A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9E7447-8D84-4071-8CEC-ED47009F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정책 오류 반복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7964BE-B21A-4583-A7E8-F9CBDFF9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085B47-FA5B-484F-B00F-CA88A806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비용·시간 증가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E94A43-C14A-4FD1-96E7-B9D5FAE0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CB9FA0-E5CF-4003-8D17-37F6CF2B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중복 쓰기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4AFF2B-062B-44EA-9A89-36B0C913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B31EE5-7007-4EA9-896D-DB4C82A9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원인 은폐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4BC017-6E92-4EDE-9EB7-9F75646C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CD1575-69F7-4633-8021-14D98FF3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class 분류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B5B34F-2D11-4DBA-B54A-0D840DA2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647960-25E8-4AE3-AE7E-83C1F706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일시 오류만 retry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44D995-5456-4784-B166-7C4F221A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B1F4EE-74E2-4345-92DA-5B3141BF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max attempts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0CE8FB-EFA7-4FBD-9E45-40D61CF8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98CDF9-51CB-423C-9134-53B19933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중단 후 사람 검토</a:t>
            </a:r>
          </a:p>
        </p:txBody>
      </p:sp>
    </p:spTree>
    <p:extLst>
      <p:ext uri="{BB962C8B-B14F-4D97-AF65-F5344CB8AC3E}">
        <p14:creationId xmlns:p14="http://schemas.microsoft.com/office/powerpoint/2010/main" val="892065362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9E34A4-C175-490F-9F38-417CCE3A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CAREER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BBE760-73A5-4564-8BC1-E575BDA2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Tool 권한 승인표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887BA4-BFAC-40EB-B549-05277E6C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70C095-F049-41A7-B1C8-5A55C9E4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D87473-ABDC-4F91-A653-55D061CB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54E70B-79E4-4552-B926-45461B51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C776B1-39A0-4F69-993B-106C2374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자동 허용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02421C-E18F-4096-9170-397FD9B4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사람 승인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38108B-6144-42E3-A22A-0628FA74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4AC4CF-66FB-47CE-9ED0-B308F3B8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718F16-CA4B-462B-AE03-BF55C91E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 문서 읽기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CD6A5C-BEEC-4136-8FD2-7158501E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67EA80-FAB1-4E9B-9DFE-FEA2ABA0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로컬 parsing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4340C1-4E08-4D05-816E-C74BD673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1648E8-35C0-4640-9C02-441F1E72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 validation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7DBB96-4A18-4D72-8877-6CF316F2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FCA00C-9168-4DAB-9140-32F580F3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draft 저장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98B174-E917-4925-B0F5-6CC818C1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5A424A-665F-4935-AF9B-EE580CE6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메일·Issue 게시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C9E97B-62A1-4D32-82B0-754B9ED2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00FD40-6601-4024-84F7-0DA068D0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고객정보 접근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929B27-9F7B-4F94-A4E1-E6B331C2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B94D96-0651-4235-840D-F8C09839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결제·삭제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356BF5-6075-4B5E-BB1D-EB2FC5DD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E9F5AE-C58B-4DEF-B40B-B9DCC9B0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비공개 repo 쓰기</a:t>
            </a:r>
          </a:p>
        </p:txBody>
      </p:sp>
    </p:spTree>
    <p:extLst>
      <p:ext uri="{BB962C8B-B14F-4D97-AF65-F5344CB8AC3E}">
        <p14:creationId xmlns:p14="http://schemas.microsoft.com/office/powerpoint/2010/main" val="779957853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11CE13-18F9-48AF-B5B0-BD0E1B26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9E9BF9-C6CD-4A1A-8964-4B1D614A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BLOCK A · 두 번째 체크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CDB4C8-B07E-4A66-A057-CA290C7C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F6FEB-7309-4B1F-BA8D-74ADFEDF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A3EB15-8187-4E4F-A468-00E7E08C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2/3 · TOOL CALLING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4D8B7C-16B0-4A93-AE8F-784B55FA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B07ABB-4004-4E14-81F2-F74C4E9A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정답 말고, 지금 이해한 언어로 60초만 설명해보세요.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6A3B1C-5BF2-4387-9489-85FDDE4C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FC1047-1560-402A-AB56-83ECDA27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18406D-2ABE-429E-A23D-32689F9D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모델의 tool call을 왜 바로 실행하면 안 되는가?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CDEDE6-8D8C-46F5-B6B0-EBCA2427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AC0CCA-B7DC-48BE-B689-83EF7C17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67B476-0D30-41AA-9B5C-78D97026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Validation·Policy·Execution의 책임을 구분할 수 있는가?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E130B8-A5BE-419D-9621-9A92AB0C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A32B3D-8C2D-4EBD-B86F-9C6363A8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B69596-078B-40F4-86A1-A127B30B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Retry하지 말아야 할 오류를 한 가지 말할 수 있는가?</a:t>
            </a:r>
          </a:p>
        </p:txBody>
      </p:sp>
    </p:spTree>
    <p:extLst>
      <p:ext uri="{BB962C8B-B14F-4D97-AF65-F5344CB8AC3E}">
        <p14:creationId xmlns:p14="http://schemas.microsoft.com/office/powerpoint/2010/main" val="1137123248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E8C6DE-1062-4A9B-AFAC-F10E4C8A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824B3A-C47F-4F49-841D-CE26FA64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09:00-12:00 · PART 3/3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EDC5C1-B44F-4D42-8F9A-C10FE1C5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한국어 데이터의 핵심은 맥락과 책임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592A34-B6C9-4E5F-94FC-319C0CED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62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실제처럼 보이되 공개·비식별·재현 가능한 한국어 자료로 프로젝트 범위를 정한다.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BE55E-712C-4B61-9AF6-ADC36E01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차성재의 현업 메모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AA37D3-D909-45F1-BE7C-B80E91C9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815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문장이 자연스러운가보다, 누가 무엇을 언제 하기로 했는지가 보존돼야 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59F360-9287-415C-B34F-574270FF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7A2D03-103B-45A8-9541-19022CB6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산출물 · K-Work Copilot canvas · dataset card · golden example</a:t>
            </a:r>
          </a:p>
        </p:txBody>
      </p:sp>
    </p:spTree>
    <p:extLst>
      <p:ext uri="{BB962C8B-B14F-4D97-AF65-F5344CB8AC3E}">
        <p14:creationId xmlns:p14="http://schemas.microsoft.com/office/powerpoint/2010/main" val="1177145174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CADAF5-57A6-436C-8724-B6BD35E9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BLOCK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95F3A9-785C-4DCE-A2B5-975B5672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 블록이 끝나면, 설명보다 증거가 남습니다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25523E-80DD-4588-BF55-1634F496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F54320-39A4-4DE3-A68A-18B347F2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9160B1-2D1D-4600-859D-3943F61D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47A13F-8EF6-4FC1-9B8C-EED208DE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0AD6A6-8972-42E2-97B3-95B66ADB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요약이 그럴듯해도 원문 근거를 찾지 못하면 업무 결과라고 부를 수 있는가?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8E894A-02B7-4977-AF9F-0D5139D8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FA5EEA-B905-4A7D-A8FB-81A9D3CB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82E4E6-6EFF-4ABD-8C44-C585C015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용어보다 먼저, 이 단계가 필요한 이유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AE3ADA-E4F5-4078-A1E9-F06BCD75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FBD1AA-052D-4688-9EC3-52C82824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64DB25-2747-4346-9E67-AA8D2FFD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문서와 실제 실행 화면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A8AFE8-93DB-4DC4-9A54-1568F06E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B334F9-6C56-4708-9301-D34A30D8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174CDE-9BAA-405A-A0F6-69FDBF37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강사와 같은 순서로 최소 단위 실행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8AB09E-F17B-4030-B941-9B215727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8E5948-9AF8-4088-8983-E0089F33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복구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B57186-CC25-497F-822E-88A23764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막힌 지점에서 오류를 분류하고 우회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8E3F88-7023-4293-8874-8883326D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755839-1FAA-4AAA-B9C1-DE47B194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완료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E693A7-0E3E-46D5-811F-088A0F0B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파일·test·commit 가운데 하나를 남김</a:t>
            </a:r>
          </a:p>
        </p:txBody>
      </p:sp>
    </p:spTree>
    <p:extLst>
      <p:ext uri="{BB962C8B-B14F-4D97-AF65-F5344CB8AC3E}">
        <p14:creationId xmlns:p14="http://schemas.microsoft.com/office/powerpoint/2010/main" val="1484851642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511215-914B-44AF-A8FC-82ECF83E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처음 듣는 용어 1/4 · Speech as 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7C8660-4EBC-4D41-9796-C82CF58F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A9C93A-23FD-439C-98C1-E0718474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2B67D7-A42C-475F-B54C-94CB4BB8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6DFEB7-38B4-4EBA-8FA7-6A19526F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9D15AD-01E0-4C17-98F4-615584D7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079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ED5FA6-CDF3-4687-896E-BD8744EB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8C77D8-8E2C-49D8-B178-9ED6132A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7E0D50-D218-4355-9E36-1CC97FEA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음성 내용을 시간 순서대로 문자로 옮긴 기록이다.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AF85F3-4A36-47A4-8129-3314179B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E0476A-78F4-46E6-84C3-D56F9893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6C2CA6-289D-4D42-AEBD-4A759DBA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240E41-AB02-4B29-9650-2F45D076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요약보다 먼저 원문 근거를 보존해야 잘못된 결정을 추적할 수 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4CFD0D-C576-4596-B330-8572EFA5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A9D1EA-86B1-469E-B4D7-AA04D2F2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60C700-54BA-4F70-B375-D8EBC4D1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6A0D8E-1138-466D-A68A-34C9EA1E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 발언과 타임스탬프를 함께 저장한다.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1E181B-C5CD-4809-92A5-0F736F96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31366587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FC2239-2DDE-4023-B09B-B99689D5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처음 듣는 용어 2/4 · Timed Utterance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39A568-3F64-4434-AC3C-37766114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Segment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51A8B4-B80D-4E0F-8B99-5C61AF2E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D8CFA1-F9CE-4090-A95D-D33C3914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0B8893-0DD7-4700-8349-033E45C7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34CD6D-8135-4A65-8696-9E09A8A8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7307A3-031C-464E-BA35-7AE23797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0732E5-3299-46F2-8182-70ECA549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012E06-5621-490B-9A1F-CF76DB10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Transcript를 시작·종료 시각이 있는 짧은 발화 단위로 나눈 것이다.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000707-9EAE-412F-9B34-83B9EDA9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F5BABD-B084-45B4-9CB6-12F2AF24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BB6CA2-9FA4-4A7F-AABE-A25213C9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5EEFE6-70C7-4F59-BCED-63821142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긴 회의를 자르고 특정 주장에 근거 시각을 연결할 수 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33B96C-B390-4DC8-99A4-573C580D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54D5FC-1E56-41DF-A58D-7B80E2C2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F8A59D-BC4B-41AE-930D-A2C8C211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D1313C-D1C7-4401-9113-09D534D2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41.2-48.7초의 ‘금요일까지 초안’ 발화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4B56F7-E270-4FA9-B226-39BD44EB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12197074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885CF6-EC86-4DE5-95DD-5966CCC4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처음 듣는 용어 3/4 · Reference Examples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F4DE74-8AE9-429B-91D9-1063D86E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Golden Dataset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6A64ED-05FF-4041-96AB-8F31D88C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253757-CBB0-440C-8E30-4C72579F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5156D5-7EAF-4A4A-9BA9-3E9A5B42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EAF97E-8E61-40D4-BF07-15ED667B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E37E44-94DE-4933-B6F5-C69059C3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C4C481-A19F-45FA-B66A-3ECD2D1A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50953B-A048-4AC1-86C4-D461C317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정답 또는 검토 기준이 붙은 소량의 대표 예시 모음이다.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0A1A82-EDBF-4EA8-BC95-61A0A7E0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2D73CD-998F-4C7F-A194-67C2E090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C79624-CCB2-4318-99EB-6D042D2E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818506-ECA1-455F-8278-5BC4A556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프롬프트·모델을 바꿀 때 좋아졌는지 같은 입력으로 비교할 수 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4BD80A-28D6-45F9-A576-78FFD6A9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7843B0-70B7-4ECB-B790-A02CA299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F03F75-1175-42B1-9771-B6589960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3B7DFA-30BF-4E7E-BB06-A751EE00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 회의·무음·모호한 기한·근거 누락 5건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021DFB-ABDA-4225-BE1F-DB94BC5C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42647988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93B620-4F18-4474-ABCC-2B168099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처음 듣는 용어 4/4 · Source Grounding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5E439-4DB9-40A7-A4AA-9D52648E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7AE1A7-E190-43E3-AB8B-8943EADB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114168-C53D-47E5-A3B2-CD273F81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D4D256-1FEA-48F5-A0F2-2E9490EC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693EB3-0473-48E5-8662-7F63D2D7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A83989-6B32-4E89-960C-F93A2A44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FB0B86-28E4-4579-8288-9959B1BD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055E23-E405-44DC-BE1A-2FC3CD0D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결론이나 Action Item이 어디에서 나왔는지 가리키는 원문 근거이다.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D693DD-CF4F-4216-8082-7216955E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CD34F6-1E48-408F-98AF-E2B9117E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EDA425-7C3E-4025-8019-56D60BCD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1F37B3-AB2C-4DA7-B42E-E7911B2B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요약이 자연스러워도 원문과 다르면 업무 사고로 이어질 수 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0AD00A-F421-416B-A9A2-A7D50D94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CBB7E3-55D0-4392-B6FC-A83BE8BA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559C75-22BE-4651-8E86-5BFE89C4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F97AB2-1473-4E15-86EF-FFBAD6BA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Action Item마다 segment_id를 연결한다.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AA2371-C651-4135-AD8E-6566AE7D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59628745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726C03-FCDA-42C0-A0AE-1934299D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FD4773-82BC-467A-B44E-F26BC89D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PBL은 기술 목록이 아니라 사용자 문제에서 시작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A4F665-6954-4026-92ED-2304524C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A00F2E-FCD7-4481-A8BB-71D33488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3C9079-5167-4A0E-AADE-DC171A63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93ABFA-BB9E-4648-953E-4CB23F19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867B92-3A6F-43FE-84C6-045E2256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A4C90C-B55B-4BA0-A95F-D5CEE04C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STT·LLM·LangGraph를 모두 쓰되, 한 사용자의 한 업무 흐름에 묶는다.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7c2c888605425e">
            <a:extLst>
              <a:ext uri="{96DAC541-7B7A-43D3-8B79-37D633B846F1}">
                <asvg:svgBlip xmlns:asvg="http://schemas.microsoft.com/office/drawing/2016/SVG/main" r:embed="R05144ff51765453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F50AB9-FF10-48C0-AE9D-D06254FA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현업에서 먼저 보는 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654E41-5816-4F26-BAE3-0892978F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B64129-A90D-4975-B68D-64EF6430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사용자·상황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B9CC19-62CE-4262-BC10-77663E50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903E1B-0E73-430F-A09F-ABCC03A3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반복 입력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35A1DF-3AF0-43CC-AD52-F1B1D8BB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30FEE2-6525-40D6-9846-0E85D7DE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원하는 결정·행동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ACD954-5BFE-485F-ABE2-1E05E81A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4D5A6E-C3F9-4C2A-B1F4-1E1DB8B2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한국어 업무 데이터의 함정  |  한국어 회의록에서 가장 비싼 오류는 문법이 아니라 사람·숫자·날짜 오류다.</a:t>
            </a:r>
          </a:p>
        </p:txBody>
      </p:sp>
    </p:spTree>
    <p:extLst>
      <p:ext uri="{BB962C8B-B14F-4D97-AF65-F5344CB8AC3E}">
        <p14:creationId xmlns:p14="http://schemas.microsoft.com/office/powerpoint/2010/main" val="2060197491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87C0BB-3B0E-449C-82A2-E894BED7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2C0CA7-BE07-4D98-838E-EBD31300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K-Work Copilot의 첫 입력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C4CF3B-B840-40B3-8944-E615F890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A3A46D-354A-4112-82B8-4C5EBAB2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5CEC65-E5DA-40E3-B5FB-D57B3E0A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8DC9E4-400B-4554-B948-5F6AF1D8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B9541C-18FD-4CA3-B6A4-FD3E5743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2-3분 한국어 회의 또는 정답 transcript 한 건으로 시작한다.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EF9240-B5EE-422C-8F63-8ABBB46B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23A362-B82D-4019-B482-471BB78A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audio metadata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7C5790-6342-49D8-8679-BB2EBF143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4BEFBA-AEC1-4151-A7E0-77281724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timestamp transcript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7CF37B-B6A4-401D-9CA3-1D11E909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26652F-ACF9-4DD4-927C-A1C9EE5E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summary·decision·action item</a:t>
            </a:r>
          </a:p>
        </p:txBody>
      </p:sp>
    </p:spTree>
    <p:extLst>
      <p:ext uri="{BB962C8B-B14F-4D97-AF65-F5344CB8AC3E}">
        <p14:creationId xmlns:p14="http://schemas.microsoft.com/office/powerpoint/2010/main" val="934001892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5225A6-CB39-4810-A9B3-4CC94D47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8812BC-E004-4DE4-8F54-D4F7938E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한국어는 띄어쓰기보다 업무 맥락이 어렵다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3C7DCA-9433-446D-99E9-B939D49D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830FA3-D47E-459D-995F-CC0AF7CF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5164C1-B4AC-4EDC-A97E-32F93261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10E188-92F7-431F-968D-81CE39F2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E3C067-8950-47E6-B4C4-F13131A1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AA37DA-47C1-444D-B1E4-282C104E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존칭·생략·동음어·숫자·날짜·담당자 모호성을 별도 오류로 본다.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B484AB-501E-472D-93E1-CA35061F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현업에서 먼저 보는 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D8A2DE-FD6B-40C8-8587-92A955CD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9D5698-3BE3-425B-9638-E0E1059A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화자 생략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527A34-D4C8-44CF-A502-61E01615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DAA992-8DE0-48AA-82CF-65203976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“다음 주” 기준일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9945C8-5253-4B0B-A010-306EA96E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B15555-3735-44B1-934E-97A10D5B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제품명·약어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F65D28-94ED-4304-964F-FA5CF19B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57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498239-0D04-42AA-B407-9F419BBE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721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책임자 추론 금지</a:t>
            </a:r>
          </a:p>
        </p:txBody>
      </p:sp>
    </p:spTree>
    <p:extLst>
      <p:ext uri="{BB962C8B-B14F-4D97-AF65-F5344CB8AC3E}">
        <p14:creationId xmlns:p14="http://schemas.microsoft.com/office/powerpoint/2010/main" val="687427786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3F39C5-F62B-4E91-989A-376452A5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45767A-DABD-4705-B94B-32923B40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데이터처럼 보이는 최소 조건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D7B2DD-133C-43E1-901B-0579F8EB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9258B2-5FF4-4124-A27E-32609618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CBF71E-A7A1-48A0-A064-B0B90342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37F3AB-86AC-463A-8D96-DB28200F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3A1E26-DBD8-4748-9F3A-472D817E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자연스러운 맥락·역할·결정·마감이 있으면서 개인 식별정보는 없어야 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F74287-6E70-4C55-8996-60F21564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52952D-5825-40B2-BB87-0297E18B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 조직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07B217-EF21-49C7-B3D2-19833BBE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DED432-2327-4D6D-8E20-A79F307E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역할명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9C9961-7689-45DF-86F9-7AD2533E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5BB7B0-6315-43A6-81AB-9452EEDE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합성 금액 범주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5161BE-309D-45CA-9DB8-1E8BB1EC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A780E0-AFF8-480B-B360-E4292177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 가능한 업무 관계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ACDD32-19CB-4DF2-B4B5-D5D9F42B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58A332-7F94-4798-8D42-E2276372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 업무 데이터의 함정  |  공개 데이터는 무료이지만, 사용할 수 있는 맥락까지 무료로 주지는 않는다.</a:t>
            </a:r>
          </a:p>
        </p:txBody>
      </p:sp>
    </p:spTree>
    <p:extLst>
      <p:ext uri="{BB962C8B-B14F-4D97-AF65-F5344CB8AC3E}">
        <p14:creationId xmlns:p14="http://schemas.microsoft.com/office/powerpoint/2010/main" val="1611643133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360113-FE9B-4D22-BFEA-A90A6366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0FDD0-8DF9-4769-AD80-6C83BB1B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데이터 공개와 사용 허가는 다르다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0F5DB4-591A-4516-921F-4FA89F42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1D18A1-5A5E-44B2-93C4-0A609469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5D88F0-B588-4074-9290-FC9C56A5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C2A59D-78EF-4D72-8AE7-94C094B8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B88CC4-88B0-423C-8755-B34F5311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A7852E-BC95-42D5-B6A5-FBC57A2D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웹에서 보인다는 사실만으로 재배포·수업 배포가 허용되지는 않는다.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4A604D-EDC3-4EEF-AA87-24FC4B79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현업에서 먼저 보는 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03F416-9AFC-44A1-8F35-DCC03EC8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CC6981-42A4-418A-8610-E5819FC1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이용 조건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B28B11-A659-437B-8971-6625C300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7FDE52-58B8-4A6F-AD47-CB4A77F4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다운로드·신청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561DE0-9444-4AC2-B08E-68D609D4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72A9B7-14FB-4A05-8614-6D1F316C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재배포 범위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5F00B9-2C25-4198-9C9E-164A6023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57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4A4EF6-C71C-405E-A892-918866CA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721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출처 기록</a:t>
            </a:r>
          </a:p>
        </p:txBody>
      </p:sp>
    </p:spTree>
    <p:extLst>
      <p:ext uri="{BB962C8B-B14F-4D97-AF65-F5344CB8AC3E}">
        <p14:creationId xmlns:p14="http://schemas.microsoft.com/office/powerpoint/2010/main" val="2072707430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47B31B-A8DC-4095-9827-DB130E1B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09AFC0-3AEC-483C-9B15-205F0779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Card가 실습을 재현하게 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B3461C-A705-4F8F-92FB-577DED61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8A00BE-00DC-4CCD-80FB-FAF334D3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990023-EF9C-41CA-BF05-80825C70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28358-BEB0-45D4-8C61-D1C67468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ACB8E5-32F5-4547-BD43-F4BDF98B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출처·버전·샘플링·민감성·변환을 한 페이지에 남긴다.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702BC8-EB94-4BEF-95DF-18AFFB18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1AAF55-2E84-4A8E-A2D8-1866543D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source URL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A7A4BD-65DD-458A-91AC-56E91FCB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2F6505-D0FE-47B1-8081-D1AF7A9C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collected_at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019808-DCE1-44D8-8524-5E8E537C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316FF7-A488-4CC4-B903-D18CAA1E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license·terms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B7DB1D-D0C7-4F61-9651-0516BF87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5F9798-9A0A-426A-85DD-91F82AFF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preprocessing·limitations</a:t>
            </a:r>
          </a:p>
        </p:txBody>
      </p:sp>
    </p:spTree>
    <p:extLst>
      <p:ext uri="{BB962C8B-B14F-4D97-AF65-F5344CB8AC3E}">
        <p14:creationId xmlns:p14="http://schemas.microsoft.com/office/powerpoint/2010/main" val="294253331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133D78-E579-4681-9D2E-33AF84C3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D5E475-0991-40E3-ADCE-CAA70B31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Transcript schema가 STT와 LLM을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98B15-6549-4163-8840-31F32C74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B7DB80-9F27-47B2-B38D-1CEE60EA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8D2D4B-874E-4553-BCF3-24CAFD68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B4C4B7-844D-4049-8476-40A62AFB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089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52327F-46E2-4D23-8958-39A002B1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610595-CA5A-4810-A8FF-B0B3B159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텍스트만 넘기지 말고 segment·time·speaker·quality flag를 유지한다.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1A68BA-7AB3-4AE8-87BE-6A4101D2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현업에서 먼저 보는 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2DF23E-55DF-4184-9172-E7E0BFAE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DC45F3-19B5-49E5-ADDB-6E958F97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start·end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0A7F0F-3612-47CA-8106-504809B0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B09DDA-4892-43A6-A85F-36BB0921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speaker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47D013-9DC3-4DDA-9522-9A05E94A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59537D-6F4B-42C1-8F14-3BCE4840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8E9DE7-4B9F-48DA-AF21-F118E295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57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87EF8D-F9A2-425D-8960-A4570E1B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721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no_speech·language</a:t>
            </a:r>
          </a:p>
        </p:txBody>
      </p:sp>
    </p:spTree>
    <p:extLst>
      <p:ext uri="{BB962C8B-B14F-4D97-AF65-F5344CB8AC3E}">
        <p14:creationId xmlns:p14="http://schemas.microsoft.com/office/powerpoint/2010/main" val="752119437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B50A7D-8B69-4D9C-BE6D-F7F7CD73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243404-6357-4DD3-BD79-000AFE04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Evidence가 요약의 근거를 고정한다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387E1C-24F3-4330-BDBF-97C1A56F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6B58AF-138C-4461-897B-F46A10C9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12F935-55F3-4078-B375-00B1B1B3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9287E8-58D7-45F7-93F0-D42DF792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7F5BC5-A05A-4879-96D4-9911809D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결정과 Action Item마다 원문 segment ID를 연결한다.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C4F14C-2DEA-458F-B88F-00C26B3C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74D2C1-28CD-4AC5-B21F-276E88C4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claim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93877B-6EEB-4CB5-AA16-4264DC3A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06EAC8-DF63-49D9-A01A-EC777E14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evidence_ids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A748FC-45CF-4D6D-AF48-964235A9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C66E5E-8A78-4CDF-B810-D4708570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confidence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4F2EF1-B1B0-4D76-B86B-18E93FA7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34064A-6AB8-49E3-ABA1-2BF320BE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needs_review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67DC97-1D94-45B0-B34E-CE7D50E0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6937F6-DAEB-4992-B135-27903C94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 업무 데이터의 함정  |  Golden Dataset은 정답 모음이 아니라 팀이 합의한 품질의 경계다.</a:t>
            </a:r>
          </a:p>
        </p:txBody>
      </p:sp>
    </p:spTree>
    <p:extLst>
      <p:ext uri="{BB962C8B-B14F-4D97-AF65-F5344CB8AC3E}">
        <p14:creationId xmlns:p14="http://schemas.microsoft.com/office/powerpoint/2010/main" val="379227991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9FDC92-F954-4672-A3E8-C66EAC01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EAD912-8624-429B-8226-09366ED6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 데이터 선택 4단계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74A905-85F5-4B63-A64F-7A95206D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D3E1C6-4E52-47CE-A229-067D6354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2B5505-3DBF-4A6B-A461-CF8A0F8D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ABD693-7D2C-4753-A4CB-4DF7742B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7505F7-2215-443D-8FED-C0A6AAA3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C924EF-1D78-4B43-9C1D-EF7CD1A8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4DEE7B-B409-4DE3-A058-FD201C84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DISCOVER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832867-3E2E-40E7-9716-A93D4D6D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공식 원자료 찾기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1F89D9-E614-41B0-BF85-C0ECDEF3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3A9752-CB65-40E0-95EE-E7FDE5CD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3CC635-BECF-4B69-BB8A-0D8E884B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VERIFY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741D83-B3E2-467C-9B24-3B20B9E9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이용 조건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7899F2-4552-4EF6-9989-A609A2A1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7D293C-BF11-48AE-8E9E-C663D443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D1B575-737D-4DCD-8F73-E972CAA4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SAMPLE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D9FBFA-EF9E-47DD-A2DB-D1D78B72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소량·목적 적합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71A2A3-6802-4EE5-8D3A-3EC948D9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381CBB-0DCB-46A5-A553-FEAB9B6F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362A48-0660-4074-ABC2-AE3DB210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DOCUMENT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30769C-66DC-43C5-B680-1347399A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출처·변환 기록</a:t>
            </a:r>
          </a:p>
        </p:txBody>
      </p:sp>
    </p:spTree>
    <p:extLst>
      <p:ext uri="{BB962C8B-B14F-4D97-AF65-F5344CB8AC3E}">
        <p14:creationId xmlns:p14="http://schemas.microsoft.com/office/powerpoint/2010/main" val="1694054076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6CB48E-03C7-4319-B7B9-FB32E720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6593C6-9296-402E-B01C-9AE34C00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 샘플 합성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A4DE46-E19C-4911-BCB5-1179F48D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ACF759-9D8D-4566-A97B-50707288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12CC54-1150-450D-BCDD-A9769117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362AE5-1259-4B9D-A6CE-BB81BF43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B86F20-0A28-413A-9625-EDCE0876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F80CAC-270D-4B73-B321-2FBBE47E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E5CFE6-1A87-4530-9A69-4567FCBC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역할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F24257-9CC4-4F8E-A161-B293F5F0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PM·개발·운영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50D4F4-9D8D-4C66-8A1C-C50CCBEF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AB23F2-6710-4993-9A3D-AAAA2DA7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21E1EA-0E47-498F-984A-57D9AC0A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쟁점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301460-2CEE-4CB9-B18A-021A080C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가지 의사결정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A44BC2-40A3-4734-842E-D3381835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246C22-F4EC-4439-B2EB-20D33D2E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DB8168-98E3-4B70-B3FD-6878BAC3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행동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8D9CF3-6AB5-46A8-B22E-1270D4E6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담당·기한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E17068-B32D-4633-8223-2015A617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374681-E706-47E7-9A31-422FE75C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5FB432-A4DE-476F-B0BB-46B2431D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예외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7071D6-6117-4373-8343-23D87800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모호성·검토</a:t>
            </a:r>
          </a:p>
        </p:txBody>
      </p:sp>
    </p:spTree>
    <p:extLst>
      <p:ext uri="{BB962C8B-B14F-4D97-AF65-F5344CB8AC3E}">
        <p14:creationId xmlns:p14="http://schemas.microsoft.com/office/powerpoint/2010/main" val="744624315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0AD87A-D6AC-44AD-B64A-1D8363C5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545B68-52B9-4F6A-9F90-3046F5EE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비식별 처리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B55E1D-3DA5-47B7-9E98-23383D9F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3C87D-43E8-4A0B-B9C5-2FD5947A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3C7C4E-F4F2-406B-A9E2-A22E25E1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5A2838-A6C8-4371-B110-7428DE00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B78274-2334-4AE3-84D5-07D9CBDB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461368-A26F-46FA-80C5-C84A60E3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648B68-B30F-430D-B4A9-32434249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DETECT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AF8AC6-A89C-454E-9480-CEF254A5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이름·연락처·ID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29B7E8-A7AF-408A-8511-E8740407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BC97BC-AA2A-404F-8167-36ED94F1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9D8704-4D01-4B41-8A2D-4149C806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REPLACE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8434F2-1B73-4904-8FA8-8C7A1031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역할·범주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920D05-54DC-4CE9-BA15-7A622826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E3EFF9-46AD-4F6B-88DC-0F4834FA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215495-79B0-44AF-A08D-EDA6B2B4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98FE61-3482-4118-AC53-D55E22E0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문맥 재식별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076DCE-1011-47B5-8F01-A0D88012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B5C77E-BA7A-4FB8-90CB-CA5B8DB2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717865-998D-4B49-BCAC-D50DF682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12869A-93A3-4C12-B0BA-D2D0AF7F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변환 규칙</a:t>
            </a:r>
          </a:p>
        </p:txBody>
      </p:sp>
    </p:spTree>
    <p:extLst>
      <p:ext uri="{BB962C8B-B14F-4D97-AF65-F5344CB8AC3E}">
        <p14:creationId xmlns:p14="http://schemas.microsoft.com/office/powerpoint/2010/main" val="63409046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A38216-C703-4FD7-B222-1BDFF22A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ACFA0A-9921-4176-9EAD-BCC18CAF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Golden set 만드는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478CD4-0F28-4A95-ADE7-9529E938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BC756B-2F43-4555-A5CF-FEA69673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3D94ED-14EB-498F-9669-1B2D9087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5FEEE0-72DF-43D0-9F1E-E3040421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439C65-32BC-42D6-AE0C-038CE6F1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060F98-AEEF-42A7-8B1A-D28A13B5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BEB4E5-F9C9-449B-B475-C8D1BC35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TRANSCRIBE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9A073B-51DC-4C6C-8245-ACC6F28C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사람 정답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9C4653-915F-4842-8D3F-AF9DF066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EAC118-B42C-4B43-A0AB-FA1001AC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2E692A-F79C-4B73-B227-137BAB04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ANNOTATE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2B2D69-8740-4BF0-B553-1844EA34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결정·행동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C206BD-60D1-423C-B412-E6D7118E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308E7D-3299-4FE2-A11D-B649854D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1E103E-916B-4831-82A4-F185844A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LINK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FF5727-9C96-43FB-A160-9D8CDBC1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evidence segment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B83146-7016-47D7-9325-57E2C94A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6D22C1-6648-4377-AF9C-A6D899D8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179150-FC8E-4628-A6B1-A10E8612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AGREE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0CB380-D6FD-441D-8948-AB081972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2인 합의</a:t>
            </a:r>
          </a:p>
        </p:txBody>
      </p:sp>
    </p:spTree>
    <p:extLst>
      <p:ext uri="{BB962C8B-B14F-4D97-AF65-F5344CB8AC3E}">
        <p14:creationId xmlns:p14="http://schemas.microsoft.com/office/powerpoint/2010/main" val="747977222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151C11-52FE-4E44-94BF-FEFF1E72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8CA04A-4E7C-4917-AA57-EFE9D521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PBL canvas 네 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FB9FF4-0B4E-4583-8A12-6EF1FC19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3ACA8F-94F2-4258-8B73-7D3BDDBB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F1709-7BC1-4215-AAD9-F78E3D2A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DE4978-32DF-428B-9DBC-D6BC7D01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248BA8-1660-423B-8299-C21202FF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5F982B-448B-4816-8F85-60BA101F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A6BFDF-A779-4804-B44D-69B54FE9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14E1CB-0E10-4621-9BB2-1390141D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누가 쓰나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BCF2A5-2ACF-41A4-903D-E29D66DA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AD989A-F936-406B-B11A-8C7EEEA3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72A1F0-AE10-48B1-99F1-2E596D1E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C23129-83E6-4274-A653-34192014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무엇이 누락되나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A5DFC4-9B56-44B3-BAF9-6C17BD98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A08350-3DB0-4C0F-891B-679F3471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8AD47C-E8D6-4070-8DBD-6F241C86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9336AD-1FFD-4BED-95A8-2C591E53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AI와 사람 역할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F32C24-3E85-4A17-A368-82C995CF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52A005-8226-4861-9BC8-EE9D2F09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625EE0-742D-4740-8D26-3C5897D8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PROOF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57C0AE-754D-4F1C-BFB3-49079FAE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무엇으로 좋아졌나</a:t>
            </a:r>
          </a:p>
        </p:txBody>
      </p:sp>
    </p:spTree>
    <p:extLst>
      <p:ext uri="{BB962C8B-B14F-4D97-AF65-F5344CB8AC3E}">
        <p14:creationId xmlns:p14="http://schemas.microsoft.com/office/powerpoint/2010/main" val="1417081589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074227-08DB-40E3-8D3C-F0AC9B45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TUTORIAL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DAD923-8AC5-4A26-AAAF-4D1D8D2C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화면은 네 가지만 보면 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2E094F-C8C9-4B67-99ED-EEDECEFC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0519E1-2F65-4BD5-A408-FB72622C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6B1FEA-0007-4096-A814-8EF71623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37C1A2-F595-47A8-8AF4-68D617F2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3A9A49-EC48-4B81-BFA0-61AFF876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시작 화면 → 클릭·명령 → 성공 신호 → 막혔을 때 대체 경로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81429F-57FF-46B2-8ED2-63A817A0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89B467-B81A-485E-B9A4-C180224D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389444-93C7-484C-8C0E-4D18358D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서울 열린데이터광장 · 한국어 공공 데이터 탐색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34E2E2-9B21-496E-BD7D-E2ACCFD2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소량 샘플부터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7AB78A-100E-4CCC-A264-237A6763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ABA019-45C4-4629-8A42-44DCE691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BEBD6D-CEB8-4B41-B590-5D719C14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E55CD6-B692-4061-8BFE-CE20332B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국립국어원 모두의 말뭉치 · 한국어 원자료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8A395D-84BB-405C-9FEF-6F55A743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dataset card에 출처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3A854F-0176-4208-8331-A33A4C76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2BD8CA-AC59-443D-9F40-AB145AE3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068AA8-6FB4-4D33-874B-4D4674B8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271C61-9F25-493D-A735-A91D90B4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국회 회의록 빅데이터 · 실제 발화 구조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308FAD-B9C0-443C-AAE4-61880B2D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학습용 소량 사례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0EAAFB-3684-4305-A96D-363A8290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338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4EAB1A-3B28-48F8-86AA-AB9134CF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BA1E1A-2F95-4F76-9EAD-25082E57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D21DEE-C4C6-49B6-A313-E653496E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Google Meet 전사 · Managed STT의 현재 위치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61388D-6539-45FC-947E-8418C5E3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수업은 local 원리 중심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AACEA8-C5EA-4829-81D4-025E8DC9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21727683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40F685-7456-4FAD-AAB0-E499B709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TUTORIAL 1/4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63219C-A47E-473B-A0C5-48EAB96F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서울 열린데이터광장 · 한국어 공공 데이터 탐색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4537A4-F196-430D-A14C-7D39BB03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1A7CBD-5DD8-4260-A420-A12D58A7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A7536B-932C-41CA-980C-4B437CAA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DF92A0-DFBF-4F17-B9EC-396F368B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BA5B07-D7DB-4189-BF73-F5010E94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3E379D-1893-4EFB-AE54-6369D0E0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55B620-04D8-48B0-9775-45D55136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제공처를 먼저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0516EA-7A33-4DA1-A019-282B0F61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4420F7-ACDE-4916-8533-C847A008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검색어·제공기관 기록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27D334-CB02-4E97-B33A-52590CD5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366D7F-A1B0-40BA-A562-1CD27947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다운로드 형식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792A5A-E456-4136-9D35-01898056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603CBD-193D-4329-AF6D-30BF8133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소량 샘플부터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15A637-4FD0-4298-A09A-8E1E59B1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ed81892e364f31"/>
          <a:stretch xmlns:a="http://schemas.openxmlformats.org/drawingml/2006/main"/>
        </p:blipFill>
        <p:spPr>
          <a:xfrm xmlns:a="http://schemas.openxmlformats.org/drawingml/2006/main">
            <a:off x="4876800" y="1727104"/>
            <a:ext cx="6591300" cy="3708593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98AEED-0C69-4D7E-A378-42802E59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서울 열린데이터광장 공식 화면</a:t>
            </a:r>
          </a:p>
        </p:txBody>
      </p:sp>
    </p:spTree>
    <p:extLst>
      <p:ext uri="{BB962C8B-B14F-4D97-AF65-F5344CB8AC3E}">
        <p14:creationId xmlns:p14="http://schemas.microsoft.com/office/powerpoint/2010/main" val="967136233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1607E6-E861-43FF-862D-B7CE5DB7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TUTORIAL 2/4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2B3F57-7D85-4E62-AB9D-45786860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국립국어원 모두의 말뭉치 · 한국어 원자료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AAE809-A344-45DF-8410-B0BB8029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9F1E6F-AE6A-45D9-B091-842B1135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BE33A6-9251-4FAF-800A-3C3ED0E1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1D751E-2565-4BE2-B135-F0ACF51A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928F43-2268-41D9-9648-CE243828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52EA46-100D-4747-8793-4F6254D8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B27EE7-4059-4339-8F15-CEDBF266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신청·이용 조건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157C9A-5507-4396-9F8D-94F3D193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0F6399-A75F-4FA8-8B0E-5EA8C28B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말뭉치 종류와 목적 구분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E87D18-FA31-4E0F-B214-C6E5134E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AAB8CC-8348-4221-A2CB-5606AE9A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원문 재배포 주의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18B718-1A1E-4D8D-BFBE-00E0D785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12935B-1126-49AA-81BA-5E8ADF10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card에 출처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86FA4C-AA74-4EEE-B962-71FF8D5B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3e369323f949d8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53FC4E-1696-48B1-BED8-BD18F4FC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국립국어원 모두의 말뭉치 화면</a:t>
            </a:r>
          </a:p>
        </p:txBody>
      </p:sp>
    </p:spTree>
    <p:extLst>
      <p:ext uri="{BB962C8B-B14F-4D97-AF65-F5344CB8AC3E}">
        <p14:creationId xmlns:p14="http://schemas.microsoft.com/office/powerpoint/2010/main" val="1539239669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D89576-C0BB-4A55-A741-4A1077C0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TUTORIAL 3/4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C5A327-B4E0-477D-ADFA-0C0209EF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국회 회의록 빅데이터 · 실제 발화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F10EDE-CA1A-432B-8324-9E466ACF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11B1C1-B222-4B6D-8AD0-E9C81A3D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67F155-A1B1-4450-B441-AFED5E46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B8DC93-EC30-47CF-9FC3-F2E6C774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099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8BD3D3-87D2-484A-A969-096B75EE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BF58EC-80BB-4BAC-838F-D3622251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67AC6E-3DEB-42F4-90C7-7C852B5E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발언자·회의 맥락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F6F0CD-B732-43DF-9DE3-6E378A7A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9DAC53-F65F-47F9-AC1F-A2E83524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 회의 기록 사례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1B9050-E272-4A9A-8977-AC22A5CB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65F41C-8904-4D26-9653-0F221B73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페이지·첨부 공개 범위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AB08AF-53BA-4982-9B2C-A66D7F02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167263-5972-4F6D-BA13-CE47B5C0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학습용 소량 사례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B4AA8E-37B5-4FDC-9E0E-741D01F9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b6dd14d73f44b3"/>
          <a:stretch xmlns:a="http://schemas.openxmlformats.org/drawingml/2006/main"/>
        </p:blipFill>
        <p:spPr>
          <a:xfrm xmlns:a="http://schemas.openxmlformats.org/drawingml/2006/main">
            <a:off x="4876800" y="1727597"/>
            <a:ext cx="6591300" cy="370760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95DFDB-6512-4F45-9323-01A843EB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국회 회의록 빅데이터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760836117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5BCB52-CD0C-4E51-B560-9B44B31B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TUTORIAL 4/4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5D36BB-C82C-45F7-BF88-8DB98FF6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Google Meet 전사 · Managed STT의 현재 위치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AAF178-CAA3-4B67-9625-3A2FC12D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92F69B-D84D-47B3-92B5-C045A1BD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493F44-3AF4-44DB-A99D-4DE02526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7458C0-4604-4144-8DE3-86584AA6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DC1561-166B-4C05-AC57-E91C3B5E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B4F3D-B9EC-43D9-8B49-D1D0CA4E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A620A3-A4CA-4D76-BAC6-EDEA993B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계정·edition 의존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5A976F-CB8D-4CEE-84B1-B7D4E490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72A61E-B75A-4929-AB44-9DE235DE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 지원 여부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B8CCC1-5EC7-47C9-AC94-D23E57AD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DD577E-C5A9-4CA8-8474-00E81D51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원문 보존·권한 정책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CF7DE6-D3CE-407E-927B-2C1BEE30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F3E93D-457F-44C4-81DE-7C938C03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수업은 local 원리 중심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C19B97-F7CE-41CE-AA44-BBD896C9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3918eab41e4562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55C176-9D56-40E2-9C02-063160B0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Google Meet transcript 도움말</a:t>
            </a:r>
          </a:p>
        </p:txBody>
      </p:sp>
    </p:spTree>
    <p:extLst>
      <p:ext uri="{BB962C8B-B14F-4D97-AF65-F5344CB8AC3E}">
        <p14:creationId xmlns:p14="http://schemas.microsoft.com/office/powerpoint/2010/main" val="1656810402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AB5C0D-7800-4C95-9E49-9FFB8F66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4C256B-01F3-4ED8-9D64-72E8613E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 segment schema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7C42AA-C8A4-4B56-A8A8-B1F1C5B3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476F45-BE44-4017-B5A7-E43B1871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647F7A-FB64-40F4-9BAA-FBB9477E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8C3B7D-DBDD-42C0-83B6-4810FA35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785CCA-DB48-493D-B316-A254BFB1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A1123A-C060-464F-BE73-BCF8D363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FBACE9-34B8-4CA6-AEFA-EC147879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timestamp 유지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8B3C82-D205-4592-9A3D-ADC6F3E9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C37D33-DC33-40D2-AB27-8CDBB0E8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speaker는 모르면 null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5EE966-9713-4C08-9068-4F5904C6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648B80-331D-4AF3-B5D0-043E0DA6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원문 text 보존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8A351A-F4CB-4E13-AC62-5AB1A31E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752959-B898-47E4-9CAE-3BF8E463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품질 flag 별도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84788C-4491-436C-A9DD-0A71B64A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4E03E0-35FE-4BAB-833E-015BCA14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9A9B92-1A9C-4462-AFFB-C4651548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segment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"id": "s12",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"start": 41.2,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"end": 48.7,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"speaker": "역할1",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"text": "금요일까지 초안을...",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"quality_flags": []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26824490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A56BEA-DDDA-44B1-900E-EE061BCA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3EE23B-4C7A-4A06-9A0E-727A9A78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Action Item에 evidence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21F4B8-6CE0-48A4-B15D-7DA361B2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FE247C-1F41-4541-8544-7BB943FA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9A30CB-05C2-48E0-98A2-01D89766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7CD0B5-6A1C-44F9-B7CA-B4037A71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30AC27-0952-4181-ACE5-0DDC8241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7A4FDE-4D4B-4B26-9A5F-1B1BEB3F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D59EF8-28FB-40F6-BF56-B5276348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task·owner·date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E0DC3A-26D1-4748-BA5F-B080550D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C05F19-62E4-41B8-9B81-6D919344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근거 segment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B919B5-A91D-4C5B-9643-E6DD7278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7A7AB8-8780-4593-8DC5-B58FECF8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confidence 정책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F7B9BE-E845-4876-8549-800D4F01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A1F988-4354-454C-AC0F-03F1DF60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누락 시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5E7434-E245-4DC2-BD0E-694D80CE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471840-8788-49DD-9B9C-9C4C1014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AE5E2D-7F2A-4F33-97B4-94063029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action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"task": "FAQ 30건 정리",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"owner": "역할1",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"due_date": "2026-08-27",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"evidence_ids": ["s12"],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"confidence": 0.92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1648751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6941B6-43F4-4B99-996A-2A1BDCB2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64A094-FCE4-4EF5-9DAD-7E477FAA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모호한 날짜는 추론하지 않는다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CD6597-C75B-454C-8585-C3477E60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1EDCA1-1FE2-4DBA-963B-74261257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AFF6D-FB90-48D8-8F25-D2288B32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A67991-72E9-4716-9B37-934BDD38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7AAE85-BD52-46C6-923F-2669D462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BD780A-8573-43EE-88E1-76CA1C3F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98652B-F515-4DE5-8D20-F77AFF78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기준일 필요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CDC77A-E999-4937-89CA-46FE1C42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4C0EA7-30E0-4A69-9018-2F98F1E4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null 허용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D422BF-16D7-438A-B670-341C000FB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259F64-2BCA-4258-91F3-EE132DE2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모호성 코드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12AB1E-4166-47F2-A6AD-DB413674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8633DB-E2DD-4E39-8D60-94739A97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사람에게 질문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829168-2569-46DF-9CDD-A2DCF9B7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BABD34-C6D0-49F2-8CC5-6E66234F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C97E74-7FC9-4229-87BB-88E95C36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due_text in ["다음 주", "조만간"]: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"due_date": None,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"needs_review": True,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"reason": "RELATIVE_DATE"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1656570350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6855D7-1373-4180-9D60-FD240E78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2904CA-869C-4254-B218-D2DDF23C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간단한 개인정보 mask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1CEC4A-0296-4BC7-B1FF-D0B2F4FA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7384AC-CEA1-4D2B-92C1-CAA8BBB9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65D46D-8345-43C1-B29E-E4D26003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48F77F-8B57-4558-94E4-9B9B4D67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5B5CE8-0F42-4C31-82BB-02FDFAFF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00DCCC-4137-4421-ABC6-D1D00DCB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A64097-1983-4C1B-8B11-7CF0287B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정규식은 1차 필터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95280D-2F58-4A0A-A665-2A142FEB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D3D320-F634-44BE-AD07-7742470F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원문 별도 보호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B397D9-DF01-4CC8-A26C-50FD8642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2A7BA3-6E31-44C5-915C-0861E1B8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과잉 masking 검토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229CA0-E146-4C7D-9E6D-A11B7F9D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F5FB46-099A-4E49-8DC6-F3968A38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변환 로그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5E5970-D012-4D83-8B14-4C8E8F9B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61278F-E486-4167-9018-3AD0EFA7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371B06-B2CA-4E9A-AB47-EFC19D7A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patterns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"email": r"[\w.-]+@[\w.-]+",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"phone": r"01\d-?\d{3,4}-?\d{4}"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text = redact(text, patterns)</a:t>
            </a:r>
          </a:p>
        </p:txBody>
      </p:sp>
    </p:spTree>
    <p:extLst>
      <p:ext uri="{BB962C8B-B14F-4D97-AF65-F5344CB8AC3E}">
        <p14:creationId xmlns:p14="http://schemas.microsoft.com/office/powerpoint/2010/main" val="776180621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13F1FE-8F59-4425-8403-9AB8F350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AAA933-2D3D-45AC-AD4C-FE66CA09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card 최소 필드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A3CDE8-95B3-4615-9954-F7D8BA30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06F5A-D80E-4A03-A1DA-0D80ABE5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1CB03D-B01A-404E-ADEB-1B348381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F97A5-57EF-4570-A266-0F1681F3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851100-8335-41FB-9A72-8BE8F32E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D4C3D4-13CB-478B-B07C-88BFE18C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5469FE-8A1F-45A6-9592-8CD81F96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출처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D2B09D-7B8A-4828-95EB-829883D1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3F500A-E11B-4F87-8834-2939FBA0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수집 시점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F8283A-5183-4CAC-9F21-04742D93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2B1242-22D3-4C3B-8D14-DEFDD68D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민감성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E0F3AC-976F-41BF-8E2F-941C2E4E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7B92D7-6BDB-4667-8933-E3096632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변환·제한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811535-3563-40D9-B2B2-F92485B7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1C4846-6784-4AD4-BB60-7D3BBEF4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68106F-F460-486D-9864-2EB092A7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dataset: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source: official_url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collected_at: 2026-08-22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purpose: classroom_demo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contains_pii: false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transformations: [sampling, anonymize]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limitations: [synthetic_speakers]</a:t>
            </a:r>
          </a:p>
        </p:txBody>
      </p:sp>
    </p:spTree>
    <p:extLst>
      <p:ext uri="{BB962C8B-B14F-4D97-AF65-F5344CB8AC3E}">
        <p14:creationId xmlns:p14="http://schemas.microsoft.com/office/powerpoint/2010/main" val="51919519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B71102-BEE6-48A0-B864-90477338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A67FE6-5718-41BE-B165-B86239AD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한국어 사례 후보 3개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F9C3A0-0489-43A7-8613-E1CB19AC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C94DAA-BF47-4CAF-94E8-75D5F983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692AE8-21D8-49AF-8F1F-465FE571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25CBFE-33FA-438D-AE0F-1F2C26A0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277298-8EA9-4D81-8979-9C0FD4FE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08D45B-426B-4817-92C2-C1FAD8E8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A2A671-5F9C-442E-9941-7F71B872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D9223F-0858-4B48-839F-C8D597FF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4487F7-26D4-4AFD-B863-82093C5B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F6B4B9-CF99-450A-BEF2-C49736E1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데이터 사이트에서 검색어를 정한다.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36B605-CDE1-431D-BB60-EA4CBA62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36A7BD-EC42-458C-A0C8-617F066B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7FF089-3599-41F3-B830-3082A8A9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사례 후보를 세 개 적는다.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76E4FF-45E6-4965-BA6A-2F1F84DF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A07816-E458-4EB2-9B7F-27BEA6EC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AD2C64-4DD2-4A47-B27C-A0A4D396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업무 흐름과 가장 가까운 한 개를 고른다.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A0C808-B300-4579-A713-C2940BBD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88E0CF-5973-447B-9248-B7C18FEF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4C8D5-70AA-42DB-9A63-BB24CCC2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선택 이유를 한 문장으로 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948DCE-67E9-4682-A0D9-2CCCE228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851B72-8A36-406D-B985-F884EC6E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B61AD8-A9A9-4038-823D-30E6148E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후보 3개 + 선택 1개</a:t>
            </a:r>
          </a:p>
        </p:txBody>
      </p:sp>
    </p:spTree>
    <p:extLst>
      <p:ext uri="{BB962C8B-B14F-4D97-AF65-F5344CB8AC3E}">
        <p14:creationId xmlns:p14="http://schemas.microsoft.com/office/powerpoint/2010/main" val="524073316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694B72-9F8F-45E6-9363-065D4889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41B5F2-E3BE-48F6-984D-5170D82A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이용 조건 확인표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D961A6-7A5F-410E-BBBC-5E7DFE8C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CF22AC-315B-4412-A7BA-EB2D5065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4A5C47-5635-43CF-95C9-6F98A2A2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DB41DE-F144-4D55-9EF0-6A89D17B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063EBF-A6F0-4272-BD9E-CBDC5D5A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392C47-247A-4389-9548-BE9F3409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6D1BA0-5583-48C3-A6FF-8E073BA0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20D240-38B8-4FDD-BB40-60C0587A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1ED61F-6B10-49A7-939F-E901DCE2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84D36A-FAC7-47FE-B141-ACA1EBD8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제공 기관과 URL을 기록한다.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CF6683-430D-45DB-95CC-B460F42E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735BB2-0F5C-447C-B437-6BA295FC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256FF2-1768-4EBB-9A7E-6FA68478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다운로드·신청 필요 여부를 적는다.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83C397-2095-4027-8C3F-23CC6224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A32C6A-92FF-43BE-AA11-289E0009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077275-3BBA-4C98-A5B8-8A089C26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재배포 가능 여부를 확인한다.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B3D038-C618-4FA4-A296-91202012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27DF59-6680-4D69-B978-C84FB460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ED42E0-48E2-48A6-A03D-A0AE13C9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불확실하면 강사 fixture를 선택한다.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F2B8FC-1021-4248-A7BC-68B347C8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9BD62A-9B5A-4795-8613-96CD25E0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C59004-EBEC-40B4-AF56-AD6B0108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source checklist</a:t>
            </a:r>
          </a:p>
        </p:txBody>
      </p:sp>
    </p:spTree>
    <p:extLst>
      <p:ext uri="{BB962C8B-B14F-4D97-AF65-F5344CB8AC3E}">
        <p14:creationId xmlns:p14="http://schemas.microsoft.com/office/powerpoint/2010/main" val="85600562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17BFC1-F713-43C0-9A84-83A67B81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B411FA-6237-437F-8E0F-1767059D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합성 회의 8문장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00FDF9-33AB-4102-AB0B-948A8BA6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DFD99A-D552-400C-82B8-55C979FD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897C41-90AB-4FDF-B5F1-585775A6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07CEAA-B90D-45A0-984C-C6864DB7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867178-428E-4F36-AAC6-ACC7FC68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5E6D78-70D7-48D3-A2D1-FE349CAB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D340F8-97EB-4828-BEF3-1709260B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0F96B2-BF88-4827-904A-1D683D51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611522-1AE2-48AC-B298-BD0F3C32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B77C10-0E40-46D3-AAD2-426DA5FA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역할 2명을 정한다.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7A6BD2-6FD7-431F-9A16-26E62B53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1096C8-4077-4C7A-BED5-06F8B5DC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E75E99-B9FB-49B6-836E-65805F6A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 1개를 대화에 넣는다.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57AB0A-092D-4D37-9AB7-2E2926BA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30A4E0-F317-4DF6-A75A-239715A8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5153B3-D097-4930-8F7E-54B0138F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담당·기한 Action Item 2개를 넣는다.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BF6D54-B865-4BC5-AF67-07324133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8AA4D4-1C98-4FAE-B352-517C1FA4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EBFBF1-BEC1-4BCB-AE9A-DF1F5D63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모호한 표현 1개를 일부러 넣는다.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622DBF-75E1-4C43-AFB7-2B21AD09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6DF1EB-ACBC-4055-8585-624530A1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07024F-30C2-4CF3-91AD-3ABF4AAC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합성 transcript 8문장</a:t>
            </a:r>
          </a:p>
        </p:txBody>
      </p:sp>
    </p:spTree>
    <p:extLst>
      <p:ext uri="{BB962C8B-B14F-4D97-AF65-F5344CB8AC3E}">
        <p14:creationId xmlns:p14="http://schemas.microsoft.com/office/powerpoint/2010/main" val="1065487178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6C8A07-BD98-40DF-8B9B-2FB2D098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CECEE2-20CC-428F-9CFC-42EF55DC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Golden JSON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91E2E0-94C5-404B-90D1-C733780C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74649C-E6D2-4DEE-995E-0D33B538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6FD855-7421-48F8-8C2C-1C445CB6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EC2B2D-A8EA-46CF-B41F-C2B36B48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181CEB-980C-40FD-9016-9FD7828D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508135-4AE1-4528-84A8-9E21F939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DA04A7-3482-4421-BBB8-F2A47241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50EF4C-DF27-41DB-9B44-8D1EC8D7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A60D38-17E3-467B-9B0F-49385D95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26F76B-9862-4FFA-9F48-433E4AF7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title·summary를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C0FFED-262C-4B7B-A871-AA479C8E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0416A1-C197-4D46-902E-F22B63D7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15D7CD-73E2-4AD5-80D7-169C3CD8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decision을 한 개 구조화한다.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85520F-CF98-420D-80A0-75BB0937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B81259-5E3F-4866-8EF2-D84DF401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D168C5-6DAF-44C5-BDCD-64F5B421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action item 두 개를 구조화한다.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4AB41F-1919-4DC2-8178-F3365ABA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D0FABB-A263-413E-91AD-B2BB11D6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801830-CCE2-4B48-A8AE-55BA88C2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 항목에 evidence ID를 연결한다.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8BEE12-9813-42EF-B610-8E90F5F6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6E3752-99E3-41AE-99F9-F3ECB0E4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A68BAD-80DE-4E49-A23B-EBB9F31C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정답 JSON 1건</a:t>
            </a:r>
          </a:p>
        </p:txBody>
      </p:sp>
    </p:spTree>
    <p:extLst>
      <p:ext uri="{BB962C8B-B14F-4D97-AF65-F5344CB8AC3E}">
        <p14:creationId xmlns:p14="http://schemas.microsoft.com/office/powerpoint/2010/main" val="598008370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E15A5A-F3C6-4772-94EF-FCDA46DF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5E8769-B4EC-44BF-995A-38307B74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데이터가 너무 크다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2AE631-6E13-446C-A97B-791EBD25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EC611E-A605-4469-92C2-C5702C2C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BEC6CF-1957-4E3E-AF86-F82FBDC1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93C17D-DE41-477A-BEBE-2275923E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F7A226-7DE6-4BDE-A99B-0CF36D76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FDE087-9B00-459C-B33F-8CA14C8C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8CFB35-54A7-4A5E-94F1-CCEE0764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26FD47-0403-42CC-969D-61FABFB1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987852-59D2-410B-8CC7-42DECF93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수십 시간 audio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5EB343-D285-48E1-8712-ED5BE23E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2D54B8-CF7D-4429-9FAF-A8FED9EA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수백 MB 전체 말뭉치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60E068-C432-43B7-951E-B3036D00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FC661E-011D-413A-B363-E9AAB604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전처리만 수업 소진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3600DA-91E0-4C23-A17F-C65C74A3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BBA91C-9113-4326-BEE4-2F09AE82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정답 만들기 불가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D7EE15-9256-43B4-9F8E-0E5A59A5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73569A-039D-4AC7-AF78-D181BA3A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2-3분 audio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BB13C9-AA1E-4134-AE2D-D3D34F37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A9F281-11DF-4494-9877-D23F1353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10-30건 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212B76-1BF9-4DAC-AF6C-FF4D91BA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6669E9-4A86-4A63-B12E-4EC030CB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golden 3-5건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C698DF-C1A2-48FF-B4EB-5A8D2506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46F432-4496-4807-BDBB-1162511C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확장 과제는 별도</a:t>
            </a:r>
          </a:p>
        </p:txBody>
      </p:sp>
    </p:spTree>
    <p:extLst>
      <p:ext uri="{BB962C8B-B14F-4D97-AF65-F5344CB8AC3E}">
        <p14:creationId xmlns:p14="http://schemas.microsoft.com/office/powerpoint/2010/main" val="1488439432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6B59B1-1E28-4140-BC61-F382EC8D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9559E-2297-492D-B924-87BAEB8B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공개 페이지를 그대로 재배포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CA28D8-F115-4D56-B311-43D922EE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079BD5-B5F0-4E4B-932C-BB06FDB1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D699C1-AB63-426B-91AF-BDE5DEC6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04BC8B-E6A6-4A76-9942-6D5B0022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C23C1D-A4B2-497F-B2A8-4931B7A9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8FFEE8-26EF-4972-9214-329FC3CD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B2811E-0D45-4AFA-8E27-71B4516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429C34-CB1F-420A-9CAF-0666CAEB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FFB307-7482-4A44-AD0D-20B57737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이용 조건 미확인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54E58C-E3D4-44C2-9EB2-19DE0629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FDBA5A-2E28-4ADF-A695-EF0FA029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첨부 전체 공유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1F2FD0-25F0-4F90-9789-0F19BAC0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973D0A-F747-4DF9-B152-B024F558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출처 누락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CDEFE8-FDBD-4577-9931-288A6A78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1A747D-68FB-4529-9F9C-1A579D41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신청 계정 공유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8ED992-4E56-4BB0-A5C3-3D5006B4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B3B378-7BE4-4E6A-8135-055EA5CF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링크 제공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710DBC-7DD1-484B-8960-B4C69431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22E645-2473-4C1F-8D05-9100134A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허용된 소량 샘플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D6E2EF-2162-46EC-8DE3-0375A70D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41E1A9-FC00-4B51-987E-045D8D72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출처·날짜 기록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94101F-E7CA-40A6-9753-7E950E8E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934E40-99F5-43AD-8DCF-5F9FF26A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 대체</a:t>
            </a:r>
          </a:p>
        </p:txBody>
      </p:sp>
    </p:spTree>
    <p:extLst>
      <p:ext uri="{BB962C8B-B14F-4D97-AF65-F5344CB8AC3E}">
        <p14:creationId xmlns:p14="http://schemas.microsoft.com/office/powerpoint/2010/main" val="265426409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7F653F-8102-4978-8177-CE2DF6A5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978B0E-B782-4ED3-9D62-CE958488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정답 없이 prompt를 튜닝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89A6B-DC00-4A43-8F66-263AEB31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F8E969-2E31-4B45-9BA1-E666D5E9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55E436-CDC4-43BF-9133-D057FEF1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19885B-FA2F-4A55-ADAB-7E5D0983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AAFE31-1CB7-40F4-AF6D-1839AEF6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43DBC9-2DBB-4DB8-8BD9-788E65BB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C844FE-C0B2-4B63-BE98-0A1781A6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15FD10-CAF5-49D0-987B-82126D3F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F8024D-342F-46EA-97A8-EA28C018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좋아 보이는 출력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0E9827-25D7-4528-9C38-52EFB7AC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654BBB-56C8-4738-9B21-7364219C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기준 매번 변경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A7A92E-0296-4C6E-B083-1FEECE05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026F81-A907-421D-A365-A005290E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비교 불가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2D8804-A44C-4E22-B82A-9A6F6344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258C44-FD45-428A-A501-3A914E47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회귀 모름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B54523-7AAE-4EA9-BD88-4AD9F09E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3F1ACE-655A-413B-BE02-2E1A4EDC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golden example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02067F-A3C2-46F3-936B-52BA875D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39FE5F-88DD-408B-995C-208EBC57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rubric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60FACC-3174-4476-A7D6-DCAA6845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BA2904-C957-4D0A-9A35-941B77D2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고정 dataset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DD1614-A7EF-45E9-8AB6-E8543C8D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C75648-AA38-4C03-96AE-7AC40AA8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experiment 비교</a:t>
            </a:r>
          </a:p>
        </p:txBody>
      </p:sp>
    </p:spTree>
    <p:extLst>
      <p:ext uri="{BB962C8B-B14F-4D97-AF65-F5344CB8AC3E}">
        <p14:creationId xmlns:p14="http://schemas.microsoft.com/office/powerpoint/2010/main" val="1202130208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0314D2-A21D-4636-9C19-B3F0C4A4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CAREER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56B89D-1337-4ACC-80DD-5A9E03EA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실제 업무를 안전하게 추상화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1CFCF2-0AFA-4297-AB6E-7D3915BE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A764FD-7EC8-471B-9B67-55B34698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1484BA-5EAF-499B-8688-F81A14C4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61DD99-67ED-409C-94E1-C29AF25F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B1EC3C-5E60-4B29-9059-8A37D6EA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가져오지 않을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F4E6BE-6FB8-4CA0-92B1-AA2689FE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남길 관계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B29B3D-2CBC-402E-BFE7-D99E8FD5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962BC1-3C58-44C3-A881-7A88AC45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67BA5B-5F3C-4112-8EEA-5965C9A9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실명·고객번호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77EF8B-8041-4664-84AC-447D85F6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A86170-E8EB-49B6-B7A1-C920FF8A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계약 금액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9F6374-5AC5-4CC9-AB6F-34EB958A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F3D46B-6BED-4680-BBA6-103CAF2F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회사 URL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0D09A0-6DE8-4A81-81BF-B0846121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421662-771D-49A8-84DA-F1B23DD5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내부 전략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876FDD-7AD4-4FD6-A8BD-72122077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E2A10C-A99E-43A1-A0EB-CA8471AC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역할 간 의사결정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991BA3-1E83-463B-B4BA-6F567C41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D3BC82-0D6A-47E1-8090-8E104C29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업무 단계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9A20E9-FB58-4C9D-B286-A72CFFB7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22314E-5C6C-4EDC-A43F-8C58833D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승인 조건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5BB212-C113-4EA3-8FCB-15423192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3C435C-2153-41F5-A494-043CFD04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비용</a:t>
            </a:r>
          </a:p>
        </p:txBody>
      </p:sp>
    </p:spTree>
    <p:extLst>
      <p:ext uri="{BB962C8B-B14F-4D97-AF65-F5344CB8AC3E}">
        <p14:creationId xmlns:p14="http://schemas.microsoft.com/office/powerpoint/2010/main" val="460831909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479257-0FEC-4D34-89BD-2919EC9B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56770B-7DC5-4347-ABDA-1745012B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BLOCK A · 12시 마무리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833E56-BFC5-4DAF-9DB2-73AD3E3B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3E9874-EDEB-4C72-A77B-9CA74B88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2F395F-2EF4-4BC7-AD98-BDAB7811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09:00-12:00 · PART 3/3 · PBL &amp; K-DATA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17A703-A1C6-4B2C-94C6-420EF10B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D78379-7D9F-45ED-9D86-4A8DC1D9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정답 말고, 지금 이해한 언어로 60초만 설명해보세요.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B7D80A-BE9E-491B-AAFA-C67407D2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3482C4-53AF-462D-857B-46DB18C3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981542-3BEE-4563-9A54-9A88BF86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내 데이터의 공식 출처와 이용 조건을 말할 수 있는가?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42BA4A-183D-462E-AF75-8997D2BB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B4D5EE-8B71-4A7E-88D4-A97764E6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663D8E-5630-499C-8B02-73DA4AF4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Action Item에 연결할 evidence 단위를 정했는가?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FC96BD-F86F-4D92-A760-D0E0AF38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25CD96-0D1B-4FC1-ABC3-F0F17A7A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4A0172-D1A1-49F2-B338-169F44AF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재직자/구직자 관점의 최종 증거가 무엇인지 정했는가?</a:t>
            </a:r>
          </a:p>
        </p:txBody>
      </p:sp>
    </p:spTree>
    <p:extLst>
      <p:ext uri="{BB962C8B-B14F-4D97-AF65-F5344CB8AC3E}">
        <p14:creationId xmlns:p14="http://schemas.microsoft.com/office/powerpoint/2010/main" val="449554828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644A2C-0093-48B0-A6EB-104F2AB7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72B12F-BF8E-47CE-A096-11976C0F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B9D2F8-D54B-43D1-9196-C0986615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환경 구축의 목표는 설치 성공이 아니라 재현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E3AE0E-89CF-4931-ACF1-17DD355D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62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모든 학습자가 완주하는 필수 경로와 Codex·Claude로 가속하는 강사 경로를 분리한다.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9E8AE5-4730-4A32-B3D0-E11507BF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차성재의 현업 메모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AF34B1-8491-466E-9D0B-F74714B6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815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강사 컴퓨터에서 한 번 되는 것보다, 학생이 막힌 지점에서 다시 시작할 수 있어야 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78F6F3-FA00-4190-BDC5-5227F1C2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A2E40A-E35D-4E04-87E9-84B9F706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산출물 · Python·VS Code·Git·repo · 무료/선택 lane</a:t>
            </a:r>
          </a:p>
        </p:txBody>
      </p:sp>
    </p:spTree>
    <p:extLst>
      <p:ext uri="{BB962C8B-B14F-4D97-AF65-F5344CB8AC3E}">
        <p14:creationId xmlns:p14="http://schemas.microsoft.com/office/powerpoint/2010/main" val="561891905"/>
      </p:ext>
    </p:extLst>
  </p:cSld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5D88A1-F2AA-46BE-9599-84349E34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BLOCK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E61AD3-F8DB-4D10-BDAF-9A6D4883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 블록이 끝나면, 설명보다 증거가 남습니다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571C95-49A0-438F-BE95-F238E47E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5F87D3-D331-43A8-853E-F39E910A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36C24D-A961-490D-BB4D-F9923D83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914BE3-B20D-43B1-A944-083A8B0A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473CB3-CDEA-4999-9383-A50639CB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설치가 실패해도 수업과 프로젝트를 계속할 수 있는 두 번째 경로가 있는가?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40AFBB-55CF-467E-9641-719AE0A0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2FEAAB-2242-427B-96C7-7FE9718E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EA98FA-7FEC-4E97-B86D-D2D080A2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용어보다 먼저, 이 단계가 필요한 이유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2D8F29-97BF-4FB7-8DE6-AE1F3507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A80153-C83A-4432-8A68-832CEFB7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657AF0-31BC-428B-B08F-AF5F9EE5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문서와 실제 실행 화면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DB04E8-8A49-4712-8A32-C03F7035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A229BD-5808-40DB-B9F6-AFD7E445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BCC035-4C16-4512-81B3-7826E7D5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강사와 같은 순서로 최소 단위 실행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CE98FE-7E43-4C26-9FEA-B2B35490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06B6D0-5874-4B1D-841B-AF9730BF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복구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718A0E-5230-46CA-BFF5-49342574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막힌 지점에서 오류를 분류하고 우회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F16386-2A39-4443-9755-748BA687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5D531F-D1A5-49A3-9C6C-F36C9B40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완료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03AFCF-680F-4FE3-AE67-C890DA61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파일·test·commit 가운데 하나를 남김</a:t>
            </a:r>
          </a:p>
        </p:txBody>
      </p:sp>
    </p:spTree>
    <p:extLst>
      <p:ext uri="{BB962C8B-B14F-4D97-AF65-F5344CB8AC3E}">
        <p14:creationId xmlns:p14="http://schemas.microsoft.com/office/powerpoint/2010/main" val="560425269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8A8432-C02A-4E83-8CDA-2F75A2FD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1/4 · Execution Environment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4D4498-D289-44F0-874B-D8940B18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B22B42-6E94-4BCB-85C8-B30747F8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EBAA73-2AFA-41BC-9540-6A2E99CD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16FB7E-5258-4B0F-97CE-F8D66184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5275EF-C387-4420-B64E-E5055676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5FEE6-74C1-4CE8-B6A4-E4632110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CEB525-4AE9-451C-8399-CD887D2A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B39AA5-8410-4A14-BAB6-84B62C8A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코드가 실제로 실행되는 Python·운영체제·패키지 환경이다.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4E48A7-710D-4943-ADE5-91E367EF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9BC784-DE6C-4242-A2DB-09B75583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8CF61B-426D-4CA3-8BD5-7D29C513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C440FD-D182-41D2-B6FD-2C9E3F66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코드도 Runtime이 다르면 import와 경로 오류가 발생할 수 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DC7FA3-51BB-4F61-B1D8-E4DA6A12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212419-B010-40FA-B9C1-3DD8CBCB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26DC44-BF7B-489E-906C-41889623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6B3CAC-2476-4A4C-AB0C-D9503722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python3 --version과 실행 경로를 먼저 확인한다.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FFEF8A-4E3E-4ACC-A0F1-18E010ED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21303173"/>
      </p:ext>
    </p:extLst>
  </p:cSld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22D42A-3DC3-44D3-8580-E2A88D5C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2/4 · Selected Python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9F4FF3-9168-4925-9756-B83595F6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Interpreter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35E27D-68D1-4097-934B-35B09F15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EB791-2B98-4FAB-B05F-7B220D49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09CAD5-2693-4A5C-8278-6307B250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AFBE19-7E7A-4DD7-BBAB-21DCFCE4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E9D8A1-05F5-4CBA-AB3E-1C4C4098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991548-A64F-453D-B45E-BD22CE49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5A32A6-C505-4032-A969-826BA284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Code나 Notebook이 사용할 특정 Python 실행 파일이다.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77375C-BDFD-4443-866C-060829D1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D37792-2D8F-4FF0-8475-0308D53B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9C7DC1-1454-4E13-824D-53E4BC5B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D8AB1B-F99A-4E06-8D0E-2BD3461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Terminal과 Notebook이 다른 Python을 쓰면 설치한 패키지를 찾지 못한다.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1646C3-AA62-4A8E-B875-5F97686B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48574A-6ACB-4CDC-80FF-D4D80D87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34418B-EC97-4A71-BA27-89BAA2FE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FB592B-A464-42E4-BD61-024B8C04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.venv/bin/python을 VS Code Interpreter로 선택한다.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88B0A7-2D5B-4BB8-98D3-2BCD8615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71016328"/>
      </p:ext>
    </p:extLst>
  </p:cSld>
</p:sld>
</file>

<file path=ppt/slides/slide1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96E6C7-6FCB-427D-B3C1-CE608B5C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3/4 · Isolated Packages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C485FF-E7FF-4539-B64C-57E54531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Virtual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F99896-BA92-4680-BEFD-5C950272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54CBB0-96AF-43B9-ADCE-3894A903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08FF17-4C2B-4D99-BB00-8490E4CD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5D058D-12DD-405F-B0B0-8CEF139A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5A9355-1CC7-43F6-88DF-ADCAF2C5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E83277-272D-4A57-92E9-A81F903F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B4F884-DA3E-49D2-9A28-97EA5BC8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프로젝트별 Python 패키지를 격리하는 폴더이다.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6EBF53-4BA7-4699-85D0-F282E687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5EE839-3565-43D8-9DDD-C5F10047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B546A4-F29A-41E5-83F8-9E88053C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F3AFCF-DE07-46FF-B11E-6BD9F80D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 패키지가 다른 프로젝트와 충돌하지 않고 재현성을 높이다.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F917D3-8109-4F38-8104-28A13E35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647882-88B2-4564-9CBD-8A0C9974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79F579-EC62-4C7B-B858-63697DF7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278D9D-D34D-4954-AD62-16453758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python3 -m venv .venv 후 같은 환경에서 설치·실행한다.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DC6F2A-6235-49C1-B045-EDD21E9B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77528181"/>
      </p:ext>
    </p:extLst>
  </p:cSld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806C36-2BDF-4C90-B5AE-EF1B9015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4/4 · Versioned Project Folder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41803D-D316-4485-9F77-DCB5419B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Repository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112AAF-7E3C-4BA1-9FFD-4BCC9E58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EDCBBA-C590-4CBA-B62E-4C2B468F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BA5B10-E4BF-4B5A-82E9-25192DE9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0DC471-E05D-41BE-ABFB-ECD69303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BF2B9F-67AD-425C-9488-14234A4E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263AB3-5785-4812-A0FA-DDA5DE5A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85B53B-6CF0-489B-AC99-A85026F4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코드·문서·데이터와 변경 이력을 함께 관리하는 프로젝트 폴더이다.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70A915-0D75-46C3-A573-61986A5B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5C4B45-67E3-4CA8-A347-8668D81A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FEC33C-C1B5-48A0-8BBD-0ADB76A9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EE1DC6-A7EC-44FF-8209-5F5E702B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무엇을 바꿨고 언제 동작했는지 Git으로 설명할 수 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FAD7FD-34BF-4EC1-B2E3-881D53B9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F59659-E8FB-4502-9068-56FA6C7B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4FEC17-28E4-465D-8B6A-76AEF16D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6FCB45-EC05-4985-8AAE-2C94B2C8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src·tests·data·materials 폴더를 하나의 저장소로 관리한다.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03E698-059C-441B-A610-0071B8F8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20856578"/>
      </p:ext>
    </p:extLst>
  </p:cSld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D3CDFF-E692-4A5C-BBC4-18DA4200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DD65C7-5051-42F2-BBE7-7CED790C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무료의 정의를 먼저 합의한다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7B7AE7-D847-4D04-87BD-6554B845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AABF6C-01C0-403D-895F-93322388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0B4768-163B-4B9A-92D7-F6991285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C591A-5EA8-4575-88E8-7C500ED5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EC8F5C-F40C-4F7E-9CE9-4B49E62D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C7B1A3-3AE6-4391-9ABC-9AE4580A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학생은 외부 LLM API 비용 없이 필수 실습을 완주할 수 있어야 한다.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365888723d4b70">
            <a:extLst>
              <a:ext uri="{96DAC541-7B7A-43D3-8B79-37D633B846F1}">
                <asvg:svgBlip xmlns:asvg="http://schemas.microsoft.com/office/drawing/2016/SVG/main" r:embed="R5720e7ef46a2401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DE815C-37B8-4A6C-9513-A28268BB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현업에서 먼저 보는 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857F04-BAE9-4AD9-9C06-A76CC54F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715AF8-FCB9-4AED-BF18-0163A3B4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Python·Git·VS 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DEB00F-38CD-4490-9931-A64704AE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430688-0F40-4CEE-A47A-D1566647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fixture·local LLM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CF6470-A199-42DA-99F0-9F8084BA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1CEB59-7E87-4B37-ACF1-C736A81F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선택 서비스 초과 과금 주의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549990-B9C4-439C-B930-FA7C1D55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B83BCC-5E6D-4525-B01B-E17FB6E1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수업을 살리는 기준  |  환경 문제의 절반은 패키지가 아니라 ‘지금 어떤 Python을 쓰는가’에서 시작한다.</a:t>
            </a:r>
          </a:p>
        </p:txBody>
      </p:sp>
    </p:spTree>
    <p:extLst>
      <p:ext uri="{BB962C8B-B14F-4D97-AF65-F5344CB8AC3E}">
        <p14:creationId xmlns:p14="http://schemas.microsoft.com/office/powerpoint/2010/main" val="1656283784"/>
      </p:ext>
    </p:extLst>
  </p:cSld>
</p:sld>
</file>

<file path=ppt/slides/slide1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7CBB98-AFFB-4D07-A6D3-260D5466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06F21A-C855-4AF1-A5F1-20909837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 경로와 강사 가속 경로를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FB466B-E125-449A-B3C2-FD2F4436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D4ED74-36D8-4C48-84B4-7290BCB3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FD1402-08D8-4D09-9782-0E79EC06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7BBE98-3F99-4E85-A1AA-43F44ED4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401A49-897C-462C-A934-DCDE5066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학생은 로컬·결정론적 코드, 강사는 Codex·Claude live demo를 사용한다.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3378F8-6D6C-40C2-BA7C-8DC6775E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0D5B10-5C6F-40F4-ABB2-B36AD964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필수: 직접 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36CA72-39C1-4975-AEA1-2F3E5ABA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17EA94-8651-48AA-9E00-1B6E0733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강사: 생성·수정 가속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28A476-CC69-47AB-94A4-77C3FF05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D4F93A-E93A-481A-8271-6ABB576D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공통: diff·test 검토</a:t>
            </a:r>
          </a:p>
        </p:txBody>
      </p:sp>
    </p:spTree>
    <p:extLst>
      <p:ext uri="{BB962C8B-B14F-4D97-AF65-F5344CB8AC3E}">
        <p14:creationId xmlns:p14="http://schemas.microsoft.com/office/powerpoint/2010/main" val="1493579142"/>
      </p:ext>
    </p:extLst>
  </p:cSld>
</p:sld>
</file>

<file path=ppt/slides/slide1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23ABDD-724C-4BF1-A3B7-30F27424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AD22CD-E1D1-499B-B570-60AD04B1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Python은 실행기, VS Code는 작업 공간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B3A5C2-902E-46CC-869C-F1DB5EC7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E9B297-9806-4087-84EC-8E7B3987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673F1A-45DC-4A0E-9D71-3D462A1A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35AC06-973E-4B31-8B2D-A054F598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48A588-4D63-4B5A-A50D-DED19F8E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3650BC-344D-4E00-8D17-AE100964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extension이 Python 자체를 설치해 주는 것은 아니다.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E54CEA-D53B-4192-9743-EFE337B6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현업에서 먼저 보는 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3EB643-0F21-4191-8C9F-B88C42F6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5FC2CD-5796-475A-832D-4CBFFF63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interpreter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963C64-BB62-455C-AFE1-F4976303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9927ED-B90F-4F9E-8A85-A4B7A602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editor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F114BD-E970-4504-B119-E4D50BD2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D7C479-8CA1-4B9D-A455-4971C492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Python·Jupyter extension</a:t>
            </a:r>
          </a:p>
        </p:txBody>
      </p:sp>
    </p:spTree>
    <p:extLst>
      <p:ext uri="{BB962C8B-B14F-4D97-AF65-F5344CB8AC3E}">
        <p14:creationId xmlns:p14="http://schemas.microsoft.com/office/powerpoint/2010/main" val="818167062"/>
      </p:ext>
    </p:extLst>
  </p:cSld>
</p:sld>
</file>

<file path=ppt/slides/slide1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8B85ED-F136-4579-9580-A8BA6A3D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D51A63-74F4-4BD9-9533-CD930E40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가상환경은 프로젝트의 재현 경계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6B8A6E-450D-4E31-9B02-6E3B6227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FA85E8-179C-478F-984B-9F2877F6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54B526-B9CE-480A-B712-998B9684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F4B5A9-1FC5-4AEB-A4CD-8DA39315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38063C-6629-4E57-9265-C4F68C97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전역 환경 대신 프로젝트별 dependency를 격리한다.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7B7E0F-3674-4EC8-B47B-77BEAAB0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111B3B-9B9C-462B-943D-582D49BC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-m venv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808F9F-799B-4C62-9858-3E992865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DD7745-FD05-4A31-B621-D26795B3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interpreter 선택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AFA443-1805-4D2E-9FC8-B25E9DF3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DF9A0C-8338-4263-8318-5ECA9086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requirements·pyproject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094B4F-3116-4D83-88EE-07099958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DC2FD0-961D-4D69-B118-3C25AB4B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수업을 살리는 기준  |  첫 commit은 저장이 아니라 복구 지점을 만드는 일이다.</a:t>
            </a:r>
          </a:p>
        </p:txBody>
      </p:sp>
    </p:spTree>
    <p:extLst>
      <p:ext uri="{BB962C8B-B14F-4D97-AF65-F5344CB8AC3E}">
        <p14:creationId xmlns:p14="http://schemas.microsoft.com/office/powerpoint/2010/main" val="1584274030"/>
      </p:ext>
    </p:extLst>
  </p:cSld>
</p:sld>
</file>

<file path=ppt/slides/slide1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781F59-F18F-4EFC-9B2D-9F45D21A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8F51A6-5F32-4E60-B3DD-E7F5B5A6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Git은 제출 도구가 아니라 사고 기록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873CB-9A5F-4EBE-8B47-FE442E41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AD3BDA-BA4F-428B-B9B8-9B8DBB51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439246-94F9-4420-AE4C-2672E313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53E8F7-D94A-46C2-83E1-46DB2F22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47E60A-43F6-4361-9B8F-1693AEA3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4D21D4-9716-44DD-93EC-B0715307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commit이 무엇을 바꿨고 왜 검증했는지 보여준다.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FD5DA0-A772-4981-A6A7-FB3E9B1D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현업에서 먼저 보는 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09E649-371C-452F-B4DB-00B7E1DC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88231B-AC60-494F-8B66-52E3F42D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DF5E5E-84FC-4325-B803-9A7F3394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F1AB5E-2FD9-435F-A56E-D89B345B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diff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51C904-6720-480A-844E-560F22FA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0F6C52-8DCA-4618-A652-FA1C10AC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add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7C883F-EB7C-4FE2-B082-29E1D562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57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B434D2-658D-4999-B736-2B47DAC3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721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commit</a:t>
            </a:r>
          </a:p>
        </p:txBody>
      </p:sp>
    </p:spTree>
    <p:extLst>
      <p:ext uri="{BB962C8B-B14F-4D97-AF65-F5344CB8AC3E}">
        <p14:creationId xmlns:p14="http://schemas.microsoft.com/office/powerpoint/2010/main" val="1398951034"/>
      </p:ext>
    </p:extLst>
  </p:cSld>
</p:sld>
</file>

<file path=ppt/slides/slide1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A101EA-13D1-47FE-A067-2AEB320F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F080B4-9D11-47D2-8B07-44B50366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Jupyter는 설명과 실행의 다리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5FA168-6BEB-4082-B2A3-FCCE1843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515C5F-E53A-48A5-A5CB-C5F49D90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532A3F-4887-4215-8C43-9E3F719A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8ABC32-3ECF-4603-84A0-78F5171A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0D5CE8-1D5B-4E84-A913-53FB89FF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셀 한 개념으로 결과를 보고, 모듈 코드는 src에 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40B2A5-B256-4853-8FAB-3200AAE2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247A75-A87B-4E45-BEED-2FC94B29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Markdown 설명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9D224F-0BBC-43CD-8ECC-F4DC5495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71DDA0-F7AB-408A-8C57-2CA3C21C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Code 실행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6AE788-0FFC-4420-A31B-313A5C52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916624-31A1-4731-A918-3D316B7A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output 증거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0381B7-3D86-4C94-96F3-EF551382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19E0F1-2A2E-42BE-BD43-4CAE529A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Restart &amp; Run All</a:t>
            </a:r>
          </a:p>
        </p:txBody>
      </p:sp>
    </p:spTree>
    <p:extLst>
      <p:ext uri="{BB962C8B-B14F-4D97-AF65-F5344CB8AC3E}">
        <p14:creationId xmlns:p14="http://schemas.microsoft.com/office/powerpoint/2010/main" val="1735836372"/>
      </p:ext>
    </p:extLst>
  </p:cSld>
</p:sld>
</file>

<file path=ppt/slides/slide1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56500F-D01B-477C-975B-295B4CD5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B14D61-17E8-487A-998F-C61EDFCF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Secret은 코드·노트북·캡처 밖에 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5D2EFC-F89B-4367-A7EF-B2B98159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AD9302-7E70-4AA9-909A-E305E87B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7B1D7D-8A98-45FA-941D-533D6F91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83CAF8-3128-45BF-8B58-F66B1AE3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3160EF-906B-4D69-BAB2-85D343AB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033020-19D0-489E-A185-63D78EB2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값은 환경 변수, 저장소에는 이름만 있는 example을 둔다.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EB9D10-61F5-4B03-99E6-6A27CED2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현업에서 먼저 보는 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2A4E6D-1308-47D6-A06B-E1CDD967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F299F2-6261-44FC-B960-0D54521F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.env.example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E97EC6-6EBA-4BB1-9A84-AF1A2B66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E1AD32-09E6-4FF2-8E3E-E3AF4625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.gitignore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323E45-09DA-4F47-B760-33A11665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5835CD-0776-42DD-817F-0E4DAF2C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화면 비식별</a:t>
            </a:r>
          </a:p>
        </p:txBody>
      </p:sp>
    </p:spTree>
    <p:extLst>
      <p:ext uri="{BB962C8B-B14F-4D97-AF65-F5344CB8AC3E}">
        <p14:creationId xmlns:p14="http://schemas.microsoft.com/office/powerpoint/2010/main" val="1348300231"/>
      </p:ext>
    </p:extLst>
  </p:cSld>
</p:sld>
</file>

<file path=ppt/slides/slide1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31E4A9-A0DA-4456-A22B-A5EED6D8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9EB162-DB69-47C5-B401-7F108619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Harness Engineering은 작업 환경을 설계하는 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C21E95-66E2-43AD-A3FE-C524DACB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C1557D-6F0D-4989-96D7-366D8C40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0EC513-4B68-49CB-9D65-EABD0B87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0D8F63-9BA9-43EB-ACF3-6BC00691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2D7844-FC9E-47F0-87D9-D1D8A375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좋은 지시보다 좋은 파일·테스트·checkpoint가 Agent 품질을 높인다.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CF9D9C-2B65-4EE3-A43C-BDC64EF5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F4E60C-536F-47A6-9775-5507EDAC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AGENTS·README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160383-DEFD-4E38-A13C-88DEA74D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20DF44-EF63-4318-BEB1-6B4814EC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small scope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6CBA3C-0B8E-4583-8E9A-05868E3E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25C680-8AD0-4186-94BA-E68B7E88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executable tests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B10C66-4897-45F3-8B1A-76BE1E6F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AB4125-357F-4AFB-B5A9-A8ACFDFF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 loop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00D77D-F134-471F-8792-928A2CAC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491B10-41D1-4B88-94E0-F623D8AC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수업을 살리는 기준  |  Harness Engineering의 출발은 좋은 프롬프트보다 깨끗한 작업공간이다.</a:t>
            </a:r>
          </a:p>
        </p:txBody>
      </p:sp>
    </p:spTree>
    <p:extLst>
      <p:ext uri="{BB962C8B-B14F-4D97-AF65-F5344CB8AC3E}">
        <p14:creationId xmlns:p14="http://schemas.microsoft.com/office/powerpoint/2010/main" val="56186216"/>
      </p:ext>
    </p:extLst>
  </p:cSld>
</p:sld>
</file>

<file path=ppt/slides/slide1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52B914-B9BE-416A-8B07-1E1E3FEF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290946-4A94-4C11-A36A-5A7ADA89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환경 설치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945498-33CF-4DE5-A273-6B2290E3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FE4249-7E96-4AC2-AD31-44056340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8B9A56-7E5E-441F-94C6-9ADDADF8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1B8EE5-BD0D-4B97-ADB6-DC704BD4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EBA440-35FC-4A47-A049-DB2A9A9D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1D6A3E-EEB4-456C-BA13-216FB549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30E901-DF5E-4443-B9CA-00DDF5ED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725390-2080-4D1E-B6F4-6226387F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버전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60DB73-E1C0-4C60-A7A7-D750786D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3412C1-4097-402A-8324-E59AE17B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4B6142-F4DB-4CCE-899F-75391090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F1D343-28A0-4CFA-9740-7C2412097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extension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2DBB32-516E-4DF0-BBA8-67AF7670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E3B38A-F5F7-40E8-B982-D8133AF0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3FDE6E-1216-4D8E-84EB-0CAB62C0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5CA4F9-BE07-454A-BA2B-8A6CE882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identity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19A27C-70CD-44E7-856F-A1C32DC03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DE28DB-A81F-4606-9241-582D5010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2C09CE-F45D-4F65-8339-05CD753C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REPO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2DAF2A-9F32-448B-8539-A54DA0D1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clone·open</a:t>
            </a:r>
          </a:p>
        </p:txBody>
      </p:sp>
    </p:spTree>
    <p:extLst>
      <p:ext uri="{BB962C8B-B14F-4D97-AF65-F5344CB8AC3E}">
        <p14:creationId xmlns:p14="http://schemas.microsoft.com/office/powerpoint/2010/main" val="22498212"/>
      </p:ext>
    </p:extLst>
  </p:cSld>
</p:sld>
</file>

<file path=ppt/slides/slide1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3E2E40-FDC8-4F16-8337-3333BBC6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F8B5B3-8156-4F18-BFD6-3E6DDB0E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가상환경 준비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290AF1-7C66-432C-AC4A-2495BBB2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676B9A-BF76-4DD0-A194-8F856A30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E82277-0C80-4B7A-BE32-68DA25AB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0C666E-70A0-45AD-B16E-AE822199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F348EA-2289-4D49-9B9D-89DD19D6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FD2D12-7931-4D2A-B82D-7A20B0B1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58D3B2-F93F-4131-8D93-06A2BD9D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CREATE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41DF87-248C-42AE-8EDE-A11CF611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python -m venv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A949B6-0A04-4EEF-9CE0-6B0E2482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9FACA7-3104-40B6-B6AB-1A85F2A1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227086-28C1-495F-B386-C874A899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ACTIVATE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40C391-880E-4A2B-8015-484872CB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OS별 명령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CFC3BE-E51E-4177-84E6-B4AF9CA3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6AFA09-038D-4FE5-BB0E-EA7C4B62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F8EF2E-6BB1-4AF8-BDA2-DBD8E274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INSTALL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17BD7F-6358-484D-9733-8EFACF19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requirements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C86480-6B77-484E-ADE4-FF4367E0B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9A4C03-1AC8-425E-8713-DBDD44B9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64E2E6-6B37-49DB-93D6-3C3C52DA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VERIFY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9266E5-884D-4AC6-A8FA-F192B365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python -m pip</a:t>
            </a:r>
          </a:p>
        </p:txBody>
      </p:sp>
    </p:spTree>
    <p:extLst>
      <p:ext uri="{BB962C8B-B14F-4D97-AF65-F5344CB8AC3E}">
        <p14:creationId xmlns:p14="http://schemas.microsoft.com/office/powerpoint/2010/main" val="121691914"/>
      </p:ext>
    </p:extLst>
  </p:cSld>
</p:sld>
</file>

<file path=ppt/slides/slide1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E52EE6-8661-4759-A8A1-8ED0246E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2232DF-CC0B-4DE5-8E2C-95D70FC4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interpreter 선택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7CB455-CD88-4DF7-AD93-94157620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5E7B20-36CD-415D-A980-A5B96486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B45657-8060-4923-8A20-EA61E3AC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19A19-0E11-4BCE-A5D9-21E8D145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1DAFDD-AFF3-43FF-84F5-8579CB09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EE9B4B-3AA6-4733-BDC0-2A99FFD2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6F634C-A3AB-4690-AB88-534ED92A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PALETTE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7A51BF-536B-422D-9C5C-9D66453E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Command Palette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13B0C5-9237-4CF8-B4AD-5561908C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2D971E-A2C7-4FB6-8172-0455D0FD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502654-DE1A-4A09-993A-C03CBA2E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SELECT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76135D-FA08-40B4-A486-1500C2C7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Python interpreter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CFA8A3-5753-484C-A44F-995AE574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31869C-C74F-490A-AADD-505B57FF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D31A85-0096-4BD5-8AD8-357CA8FA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KERNEL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43AE87-B23B-4496-A6C3-5F7458CD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notebook kernel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EADBD9-7CAD-44F8-8E1F-3474F815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F4D38E-F1D5-44D7-B219-AFCB819D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EB200E-E8CB-482D-A871-42692019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A28CE1-2540-465D-A909-FD817F62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sys.executable</a:t>
            </a:r>
          </a:p>
        </p:txBody>
      </p:sp>
    </p:spTree>
    <p:extLst>
      <p:ext uri="{BB962C8B-B14F-4D97-AF65-F5344CB8AC3E}">
        <p14:creationId xmlns:p14="http://schemas.microsoft.com/office/powerpoint/2010/main" val="57761546"/>
      </p:ext>
    </p:extLst>
  </p:cSld>
</p:sld>
</file>

<file path=ppt/slides/slide1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DD1DBE-D2DC-4BE3-827B-F5B9C315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D09795-97D0-4994-A837-13F99E87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첫 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53028B-A9D1-42D3-8197-0CFBD91B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3613F8-535F-467B-B75A-206B44C7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DBAA94-4113-47F5-86B6-71A011B0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4CEAD1-45F9-4055-B9C5-7CDA195C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5A1519-C638-4928-A52E-4C0DB1E2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AD59CE-311F-455E-87D9-0AD4C03B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BC5F79-6943-471A-87E2-66B58DBB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38B30D-BEC7-49C2-A418-7BF68195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현재 파일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A4B02B-545C-4169-8B71-954BAA05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5CA043-B78C-4E0C-ABEA-33F28156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0A2934-F412-47A7-9792-732B7701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DIFF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84C6C2-E049-401D-BEF2-1AE1A513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변경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6424C7-C76E-4C2D-9AE1-FA96047A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6C4BC3-80AE-4FCF-9CEA-26F95401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F4DA71-5518-4FE3-84A3-B53E7E79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ADD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56C853-70A3-4EA2-A072-46C19382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관련 파일만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767604-77D9-4F40-9DB4-B93AF572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5AE45A-0184-4B27-9EC4-186B59A4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D82017-2DA8-4E79-ADCF-EDD119A7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COMMIT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0B9175-84BB-4016-9CE0-583FCAA0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의미 있는 메시지</a:t>
            </a:r>
          </a:p>
        </p:txBody>
      </p:sp>
    </p:spTree>
    <p:extLst>
      <p:ext uri="{BB962C8B-B14F-4D97-AF65-F5344CB8AC3E}">
        <p14:creationId xmlns:p14="http://schemas.microsoft.com/office/powerpoint/2010/main" val="1185302404"/>
      </p:ext>
    </p:extLst>
  </p:cSld>
</p:sld>
</file>

<file path=ppt/slides/slide1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AD9CA0-813F-465B-B1DA-E9AEA6D5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78A2C9-20E6-4431-B283-7634362B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Harness 작업 루프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E57BC6-8B4D-43A1-840C-7D730774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8A68A7-8C69-411B-B7DB-A0CE0483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344835-EC2A-4D2F-A463-D8FD5DC4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2B9461-C688-42DC-A8AD-780A6D81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D0B12E-BCA4-4734-92FA-1EA90FBC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C910B6-0B20-47DC-8CB1-A8098242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A15B48-9DE6-47B1-BA8D-E862A1F4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SPEC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0D612F-D338-4456-99DC-43948EE8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할 일·금지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C6FED2-8243-4FF1-B4D7-77F6BD43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2C7539-F86B-49BA-8BBC-DA17E8D5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DC051C-C975-4A9A-82A0-E08FE8FB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9C172D-13F5-499B-9C82-24650361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필요 파일만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A879CD-15D2-495F-85B1-CFAFB57E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3241D6-834B-4360-8B15-81C5A8F0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6E00CF-6B30-4655-9A5F-05470B80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76548F-A6D3-4482-B36A-6062C9B1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변경 생성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2C3045-320A-4CC7-9010-FE9635E8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0A8748-BCEA-4418-A62F-13C0FD8B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9E8082-E31E-4D9B-9A53-BF0709F0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VERIFY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ECEA0A-D235-43E8-9150-8CD744A1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diff·test·notes</a:t>
            </a:r>
          </a:p>
        </p:txBody>
      </p:sp>
    </p:spTree>
    <p:extLst>
      <p:ext uri="{BB962C8B-B14F-4D97-AF65-F5344CB8AC3E}">
        <p14:creationId xmlns:p14="http://schemas.microsoft.com/office/powerpoint/2010/main" val="612328131"/>
      </p:ext>
    </p:extLst>
  </p:cSld>
</p:sld>
</file>

<file path=ppt/slides/slide1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8A4810-2B32-49A7-8726-818235CE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520E69-C76E-4C8E-A79D-E4A41B63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화면은 네 가지만 보면 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45A113-D84A-42A2-84F0-808E2F77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9CF79D-90D0-438F-9D86-0C0A98BA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0231C4-5B11-4389-B847-483116ED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5759FF-1E33-4A9F-84F8-BA3897C7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51F8C1-386E-43D8-911A-B848545E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시작 화면 → 클릭·명령 → 성공 신호 → 막혔을 때 대체 경로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ADB61F-91CE-425F-8FB7-1C4DB7EA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FE4449-06EA-4090-B5FA-E9A8E9C1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CC71F4-49FB-47D7-AA59-491C677C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공식 다운로드 · interpreter 준비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7A2DFC-EF25-4087-83AC-B14C48B0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회사 PC는 권한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F87C1B-0B5C-44F1-9883-DF303964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A49645-36D4-4964-A2A9-C10A0B236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C42084-2F2A-4A1B-9423-5982E2E7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86A53E-889C-48EA-A80B-798D8EA9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Python 튜토리얼 · 세 구성요소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A7E0C1-965F-498E-8D0A-1F1FB714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virtual environment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165FC7-016A-45BA-9B0E-0B4B3431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DB5717-5176-426B-8FDE-734ED6A1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18EFD8-4784-4C8D-9548-4868DB1A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452721-399D-4CC5-872F-DD22AEBC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첫 설정 · identity와 기본 확인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74E46-4DA1-49EF-9EE9-8379FAC3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설정 범위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B308FB-99FC-4CAF-8376-E7C8C8C4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338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AE0C1F-4338-4000-B7C2-B6A54322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3DCE0A-A19F-445A-92F0-DEEDD20B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34F6B4-A859-482C-A276-FE787BCB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GitHub repository quickstart · 교육용 sandbox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B509A7-07C4-44AB-BB67-98882C4D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비공개 회사 코드 금지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03ACCD-00D9-4E0A-B6AA-70A592ED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34636970"/>
      </p:ext>
    </p:extLst>
  </p:cSld>
</p:sld>
</file>

<file path=ppt/slides/slide1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36A507-6FCB-40FB-97C9-FEE76E2F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1/4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B971F6-5C1B-42B9-8B5B-A2892DF1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공식 다운로드 · interpreter 준비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94473F-730D-42F5-9DB9-010FF970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ED3EEB-9A54-41FD-98E2-9FCF7E7A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18C7A2-A286-42DB-A568-2B8EA7AF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4B31E2-DEFB-4319-81D6-E650EAAE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CAB689-DE7E-486D-BA1F-66B71662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83CAFE-35D3-47EB-ACBA-03B7CE25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0E4E57-229B-4425-8196-6518B877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OS와 버전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884F85-D8D1-4EE7-A074-680F2F28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906345-F67A-4F88-9B3E-C5E43B00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설치 후 새 terminal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05245B-EEE9-4C17-9AF1-13DEAA63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598E2D-A540-4DB4-8316-1E2E9C38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python3 --version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78169E-9168-4058-BEAB-41469CD3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D9A37C-D7C5-45A8-97AC-814DB789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회사 PC는 권한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D803DC-49CD-455E-9DBB-8A849AF3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919b14d6294e61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42E49E-1CF2-4016-A28A-800582B8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Python.org Downloads 공식 화면</a:t>
            </a:r>
          </a:p>
        </p:txBody>
      </p:sp>
    </p:spTree>
    <p:extLst>
      <p:ext uri="{BB962C8B-B14F-4D97-AF65-F5344CB8AC3E}">
        <p14:creationId xmlns:p14="http://schemas.microsoft.com/office/powerpoint/2010/main" val="986024529"/>
      </p:ext>
    </p:extLst>
  </p:cSld>
</p:sld>
</file>

<file path=ppt/slides/slide1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78EC53-2E1E-4F1C-8195-BBBF2F98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2/4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F64AE0-BDD1-43F3-A36C-6C24B9F5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Python 튜토리얼 · 세 구성요소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1CB939-A6F3-4660-BF2A-23E16D20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102282-76E5-4E00-B38B-BEEFD9AC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81BE4C-B017-4F97-B50B-E41D1C87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7929B2-7D98-4032-83A8-39E50F46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FB9F86-4574-43F7-A4ED-798AF227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AAD500-4023-41A4-AE3D-6BAD791F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FC44CC-9A30-4420-905F-D87D80B5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59E6CB-BB11-4499-93DF-BAE207E2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E28E58-DE91-47E6-B2EF-54769C55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extension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ACD7E1-260F-419D-9693-DAF36BA8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E84639-509C-4D4B-A14E-BECC855B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interpreter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A2E6C0-6CC4-4320-B3A3-21CA918C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C1B3D3-EE08-41B4-BB07-44E24576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virtual environment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B61FFD-D17F-4B1D-BBE8-9BDE3C5F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390c54847248a7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D8DE3-6203-4121-9C41-D7D5E642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VS Code Python Tutorial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655854814"/>
      </p:ext>
    </p:extLst>
  </p:cSld>
</p:sld>
</file>

<file path=ppt/slides/slide1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E0D815-7422-4EB6-8F46-CA7ED26C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3/4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A0B12F-5C4D-4BB8-843F-A863615C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첫 설정 · identity와 기본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BAA887-571A-4094-A6A5-68C3976C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EBB0F4-302F-41F1-8E6A-15693525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77CCB8-6AD4-4949-B1EF-91946134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0F4D29-A3BB-4941-A38C-87B55013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0C06AC-3838-462E-8420-658DF36E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046A6D-41E2-4A9A-82EF-136DC6F2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C9BB46-E893-456B-B8C5-4A5972FE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--version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A7129B-8D15-4541-819B-87B1B381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0C168A-5141-4D5E-8F2B-F12957D5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user.name·user.email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2F9457-034C-427A-A0FD-E1004732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6531CA-F8F3-4159-8517-C3C4DA51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회사 계정과 교육 계정 구분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43B320-C372-481A-98E5-AF9374BF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D15904-0C7F-492D-A3D5-05D5A18E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설정 범위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DE2FCD-82B2-4863-A794-AC60BBA2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45178fc3e24899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3BE986-84B4-4734-AAEC-A9C71CB2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Pro Git First-Time Git Setup</a:t>
            </a:r>
          </a:p>
        </p:txBody>
      </p:sp>
    </p:spTree>
    <p:extLst>
      <p:ext uri="{BB962C8B-B14F-4D97-AF65-F5344CB8AC3E}">
        <p14:creationId xmlns:p14="http://schemas.microsoft.com/office/powerpoint/2010/main" val="440625796"/>
      </p:ext>
    </p:extLst>
  </p:cSld>
</p:sld>
</file>

<file path=ppt/slides/slide1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6563C1-372A-464D-A553-4A924FE61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4/4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4DCF69-5AB3-417D-A3CB-7EDDC15C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GitHub repository quickstart · 교육용 sandbox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DE7814-301A-402F-84B6-9DC60F52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B48244-DD01-4D1C-8A8C-CDAE1790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4FDABF-7539-4E0B-9681-CD778073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6F8F05-844D-4CED-950E-791CE41E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D662A9-13C1-49C7-B689-A08553B9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DB319D-E8D5-4468-8B9C-2E84E7E5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3FE412-762C-430F-A009-1BC87D88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공개/비공개 선택 주의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C1CC14-56F1-4FF3-9D21-A9D5C314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106207-06C4-44C7-8EA7-3C5DB329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README·.gitignore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814CF9-BAAB-40A1-9C16-655E00C7E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ABD01E-1537-4DDC-BCD7-0C99EDC4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교육용 repo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1CD70D-0FBC-481F-B118-64F874E8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640420-73C5-4C7C-BAAF-F65584C2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비공개 회사 코드 금지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F1CD15-EC14-47C5-99E9-51534F93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9dea42caf24c6f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585069-D654-437E-B69E-9F24925C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GitHub repository quickstart 공식 화면</a:t>
            </a:r>
          </a:p>
        </p:txBody>
      </p:sp>
    </p:spTree>
    <p:extLst>
      <p:ext uri="{BB962C8B-B14F-4D97-AF65-F5344CB8AC3E}">
        <p14:creationId xmlns:p14="http://schemas.microsoft.com/office/powerpoint/2010/main" val="541706673"/>
      </p:ext>
    </p:extLst>
  </p:cSld>
</p:sld>
</file>

<file path=ppt/slides/slide1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ACF2CA-6D88-4043-B520-A53C9BBA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F04082-9438-437B-BD02-50552DDA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환경 확인 네 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66240A-FFB3-41DE-8EB1-9561F58E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AD374C-81EF-4A22-8052-EDBDDE8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BDD830-85F1-45CC-8409-54C61EE6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E73C40-2777-4C84-B6A2-71EAD5FC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27EE3A-23E3-407E-A410-23214915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E901C9-5267-4575-A308-0503A62F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778488-DD77-469B-BA89-3CB1AED0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명령과 기대 결과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C6B248-2370-454D-BFFB-D07EE18A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CBD8F7-CF5D-402C-BD4B-7D206724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PATH 문제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B870D8-4A79-4963-9C17-2F347DF7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C9114A-C94F-4820-B702-CF044A31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새 terminal 재시작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24E21C-0AFB-4B62-ACF9-03B253D1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4C2A6F-A629-4AE2-8E17-27D67612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캡처에 개인정보 최소화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B69472-6C2E-4E68-B4DD-AC75C1B6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90E893-AB83-491E-9FCF-51A6A270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4BAF95-B4FD-47D2-8996-F008F9C8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python3 --version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--version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code --version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python3 -m pip --version</a:t>
            </a:r>
          </a:p>
        </p:txBody>
      </p:sp>
    </p:spTree>
    <p:extLst>
      <p:ext uri="{BB962C8B-B14F-4D97-AF65-F5344CB8AC3E}">
        <p14:creationId xmlns:p14="http://schemas.microsoft.com/office/powerpoint/2010/main" val="1755003556"/>
      </p:ext>
    </p:extLst>
  </p:cSld>
</p:sld>
</file>

<file path=ppt/slides/slide1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C49F5F-1ECF-4140-9314-DEE80FBB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6163D9-EABD-4ABB-89A6-7B5D9C93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가상환경 명령 · macOS/Linux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E4997B-5ADA-41C8-A970-5C2A1C57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250CB7-FD45-4B3C-94DF-8764DD4D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3FFB3C-A9BF-4F2B-B199-AA1007D6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5BDD0C-E4CE-42D3-B5F2-AD2EFAE5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6223A8-EA26-47A0-8BBB-E00BF846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A8D115-1BF5-47B9-AE9F-86FA1596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5C92E1-BD8C-4155-8B57-411398D7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.venv 생성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1B5139-87AE-48ED-8DFF-1C9D2380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AFFD15-04F7-4F1E-BCF5-B23A033B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활성화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84C180-6EEF-4CB2-8292-E2CDFF9D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0F463E-B634-462E-A6D4-B64FE433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dependency 설치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ADA705-D2EB-465F-ABB1-FCB155CF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14C86A-1C5D-4E22-8D62-E9C86890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interpreter 경로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B694F3-551E-40DC-9A2B-9E1F2114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8D6CC1-50F7-4B90-BA78-76C385D9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4E8DA5-FB20-4307-9162-C86F1AC7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python3 -m venv .venv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.venv/bin/activate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-m pip install -r requirements-day1.txt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-c "import sys; print(sys.executable)"</a:t>
            </a:r>
          </a:p>
        </p:txBody>
      </p:sp>
    </p:spTree>
    <p:extLst>
      <p:ext uri="{BB962C8B-B14F-4D97-AF65-F5344CB8AC3E}">
        <p14:creationId xmlns:p14="http://schemas.microsoft.com/office/powerpoint/2010/main" val="906888445"/>
      </p:ext>
    </p:extLst>
  </p:cSld>
</p:sld>
</file>

<file path=ppt/slides/slide1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760E05-FEBC-4776-B1F4-1C8C1176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565C5D-1D83-43C9-857B-A0804ED8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가상환경 명령 · Windows PowerShell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31E5FF-F83D-49D7-9FDD-943609C2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101B12-B359-4409-90BB-7611FC25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5134AB-8F40-41E8-8F78-BA97DC71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BF1F21-B5FA-4EB3-A682-78DECC9B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2B4C75-3636-4545-B1A2-6EDB46C9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C12983-10BC-4D4D-BBF2-15F75D04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7A6B4D-2266-4D1C-80FF-F91CCEF8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ExecutionPolicy 오류 분리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2C454C-25B3-4E82-A727-B85754D0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C397E4-8693-4076-A22B-B997D141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 launcher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D61022-05E5-4E7D-9F7B-A8D212A3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D91FB0-F3F9-4B55-918F-4BC4484B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requirements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FC3D4F-5A36-4627-B38E-63E74C40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6E9160-4777-4CB7-B56D-8BCA7FB8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경로 화면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6C7C23-17C5-44F3-B1C8-A16E4654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5AE052-1503-4550-B93B-AE503DA5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B0A7E7-D305-4153-ADCA-D562A821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 -3 -m venv .venv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.\.venv\Scripts\Activate.ps1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-m pip install -r requirements-day1.txt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-c "import sys; print(sys.executable)"</a:t>
            </a:r>
          </a:p>
        </p:txBody>
      </p:sp>
    </p:spTree>
    <p:extLst>
      <p:ext uri="{BB962C8B-B14F-4D97-AF65-F5344CB8AC3E}">
        <p14:creationId xmlns:p14="http://schemas.microsoft.com/office/powerpoint/2010/main" val="1868169570"/>
      </p:ext>
    </p:extLst>
  </p:cSld>
</p:sld>
</file>

<file path=ppt/slides/slide1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C5B163-5ED1-4DA7-94E0-A6980E87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EA07B6-2D49-4958-BA73-9C558154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Git의 안전한 첫 commit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68057A-F4CF-4073-940B-1F797DF3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AB40B7-4E6E-4726-94D8-04F772CB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F0AE48-2747-4E3E-81D4-55AA74E9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0DE6A1-7920-4EDB-8244-F67C80E4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E8641E-60EC-4DC8-859C-27DA1AA7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8016AB-A79F-492A-A75E-5A92AE9B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C6FF8-6B21-4CEB-B57E-D40B6FF9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unrelated 파일 제외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A503F3-8AF1-45BB-882B-5AC234B3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6C7421-1C2B-4D99-A664-7AEF8A97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stage 전후 diff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1037A4-363E-4ED9-811C-23E61A89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41B824-AB11-4CDC-848B-3D0A254B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범위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5CB8D4-4B20-4EF2-B7FA-EABE35B8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2CDE53-0D4E-4FE2-A9AA-A2F04197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명령형 메시지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CEE7C4-82ED-45D7-8C53-7644D6DB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640AC3-567B-482E-9951-C9960667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C31250-8E33-4F4B-9AD5-4E928D85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status --short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diff -- src tests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add src tests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diff --cached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commit -m "feat: add safe tool loop"</a:t>
            </a:r>
          </a:p>
        </p:txBody>
      </p:sp>
    </p:spTree>
    <p:extLst>
      <p:ext uri="{BB962C8B-B14F-4D97-AF65-F5344CB8AC3E}">
        <p14:creationId xmlns:p14="http://schemas.microsoft.com/office/powerpoint/2010/main" val="1467605275"/>
      </p:ext>
    </p:extLst>
  </p:cSld>
</p:sld>
</file>

<file path=ppt/slides/slide1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8D8886-6A31-460C-AA7A-71AF0BF5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442EFB-288C-449A-AC4D-7148FBA1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.env.example과 .gitignore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7FFB6B-85CF-4141-BB44-FBAD2976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223EF2-D080-4CED-95D7-C9D50891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3936C1-070F-4458-B3BC-89DC5BB1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918C64-EB50-4E9C-ADBD-898754BF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59CF62-9A5A-4565-8007-884B6095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E35755-E6F7-4EE2-ABBF-4E5D5FC8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F3514C-9D99-423D-B994-F71ADB69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이름만 공유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28908B-DEBF-423F-8F50-B76CAA2A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26F023-AE8C-40AB-83B4-80B6431A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실제 secret 금지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B72B1D-D572-4839-A55C-CA002FB3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DDFDC0-C180-4233-A1AD-6DDB94A7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가상환경 제외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C60CE3-C2E3-481F-9567-DA395FCE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4B6603-F010-4D9D-981F-33E42EA5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생성물 제외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46242D-8955-4E5D-9A5D-55D54E2B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4F085A-B664-42D9-87E1-7F7BB3CD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59F85D-890B-4090-9110-2D690641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.env.example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OLLAMA_BASE_URL=http://localhost:11434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OLLAMA_MODEL=qwen3:4b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.gitignore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.env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.venv/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__pycache__/</a:t>
            </a:r>
          </a:p>
        </p:txBody>
      </p:sp>
    </p:spTree>
    <p:extLst>
      <p:ext uri="{BB962C8B-B14F-4D97-AF65-F5344CB8AC3E}">
        <p14:creationId xmlns:p14="http://schemas.microsoft.com/office/powerpoint/2010/main" val="1332922094"/>
      </p:ext>
    </p:extLst>
  </p:cSld>
</p:sld>
</file>

<file path=ppt/slides/slide1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35C5CF-AB39-4719-B03F-015EB963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8B6CB9-F9DE-4052-80BE-B2DE4B35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버전 확인 캡처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CFA028-D13D-454A-AA0D-26A470DB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2A0DF2-94B2-4DBC-9538-CC4012F5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11ACE8-9D1A-4553-AE85-0A34CC3E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916741-9483-4FF0-8D90-E4811A29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676C4E-AF55-438A-A94E-000669F0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EA6F59-74EB-4AF4-B983-E98E01A1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F9296D-C252-4CB7-9484-03288A33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F0FC81-D6C0-42D1-BCE6-11864C55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DA8880-2BBD-40EC-881C-5F982F8A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2F9BAB-0F7F-4BCD-ABA6-EBB9D132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새 terminal을 연다.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8DE99A-567D-4783-8F8D-204A5B39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7CF682-2E6E-4513-856B-86F876D4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D9BA34-5072-4125-BAF3-E267BC43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Python·Git 버전을 확인한다.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6B99B5-3A68-47F2-B9C7-7D84CA0B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86D553-7202-497B-8B3B-E69FB726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917119-D3D1-4351-8F1D-62DFC9B6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Code가 같은 폴더를 열었는지 확인한다.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6E9591-2304-499A-BB75-4BF5C0EF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FD819C-8718-438A-978F-87A5FD68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55EE6A-2AD5-4AC9-925D-812A0117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항목을 표에 표시한다.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CC208D-5BD8-4FE3-BA1D-A71E8941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DEE59E-CCE1-4697-AABC-40C489DC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C1D4BA-7A36-4AC7-AF01-14D29E22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버전 3개 + 상태표</a:t>
            </a:r>
          </a:p>
        </p:txBody>
      </p:sp>
    </p:spTree>
    <p:extLst>
      <p:ext uri="{BB962C8B-B14F-4D97-AF65-F5344CB8AC3E}">
        <p14:creationId xmlns:p14="http://schemas.microsoft.com/office/powerpoint/2010/main" val="1138731309"/>
      </p:ext>
    </p:extLst>
  </p:cSld>
</p:sld>
</file>

<file path=ppt/slides/slide1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EFFB1A-E2C2-44E9-A754-E5CA1348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CA8925-3AA4-4E4C-9C0A-FBAD4283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가상환경과 interpreter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7480B4-8553-4FDC-8C27-765743F4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B50125-E3C7-4892-8E40-DE2EE02D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7E5E1D-4E9D-42C2-8BD2-0DF47529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02DC52-4737-43E4-A87A-F4FC782E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6ACEF2-819D-453D-B899-F9BE4F8D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654A1A-FD8F-438D-BEBE-579FD313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4083E7-1227-4C07-9AEA-B1E58D71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58EDDE-DB32-4243-AB7A-FB68AF8A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512199-95C1-4B69-91F5-DD04370C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B72DC2-10D2-493C-8E16-5DD27543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.venv를 만든다.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C1BD9D-1D56-423E-8EFB-70C4D193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F8C347-1F4A-40E7-A8FC-DE913E59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2BAC78-26D6-4046-A627-34FADAA9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가상환경을 활성화한다.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880AE7-F9E5-42CC-81C6-B8702815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D33FA3-46A8-4123-A790-8660B4A3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AD7804-59A6-4824-B1B9-D03FCB6A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interpreter를 선택한다.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A7C2BF-E9C6-4FC2-B70D-1DDAEC51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2A666C-8C24-4E92-9A40-4FDB00C8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62049A-1199-4A47-A3E2-43AB454F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sys.executable을 출력한다.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B7A9F5-C70B-4B78-B571-367B8095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F1D3B4-1AEB-4592-97F1-FE6FBF6E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A6608D-9741-4A5B-B4D6-BAA090A2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가상환경 경로 출력</a:t>
            </a:r>
          </a:p>
        </p:txBody>
      </p:sp>
    </p:spTree>
    <p:extLst>
      <p:ext uri="{BB962C8B-B14F-4D97-AF65-F5344CB8AC3E}">
        <p14:creationId xmlns:p14="http://schemas.microsoft.com/office/powerpoint/2010/main" val="784767608"/>
      </p:ext>
    </p:extLst>
  </p:cSld>
</p:sld>
</file>

<file path=ppt/slides/slide1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7AF943-C2FC-42F6-ACCB-8B00434C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A0428E-AA9A-49CC-AB68-D3C0056A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notebook 열기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F40908-5541-4078-A8F6-46E4C919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1205C8-9D94-4D14-9B88-42435A46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B46AE2-9D17-41FD-9AA9-867F628C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291193-30EF-436B-9FB5-07EB734B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BDA3B4-5870-4139-A386-464333B3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B57224-3D7E-415C-B68F-19906CC2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0FF7FB-8C4B-40AA-B797-1900D600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547B0B-B957-45B9-A58E-99CDFBBB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3E9D66-8FAE-4547-9462-B8432AF3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453191-AFE4-40A5-A41A-493A004D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materials/day1 notebook을 연다.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B1BAE9-2D68-4F53-9257-4FA2EBDB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FB4777-8786-4ABE-86CF-179AB751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25AA97-1341-45E1-9056-BF8A7E66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선택한 kernel을 확인한다.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50F282-3C88-403D-B06D-F891B872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04AE85-3EFE-4A51-BBBD-F990380A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60FFEE-0F19-452F-8AD2-3C68A5F1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첫 Markdown·Code 셀을 실행한다.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1300EB-9A5A-4713-A7C1-C6DBFD3B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089E91-F973-43F0-89D0-3F174E0C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EDFBE6-D3C2-475C-9264-5BD4B8D4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output이 남는 위치를 확인한다.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808B0F-EB97-47BF-82DF-03E69ED4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20B990-2122-4A0E-92FF-48461CE1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CA7E95-0A90-4369-952B-371970FB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첫 셀 성공 화면</a:t>
            </a:r>
          </a:p>
        </p:txBody>
      </p:sp>
    </p:spTree>
    <p:extLst>
      <p:ext uri="{BB962C8B-B14F-4D97-AF65-F5344CB8AC3E}">
        <p14:creationId xmlns:p14="http://schemas.microsoft.com/office/powerpoint/2010/main" val="1940501308"/>
      </p:ext>
    </p:extLst>
  </p:cSld>
</p:sld>
</file>

<file path=ppt/slides/slide1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9B77DC-8C17-43FE-8866-5A55D648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A8B7B3-EDAD-411A-B36B-421641E8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Git 상태 읽기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67B1D5-0AA5-4C7A-BDC2-D6347F3C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18D978-AD31-4708-9110-D9FB41E8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E1AC88-E7A5-487F-9479-5E8CD43B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5CD0E1-B4A3-4DBA-85BE-7EEFE5D0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DEBA9F-5DBA-4D5C-A5B3-732607EB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73B51E-3F45-4876-BB6D-4CDBB3BE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765553-C700-4C28-B603-A1DCE8F1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144312-A403-4EF3-9BF7-372CB41E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BEF713-6431-4FB0-A69D-AA02D845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6429B9-8D7B-47AB-9BE2-DA7DDA3C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status --short를 실행한다.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0FEE90-F80C-4C63-B2EF-4BD76F8E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BE8EE6-FAFE-4D01-942E-68410171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B9D477-99C9-45D9-89D5-30A1BEBE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수정·추적되지 않은 파일을 구분한다.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D2C4A9-5BEB-4CDB-9686-E059525D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BDFA85-2AF0-4872-B053-848AB041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7A0512-F958-4E50-BB4E-D70C353D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diff를 읽는다.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0AF5A4-3256-4ED0-B352-B32E7FCD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E46989-AFAC-463A-BF8B-6B6453D0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4A0CE6-CD1F-4D7B-8DCE-5A435514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지금 stage하지 않을 파일을 말한다.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ACE8EE-2DBA-4889-98A5-672EF927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C80E10-7758-44B1-B154-BD4DC5FF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99502E-ED1F-4912-A89A-41D83C86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status·diff 설명</a:t>
            </a:r>
          </a:p>
        </p:txBody>
      </p:sp>
    </p:spTree>
    <p:extLst>
      <p:ext uri="{BB962C8B-B14F-4D97-AF65-F5344CB8AC3E}">
        <p14:creationId xmlns:p14="http://schemas.microsoft.com/office/powerpoint/2010/main" val="144956843"/>
      </p:ext>
    </p:extLst>
  </p:cSld>
</p:sld>
</file>

<file path=ppt/slides/slide1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0C59E0-2B42-4080-AE6F-6D5D1ED9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1FED19-3C0C-4E08-B087-603851D8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설치를 끝없이 붙잡는다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E0B3D1-8D20-4297-B062-49950FE8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58551C-B2ED-4789-90B2-A1D24771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99F93E-6ED0-4C94-81C5-1EC67ED4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6F4D48-421D-43A5-9F8C-95177443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EF4D56-9551-41A6-81BA-60BD177B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2DF82D-7615-48E3-B87E-97EFD11D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5ED123-93EF-4A61-A9E0-DABBBCE4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75B74F-A317-4E3F-BB52-58902796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FD0FA3-AE22-4CED-91C1-2186D0A0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명의 PATH에 30분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F4F9BA-4CA4-4AAE-945F-76C1839A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ADA29C-4E4F-4870-81A6-11EB6E0D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전체 대기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792634-01DF-4603-83B6-3DF01396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971EBE-C573-4540-8B9E-5CB7CC35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학습 목표 상실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420E0E-DDFE-4C96-AA56-B7065C21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D4F2D5-AC8D-4933-A9F0-F1E8CE88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다운로드 경쟁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4D82E5-7A2C-49B8-8D1B-26AA621C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B714C0-D8CE-40CF-8B53-C1CCD7FA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10분 timebox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AB62FC-7F78-4FA8-AAD6-9C80BFA1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E88EB0-17B0-42DE-9E7E-139AD381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checkpoint zip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E1A718-0E09-48E1-9E30-9384700C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7A1875-5FB8-4B41-866A-29B8A496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 lane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D01738-8E65-4038-8A33-542651D4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52A144-C43A-42EF-8B9D-3C1BD4DA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점심 후 재합류</a:t>
            </a:r>
          </a:p>
        </p:txBody>
      </p:sp>
    </p:spTree>
    <p:extLst>
      <p:ext uri="{BB962C8B-B14F-4D97-AF65-F5344CB8AC3E}">
        <p14:creationId xmlns:p14="http://schemas.microsoft.com/office/powerpoint/2010/main" val="1130438768"/>
      </p:ext>
    </p:extLst>
  </p:cSld>
</p:sld>
</file>

<file path=ppt/slides/slide1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20FC17-17B2-474A-9DA7-EF29BB57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892494-6CB3-44B8-ADC2-D5BE5210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전역 Python에 모두 설치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2CF30E-EBA5-4490-978D-0C9BA4F3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780CBA-69E0-4E52-B41C-2C6E33C8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8BCD1F-A18F-4113-9696-86912130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8DB113-B1E0-432E-9A63-D2E4B2E7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52BBED-B25D-4724-B4F4-63006B50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F1DDB8-D39C-4E5D-B1B0-4F8AA6DB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E10C5B-A865-4707-9E7B-8EDABD4A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307447-5EA9-456D-A1DA-C7B2A7D9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6CEDAB-59AE-4E10-AD26-6BB2A048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버전 충돌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A8489A-D52D-43B9-B50B-E9CDEBA8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D49F46-853B-4109-94DB-9568F789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권한 오류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E4FCB0-C40A-4EFE-A00A-D712EC8C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1976F2-B2BA-4726-947F-8FC4A8AA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재현 불가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FF3BCA-77F1-492C-89C0-4912710E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4C77D9-E282-43A0-A4F2-6EC4B42F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다른 프로젝트 영향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280972-0BDF-410B-8B0D-00931221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BFDCAF-84D4-40EB-B761-A5E42942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.venv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597D3C-CD1B-4D54-98AD-31F591FD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DCDBCD-93A4-48CA-82F4-C383638E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-m pip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0A1E43-6419-48CB-9563-C093B5F7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7ABE50-E546-4566-BE5D-A0D02E8A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requirements 고정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42CEA8-9FDD-48E1-B71C-C72F9288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78A9A3-D20B-40D9-9FEB-CEF953A6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interpreter 확인</a:t>
            </a:r>
          </a:p>
        </p:txBody>
      </p:sp>
    </p:spTree>
    <p:extLst>
      <p:ext uri="{BB962C8B-B14F-4D97-AF65-F5344CB8AC3E}">
        <p14:creationId xmlns:p14="http://schemas.microsoft.com/office/powerpoint/2010/main" val="347643838"/>
      </p:ext>
    </p:extLst>
  </p:cSld>
</p:sld>
</file>

<file path=ppt/slides/slide1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476EF2-B578-476C-896F-C2DBFB19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890158-5981-43C8-A9E6-9569AD5D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Agent에게 저장소 전체 수정 허용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310515-0C62-4152-A39D-21D4CFA7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9F14F1-BD80-4713-97BF-13241CC6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A1643A-84DA-4F4F-9AF4-9920CEE6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96FDFB-522F-49E1-BA1A-C04E71B1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705584-A835-474B-BA05-3C52B28F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D22B55-2F03-4A59-995C-E9C7243B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3746BA-AB07-40F7-BE08-03016B19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DE19F5-3CE6-4178-ACE3-AD5CEA35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8ED552-E7C8-4F5A-9FDF-FFE87234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범위 모호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19E0AD-CD92-45EE-8E4A-CA144022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BD05F9-1A54-4A36-902E-3953C48B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불필요 파일 변경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658EBC-20E3-4B42-8562-6624853B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E044B9-C869-4FF6-BDF2-D8E5605C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test 삭제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07EA55-C90B-41AB-8DBC-DE64E5FF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4BE61A-9496-42DC-BA4A-231A545F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secret 접근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168F19-1462-4E61-8CCC-AA1CC497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54F17F-3010-4DF7-A264-7776D867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허용 파일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75DBE1-D923-4530-9BD2-DB69D483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FCC5DA-53C4-44A8-9E13-2E014858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금지 조건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A98412-4B0A-400D-9B93-F8DD4D64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04A6A0-F9E8-4296-B116-5CC774EF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diff 우선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7D0484-B560-424E-A2BE-88677476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9E99C5-1C3A-4FA3-82FA-12807394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test 결과 요구</a:t>
            </a:r>
          </a:p>
        </p:txBody>
      </p:sp>
    </p:spTree>
    <p:extLst>
      <p:ext uri="{BB962C8B-B14F-4D97-AF65-F5344CB8AC3E}">
        <p14:creationId xmlns:p14="http://schemas.microsoft.com/office/powerpoint/2010/main" val="1032731348"/>
      </p:ext>
    </p:extLst>
  </p:cSld>
</p:sld>
</file>

<file path=ppt/slides/slide1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8460A2-3EDF-47EB-ACED-19D0A10C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CAREER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263399-DA72-4EFA-A1A6-0DD5351A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회사 PC 제약 lane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88CBD0-FE89-42DB-8302-FD31EAA3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FB7F28-637E-423F-A274-2842072B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985AA3-D615-4F3D-B36A-68C367B9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8E71C1-C1CA-4A7C-AC39-F92F3150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768806-B879-4CF5-A363-31EB0016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제약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CBFBEB-AA4A-4179-B697-FB4EA731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대체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ADAC33-7B1D-45E3-B4BF-D360A61E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EDC027-0BE6-406E-B570-DA248F1A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193E75-B0F7-41E9-94DE-D12A5B59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관리자 권한 없음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A7B239-536A-4A94-AEA9-01217D7E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9BB395-E4A4-4F56-B8C0-0DCAEE7F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외부 다운로드 차단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6ED605-80C3-44D5-BCB1-7A300DA3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42A423-F092-46A9-A2EE-5C88A2EC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GitHub 접속 제한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D184FE-6730-4BD8-B0F9-041114AA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12DCA0-91B1-4CC3-A6BF-A95E073A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GPU 없음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43800F-187D-4EAD-9E90-55FC268D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99258B-CC3A-4342-8547-74AC8E95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portable/승인 절차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C631D0-6FC5-4478-AB40-1DA294ED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B3B0BA-5C8C-4BEC-9C0D-F677D251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사전 제공 fixture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936EEF-284D-4579-825D-1C3E8D02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F0EC67-36A6-472F-A8E9-0F969C11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로컬 Git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A185E9-DD93-4B07-AD9A-D7293CDA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398562-C287-49F4-B44D-D8A3862D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CPU 모델·텍스트</a:t>
            </a:r>
          </a:p>
        </p:txBody>
      </p:sp>
    </p:spTree>
    <p:extLst>
      <p:ext uri="{BB962C8B-B14F-4D97-AF65-F5344CB8AC3E}">
        <p14:creationId xmlns:p14="http://schemas.microsoft.com/office/powerpoint/2010/main" val="82518107"/>
      </p:ext>
    </p:extLst>
  </p:cSld>
</p:sld>
</file>

<file path=ppt/slides/slide1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C0DDFA-2DE3-44D3-BECD-357E51F8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B2A4E-50E3-43D2-82F2-97610952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BLOCK B · 첫 체크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4CD7F9-940C-4B60-B2AB-0D18A7DE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5FB956-1634-4E78-9759-9DB2D18E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0A216D-13F0-47F9-AC43-3CC7D983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1/2 · FREE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950C84-C10D-48D9-AD82-028BE881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66EF43-E20B-4781-812C-96DC5F5B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정답 말고, 지금 이해한 언어로 60초만 설명해보세요.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7C11DA-F0EA-43DA-BA76-3D5123EB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4E8774-DCE6-42E4-A9EE-32E0853E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C0F4C9-148B-4E1A-968C-2F72FDAE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Python·VS Code·Git이 각각 어떤 역할인지 설명할 수 있는가?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D3333D-150B-4EFC-BEA1-B6B33C5B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BBBD66-4A25-4F43-865F-E032A77A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F80CA8-9E52-4DCD-99E8-C81A5936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학생 필수 무료 경로와 강사 Agent 데모 경로를 구분했는가?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FE5EF1-B538-4633-B4C1-049594D1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F5B713-8FB5-4859-A011-50C939FC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2DAFB9-D171-4A4E-9407-E83F2D36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설치 실패 시 10분 뒤 선택할 fallback을 정했는가?</a:t>
            </a:r>
          </a:p>
        </p:txBody>
      </p:sp>
    </p:spTree>
    <p:extLst>
      <p:ext uri="{BB962C8B-B14F-4D97-AF65-F5344CB8AC3E}">
        <p14:creationId xmlns:p14="http://schemas.microsoft.com/office/powerpoint/2010/main" val="476328521"/>
      </p:ext>
    </p:extLst>
  </p:cSld>
</p:sld>
</file>

<file path=ppt/slides/slide153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71ABE7-49A8-422F-AAF4-A8F29957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E693C8-A751-4B89-9F1C-94BF8EDB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12:00-14:00 · PART 2/2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9FC3CC-8F96-4E15-A3D8-97130181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Agent는 똑똑함보다 멈출 줄 알아야 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8C5136-58A8-423B-9F64-AC899248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62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점심 전 한 시간에 결정론적 planner·validator·executor·test·Git checkpoint를 완성한다.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DE4344-1473-4E16-9C86-179E0111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차성재의 현업 메모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F79CBA-1BDA-4E8F-8F6C-D85833EF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815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planner의 화려함보다 timeout·validation·retry·stop이 제품의 신뢰도를 결정한다.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CA0E40-D56C-46E9-B28C-D794454A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8E09FD-DA2B-49BC-995A-6F60016F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산출물 · 실행 가능한 src · 9 tests · 첫 commit</a:t>
            </a:r>
          </a:p>
        </p:txBody>
      </p:sp>
    </p:spTree>
    <p:extLst>
      <p:ext uri="{BB962C8B-B14F-4D97-AF65-F5344CB8AC3E}">
        <p14:creationId xmlns:p14="http://schemas.microsoft.com/office/powerpoint/2010/main" val="1492076928"/>
      </p:ext>
    </p:extLst>
  </p:cSld>
</p:sld>
</file>

<file path=ppt/slides/slide1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412249-4A19-4FB6-A65B-27CF94A9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BLOCK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CC31A8-7A94-4F05-9C3A-A8AB5944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 블록이 끝나면, 설명보다 증거가 남습니다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D8CCD7-4D04-49C4-B2F9-6E36F5E5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96D018-3AFB-4EBC-98E4-E9C806F6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F2E366-5D7F-4073-A1B1-0DEFB32D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527F54-2E66-4A46-8916-07C5BB5B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D0ECCF-3BB8-4B11-A67D-32CCD6B1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 실행 루프는 언제 재시도하고, 언제 사람에게 넘기고, 언제 완전히 멈추는가?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25C70E-2C7F-4FBC-9BE4-0D195D4B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36E6F7-C675-40B2-BB67-F9512AA3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C5A9B3-02D8-46F3-8026-15803882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용어보다 먼저, 이 단계가 필요한 이유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473F0C-5B6E-4ABF-8851-38C1171A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D3A338-A24F-4465-9A55-C42B76C2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5A86D6-63AE-4A39-9EA4-A669742B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문서와 실제 실행 화면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3E7EC5-7E4E-462A-9A9B-0FA33F83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7D6A8F-6A53-44DE-B86B-895003EA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A5CC91-9264-495E-B996-0CE4E8A1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강사와 같은 순서로 최소 단위 실행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04AEE6-1E8A-42EF-89E1-DE060558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E10AA3-8DC9-47E9-8F9B-DDD75CEB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복구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E5729B-E0F1-481C-AEBF-72AA5E00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막힌 지점에서 오류를 분류하고 우회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CA598B-CD34-48A2-88AF-8939EA2D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BE19A4-62CC-4E98-A43A-CFCA7121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완료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D7FB3D-91ED-4929-A40E-374820EC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파일·test·commit 가운데 하나를 남김</a:t>
            </a:r>
          </a:p>
        </p:txBody>
      </p:sp>
    </p:spTree>
    <p:extLst>
      <p:ext uri="{BB962C8B-B14F-4D97-AF65-F5344CB8AC3E}">
        <p14:creationId xmlns:p14="http://schemas.microsoft.com/office/powerpoint/2010/main" val="1765184858"/>
      </p:ext>
    </p:extLst>
  </p:cSld>
</p:sld>
</file>

<file path=ppt/slides/slide1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908FD0-9F62-496E-8929-2FF770FB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처음 듣는 용어 1/4 · Next-action Selector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36D46C-CB18-4416-9698-D2523719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F2B9BD-689B-4813-BD7D-0F2C552B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B2291E-299D-4C84-8B16-55165BF5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2486BC-0A65-4B48-8BF2-E3D93B2D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967A68-F761-4CB7-944B-694560C2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929A22-752B-4D63-9A4D-656B5918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88C0B0-32CB-4E3B-8414-FF0D09DC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EFD54D-5BA6-496D-8C54-B50104D0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현재 요청을 보고 다음에 사용할 도구와 인자를 정하는 부분이다.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0685C6-4584-4773-BC0A-791625FA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D791DD-BDB3-41DC-9BF3-E6CA5D82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55F1A4-D4B5-4FF6-89AB-3D4D24F9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50F5FD-F349-4C19-AFB9-73511F7D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모델이 없어도 규칙 기반 Planner로 실행 구조를 먼저 검증할 수 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0C64E4-F7C8-48CA-9F15-A3CAC5DB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81A43D-F267-4AB6-AB40-99BA17EF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33D857-2554-4F41-97EA-970B0847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5C913B-73D9-48DE-BD15-0A67115A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‘txt를 읽어줘’에서 read_public_text와 path를 추출한다.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019F2A-0DA2-4B34-8DC2-95F71EEA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02889679"/>
      </p:ext>
    </p:extLst>
  </p:cSld>
</p:sld>
</file>

<file path=ppt/slides/slide1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79B79A-2981-4C38-813C-0DABA137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처음 듣는 용어 2/4 · Validated Runner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E1E4B6-42F4-4A5D-92D7-434E1277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E500DA-2F6A-4822-AFFB-0A833FA6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97BA17-33D5-44B7-956A-C70C8447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6DB47B-3193-4076-B286-DA18DDC1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244272-678C-4A4C-9934-E6ECACD8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870BDF-CE66-4251-80FC-C98858B1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02091D-2A48-4B9D-9059-4DBBE14B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F3E0AB-3DA6-4B61-B1E2-DC4F1E4E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Planner의 요청을 다시 검사한 뒤 실제 도구 함수를 실행하는 부분이다.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E83553-2780-493A-B659-667720C3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D2CF14-0B8C-4B7C-A6D2-072F1A41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5DBE75-73E8-429B-91BF-82EE90B4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D153AB-F3B3-4E5F-9571-CD190B75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모델의 제안과 실제 권한을 분리해 안전 경계를 만듭니다.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7698A6-E64A-486F-A4B9-A0C13DA4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1095BC-9FD5-4290-82EC-22C077E0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1BF86B-6D4E-4626-95A4-6D888B1C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055423-57AF-4516-A708-496DE0FD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Registry에 있는 허용 도구만 호출한다.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41DB15-F4E2-4B5F-A26D-029D6A15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39974160"/>
      </p:ext>
    </p:extLst>
  </p:cSld>
</p:sld>
</file>

<file path=ppt/slides/slide1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4EFC2B-5D89-4F9C-95F2-83B248AE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처음 듣는 용어 3/4 · Maximum Wait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996980-4D3C-4F28-BC16-6C63263D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7A61A2-0A7A-4FBD-A42D-4BBE2C90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B32C4B-F1D8-4C21-8C96-D8DF58F6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E17DB1-B2F7-49F9-81EB-192F2835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4499D5-3E4F-4EB1-8BB4-15A131C5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14FD3F-4EA3-4221-9932-12479100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B1FD1C-1DBD-4DC8-A5A6-F361082C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991967-D810-41D7-8802-E8313780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도구가 응답하지 않을 때 기다릴 최대 시간이다.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86E49B-1CF9-4399-A4A0-CAE0F772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F34A32-695F-4172-A1EE-9B05F4F8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395B2F-41AA-4B74-B6F1-270A9F08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B760C7-3279-4024-AC31-D75AB8F1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무한 대기 때문에 수업과 서비스 전체가 멈추는 것을 방지한다.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1084CA-587D-42E3-9EA1-97701E46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04CD6F-086C-4081-9AF6-924E7279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FE1F8E-A962-4A9B-A0E6-98AD7764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01AC63-721C-49DF-909C-DDC10525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10초를 넘으면 timeout_error로 기록하고 fallback을 선택한다.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099C1A-2C02-43F6-BDB0-C2695A22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24451652"/>
      </p:ext>
    </p:extLst>
  </p:cSld>
</p:sld>
</file>

<file path=ppt/slides/slide1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BD830B-E6C3-4FEF-B97D-A077E394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처음 듣는 용어 4/4 · Same Request, One Effect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A18375-AA22-4B1E-A02F-B727DBAB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Idempotency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CC9A73-97D9-48B9-AE28-AB8BD893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080514-9FA6-4085-817A-4188F03E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33270F-1C3E-46DE-A120-0DD4FBEE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37B39B-CBFB-4ECC-8D81-17D2A548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448760-043D-4B03-9CD0-7187FF95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8AE83E-C491-4F56-BA0E-7E48195C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04EC03-43B9-47E2-912B-87945F09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요청을 여러 번 실행해도 외부 결과가 한 번만 생기게 하는 성질이다.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2508D5-ED6F-479D-A0D4-476BF640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3040DC-BB1B-4E91-A0A3-AF648E1F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E1FF8E-048E-4645-8382-D280EAFD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63F923-4AE6-46B3-AB08-B7A753F1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재시도·중단 후 재개에서 메일·게시글·결제가 중복되는 것을 막습니다.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5F68AF-3300-473F-B5A8-B922844D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E3BFF5-AFEC-407E-B56A-05C21ACE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6DCFE8-B69D-4637-9DC5-2B491A7A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BB8D98-3948-40C4-B14B-3AD4A18A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request_id가 이미 성공했으면 저장된 결과를 반환한다.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E6FA24-95B6-4F4E-A3B6-635C84D2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09744830"/>
      </p:ext>
    </p:extLst>
  </p:cSld>
</p:sld>
</file>

<file path=ppt/slides/slide1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B8601A-33B9-4B57-90A5-70B34D0B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52BD5E-FAB1-47BE-849C-05C5C88B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처음부터 LLM을 넣지 않는 이유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C05056-E02C-4CAE-A226-33EBDC6C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76E855-0CB9-4E53-A9E6-EC83821F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A9F3A9-397F-4E18-BBF2-E6594610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B3A041-4075-4A37-832F-A413DAB3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E7F69B-F89E-4408-A642-9205C0E3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723F6C-F010-498F-A6C2-2469397D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결정론적 planner로 제어 계약을 먼저 테스트하면 모델 변동과 코드 오류를 분리할 수 있다.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05b41e5910404a">
            <a:extLst>
              <a:ext uri="{96DAC541-7B7A-43D3-8B79-37D633B846F1}">
                <asvg:svgBlip xmlns:asvg="http://schemas.microsoft.com/office/drawing/2016/SVG/main" r:embed="R20b532d1b886404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42369E-0ED7-49AA-84B7-73E814C0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현업에서 먼저 보는 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DE51A4-19CE-470D-9B14-857997C4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5E63A4-14BB-4E78-8142-5CFBA31B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규칙 기반 plan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C30157-999E-4405-BC5A-16413C7A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36BECF-5C96-479D-BEA4-2F17C40B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고정 fixture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C9BEF8-3D41-4578-9DB1-053485F1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317F82-3749-4728-B023-9EC68FAF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executor contract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6F5A64-9FBA-4356-BBD6-5019257F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142FF1-4AF2-4D7E-A02C-9F6728F6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운영에서 먼저 터지는 곳  |  무한 retry는 회복력이 아니라 장애를 늦게 발견하는 방식이다.</a:t>
            </a:r>
          </a:p>
        </p:txBody>
      </p:sp>
    </p:spTree>
    <p:extLst>
      <p:ext uri="{BB962C8B-B14F-4D97-AF65-F5344CB8AC3E}">
        <p14:creationId xmlns:p14="http://schemas.microsoft.com/office/powerpoint/2010/main" val="1596855664"/>
      </p:ext>
    </p:extLst>
  </p:cSld>
</p:sld>
</file>

<file path=ppt/slides/slide1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F1C83B-C5E3-4020-9DA9-D2A6F896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32FFFD-33CE-456B-9AE0-EA0BCE00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Planner는 “무엇을 할까”만 결정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5946BF-19E1-4D8D-B886-D433D50B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9EBAE2-1F57-443F-A759-6B13BBCC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49293F-D45F-4C82-BC6A-3883D84A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90FE52-B4AD-4363-BF8F-C093AF93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0E438A-7438-490C-9A9F-7349F47B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도구 이름과 인자를 제안하고 실행 권한은 갖지 않는다.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C37469-9F4C-488E-9649-7412D94A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FC7D72-B640-479A-9B4C-C7B7C699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input parse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593C60-5479-48B4-984C-DFF22B1C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BE8B39-E844-4AFA-9233-1E3175ED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planned_call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4FE03C-63E8-4406-B6CA-E3FD9CD7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F9D488-691B-425A-97D9-60EAC1AC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 side effect</a:t>
            </a:r>
          </a:p>
        </p:txBody>
      </p:sp>
    </p:spTree>
    <p:extLst>
      <p:ext uri="{BB962C8B-B14F-4D97-AF65-F5344CB8AC3E}">
        <p14:creationId xmlns:p14="http://schemas.microsoft.com/office/powerpoint/2010/main" val="402686406"/>
      </p:ext>
    </p:extLst>
  </p:cSld>
</p:sld>
</file>

<file path=ppt/slides/slide1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007E52-680B-430E-9CE1-34D5E172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46C030-7D0A-4342-A900-6F1BCE7E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Validator는 안전 경계를 고정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866534-FF22-4B84-99B0-7279FFD2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EBBE5F-71D7-4524-A39B-9D7DC7EC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648D49-2D0D-4575-9FA3-78B8DAFF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2D20EA-2D64-42FD-9B9F-C892617D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44BDAF-3B15-4CB6-880F-8F3B042C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ED6764-9757-4642-8AFF-67FE802B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허용 도구·필수 인자·타입·추가 필드·경로를 검사한다.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DAD21A-9F5B-46D7-AB87-E701E6DA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현업에서 먼저 보는 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F01F9E-9152-483D-A712-F79347D4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99DB12-6FE0-4C06-B9C5-900A1058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44667A-0740-4E59-B4B7-54D748D7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100172-5765-4BEB-8E4A-7A6845EF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policy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5AD488-06BD-4B5C-8875-2E736D5D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436E43-54C9-48B1-98DF-1BA5EAEF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path guard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ADBDB6-5A28-423C-83EC-3DB786F3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57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1F556C-EFA0-4698-BD2E-B9436286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721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error code</a:t>
            </a:r>
          </a:p>
        </p:txBody>
      </p:sp>
    </p:spTree>
    <p:extLst>
      <p:ext uri="{BB962C8B-B14F-4D97-AF65-F5344CB8AC3E}">
        <p14:creationId xmlns:p14="http://schemas.microsoft.com/office/powerpoint/2010/main" val="1723548738"/>
      </p:ext>
    </p:extLst>
  </p:cSld>
</p:sld>
</file>

<file path=ppt/slides/slide1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C42C5D-2A57-4314-B827-AC80E75B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12B82-6D6B-45FF-83E8-62B66E63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Executor는 등록 함수만 호출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35A37D-AA40-4CB8-90BB-5C2D953A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03F1CA-3960-4E44-B9EA-BF6FE9B3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EA8B1A-586D-4450-A9BB-35216392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874571-6022-4D60-8DF9-44638727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B88CD-673D-4CEE-9E81-4466757F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동적 eval이나 임의 import 없이 registry에서 함수 객체를 찾는다.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52DF02-CA3B-4501-968D-2EA32978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DD3E5C-6377-4649-A8D2-A8FBAF5C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registry lookup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BBD4A0-EA4D-458D-B0E3-0B432E72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E63594-547C-4C2A-B12A-CFAE21B3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kwargs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FFB41C-5607-4D5A-96AE-12732E67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6C3EF5-7EE3-4DED-B5EF-30B33231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exception boundary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0AD6F3-F465-421D-B0B7-AD990626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AD1CF5-8535-466E-870F-91962969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운영에서 먼저 터지는 곳  |  결정론적 planner로 통과하지 못한 계약은 LLM을 넣어도 안정되지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49917676"/>
      </p:ext>
    </p:extLst>
  </p:cSld>
</p:sld>
</file>

<file path=ppt/slides/slide1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954904-3BF5-4DAB-95C9-D507C0FF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4B06EB-3820-4B3A-8E42-C634BC0A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ToolResult는 성공과 실패의 공통 언어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B6E773-3963-4400-AD69-1C15BE28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DB24F2-A207-4626-94CA-1471DDA0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EABCF3-5750-4DF9-9CDC-35712936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5CD83A-0430-4972-A4D7-CE4451E4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08DC81-8A4D-4186-B52B-1FAA6442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29543D-A8B2-4BBA-8793-5A4A5231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downstream graph가 traceback 구조를 몰라도 다음 행동을 고를 수 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A92EC7-7335-4639-A111-946432AD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현업에서 먼저 보는 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0FD77B-6BB0-4D46-944A-90653991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F1A3F3-716B-4CF2-9FFD-0BB038D0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35D48F-0419-4662-B4F8-AE74B302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B2772C-A306-4C60-ADA5-88FABC61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6380B6-AF6D-48D7-8B1A-D07E4FEC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FDF8DB-DEE0-4484-B822-FC9ECE04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error_code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DEC3FD-807C-4F1E-9E82-2E4E7E9C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57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2E4D65-1116-4A0E-9866-0A87A634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721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251972290"/>
      </p:ext>
    </p:extLst>
  </p:cSld>
</p:sld>
</file>

<file path=ppt/slides/slide1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86C484-12E0-43A8-B724-2EE62492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7B164D-E6AB-4C3D-8F42-D7FB6665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read_public_text는 의도적으로 좁다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FC9C17-5B44-47AB-B1FD-26E9FEDE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6152CA-666B-486F-A732-00319042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37DE53-E192-4CCB-8559-29E1CEE6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5B9555-3326-4CBC-BE6A-DFC7F8DA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E8A0F5-FD75-4B02-AA0C-1F234485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workspace 안의 공개 txt·md만 읽는 도구로 최소 권한을 체험한다.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A9D26F-85E2-4EA4-B816-0EF5F4A7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438836-3360-4E8D-98BC-4CD21D79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root boundary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92F6FB-684E-4602-9957-3CF1D42E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2E1AEA-E4AC-483A-B21F-BA288A4C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suffix allowlist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2F9DA0-8E75-4D59-BBB9-4B97E198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73776A-FD86-419F-A198-902E92A0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UTF-8</a:t>
            </a:r>
          </a:p>
        </p:txBody>
      </p:sp>
    </p:spTree>
    <p:extLst>
      <p:ext uri="{BB962C8B-B14F-4D97-AF65-F5344CB8AC3E}">
        <p14:creationId xmlns:p14="http://schemas.microsoft.com/office/powerpoint/2010/main" val="2123188977"/>
      </p:ext>
    </p:extLst>
  </p:cSld>
</p:sld>
</file>

<file path=ppt/slides/slide1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6E4063-9B01-4500-AFB0-3F95D345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478994-FC46-4D3D-AFF8-7FAC72D5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count_action_markers는 LLM 전 fixture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3ACB91-AF97-4534-BC29-2D79FB6D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D83498-5282-4AE5-885E-55A0009E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C20BE0-E1DA-4559-8D88-1EF0AEF2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060C00-E4ED-42CE-9DBD-D8BA45E7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92820E-3831-4A48-B42D-A85D4CDC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936443-8DE4-4B81-B80E-34F0CACB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한국어 행동 표현을 규칙으로 찾아 구조화 파이프라인을 먼저 연결한다.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8F5138-C12E-48EA-B01E-C13BFE21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현업에서 먼저 보는 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8AC99B-1C3F-4A3F-B510-892C63AE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CA83D3-069C-4227-8213-E5DDB6DF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까지·작성·검토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03A45D-94B0-4FD8-B349-A93AB9EA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63FEE8-10CA-469B-BA14-FA45CB67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evidence 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61AB34-01F6-423B-9D1D-C132C198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4659ED-F28A-428B-A56E-E8A90EB9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deterministic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164759-48B1-437B-98D7-920A0464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D397DB-8398-41F5-96F9-D324F453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운영에서 먼저 터지는 곳  |  Agent의 실력은 성공 횟수보다 실패 상태를 얼마나 잘 구분하는지에서 드러난다.</a:t>
            </a:r>
          </a:p>
        </p:txBody>
      </p:sp>
    </p:spTree>
    <p:extLst>
      <p:ext uri="{BB962C8B-B14F-4D97-AF65-F5344CB8AC3E}">
        <p14:creationId xmlns:p14="http://schemas.microsoft.com/office/powerpoint/2010/main" val="2124853533"/>
      </p:ext>
    </p:extLst>
  </p:cSld>
</p:sld>
</file>

<file path=ppt/slides/slide1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3AC38D-8A41-40C7-A4A6-F2A678DC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FB928E-E144-4DDB-A91A-43BC6534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코드 읽기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99A60B-6DD2-44C9-8A0E-9C679AA5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60D23C-FDA2-464A-B38A-29CD7AA5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32CC26-003C-42CB-9981-F3D2FC6F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EAF4D1-66C3-43CD-A6BB-4CC466B4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AEC15E-82C0-4D0B-853E-22660EF2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B0FE25-9364-4EA8-96DF-874FBC78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8D183C-C385-4441-BA32-341054A3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28422B-7D73-4704-8FCD-F95695BF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dataclass·schema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A6B7F4-4E78-4BD8-9564-68A26F8C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D25C71-FC1C-4ED4-A6A3-EA6008B9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DD99BB-5A9D-4108-BC58-7536C90E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POLICY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BA2C89-616D-4B0E-9063-91890D96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validate·guard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67CEBF-40D2-4BA4-B01D-841678BB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54509F-35DB-439C-A20A-279E5435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73FF67-C881-485B-B82D-667B0A33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EXECUTE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CCC9D8-FBF8-4777-A865-6DBF46B3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registry·result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9E6E87-5889-491F-A613-F7A10AD9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2F22F6-6F0B-4412-95AE-47C15AA7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DCA93D-5AC4-41DB-8EBE-E34449C2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DEMO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49CD28-556B-4A5F-9B1D-9BA68B4E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__main__</a:t>
            </a:r>
          </a:p>
        </p:txBody>
      </p:sp>
    </p:spTree>
    <p:extLst>
      <p:ext uri="{BB962C8B-B14F-4D97-AF65-F5344CB8AC3E}">
        <p14:creationId xmlns:p14="http://schemas.microsoft.com/office/powerpoint/2010/main" val="1435660714"/>
      </p:ext>
    </p:extLst>
  </p:cSld>
</p:sld>
</file>

<file path=ppt/slides/slide1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D8DBC0-6886-4EDD-B1C4-77B4D749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01ECE8-3860-48EA-9684-051899F6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 All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FDD0E1-EAA5-49F1-8035-D65F457F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2C095A-DDC8-497B-A02D-387731B0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1AF9E9-49C0-4C13-AFBA-B0EF804D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4DE0CF-F23E-4C1E-B513-527188D1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A1AF8F-8A47-4424-BBE2-43A9CF04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D24C89-2F1D-4FF9-AE37-4EE3DD38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D66080-B48D-45C8-9219-DCA54F47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KERNEL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2CB0D2-26B9-4EDB-AE39-7D51E334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interpreter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BC8E37-22DF-413C-8851-54FCF8D3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A7E303-61A4-48E4-8CA6-2610A958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02AD00-FC08-45E6-901F-FAA46303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IMPORT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EB1BE9-DCE2-4657-A8B1-2B8B89A3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module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ED069C-4DF5-40FC-A244-81F9BE07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C01741-691C-4F12-BBC6-E982BE8F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6A0488-CA4C-4412-BF2C-92158BEA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NORMAL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39D5F9-C184-459C-89AD-594FBE99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success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1C8C79-7608-46B9-9C26-EE3E1C0A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EEA030-89E2-48A6-BE0D-43CC792A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501172-4C8C-440F-B4D3-316F06E7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FAIL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F1FB41-318B-4F8C-814B-D71A78E4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4 error cases</a:t>
            </a:r>
          </a:p>
        </p:txBody>
      </p:sp>
    </p:spTree>
    <p:extLst>
      <p:ext uri="{BB962C8B-B14F-4D97-AF65-F5344CB8AC3E}">
        <p14:creationId xmlns:p14="http://schemas.microsoft.com/office/powerpoint/2010/main" val="881767999"/>
      </p:ext>
    </p:extLst>
  </p:cSld>
</p:sld>
</file>

<file path=ppt/slides/slide1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BFBA19-57C5-42F2-BB4C-5ADA5E2A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DBDE67-2D07-4D81-B813-A963BE99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주입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55FDA3-523A-4F2A-8726-5FF6D423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F2B84-3A53-4A05-B0F6-206ED80F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281710-15D5-4052-9E19-3D19A055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7B0CBE-B0CA-4572-A8E0-B498297F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6DB9E3-3E31-4CAA-8CF6-E5885A27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0B29FF-4770-4F43-8CDC-1812B4A3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E918D7-5460-44FF-8489-A97C79E2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UNKNOWN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22AA6C-E2FC-4343-BB59-25FADCFF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도구 없음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D42D2C-93F2-4CD5-8E35-15763E20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A1D449-C1AB-48C8-A51C-604B8B07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ABD109-D43F-4C59-A356-9FB368DC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MISSING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AE0F88-31B1-4570-AA7F-735C6834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인자 누락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D1ACFC-4799-4A93-87AC-CC7FA1E5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A3DCF5-EB8D-41EA-9143-598AF72D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4A13DB-351C-4419-8A19-BF11C193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TRAVERSAL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A93085-E514-4A19-B6E3-046012F0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경로 이탈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5CB242-D09F-49E6-8213-8C320350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B3743C-9EC1-4F3E-83CA-05E4A715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3F0DB0-F90A-44B7-9D97-9A5108B8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DUPLICATE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6CBB65-C5E3-45F7-9C6C-B9E9F67F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cache 확인</a:t>
            </a:r>
          </a:p>
        </p:txBody>
      </p:sp>
    </p:spTree>
    <p:extLst>
      <p:ext uri="{BB962C8B-B14F-4D97-AF65-F5344CB8AC3E}">
        <p14:creationId xmlns:p14="http://schemas.microsoft.com/office/powerpoint/2010/main" val="1187745103"/>
      </p:ext>
    </p:extLst>
  </p:cSld>
</p:sld>
</file>

<file path=ppt/slides/slide1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2C9FAB-9AD8-49A9-8C66-9E1048F5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59FEB7-D7CE-4A86-BBB7-707E1E41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pytest 빨강→초록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CD2704-366F-42FD-85D4-069B28C3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66357D-5B4E-4590-B037-9CDB72A3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90CEF4-DE92-4FC3-BE1F-6EB34B03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1760D1-B602-4B8F-AF4E-DD511399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169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28698C-3602-4463-9140-2ACC4F43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25CD19-F6F3-40A0-9C56-51B5BA20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69DF26-9EB9-422E-9882-68876734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0F8782-9263-405C-9EE7-3FE0241D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현재 실패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F88E21-58F3-414C-91F3-AA3C8B98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459B9B-40B5-4A77-AE5E-C4900B63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D652C0-460A-4574-85DF-F46F8C3F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59D9AC-3986-4F23-A58A-985F56F3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 오류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5F1CA9-C3D4-48E4-A91C-7BD7AC83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DC15F3-4788-4282-9AFB-D0C4CF82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22C569-57BD-401A-B5C5-19841B4A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4D5C62-6F55-4AC7-8745-18AAD514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최소 변경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573CBD-E586-4C7C-8767-2AA5BEB4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9DF4BD-0551-42A0-B1DA-87BA7BED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6D40B0-88C1-4FD9-8015-E2B13B7D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RERUN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2A06DE-6738-4917-BAC8-57C66CDC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전체 9개</a:t>
            </a:r>
          </a:p>
        </p:txBody>
      </p:sp>
    </p:spTree>
    <p:extLst>
      <p:ext uri="{BB962C8B-B14F-4D97-AF65-F5344CB8AC3E}">
        <p14:creationId xmlns:p14="http://schemas.microsoft.com/office/powerpoint/2010/main" val="1420196429"/>
      </p:ext>
    </p:extLst>
  </p:cSld>
</p:sld>
</file>

<file path=ppt/slides/slide1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090CFE-B52F-4B1C-A228-D1D6F57D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B1EB4B-C603-4717-9232-DEE05F58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Git checkpoint 만들기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A020A4-AFDF-4808-B94B-B1E2B231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64E26A-9AA2-4BB4-AF71-F35897A9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7B268F-DBF2-4092-9A1E-3F093D2A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0FFC58-526D-414C-BBF7-6F4DFFC6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7711A8-2535-4187-954C-1F294D49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B7483E-FE35-485A-8E84-F49C588B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8AE4C3-F215-4132-8DA7-574260AE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123889-52F0-4721-8803-15A1DD2B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변경 분리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EF4E80-8ED0-4768-8D87-6A4A7032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10D316-59FE-4DFD-B767-E4E439C8D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C58466-CF9F-4587-8CD5-594D00F7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DIFF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7502B3-D2E4-4682-B95F-A7917F3E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의도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ACFC3B-7CEA-4FCD-8377-B800A946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E79450-D3AF-4F85-A6A6-CA626325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C40441-2625-48E9-B590-8CA0303B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98A03B-2C2D-4C96-953A-2C138598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src·tests만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7D98C5-8556-414B-91FD-78B295DE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E6C789-C765-4B65-8269-CB5838E3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AD8820-BCE0-4ED9-B435-D8E6B485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COMMIT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D176C8-D379-40B3-8F55-FC720087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메시지·log</a:t>
            </a:r>
          </a:p>
        </p:txBody>
      </p:sp>
    </p:spTree>
    <p:extLst>
      <p:ext uri="{BB962C8B-B14F-4D97-AF65-F5344CB8AC3E}">
        <p14:creationId xmlns:p14="http://schemas.microsoft.com/office/powerpoint/2010/main" val="986749777"/>
      </p:ext>
    </p:extLst>
  </p:cSld>
</p:sld>
</file>

<file path=ppt/slides/slide1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5825EC-581B-4728-B59F-A7107CF4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TUTORIAL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0F54ED-129A-4D56-9D57-F5D4C7D9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화면은 네 가지만 보면 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2B3178-7D13-4E8A-A2CD-7517F6AF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EF6F66-2A85-4621-AC92-3C7C101A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8241F9-D9BC-4443-9664-0CE9E3E0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AE9D69-6DB0-4310-838D-C3F8C917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000F50-F819-4CFD-B152-C77AEA2E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시작 화면 → 클릭·명령 → 성공 신호 → 막혔을 때 대체 경로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596410-E5C9-4A91-9DF8-E824B3ED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4816A2-70F8-4EC8-A5D7-A966EB2B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437394-0BF2-418B-BAB9-E9174498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Jupyter 설치 · notebook 실행기의 공식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CEDB95-B3AE-4227-B501-4E3DF001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Run All이 완료 증거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52BE30-54FA-415B-B8D2-2AFA0751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A42915-8A58-4A4D-AB68-AD5BBFD4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3C267F-176D-4D17-999C-6DDA1DA4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136F55-2FF2-48AC-8948-2CB641D4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Python · editor와 interpreter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3F0DC1-02CC-4303-BF61-C0FDDCFF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testing·debugging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2510AD-CD83-4F00-A86C-3DC4B1EB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483EF8-C901-4F75-8DFB-7E471553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8F6FFB-6070-4C81-ACEF-D1E4E959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3FEF96-9262-4957-A5A1-8959DB88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Codex CLI · 작은 spec으로 수정 가속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095616-69A8-400A-9E2C-E47F3376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강사 demo 후 직접 재현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33DFA4-0B7F-4FFC-867F-656FABA6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338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A1A1B3-E98E-4CF7-AA65-3CA2DDC9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378BE5-CFE2-472D-9E18-A1401AFC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3D60AA-9E7D-4AB4-9C72-CC813532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Claude Code · 동일 repo에서 검토 루프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9BE555-2EEA-43ED-BC00-D16C745F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두 Agent 결과도 사람이 비교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D2E5CB-BD64-4033-BE62-440938C7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56370020"/>
      </p:ext>
    </p:extLst>
  </p:cSld>
</p:sld>
</file>

<file path=ppt/slides/slide1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FAD27C-A61E-4234-9D9E-0DE6AB52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TUTORIAL 1/4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C26A51-9A31-4A41-963B-066A7CA5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Jupyter 설치 · notebook 실행기의 공식 경로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0AB9AC-BF44-4FF7-B6EC-4C387FE6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2CC3AC-B4DF-4DA7-B4A4-0D0CDA68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A0E049-BC20-4D53-B7D8-835F18B5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E76022-F697-49EF-A6AB-B15CD584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88122F-0B40-4413-8D77-13EF37EF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A22744-7B62-4BCA-BC13-46C467AE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3901B3-33BC-4FFB-A882-31C60F71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JupyterLab·Notebook 구분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B468A4-FE39-4C5C-B0FE-A8E3B5C9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AF05FB-A1FF-4DCA-843B-D5A3C7A6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extension과 kernel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6DBC65-FCB0-4290-ABC6-D62D5423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D61F5A-09F5-4DD9-A027-32094838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프로젝트 가상환경 사용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968417-0C74-4DC6-8729-044B07C0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236F57-82C6-48E3-954E-558150DD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 All이 완료 증거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7F66B3-08F9-49D8-9B5C-995272B6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3991d4110e4740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3DA07C-4E9F-42D9-8C36-BBFB81E5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Jupyter Install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626487565"/>
      </p:ext>
    </p:extLst>
  </p:cSld>
</p:sld>
</file>

<file path=ppt/slides/slide1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D89BBD-3C21-42F8-953D-901834ED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TUTORIAL 2/4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43F3FA-2A34-4726-8642-0A88CBA1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VS Code Python · editor와 interpreter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D87203-4DB6-4245-BE61-BFAD199D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1B2335-9315-4115-B9B3-D55CE844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DBF126-818A-45BA-9D1E-00AA7227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E9D8DB-A480-4365-A689-B2EB3F23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E91556-C357-4231-9DF0-9E7DDDF2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40328E-8D85-4BB0-8AB5-4E6DCD9C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443B24-E313-487E-BEAD-C070B422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 extension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9EF89E-841B-448E-8639-BF179C98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7926CD-0B6E-41F2-A892-0C607390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interpreter 표시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255153-3D33-4E96-88F5-4D862657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4AE69E-714C-4108-9368-CB46C9E9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 Python File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2A29AD-0D5A-4A3E-827B-13B89932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8F28CB-DEE1-4404-8B07-AE1C54B7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testing·debugging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9C712D-E1E4-4D3F-8E43-025BA8B6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6fd4c5428d4198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8CCB47-C847-4662-ABA5-2CB7D785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VS Code Python 공식 문서 화면</a:t>
            </a:r>
          </a:p>
        </p:txBody>
      </p:sp>
    </p:spTree>
    <p:extLst>
      <p:ext uri="{BB962C8B-B14F-4D97-AF65-F5344CB8AC3E}">
        <p14:creationId xmlns:p14="http://schemas.microsoft.com/office/powerpoint/2010/main" val="2022141832"/>
      </p:ext>
    </p:extLst>
  </p:cSld>
</p:sld>
</file>

<file path=ppt/slides/slide1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07232D-E438-495C-907E-035BCBDE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TUTORIAL 3/4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D9B4DF-2330-47BB-962C-036425AE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Codex CLI · 작은 spec으로 수정 가속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B15F4B-BCCD-4A3D-8C18-F1C46716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89BBA8-5222-4021-A717-0E8D0D61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A210FD-BCAC-4CED-8DD2-2D0A5696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193B9F-75FC-49CD-9AC9-5942A586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ABAC37-89FB-4056-9EBE-27BA9193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E6C62A-4764-49E9-95B8-8998E029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F3F444-DCEE-48BB-9F71-EC39E67D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허용 파일 한정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9ED7C3-AA3B-4FCC-AACF-66DA6F61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F63B69-112B-4EC6-921F-BC74AC59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테스트 명령 명시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F5D74F-1B6E-4C2D-AB66-706C1C09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B9EC05-49DE-4A7C-8103-36056099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생성 결과 diff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C70B93-62E5-4728-AF65-C76DFAE4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684E96-1AF8-4BBD-A668-2E518557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 demo 후 직접 재현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12B9BB-58C7-4685-A4D3-DA179B25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de214450854ee8"/>
          <a:stretch xmlns:a="http://schemas.openxmlformats.org/drawingml/2006/main"/>
        </p:blipFill>
        <p:spPr>
          <a:xfrm xmlns:a="http://schemas.openxmlformats.org/drawingml/2006/main">
            <a:off x="4876800" y="1727597"/>
            <a:ext cx="6591300" cy="370760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BCD425-D295-4CC5-96C9-AE52E888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OpenAI Codex CLI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469875359"/>
      </p:ext>
    </p:extLst>
  </p:cSld>
</p:sld>
</file>

<file path=ppt/slides/slide1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1FAD1A-3F36-4486-AEFA-57AD010D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TUTORIAL 4/4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FF5DC2-0AEA-44CE-B764-E962B1AA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Claude Code · 동일 repo에서 검토 루프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FBCAF1-09CD-44D0-B52B-378A1B60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C77DEF-C302-4483-B482-79B603AD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F7D2B7-15BC-4E83-B57F-1662B617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549031-E921-42C9-AB22-24C2BC73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01E078-228E-4B12-A131-DD3FB618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917AAA-C4A9-4BA1-878C-D0A29D90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B5ADD5-EC5A-40C2-8346-A197EFA0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작업 폴더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C07F0F-9408-4DD4-AE29-CD761DDE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A6CD32-B0C2-4A30-871C-C0D4CE63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변경 전 계획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6B76D6-C851-4BE2-8FC6-A2FB73F7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9F12B5-345A-4A81-9AB7-179C88F3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변경 후 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94FF5A-F36B-4511-97B3-D9C8C355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B24B76-689A-4E1E-A117-0DA56974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두 Agent 결과도 사람이 비교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8442F7-7B74-4FAE-82F7-5A7A5E14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4c885501df40ac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34CC0B-5267-483B-9519-7AB70732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Claude Code 공식 터미널 가이드 화면</a:t>
            </a:r>
          </a:p>
        </p:txBody>
      </p:sp>
    </p:spTree>
    <p:extLst>
      <p:ext uri="{BB962C8B-B14F-4D97-AF65-F5344CB8AC3E}">
        <p14:creationId xmlns:p14="http://schemas.microsoft.com/office/powerpoint/2010/main" val="439438186"/>
      </p:ext>
    </p:extLst>
  </p:cSld>
</p:sld>
</file>

<file path=ppt/slides/slide1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C4700B-790D-48CA-A003-B78F8F45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F940DA-CC70-4F13-9B3F-95EFDBEA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규칙 기반 planner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46CC16-439A-40C2-B324-BDE89014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3B8A34-CB15-47ED-940F-2FF4C7A8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48BB08-F049-43E0-8174-B6C82D7F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4493F1-A97E-499F-BDE1-557B9AE5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8C439F-3EE2-4313-8904-765E7786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26C1BD-D862-4B3A-8F94-4E53F576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041BE4-F187-42DE-B9AF-048A02A1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결정론적 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53E599-BCFA-4535-9ABE-BFD7F7B3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E88A44-6C4F-47CA-9C11-717595FE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파일명만 추출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156289-B40F-4B94-BECD-EC037444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C8F39F-1262-459E-8300-9F3699BF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unknown도 정상 fixture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6652B7-0573-4EA9-815F-EB347483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1CF776-E602-4675-9ED4-229A9115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Day2 model로 교체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8CB7CA-4214-456B-ACDF-7C046BD9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308AFA-0166-4609-BD5A-77921AAE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E617EF-D217-4818-9345-0BFE62E4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def rule_based_planner(message):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match = re.search(r"([\w./-]+\.(txt|md))", message)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if match: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return {"name": "read_public_text",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    "arguments": {"path": match.group(1)}}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{"name": "unknown_tool", "arguments": {}}</a:t>
            </a:r>
          </a:p>
        </p:txBody>
      </p:sp>
    </p:spTree>
    <p:extLst>
      <p:ext uri="{BB962C8B-B14F-4D97-AF65-F5344CB8AC3E}">
        <p14:creationId xmlns:p14="http://schemas.microsoft.com/office/powerpoint/2010/main" val="1001603819"/>
      </p:ext>
    </p:extLst>
  </p:cSld>
</p:sld>
</file>

<file path=ppt/slides/slide1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84E9A4-A994-4AAA-B545-40FC35B2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88B86D-3733-4842-8F4E-E0396FF5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SafeToolExecutor의 경계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177AA0-6C64-4C5C-85D0-0FCF3787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1FE753-485A-480E-AB9A-8B80EC9E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978C64-E602-4FFA-8091-39A993CC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39A7B5-4870-4CDD-B92D-94598516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B3130D-5741-4C4E-83F3-E79F246D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0D80BC-4EEC-4C4B-9BAA-2E520CFB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53807E-263E-461A-96B3-307548D3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검증 먼저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B19201-28B1-4B7F-8CC4-5CEF7CF5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7BDE57-526A-40A2-B1E1-EE2C79C6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registry 함수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31761A-219A-4EA2-8C6B-AC8FF527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DFC9B5-5300-4E92-B592-52C535BE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예외 정규화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1A24D6-0950-4FF2-A013-4E24F24B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0D62DE-9CB2-478F-AC95-2D75C7C1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반환 계약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BBA7AC-3A2C-4F1E-8BA1-A103436C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44EE8D-2058-431F-9BB8-4FBA1BCC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3B6732-E388-4643-8FFF-77100141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def execute(self, name, args):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try: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validate(name, args)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fn = TOOL_REGISTRY[name]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data = fn(**args)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return ToolResult(True, name, data=data)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except ToolValidationError as exc: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return ToolResult(False, name,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error_code="VALIDATION_ERROR")</a:t>
            </a:r>
          </a:p>
        </p:txBody>
      </p:sp>
    </p:spTree>
    <p:extLst>
      <p:ext uri="{BB962C8B-B14F-4D97-AF65-F5344CB8AC3E}">
        <p14:creationId xmlns:p14="http://schemas.microsoft.com/office/powerpoint/2010/main" val="202579803"/>
      </p:ext>
    </p:extLst>
  </p:cSld>
</p:sld>
</file>

<file path=ppt/slides/slide1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4C32A8-F778-4030-B281-2BCC72EF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B9EBFE-DF34-4F0D-82B0-C6843548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 확장자 allowlist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B8246E-2854-4C90-ACC6-0469250A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951054-194D-4F69-AABA-E80D0CE6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AE3692-16FE-4646-BF54-D088D43F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04CF43-5588-41F5-985A-033D37ED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53CC79-9537-4221-8A07-0F979EA2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8B155C-E32E-43C5-B1A6-0B3292B6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BA7749-3D7D-4070-B2A0-A78C6A73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목적에 필요한 형식만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C81288-7F1D-4FFB-A576-8A664B1D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71F27E-ABE9-49DA-AD86-F4FE1DAC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binary 제외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08D3DF-EE0F-480C-BF14-E8776AC4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968F62-98E6-4341-8648-118A9DC8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정책 메시지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1D41BD-4D00-43B5-BD4E-C10BEC6F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636BE5-8BEB-4A3E-AA4F-195E872A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POLICY_BLOCKED로 매핑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C663DD-7A24-4088-A9AF-1E8C1147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6F42A9-2AF4-42E2-AAB8-9E2AF4C2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D74FA5-AE8F-4C1E-A774-5A702F91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candidate.suffix.lower() not in {".txt", ".md"}: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raise ToolValidationError(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"Day 1에서는 .txt와 .md만 허용합니다."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)</a:t>
            </a:r>
          </a:p>
        </p:txBody>
      </p:sp>
    </p:spTree>
    <p:extLst>
      <p:ext uri="{BB962C8B-B14F-4D97-AF65-F5344CB8AC3E}">
        <p14:creationId xmlns:p14="http://schemas.microsoft.com/office/powerpoint/2010/main" val="447705433"/>
      </p:ext>
    </p:extLst>
  </p:cSld>
</p:sld>
</file>

<file path=ppt/slides/slide1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46F3A3-91F6-4DA0-B2FE-EDB7B96E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C85E4E-B567-44A2-AD7C-E96B86AE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중복 호출 cache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5034FE-C070-4922-97A2-8EE74274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C3D798-7F51-48ED-A0BA-8451A11A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015B39-7E52-47CF-BA91-1BFD13C2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F4415-5F04-4F5B-9520-28CD8375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179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E7BD06-06C5-4CB7-BFA2-4D2F495C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77B49A-10AF-4E0A-A246-4C20A291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9182B2-AD13-414D-8010-F444BB55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실행 전 조회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718302-45F3-4F18-8334-6C11C380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A8B794-635A-4CA1-881E-845D810A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성공·실패 정책 결정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55F97E-4389-43FE-9608-5C99C7D8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ECEECD-EE79-4F48-B25E-D3EAAC09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cached 표시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C472F2-B307-41EC-AE43-93FE3468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C0A26A-84E0-49F5-B914-F96F1215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외부 쓰기에는 영속 저장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87935B-65C6-4477-8904-EA400558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49747A-05EF-4E79-BEB7-D6E5EB3E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335385-775B-4F0C-96EF-90D214A7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call_id = make_call_id(name, args)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call_id in self._cache: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prev = self._cache[call_id]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replace(prev, cached=True)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result = call_tool()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self._cache[call_id] = result</a:t>
            </a:r>
          </a:p>
        </p:txBody>
      </p:sp>
    </p:spTree>
    <p:extLst>
      <p:ext uri="{BB962C8B-B14F-4D97-AF65-F5344CB8AC3E}">
        <p14:creationId xmlns:p14="http://schemas.microsoft.com/office/powerpoint/2010/main" val="220924983"/>
      </p:ext>
    </p:extLst>
  </p:cSld>
</p:sld>
</file>

<file path=ppt/slides/slide1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998D76-3FF0-4E98-B999-051992CF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2AD525-6761-4C39-B567-9B1CC70F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Agent event 한 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39ABAD-2B4D-4C11-8DE2-404DED79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CEC084-C9DC-4E8C-A638-029C7F31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A69611-A1B5-4F51-8031-05CB38A9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6601F4-77E9-49DE-86B9-9D18FCC6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8B5040-0DA7-40E9-93D0-66075640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5E20EA-B38E-4E2C-9E70-3980D81F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8BF53E-F7D3-4530-A490-995CD4F5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8E2B4E-1CB9-4379-B440-53770F1A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42594A-F283-4AAC-A16B-D76B7DEE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D6EA3F-4CD6-4927-A17D-8865656F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D8E00B-6A68-4E84-95E8-8AAF98C5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7B088D-FD67-4A59-A3D2-6632B4A8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85E3CC-E14B-4413-B98B-14CC79BB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 검토 여부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3588D8-1DEF-45FE-AB38-489ADDC8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721760-DB18-4E2E-A2AD-E9F478F0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6D825A-A9D8-46A2-A73E-C0756B9D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event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"input": user_message,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"planned_call": call,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"tool_result": result.to_dict(),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"needs_human_review": not result.ok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81280361"/>
      </p:ext>
    </p:extLst>
  </p:cSld>
</p:sld>
</file>

<file path=ppt/slides/slide1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74EE84-6C99-4E25-A5B1-20D5ECD5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15D89D-093F-4E26-B6B5-6CE6873A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Notebook Run 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FA9E18-6232-4F09-A41A-8998359C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5ED570-725B-40A6-A92F-794D481A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909DC-2E14-4E31-A901-C2F14A46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69BB84-B0ED-4DD5-B87C-A961349B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CE8CA2-406C-41BA-9245-17ACC709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12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3BD52D-DC5D-4C0A-BBC3-3092206C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C92472-B44D-4BC8-BBDC-5B037E29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3BD322-0719-441F-A024-F9D1269A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116663-BAB0-4750-AC61-CC55979C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FA358E-BA4E-4ADA-8D1E-27AF80C0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올바른 kernel을 선택한다.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141397-7BE6-4B36-B67F-A34CADC2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B49D1C-F36D-4558-85AF-EBE89FC5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E6EEFC-C1D0-4E2A-B23C-E40C84D6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Restart Kernel을 실행한다.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643CE1-D7F8-4EA4-AE67-5086E0B3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43303F-310C-4AF8-8E68-7D83DF72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A6D072-80FF-4085-B244-A6869F92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 All을 실행한다.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6A9CD7-C94F-4441-AAAE-ED545746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7ABEE9-C9EC-497B-BCC5-625CDB09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03053E-A1A5-4AE1-B93C-CB788531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첫 실패 셀에서 멈추고 원인을 기록한다.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10D4D1-0C0D-4C88-9292-4B834BF0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0BA253-9B4B-4613-AF65-CFE3A032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9F88B2-3744-438E-BC95-A22530FD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모든 셀 성공</a:t>
            </a:r>
          </a:p>
        </p:txBody>
      </p:sp>
    </p:spTree>
    <p:extLst>
      <p:ext uri="{BB962C8B-B14F-4D97-AF65-F5344CB8AC3E}">
        <p14:creationId xmlns:p14="http://schemas.microsoft.com/office/powerpoint/2010/main" val="1194923216"/>
      </p:ext>
    </p:extLst>
  </p:cSld>
</p:sld>
</file>

<file path=ppt/slides/slide1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C5EB36-FC7B-4A89-BDBF-DAAADCDC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134D0C-895E-4961-84EF-5C1C27D3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정상 도구 호출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CE568C-8CA2-4409-80B2-18D4B721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D2847A-8716-45D8-B12D-3A9A7182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841C4C-843F-45EA-9A52-87AE12B7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F55F12-2C2B-49CA-BC9E-F560C789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42262A-C857-49E4-A147-224E5409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D2B418-8C28-4FD8-96A5-F15B79AE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3EC0B7-5A64-4449-A7C9-17711F00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987571-2A8F-43CA-A51C-ED18D3EB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934F54-6171-4BE0-A400-E716A7F1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C60F75-67D6-4859-91C6-1FC17270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sample txt 경로를 입력한다.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75D9A0-B560-47C8-AE19-1721D31A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BD8D9E-3A8E-4747-9B97-7BA5B7B8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C38F70-2B44-4220-8491-44308014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planned_call을 확인한다.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376CB9-29E2-4E92-B819-0A5BEE1C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39449F-7DA3-44AB-BBAB-5AFFA050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4A7B92-4E90-46A2-868F-190EB779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ToolResult ok와 data를 확인한다.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980108-6AB2-496B-8F0A-7B5D14D6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F6BD96-430A-4895-8BDE-536F10D1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C5E3CF-77A0-4826-BF96-BAE87373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원문 글자 수와 경로를 검증한다.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B85E3C-EE60-4AA2-A130-551CCD24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CB1198-E0DB-4107-A301-A34A6DDA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BCD315-DEB1-49CA-81AF-3A3CD25E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정상 event 1건</a:t>
            </a:r>
          </a:p>
        </p:txBody>
      </p:sp>
    </p:spTree>
    <p:extLst>
      <p:ext uri="{BB962C8B-B14F-4D97-AF65-F5344CB8AC3E}">
        <p14:creationId xmlns:p14="http://schemas.microsoft.com/office/powerpoint/2010/main" val="1278223954"/>
      </p:ext>
    </p:extLst>
  </p:cSld>
</p:sld>
</file>

<file path=ppt/slides/slide1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95C55D-2C76-4C45-BB6B-C2DFFAED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3CB002-61E5-4CE2-BA7F-58281870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실패 4종 재현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2654B3-2613-4B42-9D70-CAB821B7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6D4AD0-BC19-4092-A6EF-E7105FD4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7DA740-1592-479E-A3EA-FD2EA774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5AF08F-0F50-4B7B-B508-3066645A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BB5F27-E98B-4501-980A-4B54B12A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C01884-D39C-40B8-A338-26EA5334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063858-A42E-4F44-AAE8-BAB36640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CA1311-F788-4B6F-9605-9D10B703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506F37-9179-4E0D-BC0F-F1AFCB80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957699-B28E-44CF-AEE1-4D341575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unknown tool을 실행한다.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9C254B-B6C9-443D-9AF4-0F5E5C64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C2D7B5-CE85-4EE6-8796-4DDA7B68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210099-B428-4C1B-91C2-D5693553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 인자를 지운다.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181324-F1F8-4DDC-9965-D0A963F8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9C7490-7D6E-49D4-828B-71FB12AF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45F76F-E436-42D6-B68B-B05E0A4C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../ 경로를 넣는다.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E11164-D511-4845-93AF-8AD5EA1B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702F08-5C5B-45AC-B9F3-669501F5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A717BE-1666-4D2B-95A5-56A5CE44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호출을 두 번 실행한다.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989C77-4165-4A3B-9C36-8A2E2CFD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442B5A-8A33-4569-A5F8-4C08D8FF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BD1845-8C08-4CE8-87C5-94CC0D21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error_code 3개 + cached 1개</a:t>
            </a:r>
          </a:p>
        </p:txBody>
      </p:sp>
    </p:spTree>
    <p:extLst>
      <p:ext uri="{BB962C8B-B14F-4D97-AF65-F5344CB8AC3E}">
        <p14:creationId xmlns:p14="http://schemas.microsoft.com/office/powerpoint/2010/main" val="1792604610"/>
      </p:ext>
    </p:extLst>
  </p:cSld>
</p:sld>
</file>

<file path=ppt/slides/slide1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E61026-4DAB-4212-B754-A099A7B3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DE249A-14D6-4B66-B996-B11F27F0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pytest 9개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B08B8-9584-43DC-9751-A20CC63B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554F94-A4B6-425E-9004-D7D5D42A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DF58F1-4DB9-4335-B97E-676923FE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41A8DB-8D56-47AE-AB94-6A07B60A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ECF90B-3026-4FB5-8236-725136B6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B77599-0033-466A-AA49-D6AF17D6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D33F99-2A68-414C-841E-F3FD4591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751540-7E0C-49DA-A5CB-904657B5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FADD10-63A7-4A98-8DA2-4913C2CD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D24536-A104-44AB-A63F-DB19ABAD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terminal을 연다.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07A5AF-6FB4-4ED1-95F1-A23A2D82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1B5912-94B1-42B5-9F1F-0951DAC3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E003C3-7A23-4F55-BC47-5A2A6F51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python3 -m pytest -q를 실행한다.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CB1967-BF2A-4AFE-8F55-95D27403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295FBD-20FC-41DB-8E75-501A0865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2D5DEB-6A3A-4B12-BFBE-3A9A566A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시 첫 오류만 읽는다.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1B8D0D-5FE8-418B-91CC-B006660A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000C22-25E4-4191-8DBF-9EEAFFBF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D65B33-D9D5-43C6-BD9C-DF3CE2BE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9 passed 화면을 저장한다.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6F3430-8F5D-40B7-A42D-1255F842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868CDB-0E58-44F1-83A7-07D00536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535DCE-70BE-4D48-863C-870E2A2C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9 passed</a:t>
            </a:r>
          </a:p>
        </p:txBody>
      </p:sp>
    </p:spTree>
    <p:extLst>
      <p:ext uri="{BB962C8B-B14F-4D97-AF65-F5344CB8AC3E}">
        <p14:creationId xmlns:p14="http://schemas.microsoft.com/office/powerpoint/2010/main" val="1885946028"/>
      </p:ext>
    </p:extLst>
  </p:cSld>
</p:sld>
</file>

<file path=ppt/slides/slide1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D9CE1F-965E-4751-A4D2-AE529D5D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15E3DA-7D8D-49C3-BCD9-2C58D246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Notebook과 module이 다른 Python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151B9-F07B-4996-999B-06ADE52B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5D8E5F-55DF-461C-BEE6-88AB1E10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BB67AD-0D8C-48F3-9352-868F8DF4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FFAF09-9336-4991-974B-BE199409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92594A-1E99-47FA-96D6-5648D8C9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2EBD29-824B-40C9-99E7-1ACB0B6A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D53BA0-F713-48DE-A6D8-50BC97B7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21AD72-63BD-4CCE-A71A-F02FDDAD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AC8F2F-F1D5-4CAA-964A-2B75D14A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import error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0EC108-1445-4ED3-AF77-9CC640E0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A4A113-AC69-4C10-8869-8CE24493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설치했는데 못 찾음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DC2EB7-D50E-48E6-A220-05191326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47C4FE-A5B9-47A7-A3D6-18BA4625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terminal은 성공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E440A7-B3F8-4E0D-9F8F-BE527DD1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1DF34D-A628-47AA-8F97-AB2893C6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kernel은 실패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B0E75F-EC14-4A7E-B421-7C63E5B1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0B43FB-9B5E-4409-ADDB-A72CB18F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sys.executable 비교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AD670B-3322-4AE7-9423-F1E90F61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3C8BBB-8A35-44D8-AE3C-257A25DB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interpreter 재선택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96984A-685B-4901-B929-2E57F869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5EC4E1-EE3F-41B1-93A4-4C2D254E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kernel restart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83200E-81A4-4DF7-B1B4-A2666D7F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8C654D-6DD1-4FCD-BD36-7663F187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.venv</a:t>
            </a:r>
          </a:p>
        </p:txBody>
      </p:sp>
    </p:spTree>
    <p:extLst>
      <p:ext uri="{BB962C8B-B14F-4D97-AF65-F5344CB8AC3E}">
        <p14:creationId xmlns:p14="http://schemas.microsoft.com/office/powerpoint/2010/main" val="198980642"/>
      </p:ext>
    </p:extLst>
  </p:cSld>
</p:sld>
</file>

<file path=ppt/slides/slide1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9C6EF6-9EFE-414B-A786-8583E7CF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4DDACE-9DE4-4CDF-AEB1-B73784A0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첫 실패 뒤 계속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08BBDB-A9A5-417E-BED7-1880CA44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32971D-3D0D-4A8E-9550-9216F9C9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406409-A082-4A3C-A461-503CF852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481E92-3747-4FD8-8DC5-9062EB04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34DA53-8083-499D-AA17-0B280F74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C86C60-D00B-4F5D-A423-9CDD4F43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E05B7B-51DD-449E-B8C3-9ABAA511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4D0C46-514C-4FD6-A267-3B69F699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690BB5-D592-4DDB-92C0-501FA84A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연쇄 오류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900AAB-E7C5-424C-BA99-19B5199E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8D40A8-9440-4C16-9685-8F282597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원인 혼동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C13780-F039-418C-A5E5-C44E6BE1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D2301A-4D06-4AB4-B392-B73E8F3F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output 오염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257E76-CC78-4F9D-AE68-FA33F4C2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DE0E4D-3A2A-4243-8CEF-DB356640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시간 낭비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71FAA1-3F40-4618-9E11-380954ED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36A2D1-C949-4585-A40B-72CF2BF2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첫 traceback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A92705-667D-4949-B0F5-D1555F36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00D73F-AF8E-4811-A2F4-EB20115B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가장 위 원인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FA5CF-9B5A-4B0D-8920-60A2D7F4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66E838-E6CA-41DA-98F0-828A4DBD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최소 셀 재실행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B7F85D-68E6-44FC-8785-80E3026F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F30BB2-0A7C-4589-B0F0-766B9B98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Restart &amp; Run All</a:t>
            </a:r>
          </a:p>
        </p:txBody>
      </p:sp>
    </p:spTree>
    <p:extLst>
      <p:ext uri="{BB962C8B-B14F-4D97-AF65-F5344CB8AC3E}">
        <p14:creationId xmlns:p14="http://schemas.microsoft.com/office/powerpoint/2010/main" val="1323554410"/>
      </p:ext>
    </p:extLst>
  </p:cSld>
</p:sld>
</file>

<file path=ppt/slides/slide1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B81CCC-0342-48B6-9AA9-10ADC937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7F90B9-C277-41EE-B9A2-F2B1E9EF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테스트를 통과시키려고 정책 완화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F70225-FC50-4ADA-BF6E-DF649C92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320330-C691-4223-9C95-11CF89AA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F918A9-C9B0-4861-ABBF-D4E6D618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D8C61D-4048-4510-8EEB-4A670DCD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0EF9C9-C35E-4A22-8339-5A7AD1CB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0217FE-19E2-4293-BA52-41F55A54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F222A6-A031-44EE-BF9F-75573020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162F8D-4A7E-42E3-8E43-B2EF2453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8F16BD-695B-4C6D-AEE6-FB536215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allowlist 제거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34F405-EE42-423B-A66D-8E5C868F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9BCC5F-A32A-4F67-A2DC-EBA9624C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assert 삭제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3E9A12-AEC9-48A2-81A4-F11FE633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A12AF1-7947-4D1D-B197-FCC1A8E7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broad except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8E48BE-0D17-4CCC-A0C4-B0EE9B9D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23EC1A-B5C8-4CB2-A627-78C9DAE5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expected 변경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A9B344-35C7-449B-A154-535EC03F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0C7F2B-1604-4543-A7EB-509779D8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요구사항 재확인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0FAB2B-8A6A-44D3-9BC2-2420ACD8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C115F-928F-4E98-A992-B7695792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최소 수정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D0ABB0-2998-4735-8367-3C213734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9DC5BC-F955-420A-B56B-6F64314A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새 regression 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DE87E4-86B7-48EF-A6CB-6728C54A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0A1448-FF5A-4C7C-8184-AE912102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정책 유지</a:t>
            </a:r>
          </a:p>
        </p:txBody>
      </p:sp>
    </p:spTree>
    <p:extLst>
      <p:ext uri="{BB962C8B-B14F-4D97-AF65-F5344CB8AC3E}">
        <p14:creationId xmlns:p14="http://schemas.microsoft.com/office/powerpoint/2010/main" val="1587139638"/>
      </p:ext>
    </p:extLst>
  </p:cSld>
</p:sld>
</file>

<file path=ppt/slides/slide1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521324-E163-4E77-A19D-6ACB3334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CAREER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3A8ECF-3031-4817-BFA4-A16F0688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Safe loop를 현업 tool에 매핑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3E86EE-39F3-4D47-9D6D-218A3512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BD0A34-1A6E-4947-BE89-39983FDE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6D7340-DD73-4B31-9F72-E0631882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BB8FA6-3748-4C61-BA86-1AE68811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A7DC34-3A7E-4084-BD1D-EA209962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교육 도구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FC42AE-012D-4E6B-A62F-B2A6E6EF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현업 예시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A85A8D-D16F-4C64-AC45-26F16248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55DEC3-5FB9-4989-BD33-7E69578D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93EE10-B3C3-45A8-93F8-81D28D67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txt 읽기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5B485A-21A4-4276-8AE6-DD3B30B3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4DD133-4F03-4162-B784-485E8016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marker 세기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337294-E808-4CB4-934C-07C92C7D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A400AF-52D2-453B-8BD8-D84F3303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결과 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582EEE-A9A0-48F7-BCAC-823B1E25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A45A2F-A6A6-4E2F-91BC-AB798A89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로컬 cache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AB69ED-1385-41DF-AB3B-FAF29F9D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EB0E7E-EAC2-42A8-AA7E-20592C1B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FAQ 조회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5B0F50-A78A-40F4-8825-3949EAFD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A97CA8-D0B9-457E-B440-C9237198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티켓 분류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DB52BA-F29A-4450-A607-5A9F3163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5F2B8E-119C-4593-B8D4-5C8180E5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검토 draft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E55EE1-6C04-44D1-9490-8607F492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42A9B9-5C96-41E3-BCE2-F76DC7A2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request dedupe</a:t>
            </a:r>
          </a:p>
        </p:txBody>
      </p:sp>
    </p:spTree>
    <p:extLst>
      <p:ext uri="{BB962C8B-B14F-4D97-AF65-F5344CB8AC3E}">
        <p14:creationId xmlns:p14="http://schemas.microsoft.com/office/powerpoint/2010/main" val="1741080302"/>
      </p:ext>
    </p:extLst>
  </p:cSld>
</p:sld>
</file>

<file path=ppt/slides/slide1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C0CBED-7538-4A1B-A4D0-3AE1857C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BA431D-095B-40C2-8C4F-50ECCCF4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점심 전 Gate · 14:00-15:00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3B5F3D-9CD0-414F-95C3-F0A530B3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1C5AD9-D937-4371-96DD-88F2621E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10386E-2C10-40E6-8177-577D40DF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12:00-14:00 · PART 2/2 · SAFE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C8393F-CB44-4852-A6ED-6F13DB88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189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7827B1-3D23-4814-8175-1C84886D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첫날만 점심이 늦어져 죄송합니다. 14시에 바로 쉬고, 14:55까지 돌아와 주세요.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07622B-BE40-46CD-845B-4B18EB48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68C71B-34AF-48A7-9556-F2858811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E949E7-287C-4D20-8343-F42008FA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Notebook Run All이 끝났는가?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247287-AD1A-4324-8F8B-9F5FCB6E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B487D5-54AE-486A-A5FE-900D2CBF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93417C-2D8B-4F47-8518-3B2A3E80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pytest 9개가 통과했는가?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056FE8-8D8B-49C8-9DB4-E9672C68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D80A87-39DE-4710-97CE-F26BE758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5695A9-DF8D-4FA7-B773-FB9084D5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내 commit diff를 60초 안에 설명할 수 있는가?</a:t>
            </a:r>
          </a:p>
        </p:txBody>
      </p:sp>
    </p:spTree>
    <p:extLst>
      <p:ext uri="{BB962C8B-B14F-4D97-AF65-F5344CB8AC3E}">
        <p14:creationId xmlns:p14="http://schemas.microsoft.com/office/powerpoint/2010/main" val="490960199"/>
      </p:ext>
    </p:extLst>
  </p:cSld>
</p:sld>
</file>

<file path=ppt/slides/slide190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67735E-2E13-4F6B-A17F-593AB8F8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317EB7-B61A-4030-A6A8-E6F780F8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5A2B65-B9DF-4DF2-BD64-0CDEE4C3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무료 실습의 핵심은 교체 가능한 구조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5E4CBC-9B21-4674-8BC8-D9C7420B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62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Ollama·LM Studio·Jan을 선택지로 두고 provider가 달라도 같은 계약을 유지한다.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A3DAD2-B36D-4B95-8BE1-BC17E37B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차성재의 현업 메모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553B21-F575-401F-AD1F-0E187A47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815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Ollama가 없어도 fixture로 계속되고, provider가 바뀌어도 나머지 코드는 남아야 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A19D22-F510-475E-A094-8621952E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05F0E2-B16E-4554-943F-31A4E4DD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산출물 · 공통 provider result · structured output · fallback</a:t>
            </a:r>
          </a:p>
        </p:txBody>
      </p:sp>
    </p:spTree>
    <p:extLst>
      <p:ext uri="{BB962C8B-B14F-4D97-AF65-F5344CB8AC3E}">
        <p14:creationId xmlns:p14="http://schemas.microsoft.com/office/powerpoint/2010/main" val="1519718207"/>
      </p:ext>
    </p:extLst>
  </p:cSld>
</p:sld>
</file>

<file path=ppt/slides/slide1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2341D4-3938-4922-B496-B8745901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BLOCK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0570F2-E56E-4835-93AC-69B249F3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 블록이 끝나면, 설명보다 증거가 남습니다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3F81FC-79E8-4BCB-BF0C-8923D316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0480F8-8976-44B2-A572-26626742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C600DD-E6AD-4943-9D54-DAAF9467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5640AC-41AF-4040-9380-327250AD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0FA709-D150-4D87-8AB8-9A101026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특정 모델과 프로그램이 사라져도 이 실습의 핵심 계약은 그대로 실행되는가?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CFC7F3-17F4-4997-9449-BFB5EA29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B67B10-07E0-4F2A-B562-3169F4A4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E18A6F-33C4-4FF8-8613-002DE33D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용어보다 먼저, 이 단계가 필요한 이유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A0DC52-5719-4F16-BE74-82F6B193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4E8060-CCD7-4D0D-9DDE-38EEA1A6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05B64A-6398-4D73-9861-347D1D6E2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문서와 실제 실행 화면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AFBE05-8B75-4453-B316-1951E76D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075F54-86C8-4191-B320-B2AB2427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2568CB-D7E8-45FC-8A99-54C9DDB7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강사와 같은 순서로 최소 단위 실행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E26420-45C0-4AA1-BE9D-D0D8E5A4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9744E2-0C50-4979-949E-06B6D2B9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복구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925951-D436-4934-9B1B-72B0577E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막힌 지점에서 오류를 분류하고 우회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A1E78F-AA61-4943-BD5B-A8748F48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ED9C43-54F9-4BE0-9B27-9315268D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완료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CC517A-5858-47D4-8BF6-6BE8C376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파일·test·commit 가운데 하나를 남김</a:t>
            </a:r>
          </a:p>
        </p:txBody>
      </p:sp>
    </p:spTree>
    <p:extLst>
      <p:ext uri="{BB962C8B-B14F-4D97-AF65-F5344CB8AC3E}">
        <p14:creationId xmlns:p14="http://schemas.microsoft.com/office/powerpoint/2010/main" val="961806332"/>
      </p:ext>
    </p:extLst>
  </p:cSld>
</p:sld>
</file>

<file path=ppt/slides/slide1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B7099D-669B-421C-9EE0-4318E792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1/4 · Model on My Computer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CD033E-ECAB-41C2-989F-58EE4EBC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LLM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58307D-4A62-4723-8235-8F01CFC9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D9099D-0751-4365-910D-BB52E2D0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3F5FF6-14FF-4E07-8AB7-395956D4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FB33B6-F00D-4480-ADEB-75196FBC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D19F52-377E-4CC2-9CBF-923A7130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4C8C03-7145-443B-8FBC-AA7B5AA7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9F8CD6-E590-4CFD-81C9-024E35B4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외부 API가 아니라 내 PC에서 실행되는 언어 모델이다.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5DAC2C-67EA-4FB7-B69E-C74E8146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ED00D6-EF72-42A9-B28C-0ED9A0A2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E942B1-E8AA-42A8-AD01-E0BB543B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49FAFC-692C-4A36-8D8A-023C5426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무료 실습과 데이터 통제에 유리하지만 설치·메모리·속도 제약이 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FAB4ED-6F44-48BB-8201-E99A1C42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155D9F-11F5-421D-8590-FF40FAAE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7C469B-2F62-4465-912D-A7D31B5E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815D5E-1D28-4B08-AEAE-46670CB9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Ollama에서 qwen3 계열 작은 모델을 실행한다.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E40CAF-97B8-4F83-AB06-1BE4C61E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59636993"/>
      </p:ext>
    </p:extLst>
  </p:cSld>
</p:sld>
</file>

<file path=ppt/slides/slide1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DD3FE9-D968-4E1D-900C-A936AE7D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2/4 · Model Access 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969C23-1463-4A4C-AD87-D3FB3898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Provider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20DEBA-5857-4B73-BE49-DF88CE67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C8B968-97FA-474D-91AF-545E7582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48C78D-8C3A-4CAB-9F07-08314A2E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4C9743-FCFF-4304-9E1F-701F470D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BFFE4E-DF89-4BE3-80C6-30915554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820911-F352-4BF1-9631-7A046D41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0F9380-001F-40BD-946B-9F02F964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OpenAI·Anthropic·Ollama처럼 모델을 호출하는 서비스 또는 실행 방식이다.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91E677-D6BC-4E73-8B95-D41730F4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32D88F-3A7F-465C-8DDA-7597C59F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52ADC7-183C-4504-802D-F0C4841F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919D42-735D-4DE9-BC48-9F34EF48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Provider마다 URL·인증·응답 형식이 달라 코드 결합을 줄여야 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7000E3-E4F4-458C-B201-D12892B6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ABAF97-DE81-41DD-96AE-F3F70953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28E781-BD38-4303-A7CB-7701F070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8869A1-BA38-46AF-93A7-00922021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provider와 fixture provider를 같은 인터페이스로 부릅니다.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BBB3AF-82C1-4880-AC62-E43B8332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02347199"/>
      </p:ext>
    </p:extLst>
  </p:cSld>
</p:sld>
</file>

<file path=ppt/slides/slide1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ECF1F4-0835-4167-AEFF-1DD33B31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3/4 · Common Interface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D2CDB6-A304-4C96-A2AB-20950AA6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Adapter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EB6288-B575-4DD5-9914-84CFA994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B58B39-CCB2-48B8-B04F-4440B0D8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B1E48C-8332-401E-A45E-EFA7DB35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4642EB-FDDF-4D9E-9955-3B25C1EE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41B12A-4CA3-4C47-8DD1-C03DAA0B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57268C-43F4-4B1C-862E-D2FBAABF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FB7573-A43F-42CA-B923-740A3C48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서로 다른 Provider 호출 방식을 하나의 공통 함수로 감싸는 계층이다.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6F9D34-51CC-405A-9039-3197EA67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CC247F-F745-4E75-9C21-564D3F4F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95E3E2-D97A-482F-86A0-A70754BD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C9747F-2EA4-4F80-A6F8-349F30F8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모델을 교체해도 나머지 Workflow를 바꾸지 않게 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4B52A0-1EA3-45A3-ABA8-71DFC648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419E11-B00B-45A0-9D89-5BE17CDA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4DD11C-50FE-41E0-93E9-87DDC1F1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C59D7C-657D-4C53-A0B3-9B337507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generate(prompt) 함수 뒤에 Ollama·LM Studio·fixture를 숨깁니다.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F82DA2-295B-4EAF-9CD6-FFC4A8C9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73937390"/>
      </p:ext>
    </p:extLst>
  </p:cSld>
</p:sld>
</file>

<file path=ppt/slides/slide1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9F0F0B-9D92-4F6A-A9CF-478FB622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4/4 · Alternative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62E1E0-C52A-44EF-AEDE-4B7C225A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Fallback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EC2E43-3039-456D-922E-8CD32808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944D16-CFD9-41CF-A8F7-EA936411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1B8562-4FB5-44CD-A02F-FA2F90EC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93F76A-D541-4C68-B81F-DF6A35DB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F4E7C9-C95A-44BD-912E-54DA8D6D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B70954-BEA9-4187-9D10-02D59AF6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25E468-7F57-4664-BF19-62323482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주 경로가 실패했을 때 학습이나 업무를 계속할 대체 경로이다.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895954-2F34-4088-89ED-3460A744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759626-1B95-46C7-804C-6E014EC8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FB4998-146C-4190-B75F-F477B909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FF2A8E-3205-4605-8510-8F134940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설치와 네트워크 문제 때문에 전체 실습이 멈추지 않게 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443964-6566-4BE7-A19D-66E3A1A7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AADEE4-EFDD-4BFC-9098-0418C2B0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83E64B-CC4D-4467-8AB2-06BEA60A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9E4CD3-F6DC-4058-95D4-AF35D3AC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LLM이 없으면 고정 JSON fixture로 Schema·Graph 실습을 계속한다.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789363-C3AE-49B0-A350-09EA7C39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1017765"/>
      </p:ext>
    </p:extLst>
  </p:cSld>
</p:sld>
</file>

<file path=ppt/slides/slide1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AC922F-316D-4A1C-9DFA-D1B08400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BB112E-04AE-446C-8974-7580162B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필수 목표는 “모델 설치 성공”이 아니다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4668C5-BFE6-4E5E-8EA6-5C99EDE6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A59A2B-5C9B-41A5-B8F9-D57F6BA7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F0D354-2ADB-4913-8970-737A945E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F7E58-DAC8-4FD6-BCF9-0E8405F2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4E4F95-79D7-4117-92CD-1C90F137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1B8F58-68F3-4DCA-AEBF-D1B4487F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provider가 없어도 mock·fixture로 adapter 계약과 예외 처리를 완성한다.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8f1f1209d247ed">
            <a:extLst>
              <a:ext uri="{96DAC541-7B7A-43D3-8B79-37D633B846F1}">
                <asvg:svgBlip xmlns:asvg="http://schemas.microsoft.com/office/drawing/2016/SVG/main" r:embed="R4c1ec53cf4ad407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F781EA-398B-46B0-971C-C96F4D7C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현업에서 먼저 보는 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702366-C779-4659-99CA-6AE46E80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05ABDB-73A9-4205-A91B-E958F8CE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mandatory: contract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539C2C-D34C-416B-A213-6404EB5B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90427B-7217-4006-B67F-2E73B067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optional: local 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ECA391-365D-4BBF-BFAF-D30D1390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0E4EE0-1851-450D-AB83-5FF521E3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 score penalty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1F6CAE-2E63-4F2D-9534-F36545D9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DAA140-BEFC-40A0-B994-7035E4DD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무료 실습의 진짜 조건  |  무료는 비용 0원이 아니라 선택권이 남아 있는 구조다.</a:t>
            </a:r>
          </a:p>
        </p:txBody>
      </p:sp>
    </p:spTree>
    <p:extLst>
      <p:ext uri="{BB962C8B-B14F-4D97-AF65-F5344CB8AC3E}">
        <p14:creationId xmlns:p14="http://schemas.microsoft.com/office/powerpoint/2010/main" val="1362501106"/>
      </p:ext>
    </p:extLst>
  </p:cSld>
</p:sld>
</file>

<file path=ppt/slides/slide1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E0BDE9-A148-4B91-B16A-536BB863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1094A8-4FCD-4EEE-A161-96122231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Ollama는 CLI와 localhost API 경로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9EF44A-042F-4F8D-846B-8851A98A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E8A667-7686-42E0-88EE-03B12C82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D39875-2CAA-416D-B9A5-C5D9F4C3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E783F1-6626-44CF-A99C-4093E282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DC95FF-F6CE-465C-8281-8DA26E00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모델 pull·serve·generate를 간단한 로컬 흐름으로 제공한다.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A310E5-031D-43F3-9480-5768BD5F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0EBCB1-F263-44F6-8402-05DD6161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pull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5EDE3A-9926-42E0-981D-80C737DA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6EC38A-D191-4BE1-896E-BEF22680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localhost:11434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31A76A-5A32-46BB-A930-C2D66877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444DF7-F76F-4A4F-BBD3-6D7880B7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API key 없음</a:t>
            </a:r>
          </a:p>
        </p:txBody>
      </p:sp>
    </p:spTree>
    <p:extLst>
      <p:ext uri="{BB962C8B-B14F-4D97-AF65-F5344CB8AC3E}">
        <p14:creationId xmlns:p14="http://schemas.microsoft.com/office/powerpoint/2010/main" val="1099167275"/>
      </p:ext>
    </p:extLst>
  </p:cSld>
</p:sld>
</file>

<file path=ppt/slides/slide1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2CD659-03E4-42A1-B51C-06FB80DF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D98B1E-65BD-4DC9-8577-7C174787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LM Studio는 GUI와 OpenAI-compatible server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0E3D4B-2C27-4D32-BC24-72025729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2FBBEB-5A07-4B50-865D-6CF57DEE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0CF972-2624-4C67-933B-C4168B39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F589CC-6EF7-4459-A719-94B5F38C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EBDEF1-FE22-4BA8-9ABC-8558D1BA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284B2C-DB60-4C21-B851-07FD455E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관리와 local server를 화면으로 다루기 쉬운 대안이다.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3413FC-3C46-43F9-B264-7357C9B9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현업에서 먼저 보는 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B40CAE-0967-49EE-BB0E-7E6F5402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252C5B-ABB4-489B-9BAA-BDEE1C44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download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7D764B-78B2-4F62-979E-76DA2F06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3EBA18-FB0A-4196-97B9-C2527AF7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start server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9FE529-FFAB-4D3C-90C6-F26EC45F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D12DF6-CA30-4895-BBC6-6C71DD23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base URL</a:t>
            </a:r>
          </a:p>
        </p:txBody>
      </p:sp>
    </p:spTree>
    <p:extLst>
      <p:ext uri="{BB962C8B-B14F-4D97-AF65-F5344CB8AC3E}">
        <p14:creationId xmlns:p14="http://schemas.microsoft.com/office/powerpoint/2010/main" val="745032057"/>
      </p:ext>
    </p:extLst>
  </p:cSld>
</p:sld>
</file>

<file path=ppt/slides/slide1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9E2EA3-9850-49E8-9BA9-54E8DFDA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AE7113-634B-451A-8EA5-537AB3A7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Jan은 desktop local API 대안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917B97-16DD-4AB0-803E-D4BF0269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C9EAB5-6646-4C1A-9581-B5029CC0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D7C397-AE96-4046-94A2-EB1A14BD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95EDC9-C457-40A3-B33B-2FAF1975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199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345569-EBA1-4542-BFD2-4996A0D0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OpenAI-compatible endpoint를 통해 기존 client를 재사용할 수 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C440B3-B018-49D5-BA05-DF838FA5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9AD61B-4E49-4A9B-962F-4CB0A191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server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C7EBBC-80C4-424C-9F45-16B6CA4A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1284B4-C585-473D-B599-8938B4A6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 selection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66E98D-A786-4E5C-B6F4-35216D43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97CAC1-F847-41A9-AA54-13A6147C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offline-oriented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7C3AFA-32C5-4520-AED2-5F3B15CF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8AD8BB-D426-45DA-9026-39DFAF45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무료 실습의 진짜 조건  |  adapter가 없으면 모델 교체가 곧 프로젝트 재개발이 된다.</a:t>
            </a:r>
          </a:p>
        </p:txBody>
      </p:sp>
    </p:spTree>
    <p:extLst>
      <p:ext uri="{BB962C8B-B14F-4D97-AF65-F5344CB8AC3E}">
        <p14:creationId xmlns:p14="http://schemas.microsoft.com/office/powerpoint/2010/main" val="588570525"/>
      </p:ext>
    </p:extLst>
  </p:cSld>
</p:sld>
</file>

<file path=ppt/slides/slide2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9E9B04-8BC8-44F7-9417-BC87B1C9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B1CCDC-DEC9-4201-8809-63D12BCD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Provider adapter가 차이를 감춘다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33B815-25B5-4EC8-8F0E-43B0C6BE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054E36-4F23-4CB6-9EE5-7588CE07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6946B4-5F13-46A6-928A-481FC9A9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636628-08DE-4221-8DE7-82722971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826BA4-5AB9-44AF-AB39-59F36B30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CD7ABC-A861-44D4-B702-E9E28391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URL·인증·payload·response를 provider 내부로 모으고 앱에는 공통 result를 준다.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05AA0E-8EE5-4DFA-B0B6-35388E09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현업에서 먼저 보는 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05D31B-530F-4EB7-9044-E4E42EE6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262B3F-29BF-4AB4-B1A4-22380A17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generate(prompt)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DDD5AC-2E26-43B4-8E67-D96C43B4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920909-F7F1-4C7C-8E45-72534A91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success 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B732D0-0C46-408B-977B-5EAC6282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0B4346-3FC6-4C67-9C14-430A58D4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normalized error</a:t>
            </a:r>
          </a:p>
        </p:txBody>
      </p:sp>
    </p:spTree>
    <p:extLst>
      <p:ext uri="{BB962C8B-B14F-4D97-AF65-F5344CB8AC3E}">
        <p14:creationId xmlns:p14="http://schemas.microsoft.com/office/powerpoint/2010/main" val="1805230792"/>
      </p:ext>
    </p:extLst>
  </p:cSld>
</p:sld>
</file>

<file path=ppt/slides/slide2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6A94EF-2D91-4CB2-B99A-F00AE477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74D3A2-73EB-44D9-BF26-033AED8E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OpenAI-compatible은 완전 동일을 뜻하지 않는다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439C6E-63BD-428B-869E-EA8EF80A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D2B012-0B8E-482C-A84E-8F627CF5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8D8479-A4CA-4302-B691-F484F590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8B38F2-2BEF-4A28-9F22-7842DD09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4DBEAB-5EBD-4470-8E58-F39610E7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model name·지원 필드·tool calling·structured output 차이를 확인한다.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63B06F-9BA7-4DC5-B524-8ACD8F73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B7B432-8DC8-44EB-BAEB-2B8910D9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endpoint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AFEE0D-191C-467C-9FDE-70469D94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FA50D3-37C2-4695-AEA4-DF9E499C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payload subset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A586D7-4D9E-4791-A868-C4D9803E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60F5D1-023E-43DC-B6CD-0F70B6A5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 capability</a:t>
            </a:r>
          </a:p>
        </p:txBody>
      </p:sp>
    </p:spTree>
    <p:extLst>
      <p:ext uri="{BB962C8B-B14F-4D97-AF65-F5344CB8AC3E}">
        <p14:creationId xmlns:p14="http://schemas.microsoft.com/office/powerpoint/2010/main" val="957262562"/>
      </p:ext>
    </p:extLst>
  </p:cSld>
</p:sld>
</file>

<file path=ppt/slides/slide2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C2F283-00E5-44EE-950C-19C8087D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63034A-8451-4F79-85ED-A0936EB1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모델은 출력 계약을 더 엄격히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F4EFC2-E17D-4EC2-AEDD-807A8A10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11FC88-61E0-4348-9063-B021DAFB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2B944F-B0A7-4013-B683-8798234F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6B1C87-5BA9-4797-9ECE-598BBAD7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1F8B80-1411-4D24-AB40-B2FE73E6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1772CF-3853-4F40-A224-65257463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JSON parse·schema validate·repair·human review를 별도 단계로 둔다.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905002-5FFD-4234-9BE1-B7F1B960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현업에서 먼저 보는 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4479D3-8872-4508-AA00-28442763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207803-0B10-47D2-872B-4B5E828E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extract JSON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C6B541-FD58-4719-B831-4BA9BF26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2AB083-D609-475E-8127-CB339A41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7A29EB-DC9A-4A4A-A864-EC35B0C4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CE39B5-F74C-443C-AF81-5AEA4958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bounded repair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9B0DF4-698A-409F-AD38-DF1C7BF7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57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165E75-3E1F-46B5-992C-7A324767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721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stop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B3FFD3-E8C5-426D-A0AF-59145D57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06E467-0856-4E6F-BAD5-67A2DDE6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무료 실습의 진짜 조건  |  local LLM은 정답이 아니라 데이터·비용·지연시간 사이의 선택지다.</a:t>
            </a:r>
          </a:p>
        </p:txBody>
      </p:sp>
    </p:spTree>
    <p:extLst>
      <p:ext uri="{BB962C8B-B14F-4D97-AF65-F5344CB8AC3E}">
        <p14:creationId xmlns:p14="http://schemas.microsoft.com/office/powerpoint/2010/main" val="281431940"/>
      </p:ext>
    </p:extLst>
  </p:cSld>
</p:sld>
</file>

<file path=ppt/slides/slide2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3F90EE-89BC-4515-87C7-AE10C704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523E2D-53F1-42B4-A0F2-64E8829F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로컬 provider 선택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365D7B-76D6-433E-BB7C-287C9AD6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123C99-12B3-4838-BA65-41A6D343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2F4DBF-80A7-45A9-BFF3-7719BE32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7C2F85-3C75-4DC6-8653-F2F8DC7A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58F98F-46B0-4091-99FE-C8A9B081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3CE97B-1809-45AC-BFF8-47734A51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AB5D50-87F2-441E-9A7A-3E66B063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A6BFAB-1225-4124-9AA2-AD333007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RAM·권한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B676DF-D28B-42F1-AC15-E934B671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1FE44B-74E7-4EA4-A7F5-6346B6E3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60304E-734B-451B-8295-DD405F85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CHOOSE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33A07E-AE0B-4E34-B58F-07AF1123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Ollama·GUI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C13619-4474-4775-B7AA-25078456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AC224E-891B-478F-83D1-38BB9F73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4895FC-CAFF-43A4-B60D-8A9B169C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VERIFY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F2BBDF-5B91-43D9-A32E-4D433124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health·model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92EC2E-7CFE-4E1F-95D0-4EBD812B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800580-53FA-4812-9726-A3F69E71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492CCE-0989-4C61-9D68-EE08304C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FALLBACK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85F64B-BB8F-4928-BA1D-14114150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fixture</a:t>
            </a:r>
          </a:p>
        </p:txBody>
      </p:sp>
    </p:spTree>
    <p:extLst>
      <p:ext uri="{BB962C8B-B14F-4D97-AF65-F5344CB8AC3E}">
        <p14:creationId xmlns:p14="http://schemas.microsoft.com/office/powerpoint/2010/main" val="1872454795"/>
      </p:ext>
    </p:extLst>
  </p:cSld>
</p:sld>
</file>

<file path=ppt/slides/slide2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9C178C-75FD-4371-B380-3BDFB0E3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AE325F-6A88-414B-A23C-8C061449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최소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7EDE2A-A441-4236-B294-95AB65A9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859D72-DF45-4614-A220-7220CB75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70CDC9-7B09-486D-9EB2-F03B169D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71A8D3-F8DD-4C41-BE17-9B23999A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988C91-060A-4F24-86FD-AECDCAD2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A6F989-417F-4521-BFE1-97E2962F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DE9D43-B330-43B7-8DF1-9D9906E4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INSTALL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C44DE7-3B7A-432E-AD91-BC91AFCB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공식 배포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5F2EC4-7E70-4B97-8D02-A51730E9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A2D585-1663-4073-AE2D-C2335D29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69F0FF-CAAE-4C31-A600-374B708C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PULL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A856A7-5AE4-4A9E-B487-66F6740F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작은 모델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45EE8A-B4A1-4ED6-8ED7-77C4C095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CFA54F-6055-4EED-A556-9162A7E2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2C9DC1-EAD9-478F-B2A5-6284C1EC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LIST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1AD0E4-35CF-4F62-B6D6-A6E2A99C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model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28BF5B-1E7F-460B-AEE7-7B0527FA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A818F4-F99E-4914-9D2F-192035C8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F76DA8-B83A-451A-B9B1-BCF6BF6A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GENERATE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A53026-BC43-42E2-9397-F9412594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API 호출</a:t>
            </a:r>
          </a:p>
        </p:txBody>
      </p:sp>
    </p:spTree>
    <p:extLst>
      <p:ext uri="{BB962C8B-B14F-4D97-AF65-F5344CB8AC3E}">
        <p14:creationId xmlns:p14="http://schemas.microsoft.com/office/powerpoint/2010/main" val="880168085"/>
      </p:ext>
    </p:extLst>
  </p:cSld>
</p:sld>
</file>

<file path=ppt/slides/slide2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45498F-A3FD-4BE4-87C5-8B258A3E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96A976-03A2-48A4-9286-BC08F9F4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Adapter 네 단계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BFAE95-E915-40EF-B8A1-797E504E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5E306-F59B-4E93-AE18-71348AE1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A1C214-57B2-4736-B5EF-99185EDF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D38B6B-F6C6-4F74-BAE9-6A1FB2ED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1834C2-149D-43A2-A7B3-C4401155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7DAF0B-0C36-4BB2-A7B7-8A176F9C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5FB523-2A09-424C-94F3-BB01F99D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F14D9A-D6CB-4944-A816-09963A95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공통 prompt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C929F2-E5B9-4388-9DE5-F36B3302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BE2284-E815-441E-933A-214C8C4C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320D2D-ED11-4E24-86B5-3FC8395A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29C111-9934-43BD-B169-512B6FDE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provider payload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C503C3-BD2B-4F5C-88D7-4594DCEA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E02939-8F9B-4349-A9CF-2C00AFAB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0478CE-F388-4530-8A31-AAAFBA03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2E491D-FD81-4B9B-B548-EF606F1F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timeout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70F228-6B72-478B-8ECD-ECC8BA6F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4934AA-5ECD-4C68-B32C-30035A17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19A58B-97CC-4904-99EC-A9076127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NORMALIZE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4EF58D-34BC-4E92-8589-580E8F64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공통 result</a:t>
            </a:r>
          </a:p>
        </p:txBody>
      </p:sp>
    </p:spTree>
    <p:extLst>
      <p:ext uri="{BB962C8B-B14F-4D97-AF65-F5344CB8AC3E}">
        <p14:creationId xmlns:p14="http://schemas.microsoft.com/office/powerpoint/2010/main" val="1608153351"/>
      </p:ext>
    </p:extLst>
  </p:cSld>
</p:sld>
</file>

<file path=ppt/slides/slide2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F237BE-7DFA-42AD-A46B-3557F90D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2D81B1-8084-4E3E-B6CA-2F0092B5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Structured output 처리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DE6D4-FA93-4CA8-8979-811CF9DB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8781D1-6E4B-4678-9056-27C47523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FB3397-0EF3-425A-A55F-52ACC48B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2DA1CC-C211-41F8-AC37-A7B72B9F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3A16E9-6512-421E-A3C1-D3CEAF86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38B7EF-4E4F-4E99-B2C4-F45B9458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3D29EB-F939-4429-AC07-F4A19BDB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0FFB33-C71B-4AEC-94E8-D70F79C6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원문 보존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62DB8E-B136-4D61-9F5E-9F78BE3B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06BAF1-EC4E-4908-88BB-BEF26B89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84637E-BB88-4CB5-9B9B-7990B963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PARSE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B191F3-6AD6-47A1-83E7-CF6BF6C3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JSON 추출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F241ED-2DC2-4F72-919C-C661DE13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D9FEEC-6286-47D7-BE73-6F2F22B3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B240E7-8B17-43AB-8158-1661A574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D15F38-588D-4F67-9EB9-A215C58E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schema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B8659F-0976-491A-A4E1-4F2C2B68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48C6CA-F616-49F8-8D28-88D45AE9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FABF2A-1C5E-4787-B517-FDCE5447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9398EF-A1E7-46BD-9F24-97ECB7CE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repair·human</a:t>
            </a:r>
          </a:p>
        </p:txBody>
      </p:sp>
    </p:spTree>
    <p:extLst>
      <p:ext uri="{BB962C8B-B14F-4D97-AF65-F5344CB8AC3E}">
        <p14:creationId xmlns:p14="http://schemas.microsoft.com/office/powerpoint/2010/main" val="1275952206"/>
      </p:ext>
    </p:extLst>
  </p:cSld>
</p:sld>
</file>

<file path=ppt/slides/slide2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101593-A1E5-4C43-85D0-FEE47519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F79CA3-4F28-4FA0-AF31-679D07DE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오류 분류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4141C9-F709-4F6A-AEC6-AFDDBA4F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85EA0B-4C15-4BB3-A244-C7D3125A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5716E5-7822-46EF-86FA-1773043B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D30C50-2F6A-476E-82AB-64A1F6D6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B040AB-F6AC-490B-BD45-C06206BE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9C66B1-3274-4158-8345-38D3BF6D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5CB4F9-BF91-4CF4-9083-60066F98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CONNECT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40146A-4F32-4638-892F-DB603FFB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서버 없음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D1A084-0930-41F8-AC08-E8B60293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07E799-43E2-40AD-AD4A-12326001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AE8E21-A541-4729-8210-2C1D950A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13E1DF-DD4A-43DF-840D-09004A16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tag 없음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0F61D0-F736-40A7-9A1A-19778439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7FD0ED-A379-4D73-B0EE-A768FEE1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D80788-3E85-4C7E-BADD-8F5D6B73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FORMAT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E9987D-3347-43BF-A576-8E3B5D5A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JSON 깨짐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CE1E18-B7BF-404D-9C28-A4985DEB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5EE12F-D838-4F3C-B3BD-C65F9C1D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66A93E-97B5-4124-9590-50A5DCAE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QUALITY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7F9194-FA11-4DF7-B1A6-8FAA53B0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근거 누락</a:t>
            </a:r>
          </a:p>
        </p:txBody>
      </p:sp>
    </p:spTree>
    <p:extLst>
      <p:ext uri="{BB962C8B-B14F-4D97-AF65-F5344CB8AC3E}">
        <p14:creationId xmlns:p14="http://schemas.microsoft.com/office/powerpoint/2010/main" val="17927205"/>
      </p:ext>
    </p:extLst>
  </p:cSld>
</p:sld>
</file>

<file path=ppt/slides/slide2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5F10AE-9B15-41AA-8283-028300D1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B571A-AE76-4326-9B31-19961C9F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화면은 네 가지만 보면 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188786-8007-4B65-A529-869D3BD7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2CB3A9-C30D-49A0-B70B-601F5EC1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0D1066-BE4E-453E-8F9E-322E46E0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EBC297-A7A8-40ED-987F-35495472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2521A6-23CF-411E-874B-54ECCBFA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시작 화면 → 클릭·명령 → 성공 신호 → 막혔을 때 대체 경로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9CF0EA-04A1-4559-A1BC-BE8EE893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FB0F99-9D84-4B65-84DA-3A8623E0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A92BE8-0C8C-4FDE-AE7F-93B21349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다운로드 · OS별 설치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DE7027-F9DE-44AA-8E1A-A6BF7E54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수업 전 미리 다운로드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96E675-5F96-4725-8CFE-8FA991DE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FFF760-4FD7-41B6-8F62-0B2201BD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587261-4AF5-4FE9-9DAE-5A9ED232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F4315A-619E-49FD-8B1A-ED9D9C57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Qwen3 model library · tag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D0269C-FDCD-4415-9941-F1D91B1C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강의 직전 tag 재확인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33D7EB-6322-42D3-B01C-6F90D736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61ABD1-AE53-4B8D-9100-BFDCE571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FF6DA1-E0AC-4759-A1CE-7CF4D781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62FD30-E077-40D8-80F8-5A599C38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LM Studio · Local LLM API server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2E24F4-C684-44BF-B3A8-5121A438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OpenAI-compatible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6D7734-DB3D-4C4B-8C0C-08163009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338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5C81BD-7691-40E3-98CD-FD41946A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11C380-2BAC-44AE-A994-6FF3B6BF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8AB6CF-7714-4470-869B-AA1D3408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Jan · Local API Server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43062C-03C0-45BD-B790-F8994F27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공통 adapter 연결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367C3C-148A-43AB-AE65-699AD61B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65780077"/>
      </p:ext>
    </p:extLst>
  </p:cSld>
</p:sld>
</file>

<file path=ppt/slides/slide2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641726-191E-4CEE-AF0E-5C9E9569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1/4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CD8B67-9F66-4E27-8696-2E1DC119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다운로드 · OS별 설치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562FDB-5A6E-4466-8A3A-177B49AE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1054BF-457F-4204-82CA-0F778173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0BDEA3-5E43-4417-83DE-302138B1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7E95DF-AF42-4475-87BE-F7D1E544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D900E9-6730-46E0-B091-0FB17D3E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374DC2-ED54-437A-A233-1F4D7C2B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C49064-E9AD-4CDE-BE8A-E58DC0F2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설치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407826-F892-41C2-B63B-DFC58E8C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A8B10B-9BD3-4CD1-B3A7-843F4F5A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OS 지원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AD7BA6-759D-4ECD-AA0F-809E65B9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E05417-0797-4C6A-9087-4801757A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회사 PC 권한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FFA443-6CBA-4012-BF94-8672DB22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B7A1B9-D3AE-4E87-BC37-8F13D460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 전 미리 다운로드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C575AB-A6B2-4A57-8322-C5E0DCCA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0ca925b95a46f5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3E5018-709A-459D-A81E-E3FB8CF2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Ollama Download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229436110"/>
      </p:ext>
    </p:extLst>
  </p:cSld>
</p:sld>
</file>

<file path=ppt/slides/slide2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28AE22-F110-448C-8A0F-E836746D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2/4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475596-2C0B-46B5-8ABE-CB2C879C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Qwen3 model library · tag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7407B8-4249-4446-A43E-5B06EC77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904AE3-7014-439C-9837-904A05D5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0C0779-07BD-493C-910C-D03CDBA8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6457F6-38A5-4FFA-BF0A-18E86436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50F782-39FB-410D-8ED7-84739744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D1A380-EB1C-4A13-9795-C659A6D3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D69570-10AE-42A5-9A19-B38498E6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tag를 그대로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DF8EE9-897F-4413-8A73-B52070FF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852C35-7015-4440-BB2A-D651D92F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크기·RAM 고려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C05F52-7D1D-433D-85E2-9611C20A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16D1DB-38C6-4CA0-835D-B7AB52FA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모델만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D09FBC-DF1A-4C70-A340-AF9F43BE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459B8D-E160-461F-86CC-F66CB445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강의 직전 tag 재확인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C07D69-486E-4C37-AE78-9CABA880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b0e518e6654759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ABFF10-36D5-46BE-A852-6AE6092E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Ollama Qwen3 model library 화면</a:t>
            </a:r>
          </a:p>
        </p:txBody>
      </p:sp>
    </p:spTree>
    <p:extLst>
      <p:ext uri="{BB962C8B-B14F-4D97-AF65-F5344CB8AC3E}">
        <p14:creationId xmlns:p14="http://schemas.microsoft.com/office/powerpoint/2010/main" val="1793562735"/>
      </p:ext>
    </p:extLst>
  </p:cSld>
</p:sld>
</file>

<file path=ppt/slides/slide2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E22E9D-78D6-458B-A414-989194E2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3/4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0FAE4F-7004-4843-AD9D-EA066693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LM Studio · Local LLM API server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DE3FA0-8B91-43F3-86E6-05380C9B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3C4629-3893-4E44-9F69-E807799A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E3A9B1-7340-4F42-A0CA-08B9C438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FC1E04-0802-4C0D-948A-2FE367AF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85D928-A107-41A2-A6BE-9E584E00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F8060B-058D-4C1E-BC65-694D81F3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40E46D-2C61-43DE-83AD-ADB4D811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GUI 모델 관리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A0B796-7A72-4E68-A9D8-2B0A0E23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0D82F2-95CE-4AE2-930C-89442749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server start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D8CABC-25BD-4652-92AB-5E29A6D7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258299-F8D6-425E-A1E6-314D50F9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localhost endpoint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6D0CD8-713C-4BB0-AB7F-58B0898C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9A8237-B92F-4F87-BCDC-38CA916E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OpenAI-compatible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02B89C-1536-43D9-879E-647D8ED5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0ea3b599db4ae0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B4C689-785B-48B4-8B55-C49D3666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LM Studio local server 공식 문서</a:t>
            </a:r>
          </a:p>
        </p:txBody>
      </p:sp>
    </p:spTree>
    <p:extLst>
      <p:ext uri="{BB962C8B-B14F-4D97-AF65-F5344CB8AC3E}">
        <p14:creationId xmlns:p14="http://schemas.microsoft.com/office/powerpoint/2010/main" val="349500782"/>
      </p:ext>
    </p:extLst>
  </p:cSld>
</p:sld>
</file>

<file path=ppt/slides/slide2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326C38-582D-4804-8758-D9E5FA97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4/4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BE49F7-8E9A-462F-ACE8-6A243297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Jan · Local API Server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512654-C4D5-4D91-8B88-05070DCE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B6C651-4A24-466A-B711-5E5DFAC1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507BDF-484F-4C38-8B73-13C74DFC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E69A29-6ECB-4D70-B96E-EA94ABC6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AAEC5A-2E5C-4115-B834-8FB631D4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A171D6-29B7-44A9-AB49-EA8B4032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310798-C4C2-434F-A69C-D4464EC8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desktop 대안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F1DEC8-08B8-4C53-A365-DC959439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3C80DE-82B4-467A-8CEC-83FF21C6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server 상태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72F62F-2D84-48A0-95DD-A54D3973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B7B904-9266-424D-9A9F-16689284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 selection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A2B1D7-8005-485F-A1D8-0D926F97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874425-C76C-4FD0-9C41-F55C7EAA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공통 adapter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907FB0-35C6-4668-AA45-A28900D9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8b76c478714fa4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C43D82-797B-4FD2-8115-C180C288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Jan Local API Server 공식 문서</a:t>
            </a:r>
          </a:p>
        </p:txBody>
      </p:sp>
    </p:spTree>
    <p:extLst>
      <p:ext uri="{BB962C8B-B14F-4D97-AF65-F5344CB8AC3E}">
        <p14:creationId xmlns:p14="http://schemas.microsoft.com/office/powerpoint/2010/main" val="858619033"/>
      </p:ext>
    </p:extLst>
  </p:cSld>
</p:sld>
</file>

<file path=ppt/slides/slide2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6B19B1-CB87-438E-AE20-9CA7897D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CCDEF2-53BC-4C47-8541-C3360F50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generate payload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242681-1028-41CA-A532-E1CC2C26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FC5B8B-1157-49E3-88CF-8B9D1F9A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6BED22-86AE-47EF-99DB-850B2AEA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08F290-26E2-4234-BA2F-9D602990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576714-4DBF-4ECB-8143-E0138EA5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B0B525-06BF-4ECA-A6E8-6D2F320C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CC1A6E-CFB1-4D43-B97E-5AC41A71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localhost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82C216-4F6F-4016-BB80-4A19F311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4895D6-E475-454F-A1AD-98DE468C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 tag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EC3E09-E6A4-4FA4-BF26-B426A145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CA027F-23E8-4699-B2BB-B2AB13D9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stream 단순화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5D9B16-E2E6-4B2C-A09E-D2DEB462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BF7D30-9406-491E-8257-C333EB0E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timeout 필수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59E098-9151-4C67-9DA3-4C67738F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96479D-0B8B-43D9-95E2-F90A5D85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FD09F4-CDFC-4AB0-9653-04EE9331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payload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"model": "qwen3:4b",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"prompt": prompt,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"stream": False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POST http://localhost:11434/api/generate</a:t>
            </a:r>
          </a:p>
        </p:txBody>
      </p:sp>
    </p:spTree>
    <p:extLst>
      <p:ext uri="{BB962C8B-B14F-4D97-AF65-F5344CB8AC3E}">
        <p14:creationId xmlns:p14="http://schemas.microsoft.com/office/powerpoint/2010/main" val="924471841"/>
      </p:ext>
    </p:extLst>
  </p:cSld>
</p:sld>
</file>

<file path=ppt/slides/slide2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28100C-C890-48BB-BC49-BD94F9A5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8EB1C-0E76-4A25-897A-1A9C47B0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연결 실패도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CDB79E-1273-4300-8596-37E18F22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C7E097-2E1B-44CE-969A-C7231477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433C1A-B04B-4D0A-8EDA-B82EAF6E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240CA1-171A-423C-A506-867F7889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CDDC69-A9F7-4760-80F1-64FD4FEA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B8ABDF-8C6B-4501-B92C-4054749C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D5BD94-FCBE-4075-9E2C-7836FC3C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exception 밖으로 누출 금지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A95FFC-510E-4CD0-B117-0AA80DC0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E25770-9097-49F3-A513-D6FA83FD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안정된 코드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69144D-D943-4B51-8F56-5907B267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824FC2-6719-4B23-9FBE-F7D1374C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상세 원인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CE602C-EB98-45BD-824D-5D0E78EC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B2552D-F240-4540-ACF3-87546FDE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fallback 선택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C77A4A-EAEB-4315-BFD7-056FD349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24AC1A-F10B-4ACB-AE1E-0BA11C04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630017-EC10-4689-93DC-FC0AFE56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try: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data = post_json(url, payload, timeout=60)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{"ok": True, "data": data}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except URLError as exc: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{"ok": False,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"error_code": "OLLAMA_UNAVAILABLE",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 "detail": str(exc)}</a:t>
            </a:r>
          </a:p>
        </p:txBody>
      </p:sp>
    </p:spTree>
    <p:extLst>
      <p:ext uri="{BB962C8B-B14F-4D97-AF65-F5344CB8AC3E}">
        <p14:creationId xmlns:p14="http://schemas.microsoft.com/office/powerpoint/2010/main" val="458419006"/>
      </p:ext>
    </p:extLst>
  </p:cSld>
</p:sld>
</file>

<file path=ppt/slides/slide2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993E24-8F65-446D-9036-67ACABE5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0EA897-1876-4D7D-89C6-21443309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공통 Provider protocol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115BC8-4B24-47C7-AF5B-0BE7C53E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793D2A-BF4D-4834-A6A1-D76BEEBC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15BC13-30FF-4806-BEDF-4DC56B92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734E7A-16A7-4E22-881D-54A52CA8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31BA34-A32F-49ED-8A1F-26CCE6CC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890D53-AEAA-4170-B7D8-349660C4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20D6E4-3704-435B-A031-53C4BE35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앱과 provider 분리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F372DE-8A05-4337-AC0E-440A6431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DCA9E5-2F22-4FDA-BA2E-533AB1F7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입력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F76012-4188-4B75-B565-BE0C2A79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276912-3747-4599-85B1-CDA15E83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79A751-6E4C-43EF-A2BC-95BFB509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570B7E-3FAE-4967-ABE7-4E22D620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test double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3D0124-54CC-427A-A3D7-C737C491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8CE518-6893-47CC-B914-1925F26C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2F3943-7D18-49F4-AC5E-C9BB8393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class Provider(Protocol):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def generate(self, prompt: str) -&gt; ModelResult: ...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providers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"fixture": FixtureProvider(),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"ollama": OllamaProvider()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07659663"/>
      </p:ext>
    </p:extLst>
  </p:cSld>
</p:sld>
</file>

<file path=ppt/slides/slide2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50F852-6650-45DE-9D40-1946996A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F9C847-62AD-4D83-9A6F-33FD7FD3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JSON parse와 schema validate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079EF7-173E-4111-B41B-4A0D6708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00A83C-DC98-43D2-BE70-0EE2284F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6817F4-2A49-464B-A837-EC24FAE7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F7227B-27FC-4217-A4F2-23BF7E7A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BF09A8-B973-47B8-9157-430C5953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B45D58-1F2D-4BCC-ABDB-68911C33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50EDFB-BC04-4FFC-A675-5AC9466B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raw 보존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DD2B92-EA40-4045-93D5-58384D84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D89DD9-1A3D-4A37-A7B3-D0C9728C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parse 단계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60717A-04E8-45B2-A0E0-8F016EAC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940226-1F1E-4F51-A797-53197669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typed 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B3F98F-5D98-4D60-832C-D750CE1D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536D7A-B3F3-4EE1-928B-85235E87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근거 정책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B6DC86-2318-4C48-9298-4BE74FD3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C99C82-90A9-42F6-9249-D7A2FE61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C1E6B1-99AA-4FB3-827B-8DE38F57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raw = provider.generate(prompt)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parsed = extract_json(raw.text)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result = MeetingResult.model_validate(parsed)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missing_evidence(result):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NEEDS_REVIEW</a:t>
            </a:r>
          </a:p>
        </p:txBody>
      </p:sp>
    </p:spTree>
    <p:extLst>
      <p:ext uri="{BB962C8B-B14F-4D97-AF65-F5344CB8AC3E}">
        <p14:creationId xmlns:p14="http://schemas.microsoft.com/office/powerpoint/2010/main" val="426891987"/>
      </p:ext>
    </p:extLst>
  </p:cSld>
</p:sld>
</file>

<file path=ppt/slides/slide2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50123A-267A-4513-8ABE-3B3D3F50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9DE16C-8B87-4575-9E40-262DACC1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bounded repair · 한 번만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ACFDE0-60D9-4BB6-AE4E-B75D2444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C8D214-2474-4801-AC0D-D3D66F0D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52969B-3ADE-4537-9B7E-EF46F48F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B8FA87-B795-4C14-85F6-036395CF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69E1DD-D0B9-4320-B1A6-77DA24F3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E5A255-F077-463B-AB22-B0EF9C90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AEE846-24DC-423F-8ABF-AC6B7A3F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무한 repair 금지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B9E404-061B-4C0E-8C08-E503E612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7E2D63-609D-4D68-B536-7AAC91F5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정보 제공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574331-6C23-46FD-B71A-87D7A227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08C16B-AAB8-4753-AEE0-A54C97C7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최대 횟수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E8FD1F-DEDA-49CC-9907-BDC75C4D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5FB4D6-4F9A-407B-87E0-DB79D21C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 검토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7C8F86-8CC1-4B18-B6C4-C70B968B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6541D7-8887-4D1C-9DF0-0ED993F3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DBB8C0-EF47-42B0-B8DC-2573CF65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for attempt in range(2):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try: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return validate(parse(text))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except SchemaError as err: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if attempt == 1: break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text = provider.generate(repair_prompt(err, text))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return NEEDS_REVIEW</a:t>
            </a:r>
          </a:p>
        </p:txBody>
      </p:sp>
    </p:spTree>
    <p:extLst>
      <p:ext uri="{BB962C8B-B14F-4D97-AF65-F5344CB8AC3E}">
        <p14:creationId xmlns:p14="http://schemas.microsoft.com/office/powerpoint/2010/main" val="994689938"/>
      </p:ext>
    </p:extLst>
  </p:cSld>
</p:sld>
</file>

<file path=ppt/slides/slide2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309159-E764-4522-B3B4-EA0D8C1B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2EC990-C52B-4906-A2CC-54774055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Ollama health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AF67A-5C4F-49BF-9E7A-0553B696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F1DD51-111A-44B1-B9DC-CA959BF6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4B631C-0AC2-4D88-8D09-9252432F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C0D5A5-0AEF-4A89-A667-EABE736A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58E869-33DB-45D0-AB83-272D7842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3E566E-2E49-4EE8-ADDD-FB7381A0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12D2BD-32CA-4699-B5F3-A8C62824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9C04C9-FE2A-400F-8287-C270293D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132C37-B7BC-4C7F-877E-4D483FB9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07E6C-3D6B-4DC5-8365-597216BD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 list를 실행한다.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AD4E6B-85EE-4CC2-BFF2-B61463C7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9A76A5-2290-451F-A897-23E6EA03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7E7B06-CD82-47DB-8DC4-3CBFCDA2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서버 연결 여부를 확인한다.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1C9431-50B5-4619-AE5F-2BABA3BF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3EDBF1-B017-4BFE-BEC9-410CDA8E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1FD047-3D5E-4943-B8D1-0902B276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모델이 없으면 설치를 강행하지 않는다.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C24851-EE61-4405-BB9C-0AA541D8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AB01F5-991F-404A-B5CF-DC2E737A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DE7F6F-B163-4C24-9EC8-2C6FF231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 lane을 선택해 기록한다.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FF79C5-9488-444F-BF5F-EE573DCD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38785A-524C-4662-9655-39DFD837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481543-D799-4208-A154-36CBCEFA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provider 상태 1줄</a:t>
            </a:r>
          </a:p>
        </p:txBody>
      </p:sp>
    </p:spTree>
    <p:extLst>
      <p:ext uri="{BB962C8B-B14F-4D97-AF65-F5344CB8AC3E}">
        <p14:creationId xmlns:p14="http://schemas.microsoft.com/office/powerpoint/2010/main" val="1041173815"/>
      </p:ext>
    </p:extLst>
  </p:cSld>
</p:sld>
</file>

<file path=ppt/slides/slide2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90A288-13CC-462C-BD7F-8DFFAF54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DD566-B446-4971-BF3E-C98ABB9D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선택 provider 호출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D9DA1C-859D-45BC-B523-FC8B4923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3BA3CB-D2AF-42F4-8BEB-9432CFC3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3FA8F0-B7C0-4EA2-9B3F-5E0BF338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D7F29F-ACF0-4BF1-B20B-2E8B8E80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38E43-3DF9-434F-82A7-85D7CBFA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12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F2A820-D133-4FC9-8EC9-921E80F0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BCA6D2-71E4-40B3-9B52-6445E738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E55837-BB8D-4F21-8EF6-586F9C79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77CF6E-47F9-4837-B5BD-A2F43899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86D4A8-D7C6-4961-A84B-511A86B7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prompt를 짧게 입력한다.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77D360-80D2-415F-A6FB-3B0A166E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1CC1D0-3AFF-477E-ABB2-7CD09F8F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987235-3647-468A-87CD-D9455CB7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timeout을 지정한다.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7591A9-7979-43DB-8C59-4C1EA24A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5521C6-DE21-436A-A3DD-1D706DCB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C16E98-B99F-4367-AA4B-9C68986D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성공이면 response 일부를 확인한다.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2007CA-4BC1-4D28-8C20-8433A1A4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AC9283-1165-402A-8312-0A3A6AF5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CB2FE6-5FBC-4842-A998-61B3E93B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실패면 error_code를 확인한다.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56AB88-90CB-4B60-8357-D7608344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05F191-9978-4BDA-9FE9-1F6BEECB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0B5D5A-8220-4428-995C-3E9926D2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성공/실패 result 1건</a:t>
            </a:r>
          </a:p>
        </p:txBody>
      </p:sp>
    </p:spTree>
    <p:extLst>
      <p:ext uri="{BB962C8B-B14F-4D97-AF65-F5344CB8AC3E}">
        <p14:creationId xmlns:p14="http://schemas.microsoft.com/office/powerpoint/2010/main" val="1200552837"/>
      </p:ext>
    </p:extLst>
  </p:cSld>
</p:sld>
</file>

<file path=ppt/slides/slide2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D618FD-001C-4639-8D2B-AA1C413D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7466A0-36F6-4B56-99A8-68D248A9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공통 contract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6B06F2-58A5-4076-A3BD-E05A0BB2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A27BD9-DF01-429E-86F7-92669742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53B5C2-263E-41A0-82BA-3439C4BD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DF20C5-A32B-47DF-B60F-4196413A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134DAB-0217-4F35-B827-FAE8DCDA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F4E66A-E1C8-4681-8BC3-B2577BC7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1E9D18-7E83-431A-A540-CBAFB21D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48BA5D-7035-4377-8108-1A178FEC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0D9717-74BF-4F4C-B533-0428C39B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D30A66-C7C5-4C21-BE38-7B60BE09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 result 필드를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BCB832-8F0D-4B97-9CB7-F0813F2E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F8EC7C-96C3-40CB-9716-E3F2BBC1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F2BC8E-FAFB-45AE-9874-E4389839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result 필드를 적는다.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C18A14-6214-484C-AE2A-A742CED1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0A3CD3-DB64-4C0D-8A7A-4198BA33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E66E1D-C863-42E7-8529-A501D2AE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공통 필드와 provider 전용 필드를 구분한다.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8BC3E0-EF52-4072-A201-4C24105F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879202-4DF3-4E48-A718-363F3715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4F42F5-EEF9-414B-A457-F34D2107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downstream이 볼 필드를 정한다.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E06780-CD41-46EA-BDF5-61006068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F0AF87-A5CF-45A7-950F-CA307220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41878E-4771-435B-A01B-48B90B31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provider 비교표</a:t>
            </a:r>
          </a:p>
        </p:txBody>
      </p:sp>
    </p:spTree>
    <p:extLst>
      <p:ext uri="{BB962C8B-B14F-4D97-AF65-F5344CB8AC3E}">
        <p14:creationId xmlns:p14="http://schemas.microsoft.com/office/powerpoint/2010/main" val="485842122"/>
      </p:ext>
    </p:extLst>
  </p:cSld>
</p:sld>
</file>

<file path=ppt/slides/slide2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2439D5-D7DF-4576-A71F-373028FA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7A93EA-A7F8-41D5-B999-AD96447C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깨진 JSON 복구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7C10B0-2D31-4839-A671-E04E861D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55EA27-6783-491B-B465-DC7335CA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80CB1E-2F75-482B-8D49-BA215951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ED89B6-68D6-4DBD-86AA-FC42AA4E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7F0BFE-A954-4525-A6AE-6BC2639E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F1DD70-8D28-42D8-913F-8D6351C6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E33ED5-679F-489B-AA5E-8852789E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859DAE-259F-4B42-BE1C-7F63C087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0F055B-0A3B-4701-A4DC-C4942B74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99E781-01C1-444F-8468-666B3A35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마지막 괄호가 없는 fixture를 넣는다.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FE6997-A29B-4131-8572-367432CF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805F7F-562A-4CD8-8906-D9318847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7161BE-3E2C-4D8A-83BB-4D1AC10F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parse 오류를 확인한다.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3B7091-DF12-4347-9CA7-59353DDB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64863E-E161-42CC-893F-1012A9F6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E551A5-8941-4A9C-927B-64DEB959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repair를 한 번 실행한다.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53DD56-A4E5-4F83-8598-99A877F0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A6AC76-C19E-4C95-BC37-02E6032E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D0C6F4-8FEB-4318-BFFA-B165CEFE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두 번째 실패 시 NEEDS_REVIEW로 멈춘다.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925E85-B668-4087-9015-64DA93C4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2EBAAA-BBEE-4641-977C-487E1F78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944060-5231-4FDE-BA5B-B6F52C11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repair 1회 + stop</a:t>
            </a:r>
          </a:p>
        </p:txBody>
      </p:sp>
    </p:spTree>
    <p:extLst>
      <p:ext uri="{BB962C8B-B14F-4D97-AF65-F5344CB8AC3E}">
        <p14:creationId xmlns:p14="http://schemas.microsoft.com/office/powerpoint/2010/main" val="1329331495"/>
      </p:ext>
    </p:extLst>
  </p:cSld>
</p:sld>
</file>

<file path=ppt/slides/slide2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CB66D7-E99F-46A8-9CCD-D22C0E80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CAB9CC-8468-431B-B8BE-E4AE90BF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큰 모델 다운로드를 기다림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D0374B-0504-41E1-9C8F-98C6D392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EBDD28-6113-49F2-987F-719C2336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C8B87A-DD3C-46AD-8D1F-3B8873B0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159116-524C-49AB-8EB2-7E754F54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D4B6F1-478A-4DB0-BD06-AFAB2B50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8F5F00-0BF5-433E-9068-20E3D07B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FB8BEE-3247-435A-89E7-DBDC12FB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91EC97-C296-4039-A623-4E284CAB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7F13DB-D012-4D54-B0CE-657FEE76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 전체 대기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221CAF-E948-4192-8419-0A6C91C8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566192-A51B-4FA0-A268-07E5C7C3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디스크 부족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9DD063-FCBB-4639-9894-CDE83345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0E6361-B7D0-4704-BD30-7A1A09EC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RAM swap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5E641C-E766-4AE9-92C8-D5DA6E84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FBA98D-5E6D-4E67-BC2A-0F12C9DA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학습 목표 상실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267A7B-B8CC-4D51-99AF-76849943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8B491D-E2A0-42D9-A826-9B43BA7F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작은 모델 하나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C3DA6B-D4C7-4764-88F1-2A2F3F10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0F933E-9416-4543-9525-68B53615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사전 설치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125F43-BEAD-4CA7-B158-CEB154DA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B9A561-1ACB-47A7-B42B-D6094E09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fixture 즉시 전환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E520EA-735E-4B1A-B0BA-B47DCD56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66B21F-2B39-493D-AC9C-2C0BC5B5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비교는 심화</a:t>
            </a:r>
          </a:p>
        </p:txBody>
      </p:sp>
    </p:spTree>
    <p:extLst>
      <p:ext uri="{BB962C8B-B14F-4D97-AF65-F5344CB8AC3E}">
        <p14:creationId xmlns:p14="http://schemas.microsoft.com/office/powerpoint/2010/main" val="1809445743"/>
      </p:ext>
    </p:extLst>
  </p:cSld>
</p:sld>
</file>

<file path=ppt/slides/slide2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9C02CF-A76C-44B4-A240-CC85184E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F721FB-5BFF-4DED-B42A-06C68698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연결 실패를 traceback으로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9695E-74A2-4DFD-9A5E-A4CF9B82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392A3A-D18D-4A44-A4C4-B19A66C0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22E4D6-9146-4EED-88E1-01949122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D02AEF-87C3-4A3B-AB64-34D81575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136A07-5754-40C6-AFFA-6CD54072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B3569A-7042-4BD0-81AF-906668FB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F3419A-50C6-4D43-8EBF-5B6BFD03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0B7E2A-D538-4440-ABF4-E4C564B7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698343-7AE1-46D5-AB35-BEF11C19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노트북 중단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5E8302-DEF9-4F76-8052-946746CE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FCE3F9-D390-4854-AC4D-6C2F7192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학생 원인 파악 어려움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613A5C-E419-4413-9478-A4CBEF6B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F6ECF8-39FA-4599-846B-C132D7CD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graph state 유실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D72133-8CFC-4480-B54C-15A09CD2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524262-804B-4C35-89FB-9A569984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fallback 불가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1A7574-CA52-4F74-B99A-82C739BA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1C0B98-5200-4777-9F61-BA6A69F9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error_code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8BDEDC-56A0-414D-A9F5-EE776685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4AF919-8D04-4BEA-B9B3-6121F549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사용자 메시지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A42E10-827E-499F-9898-14BC350E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2459B4-0EAB-41EF-864F-46797608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trace detail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4F3BF1-9A93-44A9-B7DB-94EF9E0E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BC46B0-2153-41DF-A544-7FF87E85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same result contract</a:t>
            </a:r>
          </a:p>
        </p:txBody>
      </p:sp>
    </p:spTree>
    <p:extLst>
      <p:ext uri="{BB962C8B-B14F-4D97-AF65-F5344CB8AC3E}">
        <p14:creationId xmlns:p14="http://schemas.microsoft.com/office/powerpoint/2010/main" val="1029857842"/>
      </p:ext>
    </p:extLst>
  </p:cSld>
</p:sld>
</file>

<file path=ppt/slides/slide2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368550-4F8C-41D5-B08E-7F366A74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AFD104-7096-4830-9D17-EC0ECA79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JSON처럼 보이면 통과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778CE-F175-4277-8A77-DBBBCB63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A20CB9-9C65-45FA-9800-5F9CC475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967A1C-43CD-4FC9-AB85-9959A5FE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76974A-7CAA-433C-9683-1037F4B4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9EDEBE-82B6-442E-8F4C-3FD34852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E7CEC1-76F0-4CC8-8396-21681C2F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9FCF41-1B21-4A7A-9359-5F5F4CB1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AAE00D-0E39-406B-906D-3701F165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44465A-CA27-4416-8FE6-17A11A84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필드 누락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0D90D6-3F6B-4452-9364-CE6DB90A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FFD53E-71AF-4EE8-8B54-10A147F3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타입 오류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79987E-2764-4955-90A6-E2F45DED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9D03E0-B583-4CDF-BA05-872E8148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근거 없음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6FC0E7-9374-4C9D-8468-C050C59E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AA3DCB-AAFD-42FF-87FE-75947DE7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날짜 형식 혼합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E93350-E6CF-4EA8-9669-86DC570F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E7B029-2350-4DF3-B3D8-85D48F40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typed schema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9EED9B-D544-466E-AD09-1CBFFA52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902016-14B4-4702-94FD-BD10A89B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evidence policy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B399C4-C206-4955-A6AF-6CCD8171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CB0D00-8BC6-4298-9138-33F9C25B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date validator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914C25-583C-435E-B5B9-7A457794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76E4CD-759A-4114-A653-431D5CD1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human review</a:t>
            </a:r>
          </a:p>
        </p:txBody>
      </p:sp>
    </p:spTree>
    <p:extLst>
      <p:ext uri="{BB962C8B-B14F-4D97-AF65-F5344CB8AC3E}">
        <p14:creationId xmlns:p14="http://schemas.microsoft.com/office/powerpoint/2010/main" val="2069927770"/>
      </p:ext>
    </p:extLst>
  </p:cSld>
</p:sld>
</file>

<file path=ppt/slides/slide2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7C62B5-ABE2-4103-ADDF-490DAB72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CAREER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FA6E43-BE9A-45A4-B18E-D294DE82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로컬 LLM 도입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7ACA24-36AC-4706-95E9-DC4DA876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7042A8-A270-400F-BC16-3FE40B3C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74938B-25CE-4042-A74A-1C1EBEC4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7DE3BD-72A0-44EE-87E8-E2883940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F47F09-4D7E-430C-88F8-8A60393A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기술 질문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1C91DB-5C0F-434B-A05E-EB7C60DF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운영 질문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64C5F7-A5FC-4B78-A3E3-FB15DFA7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9496C9-E28E-4FD6-BCB2-559204DE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2DFC82-87E5-4483-8A4A-9F10975D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RAM·속도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99D33C-A5C9-44FB-BBE9-66D2F611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444D60-2E49-4518-BC88-734EF9D9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 capability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32DF3A-DA6A-4D76-A18C-5CA0FAEE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F5B949-58A6-4972-8324-981E6D2C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API 호환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B98C63-0C7A-4AB4-A64A-39321BC6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733F82-4EC0-4CF2-8FD5-679403F1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배포 형태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154A8D-3893-47C5-81D1-79F6DBCC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6586AA-C56B-4D1C-93F7-D965F800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데이터 경계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C67EA7-5BCA-4EF6-8199-C5DA2201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410B2B-D9E9-4C83-85E4-85E02E50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업데이트 책임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30FC0A-42B9-4944-ACAB-A2EF7AF3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B5AA52-A2F0-4876-94C5-E36302FB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관측·감사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CEF6D1-A12D-4877-8B9B-80076EEF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3F0B1F-0822-4AF1-B7E8-032FD791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fallback·SLA</a:t>
            </a:r>
          </a:p>
        </p:txBody>
      </p:sp>
    </p:spTree>
    <p:extLst>
      <p:ext uri="{BB962C8B-B14F-4D97-AF65-F5344CB8AC3E}">
        <p14:creationId xmlns:p14="http://schemas.microsoft.com/office/powerpoint/2010/main" val="1302972950"/>
      </p:ext>
    </p:extLst>
  </p:cSld>
</p:sld>
</file>

<file path=ppt/slides/slide2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10ED1F-EB52-4567-A78B-FBA3A993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153087-264A-4505-8CF7-0BE1C96B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BLOCK C · 첫 체크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E2FB69-6A1D-4C87-9582-7C213173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FB3964-1CC4-48DD-A60B-89433256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5ACF38-F15F-42ED-B708-3BF8A09F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1/3 · LOCAL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EA1484-0A8F-442E-8D48-18A7D1AA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BC258D-D264-49E4-BD77-83DDAFFB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정답 말고, 지금 이해한 언어로 60초만 설명해보세요.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C6619E-B9C0-418E-BD6E-9D045D8D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A7C2CF-C499-4C18-8619-7E2ED73B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CFBC0C-5A24-45D4-8B04-43792883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Provider adapter가 감추는 차이를 세 가지 말할 수 있는가?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D440AC-5A62-4DD7-B422-6517B923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20DDAE-43BE-486E-8B2C-CE61B14A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B69727-7E94-42CA-BF0B-598F5663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Ollama가 없어도 필수 실습을 완료하는 경로가 있는가?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C76949-1165-49FB-BAC6-78D01AEA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D8C796-05FD-402E-8628-29B8905D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483DD3-0077-4494-BA3A-C7B3FCB2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두 번 parse 실패 후 어떤 상태로 멈추는가?</a:t>
            </a:r>
          </a:p>
        </p:txBody>
      </p:sp>
    </p:spTree>
    <p:extLst>
      <p:ext uri="{BB962C8B-B14F-4D97-AF65-F5344CB8AC3E}">
        <p14:creationId xmlns:p14="http://schemas.microsoft.com/office/powerpoint/2010/main" val="2049843352"/>
      </p:ext>
    </p:extLst>
  </p:cSld>
</p:sld>
</file>

<file path=ppt/slides/slide227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182688-6DD2-4F59-A135-030982C5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40284C-01E9-4AF6-BA44-8E2BCC54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59136B-51B9-49BF-B949-A3D93E54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LangGraph는 중단과 재시작을 설계한다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A3600C-A809-49A1-9B7C-C33572AB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62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여러 단계가 실패·중단·재개되는 흐름을 LangGraph의 state와 interrupt 관점으로 설계한다.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F2F18D-9B83-4F8B-9C39-5AE26B6F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차성재의 현업 메모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E2F871-5346-44B9-BE59-997288CF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815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Graph의 가치는 멋진 그림이 아니라 중단·승인·재개를 같은 상태로 설명하는 데 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1BD4D1-838E-413E-ADE4-3E240B97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D490E9-6D51-4863-A39D-E9CEBB4C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산출물 · State schema · branch · approve/edit/reject event</a:t>
            </a:r>
          </a:p>
        </p:txBody>
      </p:sp>
    </p:spTree>
    <p:extLst>
      <p:ext uri="{BB962C8B-B14F-4D97-AF65-F5344CB8AC3E}">
        <p14:creationId xmlns:p14="http://schemas.microsoft.com/office/powerpoint/2010/main" val="198073208"/>
      </p:ext>
    </p:extLst>
  </p:cSld>
</p:sld>
</file>

<file path=ppt/slides/slide2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FF27FE-231F-4188-8F59-02097452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BLOCK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379EF4-762A-4EFD-AD46-F3E30C4C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 블록이 끝나면, 설명보다 증거가 남습니다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008131-DA58-410A-9685-E5C2E1884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42DFC2-672E-4CC5-B6B9-A8981BCC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CFDA0F-5DE8-4772-A53A-61280B6A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FCF2F5-8725-453E-A789-9F6C35C4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51E35E-C6CB-4802-8DEC-7B6D0FBF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사람이 개입한 뒤에도 같은 요청과 같은 상태에서 안전하게 이어갈 수 있는가?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58B922-3E52-43E0-8936-6823EAFE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DD8E1A-78D6-42EB-A4D6-F1A66383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DD6EF8-0B58-471A-97C2-71D2A7EF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용어보다 먼저, 이 단계가 필요한 이유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402951-5154-4C20-8E97-8961FE9D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0167E9-31C6-46B6-97D2-4178A4BF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65D772-7BDC-43B6-A4B5-65F7CEC7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문서와 실제 실행 화면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2FE673-4097-46FA-8FAB-2372D5D6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F450CF-EE27-42B9-889F-2E554C7D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D3764D-D4DE-4B73-B365-844B5261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강사와 같은 순서로 최소 단위 실행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C8D516-7750-41DA-AB8A-7C374A55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34A22E-6CA8-4DA8-B07F-B9EBCD99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복구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B31BEC-0EF9-4A1B-980E-61891AF8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막힌 지점에서 오류를 분류하고 우회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BE71AE-6AEC-4649-9F7D-4EB5150D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BD1FFA-A01D-4E33-AB15-DA6B2CF3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완료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8F43D2-4440-4981-9B9A-38ADD4F7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파일·test·commit 가운데 하나를 남김</a:t>
            </a:r>
          </a:p>
        </p:txBody>
      </p:sp>
    </p:spTree>
    <p:extLst>
      <p:ext uri="{BB962C8B-B14F-4D97-AF65-F5344CB8AC3E}">
        <p14:creationId xmlns:p14="http://schemas.microsoft.com/office/powerpoint/2010/main" val="2056372245"/>
      </p:ext>
    </p:extLst>
  </p:cSld>
</p:sld>
</file>

<file path=ppt/slides/slide2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CF401F-D859-45F6-A5CB-BB769D28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1/4 · Workflow Memory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195B9B-B3B1-4577-99AE-BC8AE1A5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C7326F-3778-452D-A8AF-04432081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FA43EF-15D8-4A9A-87E9-87C89780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EE10EF-8CB8-4078-9118-35106187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10E794-9D7C-44D6-A42A-226DC338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7BA7A2-198B-4C10-B72F-0A83A95C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2E29BD-7238-4416-92F6-BD385E44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610CFD-7ECA-462E-B249-1009C30B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Graph의 각 단계가 읽고 갱신하는 구조화된 현재 상태이다.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2FD2EF-280C-4379-AD35-934FB209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A8295C-F918-4F71-AAA8-CD07F214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F91341-17A9-4FCC-8C7E-A325A96A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393B2D-D7E3-47E3-980C-2BCE0922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대화 전체를 저장하는 대신 다음 단계에 필요한 값만 명시적으로 전달한다.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8422A3-5051-4912-8D1E-2309E266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94FE1D-A8D0-425C-8002-D72F0581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711E82-8542-40DE-8D0E-223E907A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3F9CED-6779-4466-BCAD-C2638C41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transcript·draft·errors·approval·status를 필드로 둡니다.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0F8C74-D0FB-4B39-915B-EC604C92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44880945"/>
      </p:ext>
    </p:extLst>
  </p:cSld>
</p:sld>
</file>

<file path=ppt/slides/slide2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81A96C-51B1-4F4C-8A4B-EF2F5B6C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2/4 · Step / Route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B5323F-013E-4E34-AFC9-5AD40D74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 / Edge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61440E-326F-498D-897C-A8B6FA48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EF6C42-44C2-4373-A8A5-6FCF5174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D7B5BD-25FD-4E3C-B952-321A0F72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44870F-69B8-4898-906F-F188E3EF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A8BE63-D721-4B38-9B0B-F0ABF657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D5EA2E-B035-4190-B987-E76B5C41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7CC650-A8A2-45A7-BC2B-C2F71BC7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Node는 한 책임의 작업이고 Edge는 다음 단계로 가는 조건이다.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B36434-A19E-4C44-A89A-9D01B572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56F444-7B75-4286-9D0F-A7460792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506F6D-96B6-468A-B40B-A9E3740A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CB5551-A373-414F-BD48-3CEEB6DA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복잡한 업무를 작은 단계와 명시적인 분기로 설명할 수 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30D20B-B82C-4435-9C05-5E8F947A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7DEC91-9AEB-4F86-8CC3-DB862E7C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B833AE-6815-4AE9-8918-52D2BCAF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5D79FF-3843-407F-BFDA-759BE854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validate Node가 READY면 review, 오류면 retry 또는 failed로 이동한다.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C3FBC8-43E6-4DF6-B2CC-B1B5B3CD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38968974"/>
      </p:ext>
    </p:extLst>
  </p:cSld>
</p:sld>
</file>

<file path=ppt/slides/slide2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8F2BF5-6B78-4A41-8247-8E88281A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3/4 · Saved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A71DA5-E069-4863-AC39-0EA1AAF0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3F6982-19A0-486A-9A4E-A0CF7E06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AF6F5E-5C2E-4F28-ADD6-35C2B689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1AFF8B-3153-4C95-860B-A39DC260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B8945C-8399-4A6A-AE19-65D86FE6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D125BE-07B8-47A2-80DE-51BF07F8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0CEF88-FF7D-466B-8F89-48F566C9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A4DAFE-7DD0-400E-8085-0D790054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Workflow의 중간 State를 저장해 나중에 같은 지점에서 이어갈 수 있게 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08DA1B-3F32-4C96-A127-38A7C239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B13166-0651-4271-80B9-815579F4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E1FF23-B6F8-4EEA-84AA-37E22486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0DB278-2F0E-4C70-B190-5CC19FA5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긴 작업·사람 승인·오류 복구를 처음부터 다시 하지 않게 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C6BA31-A278-4DF4-821D-20A1F801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5CBC18-3C7D-4ECD-A032-4875D403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F86C57-60CA-4A4B-9304-3A39103D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EA26CE-9F64-4225-81C8-9762E3E7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thread_id로 저장된 State를 불러와 승인 뒤 재개한다.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40C709-3E26-4789-A8E3-681B9AB5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98014736"/>
      </p:ext>
    </p:extLst>
  </p:cSld>
</p:sld>
</file>

<file path=ppt/slides/slide2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3A11E3-6F03-4205-9196-B0454565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4/4 · Human in the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8371E1-8D4F-4582-842C-B8F7E30D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HITL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9C6219-F898-47CB-BB6A-6F1C5B9B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F02A4-0E0A-4A01-9254-1FFA190B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F0A6F9-4AC3-40BC-96EF-729B7ABE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93CE09-5846-4DB2-AC3B-22F5F6EB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81A13A-2EB3-410C-BC3D-1590FE9C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30F222-2BFD-430A-9735-F73B6228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620432-B87D-452F-93F2-DE1627CC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중요한 결정이나 외부 변경 전에 사람이 확인하고 승인·수정·거절하는 단계이다.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EAF04D-3DDD-4FF6-B6B9-ED2F576E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39BC98-3C14-4696-B1E8-91C0D8CE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07D71B-8899-4B96-A2EA-28D62249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36EF8A-14DC-4170-8A0B-4D880D4F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모델의 불확실성과 조직 책임을 사람의 판단으로 연결한다.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CA8539-80D3-40B5-8318-D4650C69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76C566-EA8B-41E1-AF83-ED4988B0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B8577E-AC87-4BD8-8BE5-E14EB015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B3D051-1C7E-4ECF-8EED-84B8C78B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낮은 confidence Action Item은 reviewer가 근거를 보고 승인한다.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4FF589-FFE4-4753-B552-273AD9F2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48580935"/>
      </p:ext>
    </p:extLst>
  </p:cSld>
</p:sld>
</file>

<file path=ppt/slides/slide2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C364D3-5E56-4339-BB8D-C3E649FB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375127-CB4D-4F2B-AE57-B8FF5F04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State는 다음 행동의 근거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A22684-9D81-4AD2-9C85-617C6437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9CFB5F-5C1B-47B8-8154-5855677A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1EF015-5227-4278-AABF-C027A47E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2DF657-5A08-4784-83BD-B73739D3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C03DE3-A4A0-49E1-952F-779D02BD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F246DA-87F5-4804-8A85-7B34908C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대화 전체가 아니라 node가 판단에 필요한 최소 구조를 저장한다.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fda0b07b454ea6">
            <a:extLst>
              <a:ext uri="{96DAC541-7B7A-43D3-8B79-37D633B846F1}">
                <asvg:svgBlip xmlns:asvg="http://schemas.microsoft.com/office/drawing/2016/SVG/main" r:embed="R920703e356f3418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ECE777-1420-421E-84AB-7313E06B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현업에서 먼저 보는 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F144E6-F3DC-4744-9C4C-BC8BDFA0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6354A9-88B6-456F-BC60-6EA42074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request_id·step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DC4568-481A-4C9C-9FC7-EBB2BFD8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42FFBF-9272-4435-9395-E707C4AC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draft·errors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3485A0-62D5-4E10-856D-991FDB2C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56E8B3-FF81-4C90-B52C-9E0B219B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retry·approval·status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6D8F3E-94A9-40E2-A15B-B7850BB7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1F9E79-DDCB-4C1F-9D47-B256A431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Graph가 필요한 이유  |  State에 모든 것을 넣는 순간 Graph는 기억장치가 아니라 쓰레기통이 된다.</a:t>
            </a:r>
          </a:p>
        </p:txBody>
      </p:sp>
    </p:spTree>
    <p:extLst>
      <p:ext uri="{BB962C8B-B14F-4D97-AF65-F5344CB8AC3E}">
        <p14:creationId xmlns:p14="http://schemas.microsoft.com/office/powerpoint/2010/main" val="912531342"/>
      </p:ext>
    </p:extLst>
  </p:cSld>
</p:sld>
</file>

<file path=ppt/slides/slide2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968594-AC72-4D70-BD12-681C26F3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FDFDEF-3E87-4338-8487-88189914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Node는 한 가지 책임의 함수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EAF902-33A2-4F95-AD35-4CA85D6A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C6B122-DC55-4F56-8DFB-ABB21160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BC8484-4553-4EDB-B576-5411DB96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94FB0A-8306-4DB4-8C67-15775027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1EA223-1CF2-45C2-AA29-402F9131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입력 state를 읽고 부분 update를 반환하도록 작게 나눈다.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504460-A6BB-4B51-AAAC-1D4F1936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199FAF-A367-4669-8427-75840446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transcribe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8A4BA2-75BF-4CF2-97E5-290B41EA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08656B-5CB8-4CFD-97BF-1A3C2A92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summarize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6B9E84-2D04-4435-9850-230512C9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D45D20-BEF5-463A-B0EE-773A987C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98364B-B5A9-4E95-9782-F08C29F1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21E795-9710-4F0E-81F4-D17790C3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1332812410"/>
      </p:ext>
    </p:extLst>
  </p:cSld>
</p:sld>
</file>

<file path=ppt/slides/slide2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3C335B-B7A7-4D74-97D5-D06E4DCD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4BE53E-A7A4-4EE8-AA46-15A70653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Edge는 다음 node를 정하는 정책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FD76AD-A612-4143-B239-83186A54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0D44BF-24F4-48A0-A632-72E127E4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D2CFE6-B6DB-4B1B-ADCD-270E3D4F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44FAEF-6499-4A97-9491-0ABC3D9C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5DCE40-1A29-4644-8022-96D970B7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8B95BD-8A61-4572-BCDC-5F13E070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성공·오류·위험·승인 결과에 따라 명시적으로 분기한다.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252AE3-3D48-4323-AD74-080F2FD9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현업에서 먼저 보는 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7AFDEB-6261-444E-B783-CD5FFC4F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99C8E1-4B43-4BCB-AA40-F2EC4B27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conditional route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55F75E-0F9E-446E-925F-62722687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6C4620-07DD-45DD-A127-A7B7CD86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8D898E-78EB-4836-8F8D-A1F90C66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C9A115-7AA9-49B5-9A82-1CCA89F2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retry loop</a:t>
            </a:r>
          </a:p>
        </p:txBody>
      </p:sp>
    </p:spTree>
    <p:extLst>
      <p:ext uri="{BB962C8B-B14F-4D97-AF65-F5344CB8AC3E}">
        <p14:creationId xmlns:p14="http://schemas.microsoft.com/office/powerpoint/2010/main" val="1053942927"/>
      </p:ext>
    </p:extLst>
  </p:cSld>
</p:sld>
</file>

<file path=ppt/slides/slide2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511C08-56D1-43B5-9B7F-4B920D66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197A10-BD32-4480-8687-94F4194E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Checkpointer가 중단과 재개를 가능하게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D18A07-4B86-462A-9D42-B9585BEA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C598E6-2422-45B8-B7BF-25A5352D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66110D-F4B6-4459-A5FB-C8114A32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945155-DAF3-4FAD-9B9E-C8774CAD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84CC57-42DB-4C80-83E5-FB96E1E7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각 step의 state snapshot을 thread 단위로 저장한다.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198C75-6FB0-487E-9CA7-BEE1FF93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7A8673-75B1-42B1-85D8-8187F9E7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checkpoint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2529DD-1F81-4266-B98B-0FE27435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D70509-77D8-4FCC-8A14-BAFDC326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thread_id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7EB6BB-DED7-43D4-93B2-2FF4CAA7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FE90A1-00CB-4913-8264-7A90E129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 history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7A4AF8-17A6-49F9-8A8C-C8D2CE9A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C56D34-1EFB-47B3-AA07-C4F80287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Graph가 필요한 이유  |  Human Approval은 버튼이 아니라 근거·결정·책임을 남기는 event다.</a:t>
            </a:r>
          </a:p>
        </p:txBody>
      </p:sp>
    </p:spTree>
    <p:extLst>
      <p:ext uri="{BB962C8B-B14F-4D97-AF65-F5344CB8AC3E}">
        <p14:creationId xmlns:p14="http://schemas.microsoft.com/office/powerpoint/2010/main" val="1377043782"/>
      </p:ext>
    </p:extLst>
  </p:cSld>
</p:sld>
</file>

<file path=ppt/slides/slide2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4698A3-DAE9-4265-8C0D-C5C101E4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GLOBAL REFERENCE · IBM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9B0B48-07F2-41BD-9FDA-6A3445D6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Interrupt는 “잠깐 멈춤”이 아니라 업무 상태다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2F3740-4988-477B-9DE8-1B348BE2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B45FC-8AD5-48F9-903D-E834BCF0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53DE70-1E49-4F0B-94F4-43FB45AA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F017BF-CA4D-4D6E-A81F-CB8EB264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6B0B99-83EF-4CB7-AB18-4709292C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954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B5CA7A-401D-4971-94EE-30C45859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0975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어디에서 멈추는가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813D3A-7679-4CC8-B0C0-29462239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0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50E01D-4852-4861-94B5-416E1133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146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사람이 무엇을 보는가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06C93B-C4FB-497D-975B-A0A3F9F7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05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2F1801-43E3-45C7-9044-A556B0C9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1945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상태로 어떻게 재개하는가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ffdd7b2cea4faa"/>
          <a:stretch xmlns:a="http://schemas.openxmlformats.org/drawingml/2006/main"/>
        </p:blipFill>
        <p:spPr>
          <a:xfrm xmlns:a="http://schemas.openxmlformats.org/drawingml/2006/main">
            <a:off x="4476750" y="1755626"/>
            <a:ext cx="7105650" cy="39944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021306"/>
      </p:ext>
    </p:extLst>
  </p:cSld>
</p:sld>
</file>

<file path=ppt/slides/slide2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1C03F2-5196-483D-A05E-1823E7F8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C1E33-9F68-487A-B427-1876ECC3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Approve·Edit·Reject는 다른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62B6E6-4D4A-4980-9128-89797E31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A409C9-630F-40A7-A3C8-5DCFCE49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BCB3FE-1408-4185-99B0-139D1480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342B6C-A232-436D-BD63-488F3AA2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32565E-CB57-4370-99DA-447A84DB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승인은 원안 진행, 수정은 새 payload, 거절은 이유와 종료·재계획을 남긴다.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CFB232-E77B-4562-AD11-B50CFBBF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387FAB-2E6F-4BD2-9E29-CE124105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2BA8EB-5709-406A-BE2D-5FB06165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7BF3C6-735B-4F06-A55C-6548D0D5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E52B52-CD87-438C-A63F-CF204F7A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0BC90A-6528-4230-8101-C827DC51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reason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E25603-C5C5-460F-B556-4A8E3650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3187E4-694D-4A9D-9FCD-3C503941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edited payload</a:t>
            </a:r>
          </a:p>
        </p:txBody>
      </p:sp>
    </p:spTree>
    <p:extLst>
      <p:ext uri="{BB962C8B-B14F-4D97-AF65-F5344CB8AC3E}">
        <p14:creationId xmlns:p14="http://schemas.microsoft.com/office/powerpoint/2010/main" val="380170859"/>
      </p:ext>
    </p:extLst>
  </p:cSld>
</p:sld>
</file>

<file path=ppt/slides/slide2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645608-1D85-445C-AE3E-1A8D5491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1F1F1-6D05-457C-8CCC-DCD016FC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Retry는 일시 오류에만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413C0-AEA7-442D-A1BB-DBD4C1BD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DEB369-48A2-47EF-AF77-0FB69212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7F359E-24E0-4606-9FC5-C71322A3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22A52A-8E18-4F46-917A-A19833B9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D41FFB-B3DE-49A4-AB68-7BE96E67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D22EE6-5275-49A3-9010-4F7A7981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class·max attempts·backoff·stop을 state에 남긴다.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F26115-90FB-4A49-86F2-FB049605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현업에서 먼저 보는 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570927-A6A1-4331-A3E3-62B84D94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689F4B-9EC0-42EE-9F58-DD40DB4C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transient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E27923-308F-48BD-A812-BE845BA8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666A3F-1A3C-47C9-B24D-D5BB6563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attempts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ADE05A-5790-4509-9F12-26CCC532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F96280-0DAD-4209-846B-BD72116B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next delay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6E4CFA-8951-4929-AF02-F74F6A08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57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024133-CA86-4FD2-AB0D-3D527B32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721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exhausted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C23A25-A697-4190-8556-DA34152B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76042F-087B-42C5-9D25-AE34180F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Graph가 필요한 이유  |  Idempotency가 없는 resume은 자동화가 아니라 중복 사고의 예약이다.</a:t>
            </a:r>
          </a:p>
        </p:txBody>
      </p:sp>
    </p:spTree>
    <p:extLst>
      <p:ext uri="{BB962C8B-B14F-4D97-AF65-F5344CB8AC3E}">
        <p14:creationId xmlns:p14="http://schemas.microsoft.com/office/powerpoint/2010/main" val="613982342"/>
      </p:ext>
    </p:extLst>
  </p:cSld>
</p:sld>
</file>

<file path=ppt/slides/slide2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8C5005-3C3E-47AF-9627-B491397C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85F751-A827-4B6A-A5B3-71F5A3F5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Graph 설계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50E2EB-878B-4B79-99A9-28E6CAA9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21CEC1-A374-4492-AAE1-EB027397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29BF49-C76E-4900-8644-32E42B5B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C0CBD0-F1CE-4073-BB90-5747E4FD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81416B-6A87-4A99-B314-30C7DCBE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1A7445-D2B0-4990-8F59-E71B431D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0E5285-4A83-4750-B161-AFC9FB60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449EAF-FCA1-46D7-9D9C-5AE82E54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필드·status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52E429-638F-4E5E-95D1-D51162FA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4B4D33-7CD9-4952-BE84-80B5D772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6023B7-6F74-4CD1-8BEF-E4C495D3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F4F799-DC6B-4B6E-A8A8-F8D5F5B3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책임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CADEE9-4E16-4D81-86A9-AC1A2844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665381-5BBE-48C6-98E9-F334692C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E58876-7D59-4A9A-8499-260D39C7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EDGES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1A64FC-E03B-4B84-BE15-A7073411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분기·END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85FB73-290A-4380-8216-A2803D57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F344BC-0BBA-45A2-A456-0F5708FC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18CCA7-3D3A-4C01-8E82-AC5A6EA4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11FA27-5CC1-4123-BFE3-D7AB00D4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중단·재개</a:t>
            </a:r>
          </a:p>
        </p:txBody>
      </p:sp>
    </p:spTree>
    <p:extLst>
      <p:ext uri="{BB962C8B-B14F-4D97-AF65-F5344CB8AC3E}">
        <p14:creationId xmlns:p14="http://schemas.microsoft.com/office/powerpoint/2010/main" val="67430252"/>
      </p:ext>
    </p:extLst>
  </p:cSld>
</p:sld>
</file>

<file path=ppt/slides/slide2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3B6370-080F-492C-88F7-2E32F943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5BEAF4-37F3-4B0C-9682-4BE98EE4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routing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D5C345-C9BF-44FF-AA22-118C7F9A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9BB1D-FA20-45AB-A5E8-E654A4D3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4E8A81-723A-4690-84D8-9E1E72BC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18D607-27C4-4545-A071-D28BD1AD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F1EAFD-C882-420A-826A-74CFC2FE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8AC922-A961-45A1-85A3-87EC69C0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B8EAFB-F49A-4F1B-931A-523F9AF6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CLASSIFY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939ADE-DBDB-40EF-A1F4-1FD0E01A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오류 class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09D057-88F7-43A2-8DA9-E2140258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D49262-69EE-4027-B33A-B12BE2DB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710510-D28A-46AE-99DF-08077E24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COUNT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825EC8-3A82-4824-9B49-D4FD1A88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attempt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ECA9BF-7149-4703-BA28-37A0DD77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96ACBB-1AAD-4BA6-AFFC-824FFC0B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D3D765-839F-4997-A8F2-C78DD13B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ROUTE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B562A4-48FC-483F-B865-D1A873B8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retry·review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618587-459C-42DB-8263-E6537A21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11924C-3A87-40FD-94A9-4AC70474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8001B2-398B-46FD-8402-53AD04AD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STOP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3AD9EA-7DCA-4C55-B479-6CA00FF6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terminal status</a:t>
            </a:r>
          </a:p>
        </p:txBody>
      </p:sp>
    </p:spTree>
    <p:extLst>
      <p:ext uri="{BB962C8B-B14F-4D97-AF65-F5344CB8AC3E}">
        <p14:creationId xmlns:p14="http://schemas.microsoft.com/office/powerpoint/2010/main" val="1798343062"/>
      </p:ext>
    </p:extLst>
  </p:cSld>
</p:sld>
</file>

<file path=ppt/slides/slide2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EC46BB-7CEE-4BF4-9797-C9F2D7F1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ECCB20-224F-48B3-AE94-9D6F974E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Human review node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3BADB1-D9D0-4E14-B866-A3DC1A89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0C001E-E79C-4FB3-88E1-4AFBA596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466EEE-3B7E-4228-9656-985757AE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45C0FA-9ECF-4C47-85AB-27E0DC24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9CB8E6-74CA-4345-B509-F7B8535E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5ADB05-8955-4635-8964-85934B60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7BEF32-4697-4D68-B719-CBB8AC07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SHOW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BAE568-1CC9-4B81-BFC0-87BDB73A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draft·evidence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5BFD72-E628-4578-989A-220E1720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700B91-FD48-4605-A1E3-30515214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730A11-15F4-409C-9399-DE724A1E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DECIDE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9D134D-05EC-4ADD-892A-CA4E69EF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A/E/R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F9DF14-B8C1-438F-9341-18D40B57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4D7432-4A14-4872-BFE7-F88DBC1B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C3ADDF-EE22-4A50-A926-A82CFEF0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RECORD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CBA682-85D3-4DBE-A6C8-CADA464E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review event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D5342F-353D-4AFF-A084-71A50C13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C6B77F-572D-4C1B-A41F-D6998583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99FA48-D93B-451C-B88B-69ABA12A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RESUME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79DF96-6E7D-4298-B3EF-D731707C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same thread</a:t>
            </a:r>
          </a:p>
        </p:txBody>
      </p:sp>
    </p:spTree>
    <p:extLst>
      <p:ext uri="{BB962C8B-B14F-4D97-AF65-F5344CB8AC3E}">
        <p14:creationId xmlns:p14="http://schemas.microsoft.com/office/powerpoint/2010/main" val="1625424926"/>
      </p:ext>
    </p:extLst>
  </p:cSld>
</p:sld>
</file>

<file path=ppt/slides/slide2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F94550-A315-4B4B-B63B-E6950886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E35AD9-F182-4EEA-94ED-08EF17C7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Interrupt payload 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ED4CE9-5F69-41FE-94AD-1CE5F316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83019F-8680-4EC1-87C2-D6BB01A3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6E32A8-676E-434B-BB65-3DD1C6D6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D5F47A-5282-4153-A15E-820557BC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0A2A6A-40BB-4779-9795-F91A2168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FFC21F-78FE-47C3-9EB6-4A825AC2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094457-3D55-4C6A-86D3-6AF4896C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SUMMARY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436317-B8A3-4D91-935C-D477699E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무엇을 하려나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A2DDC3-D79B-4657-8340-C6FEC4D8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80F3B8-CD31-4574-819D-B9D51F23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A24586-1F2D-46DD-86CD-7FC171C4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TARGET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743BC1-14FD-46B4-BB23-9EDFFFA5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어디에 쓰나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3845FA-AE5E-408B-BD24-4FBBEBAB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A2D2EC-D81B-4EF3-B21A-A937F639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EBDFBA-06D7-420F-AA27-30B6856C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RISK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59133B-B1BA-40CF-8B7F-7CFB1BE1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검토하나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291BA5-5854-47C9-BCA5-81922469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0D61FC-BA61-4AAD-9D27-ED972B12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F4B978-9124-4F45-ACF6-273C0928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OPTIONS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2F65FA-DE8F-40F5-88AC-97C319DB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승인·수정·거절</a:t>
            </a:r>
          </a:p>
        </p:txBody>
      </p:sp>
    </p:spTree>
    <p:extLst>
      <p:ext uri="{BB962C8B-B14F-4D97-AF65-F5344CB8AC3E}">
        <p14:creationId xmlns:p14="http://schemas.microsoft.com/office/powerpoint/2010/main" val="1821963725"/>
      </p:ext>
    </p:extLst>
  </p:cSld>
</p:sld>
</file>

<file path=ppt/slides/slide2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666CA9-C87C-473E-8005-1D67F5BB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43F18-7930-4E1F-8D38-A0D50A13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Idempotent publish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6C524E-30A6-4E7A-A0A4-A6043193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7A1786-9FE9-4F96-BD90-15372FEC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9F3E3D-FCEF-43F3-BE77-3793270B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AA8E4-2AE6-4959-82A4-FFFC2757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09203E-8CC9-450B-BD88-4795154D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68073E-83CE-455B-966C-5BC498E6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6F2798-3091-440D-8175-F0B2C518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KEY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01655C-0967-43B3-864A-375C5F2F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request_id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DEF4AC-C809-4185-A9D1-A3177E29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97DC16-5E76-4AAE-B9B9-D2CD8A48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9BA18B-DD52-4390-B70A-516A8FBA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LOOKUP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67EDF8-4295-428D-9E2F-DA11F275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기존 성공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E94A0C-5B10-4DF4-8145-6064BDCF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1D49FA-C677-41A2-B717-C7E5EC93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9FD74F-BF49-4984-9602-0AC81FE9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WRITE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6BC29E-1530-4458-8A57-2EC5D915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번 수행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57B8B0-46D3-4CCE-B93F-ED94F6EA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74A084-E6A3-4C5F-8487-60076D1B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921EDD-2411-4272-AF99-47187945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RECORD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F0D8BC-BA10-47A1-A932-3483A526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external id</a:t>
            </a:r>
          </a:p>
        </p:txBody>
      </p:sp>
    </p:spTree>
    <p:extLst>
      <p:ext uri="{BB962C8B-B14F-4D97-AF65-F5344CB8AC3E}">
        <p14:creationId xmlns:p14="http://schemas.microsoft.com/office/powerpoint/2010/main" val="773936196"/>
      </p:ext>
    </p:extLst>
  </p:cSld>
</p:sld>
</file>

<file path=ppt/slides/slide2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8E934C-64A2-435C-9D15-972E54BE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1BAE27-92A5-4117-8F74-96B9FB84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화면은 네 가지만 보면 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5601B4-6DFF-4AA1-94E1-F43800E4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F3B3A-442E-429D-84A2-59B006AB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87AFDB-CFCF-4A22-87B6-52AC3DE5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1FFB79-95F9-4D0B-9DE5-AD5BC054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4A7C04-6F02-484A-B2F3-23CBA26B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시작 화면 → 클릭·명령 → 성공 신호 → 막혔을 때 대체 경로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AD5D34-4E1D-4B9B-918E-60865ED5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BB7771-ABC6-41A7-9B9A-814E5705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B3F1DD-ED4F-4307-A8EF-D5A8FB5A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LangChain overview · 조합 계층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B43F9F-DBB7-46D7-B9BF-3D1A2242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제어 흐름은 LangGraph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87D5F1-14DB-495F-9350-794438AB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68E30C-4A05-4201-B81D-7192C84B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6487F5-27EA-4E36-B362-F382DBD4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022A2A-856B-4DD8-BC09-9E40520A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LangGraph overview · stateful orchestration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C66EBF-843C-4BE0-B21C-D1B5CB35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장기 실행 workflow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3823EA-0964-4EF1-8B44-676498CD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6B5F61-D589-4E1B-8422-0134DC29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65AE5C-8F6B-42B5-AC66-BA766646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D06BC6-68FF-498D-A337-86E92798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LangGraph interrupts · 사람 입력에서 중단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2F5054-3152-4913-AF8B-C36AD98F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side effect idempotent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EE9E07-F801-4652-8234-18500248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338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0D4C32-8C4C-499A-973D-67D98767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184897-89A2-41DC-92B3-25C36495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B208C3-5029-4C4B-B737-9A49E499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LangGraph persistence · checkpoint와 thread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96FCFC-588E-419A-9289-F7C93BDA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fault tolerance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4A0BDB-53C6-49BE-BED0-695AC7D4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96425995"/>
      </p:ext>
    </p:extLst>
  </p:cSld>
</p:sld>
</file>

<file path=ppt/slides/slide2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42422D-5E5E-4DE6-A37B-25DB1579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1/4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A17434-D5CA-4F62-8B70-E0F49069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LangChain overview · 조합 계층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06E7D9-103A-45F0-B5DD-FF1AD3A1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491580-C2F8-43D4-B075-96035061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10CD52-9B0B-4EC0-B29E-20A52D63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6C9F71-C66B-4A86-BA29-A2AF78FD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F3DB7D-C310-44FA-9508-649AA5CB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A63C68-6C64-402C-A089-99308344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3479F3-E279-4282-B3D6-B4AB4634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model·messages·tools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74306D-F6E9-48B7-8132-5FD78F81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246A0D-71F5-4898-9DE7-7C4B0F6C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structured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A2EF69-9F8E-4663-9FAE-3FAB73B6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CB1B49-8885-4491-B00F-9572CE94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빠른 조합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46685E-5A5D-48F0-8890-C4F208C6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73E292-AE9E-4CCA-8449-48AA4D65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제어 흐름은 LangGraph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91FF1B-FD35-495B-8E0A-4E679251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0d6163be854041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D2900F-0CB2-41DD-A765-07178C0C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LangChain overview 공식 문서</a:t>
            </a:r>
          </a:p>
        </p:txBody>
      </p:sp>
    </p:spTree>
    <p:extLst>
      <p:ext uri="{BB962C8B-B14F-4D97-AF65-F5344CB8AC3E}">
        <p14:creationId xmlns:p14="http://schemas.microsoft.com/office/powerpoint/2010/main" val="1481628257"/>
      </p:ext>
    </p:extLst>
  </p:cSld>
</p:sld>
</file>

<file path=ppt/slides/slide2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C2B72F-967F-4F77-A04B-4072BDA7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2/4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B7E06B-5345-44C3-A10A-09AABE9B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LangGraph overview · stateful orchestration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9F4081-A8CF-4879-BBEB-E69B7464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5E572-1BC0-43C5-84ED-3F934998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FE62F4-EB6C-49F0-A758-C267A59C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06AD3B-6D62-4A8E-888A-6FBE0249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A383C3-F987-4318-8E01-A7EDD18B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A40D1B-85DB-4C27-B151-056E31AB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257356-745F-4767-8E67-AAA698B2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state·nodes·edges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E43BAF-5FA0-4364-844D-02C2F096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978888-33B8-44A0-BA11-BC3E53B9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durable execution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0B3F89-56DB-4C08-A537-5DD112E3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5B6CB6-F51B-424E-A95F-4ACA823A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human-in-the-loop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31A11E-AADA-4C34-9A8B-02157499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194882-3BC1-403B-AFAB-ABC32C0D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장기 실행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BBC4E3-6861-4D47-911E-68C417E9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c25d7d0e254412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5F7BD2-46F6-486C-B7F0-D84334DC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LangGraph overview 공식 문서</a:t>
            </a:r>
          </a:p>
        </p:txBody>
      </p:sp>
    </p:spTree>
    <p:extLst>
      <p:ext uri="{BB962C8B-B14F-4D97-AF65-F5344CB8AC3E}">
        <p14:creationId xmlns:p14="http://schemas.microsoft.com/office/powerpoint/2010/main" val="1655573498"/>
      </p:ext>
    </p:extLst>
  </p:cSld>
</p:sld>
</file>

<file path=ppt/slides/slide2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BBC2FE-956E-4DCE-B07C-76C64024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3/4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89E3F4-E7B1-4DE1-BC6F-8D1E1AE0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LangGraph interrupts · 사람 입력에서 중단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A01A29-8584-4EF6-8A96-7646A8A1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4328DC-EC05-4199-A946-7D29AA5E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8117C0-EA76-4618-BB35-7FF4D67B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720BA8-1FEC-47B2-B259-78AB5DD1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C49D60-01A3-4935-8018-C2CBD225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44877C-C3EE-4FAC-9B0F-573CBA2D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37D251-0816-4670-8DCA-68CCD635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interrupt payload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98FD89-8AA9-45A3-842E-DA2487F6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C5CF1C-3F9B-466B-AC62-6926C49D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Command resume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52E07E-E9C1-44AC-802D-FC257527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39C001-F8FD-4F85-8761-71F874FD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JSON-serializable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8D7481-827F-4B0F-9FDF-2A6D480D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804CCE-B49C-48AA-97CE-5DD30736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side effect idempotent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6A0A79-AA8F-473B-AE37-7245ACC2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4dd5b1b9ab4052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32D090-3874-4070-B528-FD94E1DA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LangGraph Interrupts 공식 문서</a:t>
            </a:r>
          </a:p>
        </p:txBody>
      </p:sp>
    </p:spTree>
    <p:extLst>
      <p:ext uri="{BB962C8B-B14F-4D97-AF65-F5344CB8AC3E}">
        <p14:creationId xmlns:p14="http://schemas.microsoft.com/office/powerpoint/2010/main" val="272422229"/>
      </p:ext>
    </p:extLst>
  </p:cSld>
</p:sld>
</file>

<file path=ppt/slides/slide2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4FB150-36AC-4A8F-97A3-B13BFDAE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4/4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33DA56-C468-408C-BEE2-9131066C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LangGraph persistence · checkpoint와 thread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1D235D-73F8-492D-8E6A-6033D150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4B6B54-8EA5-4C79-AB06-EC5D12A4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DE115-F01B-4E40-B50D-7A17A186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D395D4-D39E-4CD3-91A7-902930FD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513E52-6C3F-4A8C-8166-1B6C4572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7C2EB0-7452-45A9-A60F-A9A8044E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5942E2-D667-4035-9F61-371E86CC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checkpointer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701B87-0880-4CEB-A543-7867A67F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8FEB86-E020-4E90-B09C-D72A56B4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thread_id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BDBE6F-6152-4087-932F-913E080D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933852-1A9B-437C-8B80-A0A1A366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 history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2901A5-3525-4A33-AF0B-5DB88BE7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9D293D-8ADE-41A8-9741-6FBCB898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fault tolerance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BC771F-0CB9-49AE-B69F-C6307F4A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937bacc9fd4a10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6064DE-77C6-43B0-B7CB-53318F4A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LangGraph Persistence 공식 문서</a:t>
            </a:r>
          </a:p>
        </p:txBody>
      </p:sp>
    </p:spTree>
    <p:extLst>
      <p:ext uri="{BB962C8B-B14F-4D97-AF65-F5344CB8AC3E}">
        <p14:creationId xmlns:p14="http://schemas.microsoft.com/office/powerpoint/2010/main" val="1968988430"/>
      </p:ext>
    </p:extLst>
  </p:cSld>
</p:sld>
</file>

<file path=ppt/slides/slide2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ADF182-115A-41A2-AAFF-4A379426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8B2312-02D4-4460-A013-350F84DC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 schema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426E45-13B5-435F-A076-F7731DAA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02B05B-40B4-4021-A3C2-3D7D19CB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0EC024-C854-406D-B707-9D05FFA6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C75778-BFB1-498B-BAFA-11E65DC1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86F909-8F93-4038-BC08-2D0AAA33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4EA423-45C6-437A-BEB9-E928799C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287057-A0B1-40A0-B8D3-4983EF50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다음 node에 필요한 필드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BE241A-92BB-4B43-BC32-3F8FE61D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534966-8B00-4506-BCF3-579EBF47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raw data 유지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0925A3-60DD-4B63-8BC5-70525130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E542B0-6690-4B0F-A1B5-06935556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누적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543029-F9B2-40C7-AD74-49E5E9BA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183186-BC58-4A00-A9D4-582E81D5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terminal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983E89-8B90-46D6-AA1D-51E39BE5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356385-AB98-41AB-B5DF-4E71D9B3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7BFB9F-8165-4708-8518-109BCB5A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class State(TypedDict):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request_id: str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transcript: list[dict]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draft: dict | None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errors: list[dict]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retry_count: int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approval: dict | None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status: str</a:t>
            </a:r>
          </a:p>
        </p:txBody>
      </p:sp>
    </p:spTree>
    <p:extLst>
      <p:ext uri="{BB962C8B-B14F-4D97-AF65-F5344CB8AC3E}">
        <p14:creationId xmlns:p14="http://schemas.microsoft.com/office/powerpoint/2010/main" val="1275324498"/>
      </p:ext>
    </p:extLst>
  </p:cSld>
</p:sld>
</file>

<file path=ppt/slides/slide2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D530AE-1D19-4972-BFF8-52D21393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E3F9B1-4384-4DF2-80FA-4E6946F0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route 함수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FF546F-F32F-4C42-A883-24506DDF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8F77A-E055-4A92-AE82-2B245FED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73B26F-98FE-489C-B1B8-B089F041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F5010E-91FA-47FC-A99F-BB1DD7E0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A011A0-BB00-470B-B693-119DA0E1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120EF1-A2EB-4D63-910F-E48702B1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382BE9-2AD2-4F53-9518-BC2F16F7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status 기반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404627-7415-48D0-ABDB-2CCF0A451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2A7DBF-627A-4D80-BF75-BE5DB481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bounded retry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8BFC0D-D8A8-4235-B226-D1A8C168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BB1386-1D2A-4DEC-9731-7859C83B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정책 오류 제외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CC411F-D93C-441C-A918-644AE40E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2525DF-6AA5-48C8-A28C-BD8784DE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명시적 failed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30CFD9-208F-4978-8701-DC5B4FFB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3BC510-A989-4A67-B3ED-574F4A58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3B8AC7-C243-4A9E-BE3B-3F6F217A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def route_after_validate(state):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if state["status"] == "READY":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return "human_review"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if state["status"] == "TRANSIENT_ERROR" and state["retry_count"] &lt; 2: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return "retry"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"failed"</a:t>
            </a:r>
          </a:p>
        </p:txBody>
      </p:sp>
    </p:spTree>
    <p:extLst>
      <p:ext uri="{BB962C8B-B14F-4D97-AF65-F5344CB8AC3E}">
        <p14:creationId xmlns:p14="http://schemas.microsoft.com/office/powerpoint/2010/main" val="1516681413"/>
      </p:ext>
    </p:extLst>
  </p:cSld>
</p:sld>
</file>

<file path=ppt/slides/slide2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7D6E85-022D-4097-BFF6-B9524B8A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75D011-1949-4B47-82B9-19D79D3B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Interrupt로 검토 요청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6D3EEA-919E-4622-9078-F84C813E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5D8DBA-5253-407B-B3AF-3DA0E1C7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AAFDCB-AFFD-4758-AD18-A0AFCA1A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1CE191-708C-48C7-AA85-D7A6830B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4B266C-8E88-4EF2-BC1F-3BCA1355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3069CA-7833-42ED-AB9A-B20417F1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630D65-20CD-4376-8436-D2D653BD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검토 정보 한 화면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DF35FB-D33E-43C3-993C-0F23801F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9D5049-52A4-45BE-90FA-B8D68FF0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직렬화 가능한 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36489D-DA8A-439C-AFB2-50EB41B2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D2FEF5-455E-48A1-85FE-D9E36DDD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버튼만 전달 금지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9698DF-F60D-4A6C-80A8-CE5BA844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FECE1E-A871-4E73-8134-37B74940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결정은 event로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3EE6C3-0D4C-449F-93C1-5BBFC77A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0C465A-98C8-4BDD-B619-12559252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749310-70B8-4ED9-85AD-C92C90A3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review = interrupt({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"draft": state["draft"],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"evidence": state["evidence"],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"target": state["publish_target"],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"options": ["approve", "edit", "reject"]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})</a:t>
            </a:r>
          </a:p>
        </p:txBody>
      </p:sp>
    </p:spTree>
    <p:extLst>
      <p:ext uri="{BB962C8B-B14F-4D97-AF65-F5344CB8AC3E}">
        <p14:creationId xmlns:p14="http://schemas.microsoft.com/office/powerpoint/2010/main" val="324477706"/>
      </p:ext>
    </p:extLst>
  </p:cSld>
</p:sld>
</file>

<file path=ppt/slides/slide2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39454E-C43F-4B79-A40D-5EB40E0D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E0A554-DEB7-4F71-BA6D-77BF13CE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Command로 같은 thread 재개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8B81DC-D43D-4CF1-97CF-41358EAE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9A978C-ABBC-48D4-AF34-B9E6A6E6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DF4570-85A3-4354-A038-E4EB5198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91878F-8410-4F63-8354-43F6F23C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DB8BBB-3B4D-46AC-879C-96F25B98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827B00-38AB-4778-88BE-07B2CDFE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44A967-0A0F-41D6-9EBD-125CB4AC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thread_id 유지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593ED5-1318-4756-8E93-0DC6C60E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DD0100-1C62-4ADF-B933-30FC9345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checkpoint load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93C5D0-0C67-412B-9952-5B1F585A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CE6AB2-66CB-41E8-8122-21FCE4D3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resume value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8DAFEF-4C79-4D5C-84CA-0033C5EC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4FA6B1-DA86-4C29-B5A7-625DC4BA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new thread와 구분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52B6C7-76F2-49B1-80AC-34F446DB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01BC0D-2401-4C37-AA9B-C2C623BA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8B5F77-B0A4-49C3-8447-E4F5CF1E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config = {"configurable": {"thread_id": request_id}}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first = graph.invoke(input_state, config)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interrupt에서 멈춤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second = graph.invoke(Command(resume={"decision": "approve"}), config)</a:t>
            </a:r>
          </a:p>
        </p:txBody>
      </p:sp>
    </p:spTree>
    <p:extLst>
      <p:ext uri="{BB962C8B-B14F-4D97-AF65-F5344CB8AC3E}">
        <p14:creationId xmlns:p14="http://schemas.microsoft.com/office/powerpoint/2010/main" val="478362283"/>
      </p:ext>
    </p:extLst>
  </p:cSld>
</p:sld>
</file>

<file path=ppt/slides/slide2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FD90FB-35B3-4CFC-886B-72930F50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B5DB6B-ED5A-48EF-929A-DC88DD0D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승인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A01DF3-00AF-4F3B-9291-E9FD307D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F1ED8-9A15-4DBE-B1E7-6491757E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45682B-4DE3-40A3-94E4-D1927419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4E991C-4287-47EF-9A57-56953ECA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2DD1CE-8A6F-46EF-8730-56FC07FC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5F68CF-5A69-4392-BB03-04D786D5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16875B-CEFC-46C2-99D1-A14A6F7B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누가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127504-920D-421F-BA80-7E2C1671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B8412C-7CD8-47DC-A824-1AA575BB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무슨 결정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AC7935-23C3-47A8-BFA2-40DB290B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5B4B63-0309-4856-B1F0-1BBA269E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E669B3-219A-42C9-84C8-5CE59C34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40BF1F-FA41-43E9-BB3D-E04DCEAC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수정 payload·시각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A5FFA0-2E84-4196-80F4-9F65C7F3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C84424-5A17-4911-9141-0EA57177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41E194-E7CD-473B-A775-5B82C3C8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approval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"decision": "edit",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"reviewer": "role-reviewer",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"reason": "담당자 근거 부족",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"edited_payload": corrected,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"at": iso_time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45527379"/>
      </p:ext>
    </p:extLst>
  </p:cSld>
</p:sld>
</file>

<file path=ppt/slides/slide2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B11827-784A-4956-B345-43613FAD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436EE6-C75A-4276-9ED2-F66469BD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State 필드 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04210E-B421-4155-84AF-F58F8545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282961-A349-4A7C-92E1-E5E99C27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224951-7CDA-40DB-B492-E32274DF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AB3BFC-E53E-4410-9608-6545A835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8B1DB0-D711-4559-B8E6-478F0EDF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F04EB3-6DFB-4DDD-8EB8-B03518B3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8B3562-86DA-49C4-98E3-864BDBC8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AA343C-82A9-437B-815B-6E9B195E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999433-7C4C-4E80-8E39-789AA262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3960E5-AC36-481D-898F-7BE8C9D5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입력·중간·오류·승인 필드를 나눈다.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179789-B1EB-4B5B-AB3D-5BCB6F59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67CFD3-8DC8-4762-9DD3-F082990E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116F86-67AA-4838-B76E-778FC11F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 node가 읽을 필드를 표시한다.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FAFF3C-464B-4694-946C-74750ED4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DCE463-7147-4E10-B10B-7D9295A7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D96947-5EE2-4318-ACB0-AE474506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terminal status를 세 개 정한다.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17B5A7-ADBC-4B35-8C46-28966F07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2EC027-6801-4325-826E-B23A35D3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11C40F-1E85-413E-8E69-F9600B19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불필요한 chat history를 제거한다.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F0ACB3-EB1F-4616-817F-CD1D4F6B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B16DDC-7F1D-4271-B38C-EEEADE6F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3395BE-1318-4E90-B4FC-690D8F8D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State schema 1개</a:t>
            </a:r>
          </a:p>
        </p:txBody>
      </p:sp>
    </p:spTree>
    <p:extLst>
      <p:ext uri="{BB962C8B-B14F-4D97-AF65-F5344CB8AC3E}">
        <p14:creationId xmlns:p14="http://schemas.microsoft.com/office/powerpoint/2010/main" val="1655783855"/>
      </p:ext>
    </p:extLst>
  </p:cSld>
</p:sld>
</file>

<file path=ppt/slides/slide2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A0B995-D625-4DD2-86F7-EBADFA65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430D5B-7367-46AE-BC32-A58B8305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Node와 edge 카드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E72FA-EF19-437D-90FF-D1B1D79F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5EE400-2FD7-442F-837B-E8AB2EA3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0FB8F7-C4E4-447A-8F27-E083F865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09DCC3-6616-4BE5-AF4B-355B0543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F26245-0628-40A4-8DB2-E7B65D92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757D2F-5E9B-4350-BCA1-A72459BE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EEFEDB-9DE3-4B92-8727-BC1E5499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B03C93-A29A-4F10-B83C-E208CF1C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BFEC01-6082-470D-9AB3-6F027DC8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EE4C36-AC68-4FB2-9321-FFABF578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transcribe부터 publish까지 카드를 놓는다.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573E34-66FA-4A6A-9C81-4F6A75AF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5B4712-928A-4C7A-B546-094A406A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E58E51-1FB0-48DD-93D3-B95D3FC6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 node 한 책임을 쓴다.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58EF80-EB9B-4B0E-977C-E583AB22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F7278C-5734-4BB8-956C-9D878F39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E86B83-9282-4370-A0CE-8DB43367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성공 edge를 연결한다.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5D6862-1B4F-457A-9273-EAB458E3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ADEE15-6BA3-4A52-BAC0-7A0BBADE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1DD02C-2A34-470F-9376-628962FC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오류·review edge를 다른 색으로 연결한다.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22C06C-512E-4A5E-BC08-60177F65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08C0D2-46E5-4929-89B8-C7B39310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51D6CD-BB62-4B52-9DFE-45285071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graph sketch</a:t>
            </a:r>
          </a:p>
        </p:txBody>
      </p:sp>
    </p:spTree>
    <p:extLst>
      <p:ext uri="{BB962C8B-B14F-4D97-AF65-F5344CB8AC3E}">
        <p14:creationId xmlns:p14="http://schemas.microsoft.com/office/powerpoint/2010/main" val="1687970623"/>
      </p:ext>
    </p:extLst>
  </p:cSld>
</p:sld>
</file>

<file path=ppt/slides/slide2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F8A6A4-9201-4F20-B7CA-AFAAD414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E94D3F-169D-4520-B13B-E35C1D11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Retry 정책표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A68F12-7E73-43A7-A651-83B48960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84D242-97EA-4B34-A2EC-8A647C40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B50689-4192-4E98-B8B4-465E006F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73D7AF-B832-47B5-9CD2-B5450064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A8DB81-EE6B-49F7-ABFF-9AFC10C2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C18AA8-3A85-4C53-8C0C-EC90557E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9C6FCF-AC8D-42AF-BE42-C6107E8C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AEFFD5-8950-4EF9-A9F0-57B1C6B1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4D2CA8-D33C-429F-B80A-BCF45670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5D080E-A973-4D4E-A6CA-B9B8D418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네 종류를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BD4AA3-6DFD-40FF-9805-71132A7A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EA9E73-9019-4561-9C32-1EE270FB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2B74B7-59B6-4EAE-B1AD-1EB09C11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 오류의 retry 여부를 정한다.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A040F0-3068-4D98-A275-18718887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22AC38-DFE6-47DC-AEB0-56CF6029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8E0D3D-8199-4E44-BB1D-36007009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max attempts와 backoff를 적는다.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0118E-3A24-4A6B-82B8-0974B588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D36F09-B40F-4226-BD30-36946D0C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E39294-36F4-405E-B8FE-8706AF03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exhausted 후 상태를 정한다.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A8C6FD-63F9-4573-B3BE-8CCF3A74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50B187-7D10-4477-8CE0-54A90F4F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572209-5A97-4BDB-8831-3A65F72D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retry matrix</a:t>
            </a:r>
          </a:p>
        </p:txBody>
      </p:sp>
    </p:spTree>
    <p:extLst>
      <p:ext uri="{BB962C8B-B14F-4D97-AF65-F5344CB8AC3E}">
        <p14:creationId xmlns:p14="http://schemas.microsoft.com/office/powerpoint/2010/main" val="1294472341"/>
      </p:ext>
    </p:extLst>
  </p:cSld>
</p:sld>
</file>

<file path=ppt/slides/slide2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9ACBC5-922F-4BF0-BD89-F1AE9E0C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75CF01-39A8-4381-8D5C-AF22F80B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Reviewer 역할극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5A6737-DB87-4A29-97F8-60811529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54FDEB-4FFD-425D-BED5-F04C9911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D44DAB-08CD-4B0D-A732-AF649E04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E62B00-3FF5-4713-B42A-2CE3313D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53B646-CE39-4EE3-ACA6-C321D0B4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12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CA1CEB-AC28-4118-A84C-0FD94D35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66156B-E24D-465E-A7E0-D3C06779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684396-4135-423A-85F4-0CCEDF65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054594-8718-49DE-9837-2D0C0B63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B62020-6634-47B3-B23A-7917A0AB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A는 Agent, B는 Reviewer가 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F6D103-FFBA-42CA-BEA5-57745B71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BFECDC-75F6-469B-99A4-3BB03F47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67D1FD-8198-4C32-AB8D-B8CC301D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초안과 evidence를 비교한다.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08CA6E-4303-47C1-8A62-20DC0288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7AF414-E9F4-4BC3-A0B8-952E6081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FD1E95-7277-456E-93A6-A322AE34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approve/edit/reject와 이유를 남긴다.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D529CA-6A0F-419E-8FC0-1D5A904D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C7474F-9AA9-4C86-B39E-434D6519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40617C-8496-4DC8-84D0-26C97CFD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역할을 바꾸고 낮은 confidence 사례를 반복한다.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909FFD-34D1-4E67-BF9A-A9250DA6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77164A-59F9-4C54-B9FD-2193F1F5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EACDD8-DC97-4750-B42D-5A8B430E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review event 2건</a:t>
            </a:r>
          </a:p>
        </p:txBody>
      </p:sp>
    </p:spTree>
    <p:extLst>
      <p:ext uri="{BB962C8B-B14F-4D97-AF65-F5344CB8AC3E}">
        <p14:creationId xmlns:p14="http://schemas.microsoft.com/office/powerpoint/2010/main" val="1329136844"/>
      </p:ext>
    </p:extLst>
  </p:cSld>
</p:sld>
</file>

<file path=ppt/slides/slide2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67D318-CB02-4FC1-BFFB-FDD35487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2DC842-51F6-4FD4-BEFC-A1471FF9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State에 모든 것을 저장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2EA2A4-A879-4826-8D0D-45BA5E6A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59169E-4A34-4AD5-A7FB-7F6788FC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4B087D-C102-4892-8439-B4CE279B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E4097A-F880-4DA0-A5E0-292D6224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A42B33-9FD5-4473-928F-758321CF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62C6D6-023A-46B9-81FA-065DB8C5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4E159D-44A5-4F75-974F-DA347B0F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A76030-26C9-4267-B733-40E1E0EE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74C622-574A-496E-9A2E-BE8C328C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거대한 message history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650441-40DB-4CD4-986E-432B4ABF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F213EC-D50E-4C51-94DE-0D00EB8E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binary audio 포함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C128AE-E08B-4576-B0CB-81824F49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110ACF-0822-43EE-81E1-3994C4AA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개인정보 장기 보존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D08892-064E-4BA7-8FD8-B0B01817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43D755-DE44-4EF8-A53D-B641EE38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 coupling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CFE1BD-D757-44F4-B433-21D28A8F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3AF3CC-1167-4D2C-9844-1596210E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최소 structured state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58736E-5936-469A-BFDC-202D2338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A55C5A-44C2-422B-8DD7-958221CE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원본은 보호 저장소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332863-1729-47AE-96B8-89C7BA54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F40C20-5BA4-4BB6-A3C5-A7F236D5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reference 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F3F9B0-48CA-4072-B798-A8B25C14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A8ACF9-A287-40B9-8CFA-3CA23EB6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node별 계약</a:t>
            </a:r>
          </a:p>
        </p:txBody>
      </p:sp>
    </p:spTree>
    <p:extLst>
      <p:ext uri="{BB962C8B-B14F-4D97-AF65-F5344CB8AC3E}">
        <p14:creationId xmlns:p14="http://schemas.microsoft.com/office/powerpoint/2010/main" val="964940662"/>
      </p:ext>
    </p:extLst>
  </p:cSld>
</p:sld>
</file>

<file path=ppt/slides/slide2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9851D9-B141-4518-B802-8FF566D9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6062BA-F482-46A6-A46D-B1456E05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interrupt를 try/except로 감쌈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3C07B3-5A6B-4A0F-8A43-1DB6E6B3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B6EC5C-96D4-447D-922E-1D4190D3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8E609C-7912-46BB-951F-D13F645F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49C998-007A-4755-B186-1F752190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08277-C6CC-427A-9C45-4A9D100A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F196BA-0272-4B07-B742-A7EA0A73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E55F88-EACF-4360-8158-A0203322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2E9093-2A5D-45E1-9F39-1A18854A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DFC764-AFD3-4060-8E40-59563388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중단 신호를 오류 처리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BBBB4B-E6BD-4A41-889F-51D8FDC9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DCDD68-D157-45F1-A951-0B49F926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재개 불가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564A34-958B-40D7-8064-6AE8C844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3A8F06-99C4-4C36-B0D7-3BC3B37A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 혼란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94E0C6-1055-4486-979E-6D109CDD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C8206D-2998-4882-B761-5A0C5EAA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반복 호출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37C25A-447C-41AE-AC82-20D71E3F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1D62EF-C9AF-492A-8A50-D67110D8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interrupt 규칙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A1DDEC-F39C-4DC8-8D3E-A509906F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95BE87-91A4-4ED5-8E0B-4EB9F633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직렬화 payload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561112-DC67-45DC-BD82-61309296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3126E7-4922-47D1-B7F6-EAC24DD6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thread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0977A7-1B64-488D-880C-ABB5C5A7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1AB7DC-E603-4A26-91B3-3815F65F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명시적 resume</a:t>
            </a:r>
          </a:p>
        </p:txBody>
      </p:sp>
    </p:spTree>
    <p:extLst>
      <p:ext uri="{BB962C8B-B14F-4D97-AF65-F5344CB8AC3E}">
        <p14:creationId xmlns:p14="http://schemas.microsoft.com/office/powerpoint/2010/main" val="1656596775"/>
      </p:ext>
    </p:extLst>
  </p:cSld>
</p:sld>
</file>

<file path=ppt/slides/slide2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FAAD98-E883-41F7-B7FD-D7082C28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8CC3C-F34A-4C69-BD6C-0C21F8FD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승인 전에 외부 쓰기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D88FF1-0309-4C5D-A4D9-D813BBB5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B6CB3F-6110-40E8-A9DB-6A8A0114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79840B-49EB-43B1-ACC7-E26DC66A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0D080A-4FCE-45A2-B6D3-8B802D33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C0E8E2-6BCC-4532-9825-4A4CE61D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1E5D0A-3C24-4CD9-9B2E-89B0CCA5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84FEC1-261F-434F-BC9D-3C55C3C3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80CB4D-C8D8-4982-AE4E-EFF4AD94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2E027C-FAD4-40FF-874C-1634A568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재실행 중복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8CDC3D-AF33-4C24-B47D-08CF27BD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2D2C89-938A-4327-A9BF-F795E107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오류 확산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C3C904-D538-4DCD-BDC5-9F25243F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D446E9-9AE6-4107-8CC8-84F75DFB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사람이 취소 불가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E97D65-722C-410D-ADCF-BF04B65D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AA9C2E-DC62-490E-89B4-33D67960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감사 추적 부재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F240DC-E0D8-469C-9419-34966E05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82874C-DA47-4835-BBDC-07046818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draft·preview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068D05-AE11-42A7-9746-D4A9C388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8518D3-3CE6-4655-80D5-530513FD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interrupt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B8D0D6-E709-467E-A50D-00E519F4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F52C4E-104F-4C32-B8FB-03AD5DF4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approved payload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CAA8FD-962A-412D-ABA7-8C84D8B5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4B5A90-01E7-46F7-9E65-EF2EA108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idempotent publish</a:t>
            </a:r>
          </a:p>
        </p:txBody>
      </p:sp>
    </p:spTree>
    <p:extLst>
      <p:ext uri="{BB962C8B-B14F-4D97-AF65-F5344CB8AC3E}">
        <p14:creationId xmlns:p14="http://schemas.microsoft.com/office/powerpoint/2010/main" val="1261572895"/>
      </p:ext>
    </p:extLst>
  </p:cSld>
</p:sld>
</file>

<file path=ppt/slides/slide2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AAF1C0-A324-4A48-8D93-5C8A34A3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CAREER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08AC1-17FF-4050-8317-23BD24F5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Human Approval 운영표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FAF6C1-22B4-4736-90F1-F70F7408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D215C-2BF5-4919-8106-F69187D4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2B8C81-33E3-474F-B128-2E018CC4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D5CE22-1292-4503-B27D-963FEB08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652DE2-AEA9-4C82-925F-922937C2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승인 기준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AEB5F5-F9F1-4C1E-AD92-64B05650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운영 증거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BBB9AD-43C4-4BB0-860C-64705020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16B7B0-898A-486C-888F-F1FF5F75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9B6C20-FAE8-4F9F-BF8F-F696C0C5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개인정보 flag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F41271-2DC2-4382-84AF-47321B4B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43D344-8F59-48AF-B1C7-069CAD72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낮은 confidence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8557DD-2F25-4495-9023-117AEEE0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91355D-91D3-40F3-B5D0-51DB82A9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외부 발행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646B25-0E3D-435A-829E-7E18F36A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568DDF-16C0-490C-99A9-952C71DE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금액·계약 영향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5C6224-FFE9-4A6F-9E55-94032592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D34ACE-F44E-4082-8826-F218FE75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reviewer role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947DCA-A022-42BA-A42F-DE596493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BFB81E-AF94-4D39-A332-64E00865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SLA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379C96-18C5-4D7B-81A1-FB813B6E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BC9091-8B90-41D0-AB1E-343E8AAD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decision reason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AC871A-EEF8-47A7-A879-E3AFDAF3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E3E6FD-95E1-42FC-8F0F-8B19FD78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audit log</a:t>
            </a:r>
          </a:p>
        </p:txBody>
      </p:sp>
    </p:spTree>
    <p:extLst>
      <p:ext uri="{BB962C8B-B14F-4D97-AF65-F5344CB8AC3E}">
        <p14:creationId xmlns:p14="http://schemas.microsoft.com/office/powerpoint/2010/main" val="1216215747"/>
      </p:ext>
    </p:extLst>
  </p:cSld>
</p:sld>
</file>

<file path=ppt/slides/slide2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DC4CCC-5165-4A90-BACE-A835200D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77C3B2-3CBF-4369-9037-AA6E3A36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BLOCK C · 두 번째 체크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A997DB-AFEC-42FC-85B4-BC242198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966883-4D44-4F9D-9391-7E90ACA1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9D5DB-24EE-4DC0-B4DF-F601764C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2/3 · LANGGRAPH &amp; HITL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72E0DA-3420-4D72-A546-0AF22A65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24577B-927F-4D7F-8765-291B88E2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정답 말고, 지금 이해한 언어로 60초만 설명해보세요.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E4091B-A10C-4EA6-83DD-B2358A6C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924AD9-ACC0-4104-AC96-8DDBE6C9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868BAD-4541-467D-B570-C12C06FC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State와 chat history의 차이를 설명할 수 있는가?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CB6F6D-1C2A-4CFF-B0E2-33533820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AE834C-19F5-4635-98AE-769FED70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75BC9F-447A-4A23-B72F-6472B3F6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Retry 전에 idempotency를 왜 확인해야 하는가?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182603-9403-4DD7-9050-C60033FC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08BBCB-0CCF-4AFA-93AE-7C4D7889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458446-7E86-469B-9B07-036F479A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승인 event에 남길 필드를 네 가지 말할 수 있는가?</a:t>
            </a:r>
          </a:p>
        </p:txBody>
      </p:sp>
    </p:spTree>
    <p:extLst>
      <p:ext uri="{BB962C8B-B14F-4D97-AF65-F5344CB8AC3E}">
        <p14:creationId xmlns:p14="http://schemas.microsoft.com/office/powerpoint/2010/main" val="901493357"/>
      </p:ext>
    </p:extLst>
  </p:cSld>
</p:sld>
</file>

<file path=ppt/slides/slide264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10D06A-D5E7-4F24-B5E5-4449DC8E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9D31EE-1ECB-4D06-8F3D-35D6929D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3C3D78-35E9-48E0-AEDE-2A6868E3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LangSmith는 배포 결정을 위한 증거다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3120BA-BBDD-4421-BFB9-426E31D9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62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0E0E0"/>
                </a:solidFill>
                <a:latin typeface="Apple SD Gothic Neo"/>
                <a:ea typeface="Apple SD Gothic Neo"/>
                <a:cs typeface="Apple SD Gothic Neo"/>
              </a:rPr>
              <a:t>Managed 회의 기능과 local STT 원리를 구분하고, trace·dataset·evaluation으로 40시간의 평가 루프를 닫습니다.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FA1DA6-2449-4558-B515-09F1F7AA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차성재의 현업 메모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000AFD-29C9-40F9-B69D-6E01B314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815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Trace를 많이 쌓는 것보다, 어떤 실패에서 HOLD할지 미리 정하는 것이 먼저다.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2C436-4114-4BDD-914C-AE603839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8133FA-D9F0-4039-A5DA-2E59EE0A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산출물 · 전체 architecture · 관측 필드 · 다음 32시간 실행 지도</a:t>
            </a:r>
          </a:p>
        </p:txBody>
      </p:sp>
    </p:spTree>
    <p:extLst>
      <p:ext uri="{BB962C8B-B14F-4D97-AF65-F5344CB8AC3E}">
        <p14:creationId xmlns:p14="http://schemas.microsoft.com/office/powerpoint/2010/main" val="1652907581"/>
      </p:ext>
    </p:extLst>
  </p:cSld>
</p:sld>
</file>

<file path=ppt/slides/slide2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3873F2-B32F-4B3F-ABDF-D3C948A4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BLOCK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EBF871-BAA8-4219-95A7-11D8698B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 블록이 끝나면, 설명보다 증거가 남습니다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64C2A8-7C5C-49BE-B590-A8500F38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9F3E3A-BFCF-40A1-9703-D2C86CC5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7C403D-AD38-430E-8AB1-FE33FED4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C6DF7A-9527-4212-AAAC-DD76DFFB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7ACEC8-7CC4-4ECF-BCE0-B57F45E8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다음 버전을 배포하지 말아야 할 근거를 trace와 dataset에서 바로 찾을 수 있는가?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05A823-6361-4E9D-B995-AE0B5969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DF3CE7-C8A2-47D5-A87D-C378B96D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4887C6-8B21-4893-9FCD-93E0E561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용어보다 먼저, 이 단계가 필요한 이유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B75123-B517-4467-B31F-9ACBCD44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98E174-0337-4326-8BCA-A8EA601C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9B2854-FEDA-404B-A63F-367D8F36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공식 문서와 실제 실행 화면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80B6BE-9C8C-472B-953A-7717FC36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EF8789-B3A5-4A1B-914B-15AE2B8D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2EA6C6-AF69-4C22-AE7F-650A4CE1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강사와 같은 순서로 최소 단위 실행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EDAE74-C6E9-46A9-BA90-9D4C0F76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7A3834-7FFD-4B33-A4A3-B4252421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복구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9C05DD-9E04-41F6-9190-4BA5128F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76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막힌 지점에서 오류를 분류하고 우회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858832-4BF7-41F1-9E0C-B2A363FF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52676E-7831-4F06-91FC-83DB4A15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완료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AF9369-4DAB-4980-8344-092D8385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6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파일·test·commit 가운데 하나를 남김</a:t>
            </a:r>
          </a:p>
        </p:txBody>
      </p:sp>
    </p:spTree>
    <p:extLst>
      <p:ext uri="{BB962C8B-B14F-4D97-AF65-F5344CB8AC3E}">
        <p14:creationId xmlns:p14="http://schemas.microsoft.com/office/powerpoint/2010/main" val="1771801468"/>
      </p:ext>
    </p:extLst>
  </p:cSld>
</p:sld>
</file>

<file path=ppt/slides/slide2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206096-A919-4A27-BAEE-E7F4B884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1/4 · Speech to 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90E431-D9E0-40ED-A6DB-6F472ECA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54D8D5-2BD8-4726-85E0-0AFFDF52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003426-03B0-40AD-AC61-0B119C6A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296D35-E046-464C-AF4D-7D74964E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35DDA5-48E8-4975-AFCC-4F12D3C1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9EA898-4F51-4B10-932E-C3AF44BC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5214B2-FC0D-4464-9CEB-A9FB6EA7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E1A9C0-74AA-483D-B3E9-CEEEB385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사람의 음성을 문자와 타임스탬프로 변환하는 기술이다.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BC013D-52CB-4680-A5CE-E0D6FCED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4A53A2-57D2-4E81-ABC8-6C23AC6A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DCF25E-0585-4973-B097-09BE4B2D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58B7B1-4B67-4B12-80F7-258CE35E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회의 내용을 검색·요약·평가하려면 먼저 검토 가능한 텍스트가 필요하다.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D53B38-DB80-405A-97C5-87EF2555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104BD7-9B1A-455F-8663-774C9189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0464A7-F132-43D4-BB5E-7A2D459A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8543B1-EF25-4D54-8E70-2BC10A6E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faster-whisper가 audio를 segment 배열로 변환한다.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AA51B3-5705-4F3C-9C88-7D44348C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86106333"/>
      </p:ext>
    </p:extLst>
  </p:cSld>
</p:sld>
</file>

<file path=ppt/slides/slide2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77780E-30B2-4E2A-B099-23140837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2/4 · Execution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0A3AC9-034C-44D1-9D66-F2C05A7E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691A9E-C870-4B58-975B-B5C27740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7BB928-55FA-4E43-B423-BFA9F667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C111B6-FAF6-4E4D-9E9E-E8D2B17F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EEFD19-628F-400B-8AEB-B5102962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795EDD-C18D-4330-8DD3-AA86995E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3423DF-A8F3-4413-8899-F01FFFD0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A9BF56-1C2D-4F1F-A318-E2B51F11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요청 안에서 Node·LLM·Tool이 어떤 입력과 출력을 냈는지 연결한 실행 기록이다.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A546F2-408F-4B86-A50D-104287FA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CB21C0-47C1-4618-993A-81EC8010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621F30-340F-49D8-9EA1-25EBD8D4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648561-ADA1-4986-A420-419E9534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느린 단계·실패 원인·사람 수정량을 실제 실행 단위로 찾을 수 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798175-FB12-4393-A1EB-66F7F6FA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1083FB-66A3-40C0-8826-E8CB75D9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08A7C0-52B5-4CC7-8AA7-C998A3BF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FDFFD6-4840-4250-BFA1-79D396DE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 run tree에서 Graph 아래 child run을 확인한다.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CBF6B6-5C5D-4521-A949-7F0C64DB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37866968"/>
      </p:ext>
    </p:extLst>
  </p:cSld>
</p:sld>
</file>

<file path=ppt/slides/slide2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7AC3FD-CE08-4CD8-AAE8-EE08D930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3/4 · Fixed Inputs / Compared Runs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F906A3-4CF5-48E9-81B2-0B786701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/ Experiment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36A21A-1F71-4378-A78C-701664C5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07A05A-01A5-4CA1-A79B-466FB8FF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9D77A0-F166-42C3-A52F-0423F411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FA175E-157A-4CDC-9FF8-5A13AF90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2B05C3-A5E7-47DC-BD59-90CEB9D4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EA3BA5-D9FD-4F23-8679-95D0EF9E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01E06D-14BB-4FF4-AB2C-6C2C6D49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Dataset은 평가 입력 묶음이고 Experiment는 같은 입력으로 특정 버전을 실행한 결과 묶음이다.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D199B8-8B2B-4ABD-BD00-ADE2655B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D89FD7-69E6-4D16-9649-B45463CD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EF8A08-B065-4A6C-907B-924D7F2C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FA6834-8B5D-408D-9C9D-465BA6ED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프롬프트·모델·Graph 변경 전후를 재현 가능하게 비교한다.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1CC26A-9C18-4922-AEC6-CFED2796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3B267D-6FB8-47FC-A33F-04C6391A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8E0729-4D8F-4E3A-88E1-8E7CB860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F555C9-6FF1-4C3A-B91D-76915336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day2-v1 데이터셋에 baseline과 candidate를 각각 실행한다.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5D216D-3EC5-4EEF-B709-67EBAF0E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34170971"/>
      </p:ext>
    </p:extLst>
  </p:cSld>
</p:sld>
</file>

<file path=ppt/slides/slide2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FBC5BD-BB60-4C91-BED9-9ED420F2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처음 듣는 용어 4/4 · Ship or Hold Rule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D46146-FC4C-4346-88EF-86F19F5C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Release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818C9C-8690-42EF-B88A-3714E257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D5CE56-1558-4E6B-AA54-34A30AD2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66B7A2-DE28-4FF9-A568-02BD7CCD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CC044E-8DA5-4494-8C99-CC4D4597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269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6FD0D3-E92F-44D4-9AB6-E2C6356F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E0AB2D-ECA9-4BDB-A3BA-12202EFF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95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한 줄로 말하면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45995A-29A4-48D6-A86B-E8A43FEB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품질·안전·지연시간 기준을 모두 통과할 때만 배포를 허용하는 규칙이다.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C73629-019E-4576-9A5B-0A6ACAD7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7AFB89-AA1E-4FCF-944E-925F43D9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146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73E4E4-AADA-46CA-8222-E2DC5B40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왜 중요한가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763110-B0AC-49A1-BFF7-783BACA6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평가 점수를 실제 운영 결정인 READY 또는 HOLD로 바꿉니다.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CAE654-C4BF-4B35-B160-DC43EA16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F9EE6C-DBD1-4786-B4D6-05B3E26A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4D7253-8B88-4043-ABD8-EB7BE7B8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오늘은 이렇게 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F836E7-8699-48E4-BABC-3A7C27AA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020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 98%·근거 연결 90%·오발행 0건을 모두 만족해야 READY이다.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A3C3B8-9E9E-4926-BFF0-CCC87E57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42376790"/>
      </p:ext>
    </p:extLst>
  </p:cSld>
</p:sld>
</file>

<file path=ppt/slides/slide2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8CF104-0B78-4D09-A35C-517DA599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2DAF01-93AB-4584-8A0A-91C0C4FE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Managed 회의 기능은 현업의 현재 출발점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4DD3E9-4651-47CF-9B4D-A134D96A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015693-DF41-4115-B9D5-6261C858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54426F-0D4B-4F5D-BB06-53C3183D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5467EA-99BD-4ABF-95EE-71DB71A6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CDB198-D9AE-47CD-966D-D6EBA2FA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3A1950-26A4-42B5-993F-055BB806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8096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Google Meet 등은 전사·노트 기능을 제공하지만 계정·edition·관리자 설정에 의존한다.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5693fa841d4005">
            <a:extLst>
              <a:ext uri="{96DAC541-7B7A-43D3-8B79-37D633B846F1}">
                <asvg:svgBlip xmlns:asvg="http://schemas.microsoft.com/office/drawing/2016/SVG/main" r:embed="R19a06662eadb46a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18478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8BC76E-A6D8-442A-9591-F785690B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현업에서 먼저 보는 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DCBC0B-1C70-4A15-B082-8E26ACC8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04C90B-5346-4DF5-A60F-658F16B9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빠른 활용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87E1BC-862F-4A1C-ABCB-183110CE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2033CA-12C3-4FBA-8B46-6A6122B6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정책·보존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041D11-FF49-41F2-9BF2-91A21B6D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D44DB5-29DD-4518-9A60-69F6AB84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지원 언어·edition 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458978-493F-4181-B67E-20A4AFF9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55E906-D7B4-4BE8-A025-6D4328A2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배포 전에 보는 신호  |  STT가 틀리면 LLM은 틀린 입력을 더 그럴듯하게 정리한다.</a:t>
            </a:r>
          </a:p>
        </p:txBody>
      </p:sp>
    </p:spTree>
    <p:extLst>
      <p:ext uri="{BB962C8B-B14F-4D97-AF65-F5344CB8AC3E}">
        <p14:creationId xmlns:p14="http://schemas.microsoft.com/office/powerpoint/2010/main" val="67741852"/>
      </p:ext>
    </p:extLst>
  </p:cSld>
</p:sld>
</file>

<file path=ppt/slides/slide2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259B8A-66E8-41F4-91AE-6BA22ECD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E2B8C3-0D74-44C8-A62D-84E6549F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수업의 local STT는 원리를 이해하는 최소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F35361-7A57-489D-9E19-0B9E1407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F1221A-151E-4D39-8AE1-44250446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34C649-ACB8-4F25-B25C-6E905579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2DDF3C-4269-4406-8833-3BA584A0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271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435774-5EFB-4049-8F2F-8C485F43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faster-whisper 또는 whisper.cpp로 audio→segment contract를 직접 확인한다.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538137-A43F-4DC5-BDA5-AF328633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6538A9-E895-4610-8EC3-FB5681EC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offline 가능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6998D7-97C6-4853-A0D2-F70AF2B6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168C30-1C7C-4922-B393-2147D30A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timestamp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C6DD13-E1A9-47D9-82F3-A88A2F0A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7CF1A8-7D7F-441A-B64D-3DECAECD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model·device 선택</a:t>
            </a:r>
          </a:p>
        </p:txBody>
      </p:sp>
    </p:spTree>
    <p:extLst>
      <p:ext uri="{BB962C8B-B14F-4D97-AF65-F5344CB8AC3E}">
        <p14:creationId xmlns:p14="http://schemas.microsoft.com/office/powerpoint/2010/main" val="1361935208"/>
      </p:ext>
    </p:extLst>
  </p:cSld>
</p:sld>
</file>

<file path=ppt/slides/slide2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D55F7A-9DFD-4BFD-9E2F-9B302112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AFAD51-2A75-41ED-B164-876E4718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 품질은 WER 하나로 끝나지 않는다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ED96B5-A3F0-494A-B8B1-39FB64E7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0B27D2-A2B0-47D8-8AF7-34CC2258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78F264-F292-4467-8182-C7607F9B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F3578A-DCE5-46EC-B9C5-994938FD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272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5D93B2-7938-4230-BEB2-37AB3AD7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117414-8D8C-474C-ABEC-2652C752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업무에서는 이름·숫자·날짜·Action Item 근거 오류를 별도로 본다.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4A71D2-D633-4D9F-8B01-06053A3A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현업에서 먼저 보는 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A5DD71-CCD7-4099-A3B6-EE7FED26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47D7A9-BC84-4800-8906-74B362EA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empty·repetition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41102F-ECAC-4D4B-9C56-8375A97B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456C96-F369-44D6-9864-EA3A7A8F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entity error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52616A-7EDC-495F-8B42-E33859E7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84FBDC-639C-4891-B17E-BC5898F5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timestamp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410DAD-BF75-4D2C-AC80-095D2D98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57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E9C94E-B539-41A6-B68B-C4E8A0AB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721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human correction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90307A-46FD-4466-963D-83F27FA3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864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8BF06B-D259-4130-A36F-3B770CDF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53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배포 전에 보는 신호  |  Trace는 과거 기록이 아니라 다음 실험 질문을 만드는 재료다.</a:t>
            </a:r>
          </a:p>
        </p:txBody>
      </p:sp>
    </p:spTree>
    <p:extLst>
      <p:ext uri="{BB962C8B-B14F-4D97-AF65-F5344CB8AC3E}">
        <p14:creationId xmlns:p14="http://schemas.microsoft.com/office/powerpoint/2010/main" val="670151225"/>
      </p:ext>
    </p:extLst>
  </p:cSld>
</p:sld>
</file>

<file path=ppt/slides/slide2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8592A8-6B22-44B7-82C2-068E1FAF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B3C231-44C6-48F2-A04F-537FD043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 trace는 실행의 계보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85D1CE-DDB2-4ED1-803B-230548D1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2D206B-5C6A-4105-A9D7-A4C51A3B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466556-F60A-48B5-BE99-D4B71A69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644E95-D409-4A1A-B4F1-1BD0CA36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273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975534-7C3F-4F5F-8D05-2482FAF6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graph run 아래 node·LLM·tool의 input/output·latency·error를 연결한다.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1C4766-D2CF-45C3-B7CC-B108D9E9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15C887-F3F7-47EA-9137-67B72CBF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parent-child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CE3C0E-C4F7-4296-997C-AC158900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F7C1AC-4467-41BA-A1C8-9B01CE94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metadata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56960B-0E7A-475E-9995-38E95740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8EA7CE-CA61-48ED-833C-B8CE38C3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tags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D786F8-D847-4001-B730-E494B8D2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CEEF18-80C8-4A82-96BB-F5AB6FF4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error</a:t>
            </a:r>
          </a:p>
        </p:txBody>
      </p:sp>
    </p:spTree>
    <p:extLst>
      <p:ext uri="{BB962C8B-B14F-4D97-AF65-F5344CB8AC3E}">
        <p14:creationId xmlns:p14="http://schemas.microsoft.com/office/powerpoint/2010/main" val="639701293"/>
      </p:ext>
    </p:extLst>
  </p:cSld>
</p:sld>
</file>

<file path=ppt/slides/slide2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9CCD28-B715-4761-AACE-84240CF0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CORE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62DBD5-A6F4-43E6-A8DE-E517FC38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민감 데이터는 trace 전에 줄인다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013558-5F17-4623-838F-E09EB56E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1EEC01-D582-4315-AB5E-B0771B14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5C5B82-5AF8-49E4-B797-206857DA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50C158-C48E-44D7-B857-74C3F647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274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26A293-5598-46E3-B304-8A5C112C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9158CA-32AB-4200-9605-DC693A8B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71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 계정에는 공개·합성 샘플만 전송하고 원문·secret을 masking한다.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AC4D6E-6D3B-4262-997D-78D49435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현업에서 먼저 보는 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48E0E4-8B63-4AFF-A785-F1ECD4D4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C838CE-B242-4B66-9452-7D073F34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anonymize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7F430B-0A3B-4208-AB59-4955D704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F8220B-14C4-4F7B-9F20-8029E568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196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sampling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E4B7F9-A65A-4BEA-A80B-ED267764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94DFE4-A538-4CA4-A0FA-76836CDF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JSONL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E5AFE8-65F1-49B6-8FF1-74FF6C3B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57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4A8025-74C5-4222-B474-6C2CFADB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72100"/>
            <a:ext cx="935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retention 확인</a:t>
            </a:r>
          </a:p>
        </p:txBody>
      </p:sp>
    </p:spTree>
    <p:extLst>
      <p:ext uri="{BB962C8B-B14F-4D97-AF65-F5344CB8AC3E}">
        <p14:creationId xmlns:p14="http://schemas.microsoft.com/office/powerpoint/2010/main" val="1126072197"/>
      </p:ext>
    </p:extLst>
  </p:cSld>
</p:sld>
</file>

<file path=ppt/slides/slide2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9B8E40-008B-49C0-99E9-274DFBA8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KEY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88C2DD-170A-4244-80C1-E3CCE07A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Dataset이 평가 입력을 고정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75C4D5-AB0F-4070-9547-953ECF78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2FB4C7-17EC-43EB-9337-CC74C10D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984C4F-2E00-4659-BBFE-DEED7141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DBA48D-BDC5-4A61-924F-C84CFB56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E18FED-76DC-492B-B830-5E197C56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golden example과 실패 사례를 dataset으로 만들고 experiment를 반복한다.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B54F03-6003-40C3-A91B-85C378EA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935A02-8963-44F4-8F53-061E471A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9A56D6-5875-4963-804D-2D7236C9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9DDE6C-5014-4B4B-9E50-20558280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reference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7E7765-5315-4AC4-B682-53A1182D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3E2446-458A-40D5-8D45-AE45DA3F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metadata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BB5ACC-E17C-4DDC-ABED-286BFE08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E52FB4-1E12-407D-9379-3F465698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version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D1B50A-ECB3-4936-87EC-D38FEAFA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5BE51C-80CC-4DA1-8759-DF309B02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49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배포 전에 보는 신호  |  평가는 점수를 내는 일이 아니라 READY와 HOLD를 가르는 운영 결정이다.</a:t>
            </a:r>
          </a:p>
        </p:txBody>
      </p:sp>
    </p:spTree>
    <p:extLst>
      <p:ext uri="{BB962C8B-B14F-4D97-AF65-F5344CB8AC3E}">
        <p14:creationId xmlns:p14="http://schemas.microsoft.com/office/powerpoint/2010/main" val="2120032821"/>
      </p:ext>
    </p:extLst>
  </p:cSld>
</p:sld>
</file>

<file path=ppt/slides/slide2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A6253C-D9AB-44E3-8370-1110B0ED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E4E80A-37B1-4425-877B-AB613364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전체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CE95BA-647E-4F0B-8E47-74B14B38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8F261F-7DC3-47FB-81B7-CE37F086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970EFA-4806-4FF4-9C03-A6B86163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3000CA-F87C-4F9A-98A3-F03605CF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276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B51B55-F793-4D13-A6D9-E35D9BD6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9F10BB-E17B-4F0D-B79F-FDBFE36F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13215F-F163-4555-A1E6-FE2B35EC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AUDIO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0DCE12-40D4-4C37-BFC2-A36E4E02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metadata·STT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1D9267-318D-41C0-BC71-C3DDD67F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8AD81D-2E7F-4042-AF25-662AD8B7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64BC08-274E-4ADC-8612-33932732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DRAFT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231209-FAFA-41B0-9E61-A86CA726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LLM·schema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BFCDFC-AA37-4AAE-A768-23139845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7CB076-43FE-4568-9CE4-B66327FF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A3FF89-D64D-4D43-A028-7FA62B20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5AD52-D965-4658-B14D-7892E599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evidence·interrupt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E8911F-05C7-466F-BF0B-455A6F72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F47F76-ABB8-420C-97FB-2F6E447B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0A96B6-BDDC-40B1-AF93-E0A914A9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PUBLISH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DA24CB-12CD-4C07-B932-98A071B2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승인·idempotency</a:t>
            </a:r>
          </a:p>
        </p:txBody>
      </p:sp>
    </p:spTree>
    <p:extLst>
      <p:ext uri="{BB962C8B-B14F-4D97-AF65-F5344CB8AC3E}">
        <p14:creationId xmlns:p14="http://schemas.microsoft.com/office/powerpoint/2010/main" val="95651441"/>
      </p:ext>
    </p:extLst>
  </p:cSld>
</p:sld>
</file>

<file path=ppt/slides/slide2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97B775-B52E-4524-81E4-61F23613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C562C5-8DE8-4748-AE71-3DD2E52D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 실행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A687C9-B53E-4A3F-A0B2-30BAC465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87A1E6-16B5-4DE3-9C96-1F8F9A4F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C0459B-9EE6-4BCA-8B7C-320D49E0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11EB4A-4FED-454A-A08A-E39F2369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277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4509FC-E2E8-477C-8204-C5521B7C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B9DC59-1769-4D86-9F1C-67BA8112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1D4F61-2282-4BF5-A878-97196B49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CHECK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66ECFA-6DB5-41F8-855A-2AA21ED1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format·duration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29F3F8-7389-4C31-8EA5-F72FB35F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996EF6-A93F-4DB4-8661-F9FD4BBD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52F251-562C-47FC-B736-1A38651D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TRANSCRIBE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91174C-628C-45E3-8832-EF7CFF29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segment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2D975F-8FE1-4A07-BF9F-35D8B2E8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98DD8C-BE27-4746-8189-02D1021A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0F1FFE-75C6-415E-87EF-87004499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QUALITY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B7D89D-69AA-4FCD-9634-B2D85D01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empty·repeat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21DF29-E720-4166-AEB8-3EBD9A2C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E7712A-CB01-4D20-9AFE-2FA780D6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1817C2-CDCB-48B0-889F-C1164071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FALLBACK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80F3A3-655C-47A0-B70E-13A9D804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정답 transcript</a:t>
            </a:r>
          </a:p>
        </p:txBody>
      </p:sp>
    </p:spTree>
    <p:extLst>
      <p:ext uri="{BB962C8B-B14F-4D97-AF65-F5344CB8AC3E}">
        <p14:creationId xmlns:p14="http://schemas.microsoft.com/office/powerpoint/2010/main" val="1378532946"/>
      </p:ext>
    </p:extLst>
  </p:cSld>
</p:sld>
</file>

<file path=ppt/slides/slide2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0309E1-D856-43CC-953D-D3DB6085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B3B797-4CE9-4D4C-B8C0-C092525B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Trace 설계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6AF3C7-3B21-4068-BD92-C85215B6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3645CF-65C6-4E97-AAB7-0CFD0F63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2E31BC-203F-489D-AB6C-DC9585AA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B6657F-D3DE-42B5-AA88-21C8AB08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278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5D5693-BAE6-4CBB-8D01-49BFDE68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3E7B6A-0D8A-4099-9A69-955FF28D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484071-5A43-4089-8F46-BF069B27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F37E4C-A381-4824-A8EF-8C600827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무엇을 알고 싶나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AFC43D-52CB-450E-8E9F-C2910710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98168A-B2C1-4A9C-9321-0F26B69D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00139C-636C-4E7B-A25D-E923E591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FIELDS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359862-ABD0-4009-BD61-0A0FF952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어떤 metadata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F55D1B-8393-4A90-819C-5DC0FD62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3A00A1-0FDC-407E-915A-EAD6D3A2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05A84B-37A2-420C-B7BC-D137A60E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BOUNDARY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1E1815-F956-4DC0-9353-701895BA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무엇을 숨기나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766397-60CE-4937-9A92-D8FADDA2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297B45-8FD0-41F3-92A4-229C6B91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D02FF5-436F-4CE0-BDCB-975996CE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B94BF7-7622-46BE-AD4E-8362C9BE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run tree·filter</a:t>
            </a:r>
          </a:p>
        </p:txBody>
      </p:sp>
    </p:spTree>
    <p:extLst>
      <p:ext uri="{BB962C8B-B14F-4D97-AF65-F5344CB8AC3E}">
        <p14:creationId xmlns:p14="http://schemas.microsoft.com/office/powerpoint/2010/main" val="1304934452"/>
      </p:ext>
    </p:extLst>
  </p:cSld>
</p:sld>
</file>

<file path=ppt/slides/slide2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DFEBDB-DF25-4E34-8CC6-65D0A1B9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B667C1-3CE4-4871-8997-34B8A91D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구축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4955B8-4D41-4592-8669-034AE1AA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0E06F8-4076-427D-A09E-B85C31C4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BB0E21-328B-4B9A-9778-2248FF06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7430B6-4354-43FA-AE45-52045B86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279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6D194A-7C2E-4705-9E82-32A75715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C5B0B7-5D3E-45BA-9495-BF53D120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EF3B6C-4FAF-4341-A460-9DACA1A7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B7E5A3-83F7-4963-A306-A38A87B9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golden 3-5건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539DCC-9C44-4D78-9A29-DA90DAA2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103DE6-FC55-4E01-AE1C-AFB4B02D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30ACDF-DB06-44FE-B636-B78A2922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15A641-223C-4B6E-AF96-FD88C02D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예외 추가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C8A59E-BC3D-4FAC-B6D7-3411E599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8D50B5-C535-4C84-85CD-AB21A515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72C732-C0D8-465E-89A6-14193134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VERSION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531622-849C-4450-8B4C-48039E74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변경 기록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C1ECE6-B383-4D27-AA6B-176EB8A2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2E0BFB-C017-49EE-A7A9-C688B6A9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3D2FAD-13B9-4762-A76B-ABC45166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EXPERIMENT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18C104-E0F8-4C48-BD5D-3D5ABED6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같은 입력 비교</a:t>
            </a:r>
          </a:p>
        </p:txBody>
      </p:sp>
    </p:spTree>
    <p:extLst>
      <p:ext uri="{BB962C8B-B14F-4D97-AF65-F5344CB8AC3E}">
        <p14:creationId xmlns:p14="http://schemas.microsoft.com/office/powerpoint/2010/main" val="334320151"/>
      </p:ext>
    </p:extLst>
  </p:cSld>
</p:sld>
</file>

<file path=ppt/slides/slide2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D9FB0F-9EC2-45FF-93C7-21882966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8AEF7E-33A0-4626-90A1-B7F8219B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평가 루프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73839F-A875-407F-A784-4C506C5B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AC39BE-F0A7-4B1B-8B1E-F2025472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467FC-D566-4AB9-8CB0-696E39F1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9C3EB5-BA08-4CE4-AC55-19254FEC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D2FD3C-778E-40D3-9FD6-477DB21B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355676-6203-4B7D-8032-C2EB7837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1254FF-5CEF-4C9E-ADFE-A44A937E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067FE4-D2DA-49C0-AD2A-D13F79CC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dataset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343C63-D5A0-443A-BECD-B4E9E690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DE2901-2054-4BB4-8164-C713EA2E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4348D1-57F2-4FA5-8CE5-F3D5B694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9113D8-44F6-4430-830F-ADA526C0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deterministic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8BDF96-323D-4CE6-911C-6B0DFF23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6185AC-6D37-4222-B34E-5B8BB2C3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6CF5CD-0421-4EAA-9D92-4DD31294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DC87FF-EA47-4634-BBC5-6A929564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human rubric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00D83F-17BE-442B-8439-FD044C4D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095500"/>
            <a:ext cx="25860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257966-6C58-44B4-A8B9-AD32307A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305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41222F-8C54-4994-A9DB-30D922A5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781300"/>
            <a:ext cx="241458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DECIDE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8CC43D-377B-4DEA-8859-DC71D0A4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3390900"/>
            <a:ext cx="24145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release gate</a:t>
            </a:r>
          </a:p>
        </p:txBody>
      </p:sp>
    </p:spTree>
    <p:extLst>
      <p:ext uri="{BB962C8B-B14F-4D97-AF65-F5344CB8AC3E}">
        <p14:creationId xmlns:p14="http://schemas.microsoft.com/office/powerpoint/2010/main" val="1874210914"/>
      </p:ext>
    </p:extLst>
  </p:cSld>
</p:sld>
</file>

<file path=ppt/slides/slide2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D9A650-E764-486B-992D-6A07AA3F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BC8887-F97C-4968-A1B7-C2C6BCD6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화면은 네 가지만 보면 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CE2AFF-06BE-4389-9128-EEA8173D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9D963B-54B5-435B-91F6-5C9B4DEF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F4DADB-918B-4F31-8464-50883128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94D885-5A74-4FE8-9E9F-192A33DC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281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955FBF-145B-482E-9DE8-8D8CC37A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시작 화면 → 클릭·명령 → 성공 신호 → 막혔을 때 대체 경로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137A82-2B8D-4E33-B82C-63223697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B59980-59EF-4E32-AE3E-504450A4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0D1C26-CF8D-42DC-BDC5-B9F9086C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907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faster-whisper · Python 기반 local STT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7C88FF-3DBD-4FAB-BFB8-C013E4D7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수업 전 model 준비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2B4486-6F5D-499B-A445-E0A03DAE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3EBDE0-5B13-4C17-9575-5D03E509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079D9B-4804-42F6-B624-9E3CF030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9CA003-9A70-4147-9B45-1D3C0D0A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956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whisper.cpp · 경량 local 대안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B98484-FCB6-4BEF-B9BF-1E6408E6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모델 파일 사전 준비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F0AE93-8CDF-4618-A5AF-88DCAAD9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90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44D9C6-000A-4863-AEDD-87577C15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ED416D-E00F-4D1F-B21B-9C3C31DA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98C480-30B9-45E9-8435-DC85AAF7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Google Meet 자동 노트 · 만들기보다 통합하기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72515F-2D06-4A28-8D0C-627B9B8F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지원 범위 강의 전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0243B8-0CF9-4417-AFB5-35705526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338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7D3B6E-F05B-4D39-A8C6-162B3FC2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ABE8C3-AED8-4657-959C-B73288ED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2E2FFE-CFA1-4DD7-9F60-98C9AAFD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 observability · trace tree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9D0D1F-7E72-49C3-AE16-EF7FA8FE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공개 샘플만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9C619B-4635-4259-9538-A38C30C8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3870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766877-B47A-4FCB-94ED-F3DD9CF7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D01D6C-C1D9-408F-90C4-18EAF6B1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197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8E6053-E448-41A8-BC7D-641E3579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10150"/>
            <a:ext cx="653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 evaluation · dataset과 experiment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F8DFA6-5CFE-4BFF-8C84-6D0D00BD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101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baseline 비교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355739-24A7-4E6B-85C2-7DAEFD20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43550"/>
            <a:ext cx="893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00279771"/>
      </p:ext>
    </p:extLst>
  </p:cSld>
</p:sld>
</file>

<file path=ppt/slides/slide2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B444EB-CE3F-488A-B163-039F0065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1/5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1F85DB-3AA8-451B-A039-2458DA2E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faster-whisper · Python 기반 local STT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4522F4-3292-4934-9FDE-E9264F06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E378CF-63CE-49BE-9B6E-E9F6F7D3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96C0F-AAFF-4CEA-A961-15F0034E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E08D1D-5395-4D39-8CDD-63B7157C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282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2D683A-83E5-42A5-902C-950DC2F9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71ABBC-EA04-4A6A-807B-1BFD8DE8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35B09E-1810-4EDB-B6A9-CC420E7F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Whisper 재구현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68EBA3-3633-49FA-BCD4-C112C33B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78B49D-6A76-41DD-AD02-329B29CB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model·device·compute_type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33B447-8BAE-4F8A-B4AB-FD875C7A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A2885F-EA9A-4D1A-AF08-E8527AA6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segments generator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19B271-9657-42E7-94EC-49588207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54147E-FFB7-4BA5-9886-F8718486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수업 전 model 준비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08D888-5ED5-4460-B288-1944EA12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a4a41a9d6640c6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A25F92-63F5-4C64-A1BB-DE2F3740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faster-whisper 공식 GitHub</a:t>
            </a:r>
          </a:p>
        </p:txBody>
      </p:sp>
    </p:spTree>
    <p:extLst>
      <p:ext uri="{BB962C8B-B14F-4D97-AF65-F5344CB8AC3E}">
        <p14:creationId xmlns:p14="http://schemas.microsoft.com/office/powerpoint/2010/main" val="339222484"/>
      </p:ext>
    </p:extLst>
  </p:cSld>
</p:sld>
</file>

<file path=ppt/slides/slide2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49D68C-D270-4EB0-B86F-D521CCEC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2/5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7C8C9D-67AC-4368-B888-854479F6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whisper.cpp · 경량 local 대안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565932-67C5-49ED-BF7B-D627D6A9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314FD2-1B33-40C3-942F-D04E43B3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5C0EC5-01F8-407E-9AFA-B651CBB6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0F9B31-2D42-4328-9D65-6692F0A4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283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512BCA-E007-4790-B516-10478B9F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6F4226-2B2A-4D51-AFE0-276BA70B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C540CC-A670-4DF1-8DFC-9D033C86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C/C++ 기반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5FE24E-0035-4633-9F68-30887168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911CEE-2D38-4938-B8FB-CE4D2C39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다양한 환경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B8FF14-3013-49C0-B92A-B3766722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3242D8-1ECA-4B90-ACF4-237F9820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CLI 실습 대안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FA6B0E-0E28-4584-9731-0E3AF982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29429A-3295-4DC4-B252-83A6C534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모델 파일 사전 준비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C0C4B6-20AC-43BB-852E-1D7341E6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a8c1f7187e4a3e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0434FD-908F-45C6-9644-11FCECC3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whisper.cpp 공식 GitHub</a:t>
            </a:r>
          </a:p>
        </p:txBody>
      </p:sp>
    </p:spTree>
    <p:extLst>
      <p:ext uri="{BB962C8B-B14F-4D97-AF65-F5344CB8AC3E}">
        <p14:creationId xmlns:p14="http://schemas.microsoft.com/office/powerpoint/2010/main" val="1779240158"/>
      </p:ext>
    </p:extLst>
  </p:cSld>
</p:sld>
</file>

<file path=ppt/slides/slide2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16A65D-6691-466B-A6CE-464ABD12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3/5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55FF4F-A1BF-45D9-AA06-5DDC56A7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Google Meet 자동 노트 · 만들기보다 통합하기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0EBDB7-891E-42F5-AF01-4C8A3EDE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BA4FDA-E79D-4D1D-B7BE-7849E989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A28B98-4E47-41F6-A4E7-2682E9CD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41F205-8E79-4B13-8261-749DF502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284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76A097-C41C-4603-998D-E1D63BC3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D410D4-087A-4740-8BA9-79DF334B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5FB12A-A93C-4361-A085-679CF87C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구독·관리자 설정 의존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5473F5-8655-456C-BDA8-8B5040E4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1D0105-64C7-4309-A907-547FBC16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기존 전사·요약 활용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AC09A0-7477-4662-91F1-B2944B31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558AB1-FBFB-46FC-81F6-F8D74F5D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local은 예외·통제 학습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C85261-05E5-40E4-B082-64091A6D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B5108B-DB09-49A9-9EAC-82F9A262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지원 범위 강의 전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60494E-CF17-4A27-878C-5F29CBC7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cbb02435f84eb6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DC4166-345C-4F2A-80D2-58245D75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Google Meet Take notes for me 도움말</a:t>
            </a:r>
          </a:p>
        </p:txBody>
      </p:sp>
    </p:spTree>
    <p:extLst>
      <p:ext uri="{BB962C8B-B14F-4D97-AF65-F5344CB8AC3E}">
        <p14:creationId xmlns:p14="http://schemas.microsoft.com/office/powerpoint/2010/main" val="1734684209"/>
      </p:ext>
    </p:extLst>
  </p:cSld>
</p:sld>
</file>

<file path=ppt/slides/slide2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A59979-D274-4AFB-9CC2-48D633A9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4/5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B81194-4006-42FA-8EE4-2333A5AA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 observability · trace tree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559A6D-E051-4B63-872C-E9BAEB0B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64406-8636-4461-A0A2-7ED9ECDB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B11BC5-6BBA-49F6-845B-4B37CB56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720CDF-D2B9-4903-9F72-C3CB46BF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E18D62-8F87-436C-BB94-2B3824F3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82AB12-E1C7-46E1-A65F-07C213BD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EDB365-9868-4BD0-9DA8-6B65A5F4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node별 input/output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C5793A-BAC6-4178-9FC3-267E451A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3361B4-7DF9-4B9C-87E3-C11E35DA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latency·token·error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43CD22-CDD9-4E2D-9563-6B5C6257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A6D254-BFA3-443F-A2A5-1BCE758A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metadata·tag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5E72CA-9EAC-4B3D-9FDD-DD951603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6FF378-991C-4392-877B-E222B666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 샘플만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96D7FF-1BB1-4AEA-AE54-60F8296D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47b8b529c04c3a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BB458A-B82A-41E1-9317-49B38112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LangSmith Observability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449829813"/>
      </p:ext>
    </p:extLst>
  </p:cSld>
</p:sld>
</file>

<file path=ppt/slides/slide2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661575-E6AD-4492-891D-F36B6289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TUTORIAL 5/5 · ACTUAL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1E3A98-FE56-4AB1-98E1-D0100837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 evaluation · dataset과 experiment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CED7B9-EB29-4D1B-B120-B513198E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C696AF-329A-46DB-92C8-AA8FC435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69BF4F-91DC-4D66-93EA-E913C889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5A41BD-D300-43E1-8A83-3D29A1AD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CF6D65-32A4-47BC-95F1-2E2E5361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 화면에서 딱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714D7B-87E4-4A2B-B38F-28691446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07229F-3DA1-40C1-8423-42F5E9EF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offline evaluation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9CC16E-3641-448F-8468-1EDEC6AB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86A06B-60D6-4362-A03F-D0822165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7652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online monitoring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E92405-6094-4180-8C30-6E400AB4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B3369D-DD1D-42D8-9BFF-A953F123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human feedback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EF9B7F-3DFA-4D5E-9D0B-841B4F72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836367-1AEF-439A-BC8A-5371988E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baseline 비교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982036-A38D-4694-A8FF-3CB97062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6819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5fe7842d9a4d93"/>
          <a:stretch xmlns:a="http://schemas.openxmlformats.org/drawingml/2006/main"/>
        </p:blipFill>
        <p:spPr>
          <a:xfrm xmlns:a="http://schemas.openxmlformats.org/drawingml/2006/main">
            <a:off x="4876800" y="1726457"/>
            <a:ext cx="6591300" cy="3709886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D26CBD-4B1A-443F-9863-DC860E69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054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LangSmith Evaluation 공식 화면</a:t>
            </a:r>
          </a:p>
        </p:txBody>
      </p:sp>
    </p:spTree>
    <p:extLst>
      <p:ext uri="{BB962C8B-B14F-4D97-AF65-F5344CB8AC3E}">
        <p14:creationId xmlns:p14="http://schemas.microsoft.com/office/powerpoint/2010/main" val="1482031570"/>
      </p:ext>
    </p:extLst>
  </p:cSld>
</p:sld>
</file>

<file path=ppt/slides/slide2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7C6116-C1F1-4B8B-A549-A7DF8C41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8C28C0-96AD-47DA-A797-4CF53A58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faster-whisper 최소 호출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D2B16F-7980-4F76-ABFB-05CD60E1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76D9C5-FA32-4D83-BD1C-0FC64793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6AA9B9-A2EF-4D8F-8EDD-07DFB212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2AB22C-9B2E-4404-A911-BF7CF729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287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FB2668-D70E-4535-BE16-3BBD00B6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943CD4-F1BE-4935-ABEC-F2B5731F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CEE6B7-A983-44BA-A3A5-F082F7EF8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CPU int8 경로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DEF7AA-EE8E-4AE5-8FB1-31A7F759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D5B02A-4349-4C12-9D6A-88AD2AAF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language 명시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0876F5-AF93-4792-8C80-2D56EBCE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A6F201-B035-4AC3-BB7C-88DCC8CE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segment timestamp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9C40DC-1BAA-470F-BEDA-8FFE0487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C244DC-2BE7-4658-B1F9-44792012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generator 소비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45FFF1-9BE5-4191-864B-DE2D8564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F4935A-836E-406A-97BF-AC562BF8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CC4D2C-8B3C-481D-93BD-305EFE8E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faster_whisper import WhisperModel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model = WhisperModel("small", device="cpu", compute_type="int8")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segments, info = model.transcribe(audio_path, language="ko")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rows = [{"start": s.start, "end": s.end, "text": s.text}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for s in segments]</a:t>
            </a:r>
          </a:p>
        </p:txBody>
      </p:sp>
    </p:spTree>
    <p:extLst>
      <p:ext uri="{BB962C8B-B14F-4D97-AF65-F5344CB8AC3E}">
        <p14:creationId xmlns:p14="http://schemas.microsoft.com/office/powerpoint/2010/main" val="577358680"/>
      </p:ext>
    </p:extLst>
  </p:cSld>
</p:sld>
</file>

<file path=ppt/slides/slide2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B8D01C-EFA5-4116-AE36-A1247ABA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D7FC08-0E8B-4BB4-B2C4-A17D8F7B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 품질 flag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C36A5F-426D-40E5-B5E7-DC9CC552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253234-1FBC-4278-A0F4-9DAB3774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006C6C-1A6A-410F-8732-143CDD65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63BB4C-3A53-4D88-9B09-3BBFF155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288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777609-35DA-4DD5-BE98-AE1ACD4D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B24FD-50A6-4CDF-877B-4DA1BA74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6FEF76-4088-457B-A9CF-CBAD15B7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DCDF63-268F-40F9-B662-0A2162EE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305C47-4270-44B4-A519-C6A49A3F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반복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01C519-A1A4-430F-98C7-5BC1201D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B28CD4-6881-4B63-9B34-56DC8684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지나치게 희소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E3C380-4CD4-43CE-A144-2F55B620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E47D72-7930-4BE6-A284-8023080E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 검토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D94DD6-FDA6-4C9F-9397-A7C9D5C8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AC8510-AAC3-4F86-868D-BB7E7D78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EEA0EB-C165-4DA8-AC79-2E59DFAA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flags = []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not text.strip(): flags.append("EMPTY")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repeated_ratio(text) &gt; 0.35: flags.append("REPETITION")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duration &gt; 0 and len(text) / duration &lt; 0.5: flags.append("TOO_SPARSE")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flags: status = "NEEDS_REVIEW"</a:t>
            </a:r>
          </a:p>
        </p:txBody>
      </p:sp>
    </p:spTree>
    <p:extLst>
      <p:ext uri="{BB962C8B-B14F-4D97-AF65-F5344CB8AC3E}">
        <p14:creationId xmlns:p14="http://schemas.microsoft.com/office/powerpoint/2010/main" val="1443803991"/>
      </p:ext>
    </p:extLst>
  </p:cSld>
</p:sld>
</file>

<file path=ppt/slides/slide2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6BF133-42BD-40EA-A408-1418C39C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135349-7300-4DAC-B96C-1AEE2ABD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LangSmith 환경 변수 경계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7B0872-3D58-4B3D-95F6-8302378A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7339AA-E26F-470C-BD57-C355036E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7E6587-A565-4DFE-B464-468DE530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582E9C-A951-4FB0-AC72-5A761E24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289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505F25-7BBE-4A28-B078-75799D30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983014-BA21-4714-9C0F-627E1BDB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1D98D7-2DC2-4447-AD26-AE68EB08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프로젝트 분리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5D7E1D-BAC9-4421-B90C-E82EEE65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080452-B82B-4510-B586-DD350CF0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key 환경 변수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89249F-6CD9-4B4E-AC71-DBD4F652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12B9CA-BB90-4A39-BF5A-69585810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 샘플만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D864A0-AA6F-40A0-A102-CA454EF0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AD7211-2CBD-48E9-B61F-44E5CBDA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tracing off fallback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FE5D9A-8CB1-49FD-9DC1-C44374D2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F0FC6C-E0A9-4970-9F1B-54B4BF05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5EFB7E-99B7-413C-B4AA-62089F00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LANGSMITH_TRACING=true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LANGSMITH_PROJECT=ipa-k-work-copilot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LANGSMITH_API_KEY is set outside notebook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never print or commit the key</a:t>
            </a:r>
          </a:p>
        </p:txBody>
      </p:sp>
    </p:spTree>
    <p:extLst>
      <p:ext uri="{BB962C8B-B14F-4D97-AF65-F5344CB8AC3E}">
        <p14:creationId xmlns:p14="http://schemas.microsoft.com/office/powerpoint/2010/main" val="2003423493"/>
      </p:ext>
    </p:extLst>
  </p:cSld>
</p:sld>
</file>

<file path=ppt/slides/slide2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03F279-9D46-4DA0-BEF7-0D045421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8701A1-2BCD-45ED-BF3A-EDB9A689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Trace metadata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B38523-0C20-4D62-84C3-1F4FD201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EFB822-F0D7-40B8-9D8B-2C1A455C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BFD1AE-2FAA-4683-A6BE-EBC2A777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D2B9FB-DF97-49CE-94B2-85D3DB36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290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A6A7AB-73C8-49E6-8014-B9F81991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D83EEC-8AF1-4F4F-8BE4-96A04221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E89C2C-711A-4322-B5D9-8F6A4CC9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version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05ABF0-73E7-458A-BB87-A6270659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790112-B948-46F1-BE1A-6766CBEF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provider·model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8DDE6D-6713-4750-896C-6B40422F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0F48B9-DB9B-467D-8702-D33AA879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thread 연결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166BC0-E130-4413-AEBC-4F277E3A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8E8FBC-76E0-41BE-B7F6-5427E6BE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민감성·fallback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8DFB83-4A23-49FE-A3A4-F3FCCCCD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ADE2F9-25B6-4266-BA46-862D8503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58628A-0CBB-4340-A8B1-BDD90E2F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metadata =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"dataset_version": "day2-v1",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"provider": "ollama",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"model": "qwen3:4b",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"thread_id": request_id,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"contains_pii": False,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"fallback_used": False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46471729"/>
      </p:ext>
    </p:extLst>
  </p:cSld>
</p:sld>
</file>

<file path=ppt/slides/slide2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C914D5-73EB-417E-8968-B1D4923A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LIVE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87E3C6-29E4-4D39-9F7F-FD13D061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결정론적 evaluator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0AA879-DF0F-489C-8608-01888ED1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B1DCB9-B4CC-45DF-A634-F72BF542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DC1A23-9638-4835-A225-6C6E3757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D1D559-42B5-4D5C-9538-4216CE40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291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55C45A-F2C0-4377-9285-21170F75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코드 전체보다 경계 한 줄을 먼저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183660-5ADB-4373-B006-D1AF0AE5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DB16D3-08C2-484D-B7D9-7E5C9589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근거 연결률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908489-D675-43A5-9FB9-3FB20EC8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39BA0D-0A72-4F2F-BE5B-4A3B90F5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 pass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EE7D34-1CFC-4E2E-970C-0722C97A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162CE9-E772-400F-8099-24460CD8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계산 재현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C3013A-EE6A-42FD-84B2-0BE0CE56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E83141-AFB1-48FC-8127-6B2F3932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release threshold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266973-CE60-4CDA-9103-87C7ED58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67627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DA99F7-C127-4074-A7AC-90A34BCD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81150"/>
            <a:ext cx="571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E210E7-58E9-44C0-96BD-A0E53E02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47850"/>
            <a:ext cx="62293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def evidence_rate(output):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claims = output["decisions"] + output["action_items"]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linked = [c for c in claims if c.get("evidence_ids")]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len(linked) / max(1, len(claims))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def schema_pass(output):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return MeetingResult.model_validate(output) is not None</a:t>
            </a:r>
          </a:p>
        </p:txBody>
      </p:sp>
    </p:spTree>
    <p:extLst>
      <p:ext uri="{BB962C8B-B14F-4D97-AF65-F5344CB8AC3E}">
        <p14:creationId xmlns:p14="http://schemas.microsoft.com/office/powerpoint/2010/main" val="744118726"/>
      </p:ext>
    </p:extLst>
  </p:cSld>
</p:sld>
</file>

<file path=ppt/slides/slide2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427C2A-FEEF-407F-A7CF-FE4C7EC7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949A23-1307-45A9-B2C2-A6F99A8B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1 · Managed vs Local 선택표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DBB9F3-5C1E-469C-9AE5-1B8AB1C5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41F14E-7F04-4C5D-9CBB-3D3B7FDD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A2B482-AAF0-4540-9625-79D3A461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821E60-9FCA-4204-92A3-27DA4DB8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292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604C49-7FDB-4B5B-8D14-D7D289F0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07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4CDAC0-2FD4-482C-B8F7-C62A5DD8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3330FA-BF8B-489C-AEC4-9D685C5D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A4C777-59AD-425E-97D6-D33D5A47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C18D76-2970-4332-B3B3-F886AA76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66AA3B-40E2-40D5-A82E-257DB8E1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현재 조직의 회의 도구를 적는다.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70DBF3-D029-4152-8F7C-259C5471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D238A8-CA49-4306-B399-83E99811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803F07-12C1-4130-9489-70929CAC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전사·요약 제공 여부를 적는다.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F9D9B7-57BF-490F-8502-ED828335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16A105-050F-4AB8-8037-D428B4C7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A4B9BF-D61A-4E52-8C2B-96730B9F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계정·보존·권한 제약을 적는다.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B78C79-A0BE-4BA8-B15D-F343C64D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13CA60-C916-4FAB-B443-05727614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F04ED5-FA6D-4C28-B090-4B85DE84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최소 실습이 필요한 이유를 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E767E9-025B-4600-B64B-A94CED49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F7CA21-E1A0-438F-9A27-56BBE425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FD1338-CB9E-4D45-8645-30F373D8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Managed/Local 비교표</a:t>
            </a:r>
          </a:p>
        </p:txBody>
      </p:sp>
    </p:spTree>
    <p:extLst>
      <p:ext uri="{BB962C8B-B14F-4D97-AF65-F5344CB8AC3E}">
        <p14:creationId xmlns:p14="http://schemas.microsoft.com/office/powerpoint/2010/main" val="1456627589"/>
      </p:ext>
    </p:extLst>
  </p:cSld>
</p:sld>
</file>

<file path=ppt/slides/slide2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79CB1F-F42E-480D-AC06-219D4359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CBC64A-07ED-4BE5-A2F4-41CC58FE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2 · STT quality policy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C86F94-FA92-4359-8C44-E7E7CA28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3E26C9-CE73-458F-8548-5C58BCE7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968F74-D240-4193-A9DB-A748B280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6349C6-B3BF-46C3-A7AD-8F1314DE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293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2D9108-C55E-4691-BE60-2DA2EB22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11538B-4938-4859-9BAC-2D024234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BEBF3F-6FF9-4CAF-BCFD-4BDC69F6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47100B-C0CD-4830-B1DA-22B0D5DA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337CF5-DEEE-4DCD-9837-4035DAD0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80D9CA-CB66-4D7A-820D-83E6660F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무음 기준을 정한다.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5200BD-B6C0-4FD2-8120-7EE9A844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79A031-2AA8-4E0B-81CA-153AB485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509C39-9B77-443E-810A-2B5D7B97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반복 기준을 정한다.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73BA03-34EB-4A23-80A4-D0224654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1366A8-B698-4436-A016-1BD7AD39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7E8100-CB68-488A-9EAE-129A62C8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이름·날짜 오류를 정한다.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A4B7E1-8D97-4736-9AC5-150C6B80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FEBCB7-3D08-42AC-ADD7-BD540B40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66839C-7B44-404C-9E31-ECDC43E6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 검토로 보내는 조건을 적는다.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0EB73D-0680-46BA-B7FE-1BBAC505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73C4CD-B486-49ED-8B08-A9004F02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F791D4-9D28-4B6B-81C8-4A9ED414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STT review rule</a:t>
            </a:r>
          </a:p>
        </p:txBody>
      </p:sp>
    </p:spTree>
    <p:extLst>
      <p:ext uri="{BB962C8B-B14F-4D97-AF65-F5344CB8AC3E}">
        <p14:creationId xmlns:p14="http://schemas.microsoft.com/office/powerpoint/2010/main" val="1609799498"/>
      </p:ext>
    </p:extLst>
  </p:cSld>
</p:sld>
</file>

<file path=ppt/slides/slide2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0BAE83-49EF-40F5-A4EF-A2F9480F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A00B45-B75B-4BB8-9B31-77562C2A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3 · Trace에서 답할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597684-0DD3-44C4-9B6D-9D8B6B34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B89B20-4B46-4930-B025-0840CA83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67B6C4-5894-4F60-AAE1-AC9EB6B9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8B5671-18B2-4D80-AA24-768E2D63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294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87AD10-F04C-409E-B6F1-1BC5A60D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735D5C-15E8-49B8-8F8B-BF2A1AC2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43E04B-9FBD-4519-9967-E2CBFA82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E2551B-0AEA-47F2-8EA3-DB75AEB2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9F7AB4-C444-471A-8F9B-0052D00A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79053D-43D8-41D6-982B-F2584D36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가장 느린 node를 묻는다.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3853BE-EB48-4757-8329-75C36459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20AFF8-9F49-469A-96E7-D5833F53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167A42-BE99-4587-B0F9-53C4BBFB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가장 자주 실패한 오류를 묻는다.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F1584C-A134-412F-ACC0-37631C0E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D253E9-76CD-45A7-900C-2A24CFC7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F27EDB-5B8D-47A3-B235-9170A2B0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사람이 많이 수정한 필드를 묻는다.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3C18C8-EDA1-44B9-B14C-3F687B4E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A7A06F-46B5-4E2F-A608-FD02C8CF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396750-64E1-4F24-981D-0A1AD8D6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 질문에 필요한 metadata를 적는다.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6799A8-E8AE-4D12-8CD7-FB4BD748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D1DF68-E237-41E2-B724-674693FD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F1103C-1D53-45AD-837E-23DDE4FB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질문 3개 + 필드</a:t>
            </a:r>
          </a:p>
        </p:txBody>
      </p:sp>
    </p:spTree>
    <p:extLst>
      <p:ext uri="{BB962C8B-B14F-4D97-AF65-F5344CB8AC3E}">
        <p14:creationId xmlns:p14="http://schemas.microsoft.com/office/powerpoint/2010/main" val="1100459920"/>
      </p:ext>
    </p:extLst>
  </p:cSld>
</p:sld>
</file>

<file path=ppt/slides/slide2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5D7C99-8B68-4A81-BCB6-7BAB3049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FOLLOW ALONG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F35FAB-BCA1-4EA2-A8B4-223AA4D1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실습 4 · Evaluation dataset 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2F06B4-1860-48B0-9291-D13FF731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98144F-C7A0-4E10-8D6B-80D2C8CB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3C1094-73CD-4DF1-9EA7-35FA0DE4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688EAA-0C4B-4093-9D9B-55507394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295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0E5564-4D92-41AD-B035-F5FEB23E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78E72C-FAFB-458F-A807-5E04655C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6F1988-50DE-40ED-9F62-B77E8FC2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866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일단 저를 그대로 따라오세요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FD8852-65AB-47EA-BA10-3F4F6FFA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86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막히면 숨기지 말고 첫 오류 한 줄만 가져오세요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BFD40E-9899-4C49-8EEE-844AA018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B56A8B-77A1-414A-BFB0-547F2006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049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정상 회의 2건을 정한다.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29A59E-8646-4331-9782-088AC08D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AFB351-2E73-40C6-AD06-5E26CDC4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385017-76C8-45D2-AED1-E1AC828E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098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무음·모호한 날짜·근거 누락 사례를 추가한다.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E2C110-A18F-46A2-AEC5-3E6ABC80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88F147-1D5E-46EE-A852-4A19F7A8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2B258E-C131-49C7-9122-DC29D8C1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reference JSON을 정한다.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6E8A30-94C5-4F85-A036-31BE0996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15F358-C2B1-435C-8ACE-52979507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290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C3B0C6-43E7-40F0-BCE6-0EBFBB8D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95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schema·evidence evaluator를 연결한다.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EDF28E-01CF-467E-B424-EC8E29DA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053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04EDBE-272C-4947-8CBA-7B1991F3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8134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17468E-C09C-4E99-B9C4-38471DA2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767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완료 증거  |  dataset 5건 설계</a:t>
            </a:r>
          </a:p>
        </p:txBody>
      </p:sp>
    </p:spTree>
    <p:extLst>
      <p:ext uri="{BB962C8B-B14F-4D97-AF65-F5344CB8AC3E}">
        <p14:creationId xmlns:p14="http://schemas.microsoft.com/office/powerpoint/2010/main" val="1736905714"/>
      </p:ext>
    </p:extLst>
  </p:cSld>
</p:sld>
</file>

<file path=ppt/slides/slide2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7E9D60-C717-4E06-95F5-80DA11CD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71C56B-7632-4276-A4E4-7C210014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1 · STT 결과를 정답으로 간주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BEEBFE-DC96-4928-812A-3BCE87B7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B95877-AA26-4195-9579-2AD3CC6E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F95F01-51CF-4953-9789-D351FC21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980FF8-D2BA-401C-BE4A-F4CD9C4D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296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99CAEE-9093-4A61-9938-ECF14303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2BC8D6-626D-44E2-882D-9CC20086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654A86-27AD-45C7-933C-D13F3ACB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00C0B4-F38D-4E01-A4B1-42FC37E1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12DA22-EC2C-4B80-BB56-C5CA6CAA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이름·숫자 오류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EF2A65-242F-43CD-AC6F-03A6C56D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7DED8C-8310-4266-B45C-D0089A70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무음 반복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77F3D4-9363-4BBB-B828-48F458FA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C2DE41-B8FF-4AEE-A2B8-482B8C5F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화자 혼동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EF6CBF-61EB-4C3A-96F4-128BE468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6E1D6D-D559-468B-858C-59D8C59D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timestamp 유실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E23B59-9180-4255-824A-2C9A1DE8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69F245-3214-419B-83D3-A0E41064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quality flags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8E0A1A-DD1B-4169-8AF4-C2122147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F5D4AE-2091-473B-91A2-4205B591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원문 audio link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88645E-E89A-466F-A0B3-F350D5A5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77BD6B-03E4-4CA1-AF77-7F151D08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사람 correction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393261-1F2E-4FA2-92BE-3ADD6D4F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60F15D-588A-4B18-AD85-4882E63B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segment evidence</a:t>
            </a:r>
          </a:p>
        </p:txBody>
      </p:sp>
    </p:spTree>
    <p:extLst>
      <p:ext uri="{BB962C8B-B14F-4D97-AF65-F5344CB8AC3E}">
        <p14:creationId xmlns:p14="http://schemas.microsoft.com/office/powerpoint/2010/main" val="714061336"/>
      </p:ext>
    </p:extLst>
  </p:cSld>
</p:sld>
</file>

<file path=ppt/slides/slide2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05FADE-5228-4D8F-8F48-693196EA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AB232B-F760-42DD-A5FE-E2EA593A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2 · 모든 trace에 원문 전송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70F7D6-E064-4B20-A5FA-AC934B1E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BE277-358C-4CDD-BAEE-2B10EA1B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23CBC0-5CCC-4C68-9C4E-ACDF9249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62E395-1CA1-4E6C-B1A4-E820EE3B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297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AD0776-B769-463F-AC8C-0C7DCAE1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6F3502-241B-4C30-8B92-AA97B368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0E0688-6AD7-4AC5-B8B4-9031D67B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AC386F-9865-46B3-93AB-714CEBC5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D8A623-E8F6-471C-980C-128678A1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개인정보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D4ABF7-BA2F-413F-9516-1B00E005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9B5C04-3AB5-458A-8637-EC0485AF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회사 기밀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B307D4-DE7F-46BB-8391-D1CCACD9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A24866-3FB3-41EB-B150-AA20DD91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보존 정책 불명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6E69F6-8367-48D8-A0AC-4F71F1B7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A7EB74-8C6C-4566-838F-F8F23E9E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교육 계정 혼용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E97325-3372-4205-8206-F488634A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EB9F66-0E8C-4676-B91B-21B92C4A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공개·합성 샘플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FC0756-1699-46FF-B3B6-5E303D9A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E9855E-A85C-4C3A-BB31-0DD72182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masking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2DBF2F-559D-4EBE-B2D1-D5E7FED2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77DC63-AA18-4E44-AFA0-DD935F5F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metadata 최소화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7AD48E-0FE8-48C8-8FD8-BA50DC7E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676CEF-965B-43DC-B234-57C8D955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local JSONL fallback</a:t>
            </a:r>
          </a:p>
        </p:txBody>
      </p:sp>
    </p:spTree>
    <p:extLst>
      <p:ext uri="{BB962C8B-B14F-4D97-AF65-F5344CB8AC3E}">
        <p14:creationId xmlns:p14="http://schemas.microsoft.com/office/powerpoint/2010/main" val="768758209"/>
      </p:ext>
    </p:extLst>
  </p:cSld>
</p:sld>
</file>

<file path=ppt/slides/slide2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056F5D-83C4-41BC-87C8-A3D18425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FAILURE →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A9F7E1-36FE-4DC0-AE5B-D3D2F709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실패 3 · trace만 보고 평가 완료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8333B-704C-4D09-9F55-686D7971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87ABA8-6F7A-4F35-BEB6-E947BD12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F1BB23-2E8E-4824-8A4A-839A8C26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84D56E-5BF5-4706-988F-5B1F8F5B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298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84FB94-83D7-4387-BAA0-C3CCFB82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현업에서 자주 깨지는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BED0B9-EE47-40A4-8695-24990891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제가 먼저 고치는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269DD9-998C-4E30-BB61-6E0A973D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8E4FD8-1DAB-4463-81BC-A50D7231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6F6AA3-5767-4BC1-8C24-7964F119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관찰은 가능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F2CC05-5EA2-4547-84BC-49D3BFC0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D8104F-3D4F-4647-8E1F-23FFA95B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정답 기준 없음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F98279-56DE-411F-8F2D-49C2097F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92F9A3-36F9-4DC8-928E-4A3BEB9A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회귀 판단 불가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2A17F1-1BE6-4DEC-B941-E048855A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A8A765-91B3-4277-A47C-E93AAA4E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release 결정 없음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FB349F-9E7A-4CE8-8077-862FFE8F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6771F4-2273-477A-969A-44714EDA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5DB016-1F06-4FEB-8294-36AC8817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381759-FCF0-46FD-BBCB-007EF598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evaluator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8FFAF0-6F43-4822-B070-570EB0E8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6B32D2-558F-4A61-8796-E61A2D2D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baseline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C0D935-0C31-4183-931B-3B6903A1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9895A3-8002-4395-A8C8-BBFFAD81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gate·HOLD</a:t>
            </a:r>
          </a:p>
        </p:txBody>
      </p:sp>
    </p:spTree>
    <p:extLst>
      <p:ext uri="{BB962C8B-B14F-4D97-AF65-F5344CB8AC3E}">
        <p14:creationId xmlns:p14="http://schemas.microsoft.com/office/powerpoint/2010/main" val="1671510729"/>
      </p:ext>
    </p:extLst>
  </p:cSld>
</p:sld>
</file>

<file path=ppt/slides/slide2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A3FD21-ED68-4A58-B26B-4E4C5324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CAREER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42C1B3-DB8F-4C97-A37D-DD94BBA0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재직자 · 운영 dashboard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D57F83-917E-4D6E-9C47-E50C0ED2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035B2A-80EB-49E9-945A-A9D21608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00803E-40AB-494E-ADD9-DD6D0B23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A160ED-3D20-4AEE-B3C4-1D8E21A4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299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B76BC6-56FC-463C-86FD-48811249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매일 볼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6C25E5-1AF8-49D0-BF6B-018EBAF7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배포 전 볼 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33EFAC-D81E-4133-88EB-79C4BA01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0" cy="3752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EBE9D1-F01B-4400-9256-174D4756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17BD1F-4904-4710-84BB-D9A3C84F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failure rate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455005-0899-4E06-84EF-0FB4B512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D9A1AC-ACBF-4896-9E96-9521AFB5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review queue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59BE27-445B-48F1-81C0-E03D525E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88124F-2A65-4886-A879-D60B9E97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latency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2CF303-C069-4A64-AD54-33E7A929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F49F61-AACC-485A-BB57-91D69B5D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cost·fallback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252C45-87CD-459A-B359-A0937FC4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3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01236B-5A52-42AD-A943-340D86EC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dataset score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4032BA-98CF-4763-808B-EF37C51D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62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F77236-2230-4F84-A691-07470322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schema·evidence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391381-4125-4176-8A3E-C0E45231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ED67E2-58BA-4CE2-A254-948A0203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false publish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44C483-E2FB-415C-AD59-B6A955C4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A597D0-DC16-470F-A7E0-4A8AA9DE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rollback 기준</a:t>
            </a:r>
          </a:p>
        </p:txBody>
      </p:sp>
    </p:spTree>
    <p:extLst>
      <p:ext uri="{BB962C8B-B14F-4D97-AF65-F5344CB8AC3E}">
        <p14:creationId xmlns:p14="http://schemas.microsoft.com/office/powerpoint/2010/main" val="1585982753"/>
      </p:ext>
    </p:extLst>
  </p:cSld>
</p:sld>
</file>

<file path=ppt/slides/slide3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436F50-5059-4AB4-B237-5E509E97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0636A5-2927-4F35-BECC-FE938BBA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17:30-18:00 · Q&amp;A와 Exit Ticket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FE805-568A-449B-876A-D240A232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AA0C0D-FFA2-4295-99B2-EBD9FF80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CHA SUNGJAE · LLM AGENT &amp; 업무자동화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E34256-1D7A-4D8C-B21F-89087058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15:00-17:30 · PART 3/3 · STT &amp; LANGSMITH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D02BE1-0739-40D3-8A2E-8B06CD9B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151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300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c6edc2cf114e2a">
            <a:extLst>
              <a:ext uri="{96DAC541-7B7A-43D3-8B79-37D633B846F1}">
                <asvg:svgBlip xmlns:asvg="http://schemas.microsoft.com/office/drawing/2016/SVG/main" r:embed="Rfb89b7aa0abb40c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20350" y="666750"/>
            <a:ext cx="800100" cy="8001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2D7EE6-131B-4595-82BE-D702C641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rPr>
              <a:t>오늘 막힌 부분을 먼저 묻고, 남는 시간에 다음 32시간의 계획을 적습니다.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1CC3EB-1385-411B-8B07-F2D741C3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428ABF-6012-41EB-A1A4-0D217D1B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1215F1-6754-4EF9-B64D-4D9EAA1A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STT·LLM·LangChain·LangGraph·LangSmith의 역할을 한 줄씩 말할 수 있는가?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4D2092-2C95-4396-BF0D-ED0E5A21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2C0EB2-B0D6-4BFF-B0D9-3B52BB8C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981D50-0D33-4721-B3E9-66795CD6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외부 쓰기 전에 Human Approval과 idempotency가 필요한 이유는?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78C1D6-7F76-4090-8542-17C4DC88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6C639C-86F4-4008-8A8C-E1E73FDF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77123C-B4F6-451D-B48C-81851C6E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9600"/>
            <a:ext cx="904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내 프로젝트가 HOLD되는 release gate를 한 가지 정의했는가?</a:t>
            </a:r>
          </a:p>
        </p:txBody>
      </p:sp>
    </p:spTree>
    <p:extLst>
      <p:ext uri="{BB962C8B-B14F-4D97-AF65-F5344CB8AC3E}">
        <p14:creationId xmlns:p14="http://schemas.microsoft.com/office/powerpoint/2010/main" val="16375259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2026-08-22T09:06:37.2990000Z</dcterms:created>
  <dcterms:modified xsi:type="dcterms:W3CDTF">2026-08-22T09:06:37.2990000Z</dcterms:modified>
</coreProperties>
</file>