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aae357898a48ab" /><Relationship Type="http://schemas.openxmlformats.org/officeDocument/2006/relationships/extended-properties" Target="/docProps/app.xml" Id="R8e626c9ec5db4db9" /><Relationship Type="http://schemas.openxmlformats.org/officeDocument/2006/relationships/officeDocument" Target="/ppt/presentation.xml" Id="R921d743767b747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779f627a98425c"/>
  </p:sldMasterIdLst>
  <p:notesMasterIdLst>
    <p:notesMasterId xmlns:r="http://schemas.openxmlformats.org/officeDocument/2006/relationships" r:id="Rb2e1632aa2d446c8"/>
  </p:notesMasterIdLst>
  <p:sldIdLst>
    <p:sldId xmlns:r="http://schemas.openxmlformats.org/officeDocument/2006/relationships" id="256" r:id="R4edd1d95aed54d3c"/>
    <p:sldId xmlns:r="http://schemas.openxmlformats.org/officeDocument/2006/relationships" id="257" r:id="R9b03988e535f46e7"/>
    <p:sldId xmlns:r="http://schemas.openxmlformats.org/officeDocument/2006/relationships" id="258" r:id="R754237bf02704e53"/>
    <p:sldId xmlns:r="http://schemas.openxmlformats.org/officeDocument/2006/relationships" id="259" r:id="R6103341b4e3e44c5"/>
    <p:sldId xmlns:r="http://schemas.openxmlformats.org/officeDocument/2006/relationships" id="260" r:id="R159920456cf04149"/>
    <p:sldId xmlns:r="http://schemas.openxmlformats.org/officeDocument/2006/relationships" id="261" r:id="R7143d16a2b784014"/>
    <p:sldId xmlns:r="http://schemas.openxmlformats.org/officeDocument/2006/relationships" id="262" r:id="R09286ba4bddf48de"/>
    <p:sldId xmlns:r="http://schemas.openxmlformats.org/officeDocument/2006/relationships" id="263" r:id="R2c81b24f90604524"/>
    <p:sldId xmlns:r="http://schemas.openxmlformats.org/officeDocument/2006/relationships" id="264" r:id="R68550763d0474b1e"/>
    <p:sldId xmlns:r="http://schemas.openxmlformats.org/officeDocument/2006/relationships" id="265" r:id="Rd626cb619b4f4665"/>
    <p:sldId xmlns:r="http://schemas.openxmlformats.org/officeDocument/2006/relationships" id="266" r:id="R21b4fc7162004dd9"/>
    <p:sldId xmlns:r="http://schemas.openxmlformats.org/officeDocument/2006/relationships" id="267" r:id="Re5bf96825e5540ad"/>
    <p:sldId xmlns:r="http://schemas.openxmlformats.org/officeDocument/2006/relationships" id="268" r:id="R8bd3d189ca684607"/>
    <p:sldId xmlns:r="http://schemas.openxmlformats.org/officeDocument/2006/relationships" id="269" r:id="R30afefd9cb604a33"/>
    <p:sldId xmlns:r="http://schemas.openxmlformats.org/officeDocument/2006/relationships" id="270" r:id="R478248504a3d437e"/>
    <p:sldId xmlns:r="http://schemas.openxmlformats.org/officeDocument/2006/relationships" id="271" r:id="Rf15a23dcef1b46bc"/>
    <p:sldId xmlns:r="http://schemas.openxmlformats.org/officeDocument/2006/relationships" id="272" r:id="Re51d8cbfb33d4619"/>
    <p:sldId xmlns:r="http://schemas.openxmlformats.org/officeDocument/2006/relationships" id="273" r:id="Rc7a09d6530494b35"/>
    <p:sldId xmlns:r="http://schemas.openxmlformats.org/officeDocument/2006/relationships" id="274" r:id="R76aac187ce924008"/>
    <p:sldId xmlns:r="http://schemas.openxmlformats.org/officeDocument/2006/relationships" id="275" r:id="R650e29a0bb294531"/>
    <p:sldId xmlns:r="http://schemas.openxmlformats.org/officeDocument/2006/relationships" id="276" r:id="Raf91517ffaee45cf"/>
    <p:sldId xmlns:r="http://schemas.openxmlformats.org/officeDocument/2006/relationships" id="277" r:id="R1267a1e51952467d"/>
    <p:sldId xmlns:r="http://schemas.openxmlformats.org/officeDocument/2006/relationships" id="278" r:id="R58d0d65770ff469e"/>
    <p:sldId xmlns:r="http://schemas.openxmlformats.org/officeDocument/2006/relationships" id="279" r:id="R1b4a97b302974889"/>
    <p:sldId xmlns:r="http://schemas.openxmlformats.org/officeDocument/2006/relationships" id="280" r:id="R6db8573c6e5040da"/>
    <p:sldId xmlns:r="http://schemas.openxmlformats.org/officeDocument/2006/relationships" id="281" r:id="R973b2c9abf74483e"/>
    <p:sldId xmlns:r="http://schemas.openxmlformats.org/officeDocument/2006/relationships" id="282" r:id="R16aca6e2ec584856"/>
    <p:sldId xmlns:r="http://schemas.openxmlformats.org/officeDocument/2006/relationships" id="283" r:id="Reedfa3a64f0843bd"/>
    <p:sldId xmlns:r="http://schemas.openxmlformats.org/officeDocument/2006/relationships" id="284" r:id="R9c146890bc8f44cc"/>
    <p:sldId xmlns:r="http://schemas.openxmlformats.org/officeDocument/2006/relationships" id="285" r:id="Rdbbcd4621fc042b9"/>
    <p:sldId xmlns:r="http://schemas.openxmlformats.org/officeDocument/2006/relationships" id="286" r:id="R223741cd19934a43"/>
    <p:sldId xmlns:r="http://schemas.openxmlformats.org/officeDocument/2006/relationships" id="287" r:id="R57e7525a7f6e4b95"/>
    <p:sldId xmlns:r="http://schemas.openxmlformats.org/officeDocument/2006/relationships" id="288" r:id="Ree618c7b123a4bf6"/>
    <p:sldId xmlns:r="http://schemas.openxmlformats.org/officeDocument/2006/relationships" id="289" r:id="R702ccca508f8410b"/>
    <p:sldId xmlns:r="http://schemas.openxmlformats.org/officeDocument/2006/relationships" id="290" r:id="Re8dca2deff32439a"/>
    <p:sldId xmlns:r="http://schemas.openxmlformats.org/officeDocument/2006/relationships" id="291" r:id="R51ee55f30c7c478c"/>
    <p:sldId xmlns:r="http://schemas.openxmlformats.org/officeDocument/2006/relationships" id="292" r:id="R06fcc24c6ed446c8"/>
    <p:sldId xmlns:r="http://schemas.openxmlformats.org/officeDocument/2006/relationships" id="293" r:id="R6be5279154c245da"/>
    <p:sldId xmlns:r="http://schemas.openxmlformats.org/officeDocument/2006/relationships" id="294" r:id="R43fd6e67d8924aa8"/>
    <p:sldId xmlns:r="http://schemas.openxmlformats.org/officeDocument/2006/relationships" id="295" r:id="R937c7350ac3445b7"/>
    <p:sldId xmlns:r="http://schemas.openxmlformats.org/officeDocument/2006/relationships" id="296" r:id="R5cd60137f7324c21"/>
    <p:sldId xmlns:r="http://schemas.openxmlformats.org/officeDocument/2006/relationships" id="297" r:id="Re55e48a358ff4b38"/>
    <p:sldId xmlns:r="http://schemas.openxmlformats.org/officeDocument/2006/relationships" id="298" r:id="R4eb140ee3e554876"/>
    <p:sldId xmlns:r="http://schemas.openxmlformats.org/officeDocument/2006/relationships" id="299" r:id="R6425459972cf4305"/>
    <p:sldId xmlns:r="http://schemas.openxmlformats.org/officeDocument/2006/relationships" id="300" r:id="Rc4e9234092fe44e4"/>
    <p:sldId xmlns:r="http://schemas.openxmlformats.org/officeDocument/2006/relationships" id="301" r:id="Ra1492c558b8746d6"/>
    <p:sldId xmlns:r="http://schemas.openxmlformats.org/officeDocument/2006/relationships" id="302" r:id="Rd470582f90f544c3"/>
    <p:sldId xmlns:r="http://schemas.openxmlformats.org/officeDocument/2006/relationships" id="303" r:id="R59a41d546f0343e6"/>
    <p:sldId xmlns:r="http://schemas.openxmlformats.org/officeDocument/2006/relationships" id="304" r:id="Rd492a3fbae28445e"/>
    <p:sldId xmlns:r="http://schemas.openxmlformats.org/officeDocument/2006/relationships" id="305" r:id="Rbcdc82414a5d4858"/>
    <p:sldId xmlns:r="http://schemas.openxmlformats.org/officeDocument/2006/relationships" id="306" r:id="R03b06429f9ae4616"/>
    <p:sldId xmlns:r="http://schemas.openxmlformats.org/officeDocument/2006/relationships" id="307" r:id="R917e217bfd744f92"/>
    <p:sldId xmlns:r="http://schemas.openxmlformats.org/officeDocument/2006/relationships" id="308" r:id="R71423a87c4e14df2"/>
    <p:sldId xmlns:r="http://schemas.openxmlformats.org/officeDocument/2006/relationships" id="309" r:id="R1daf8ee094454ec3"/>
    <p:sldId xmlns:r="http://schemas.openxmlformats.org/officeDocument/2006/relationships" id="310" r:id="Rab863b44748d41dd"/>
    <p:sldId xmlns:r="http://schemas.openxmlformats.org/officeDocument/2006/relationships" id="311" r:id="R7229e5823e974b91"/>
    <p:sldId xmlns:r="http://schemas.openxmlformats.org/officeDocument/2006/relationships" id="312" r:id="R73e8f51fcaf349fe"/>
    <p:sldId xmlns:r="http://schemas.openxmlformats.org/officeDocument/2006/relationships" id="313" r:id="R675b60de966447c4"/>
    <p:sldId xmlns:r="http://schemas.openxmlformats.org/officeDocument/2006/relationships" id="314" r:id="R6b960065255d4203"/>
    <p:sldId xmlns:r="http://schemas.openxmlformats.org/officeDocument/2006/relationships" id="315" r:id="R895b4f7da2bb463c"/>
    <p:sldId xmlns:r="http://schemas.openxmlformats.org/officeDocument/2006/relationships" id="316" r:id="R6e462eff1dd241a9"/>
    <p:sldId xmlns:r="http://schemas.openxmlformats.org/officeDocument/2006/relationships" id="317" r:id="R7ff73ab9bd994bc7"/>
    <p:sldId xmlns:r="http://schemas.openxmlformats.org/officeDocument/2006/relationships" id="318" r:id="Rb9ad47c36db8441f"/>
    <p:sldId xmlns:r="http://schemas.openxmlformats.org/officeDocument/2006/relationships" id="319" r:id="Rc8aa810f9def4b0b"/>
    <p:sldId xmlns:r="http://schemas.openxmlformats.org/officeDocument/2006/relationships" id="320" r:id="Reb4acea74f1a4372"/>
    <p:sldId xmlns:r="http://schemas.openxmlformats.org/officeDocument/2006/relationships" id="321" r:id="R40123efe90da4a4c"/>
    <p:sldId xmlns:r="http://schemas.openxmlformats.org/officeDocument/2006/relationships" id="322" r:id="R05b94fb592d740aa"/>
    <p:sldId xmlns:r="http://schemas.openxmlformats.org/officeDocument/2006/relationships" id="323" r:id="R592e6a781a474dee"/>
    <p:sldId xmlns:r="http://schemas.openxmlformats.org/officeDocument/2006/relationships" id="324" r:id="R8c3b22b072e54f5e"/>
    <p:sldId xmlns:r="http://schemas.openxmlformats.org/officeDocument/2006/relationships" id="325" r:id="Rb2d3ee0a207f4423"/>
    <p:sldId xmlns:r="http://schemas.openxmlformats.org/officeDocument/2006/relationships" id="326" r:id="Rd2c8312c56324036"/>
    <p:sldId xmlns:r="http://schemas.openxmlformats.org/officeDocument/2006/relationships" id="327" r:id="Rd8aa3a0612584c9b"/>
    <p:sldId xmlns:r="http://schemas.openxmlformats.org/officeDocument/2006/relationships" id="328" r:id="Radf027d1ce6f41da"/>
    <p:sldId xmlns:r="http://schemas.openxmlformats.org/officeDocument/2006/relationships" id="329" r:id="R67821feffcbf47c7"/>
    <p:sldId xmlns:r="http://schemas.openxmlformats.org/officeDocument/2006/relationships" id="330" r:id="R1fa80434d2ce4c58"/>
    <p:sldId xmlns:r="http://schemas.openxmlformats.org/officeDocument/2006/relationships" id="331" r:id="Rd91a4bef498e4f11"/>
    <p:sldId xmlns:r="http://schemas.openxmlformats.org/officeDocument/2006/relationships" id="332" r:id="R3ea8d714ef1c4547"/>
    <p:sldId xmlns:r="http://schemas.openxmlformats.org/officeDocument/2006/relationships" id="333" r:id="R3daacdddb7cd40b6"/>
    <p:sldId xmlns:r="http://schemas.openxmlformats.org/officeDocument/2006/relationships" id="334" r:id="R14133daea76645de"/>
    <p:sldId xmlns:r="http://schemas.openxmlformats.org/officeDocument/2006/relationships" id="335" r:id="R3b642344129648d7"/>
    <p:sldId xmlns:r="http://schemas.openxmlformats.org/officeDocument/2006/relationships" id="336" r:id="R350021e54a5c4697"/>
    <p:sldId xmlns:r="http://schemas.openxmlformats.org/officeDocument/2006/relationships" id="337" r:id="R8a1b04370bb94265"/>
    <p:sldId xmlns:r="http://schemas.openxmlformats.org/officeDocument/2006/relationships" id="338" r:id="R579ec8db07124061"/>
    <p:sldId xmlns:r="http://schemas.openxmlformats.org/officeDocument/2006/relationships" id="339" r:id="Rf3c636f309bc4c16"/>
    <p:sldId xmlns:r="http://schemas.openxmlformats.org/officeDocument/2006/relationships" id="340" r:id="Rf39d4c4c56d048ab"/>
    <p:sldId xmlns:r="http://schemas.openxmlformats.org/officeDocument/2006/relationships" id="341" r:id="Re0884ce29f624a5c"/>
    <p:sldId xmlns:r="http://schemas.openxmlformats.org/officeDocument/2006/relationships" id="342" r:id="R1a1f5bd9c1394e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fb9fe37d374dd1" /><Relationship Type="http://schemas.openxmlformats.org/officeDocument/2006/relationships/slideMaster" Target="/ppt/slideMasters/slideMaster1.xml" Id="Rd8779f627a98425c" /><Relationship Type="http://schemas.openxmlformats.org/officeDocument/2006/relationships/notesMaster" Target="/ppt/notesMasters/notesMaster1.xml" Id="Rb2e1632aa2d446c8" /><Relationship Type="http://schemas.openxmlformats.org/officeDocument/2006/relationships/presProps" Target="/ppt/presProps.xml" Id="R5604f3fc4df24fc2" /><Relationship Type="http://schemas.openxmlformats.org/officeDocument/2006/relationships/tableStyles" Target="/ppt/tableStyles.xml" Id="R8919308416b9440e" /><Relationship Type="http://schemas.openxmlformats.org/officeDocument/2006/relationships/slide" Target="/ppt/slides/slide1.xml" Id="R4edd1d95aed54d3c" /><Relationship Type="http://schemas.openxmlformats.org/officeDocument/2006/relationships/slide" Target="/ppt/slides/slide2.xml" Id="R9b03988e535f46e7" /><Relationship Type="http://schemas.openxmlformats.org/officeDocument/2006/relationships/slide" Target="/ppt/slides/slide3.xml" Id="R754237bf02704e53" /><Relationship Type="http://schemas.openxmlformats.org/officeDocument/2006/relationships/slide" Target="/ppt/slides/slide4.xml" Id="R6103341b4e3e44c5" /><Relationship Type="http://schemas.openxmlformats.org/officeDocument/2006/relationships/slide" Target="/ppt/slides/slide5.xml" Id="R159920456cf04149" /><Relationship Type="http://schemas.openxmlformats.org/officeDocument/2006/relationships/slide" Target="/ppt/slides/slide6.xml" Id="R7143d16a2b784014" /><Relationship Type="http://schemas.openxmlformats.org/officeDocument/2006/relationships/slide" Target="/ppt/slides/slide7.xml" Id="R09286ba4bddf48de" /><Relationship Type="http://schemas.openxmlformats.org/officeDocument/2006/relationships/slide" Target="/ppt/slides/slide8.xml" Id="R2c81b24f90604524" /><Relationship Type="http://schemas.openxmlformats.org/officeDocument/2006/relationships/slide" Target="/ppt/slides/slide9.xml" Id="R68550763d0474b1e" /><Relationship Type="http://schemas.openxmlformats.org/officeDocument/2006/relationships/slide" Target="/ppt/slides/slide10.xml" Id="Rd626cb619b4f4665" /><Relationship Type="http://schemas.openxmlformats.org/officeDocument/2006/relationships/slide" Target="/ppt/slides/slide11.xml" Id="R21b4fc7162004dd9" /><Relationship Type="http://schemas.openxmlformats.org/officeDocument/2006/relationships/slide" Target="/ppt/slides/slide12.xml" Id="Re5bf96825e5540ad" /><Relationship Type="http://schemas.openxmlformats.org/officeDocument/2006/relationships/slide" Target="/ppt/slides/slide13.xml" Id="R8bd3d189ca684607" /><Relationship Type="http://schemas.openxmlformats.org/officeDocument/2006/relationships/slide" Target="/ppt/slides/slide14.xml" Id="R30afefd9cb604a33" /><Relationship Type="http://schemas.openxmlformats.org/officeDocument/2006/relationships/slide" Target="/ppt/slides/slide15.xml" Id="R478248504a3d437e" /><Relationship Type="http://schemas.openxmlformats.org/officeDocument/2006/relationships/slide" Target="/ppt/slides/slide16.xml" Id="Rf15a23dcef1b46bc" /><Relationship Type="http://schemas.openxmlformats.org/officeDocument/2006/relationships/slide" Target="/ppt/slides/slide17.xml" Id="Re51d8cbfb33d4619" /><Relationship Type="http://schemas.openxmlformats.org/officeDocument/2006/relationships/slide" Target="/ppt/slides/slide18.xml" Id="Rc7a09d6530494b35" /><Relationship Type="http://schemas.openxmlformats.org/officeDocument/2006/relationships/slide" Target="/ppt/slides/slide19.xml" Id="R76aac187ce924008" /><Relationship Type="http://schemas.openxmlformats.org/officeDocument/2006/relationships/slide" Target="/ppt/slides/slide20.xml" Id="R650e29a0bb294531" /><Relationship Type="http://schemas.openxmlformats.org/officeDocument/2006/relationships/slide" Target="/ppt/slides/slide21.xml" Id="Raf91517ffaee45cf" /><Relationship Type="http://schemas.openxmlformats.org/officeDocument/2006/relationships/slide" Target="/ppt/slides/slide22.xml" Id="R1267a1e51952467d" /><Relationship Type="http://schemas.openxmlformats.org/officeDocument/2006/relationships/slide" Target="/ppt/slides/slide23.xml" Id="R58d0d65770ff469e" /><Relationship Type="http://schemas.openxmlformats.org/officeDocument/2006/relationships/slide" Target="/ppt/slides/slide24.xml" Id="R1b4a97b302974889" /><Relationship Type="http://schemas.openxmlformats.org/officeDocument/2006/relationships/slide" Target="/ppt/slides/slide25.xml" Id="R6db8573c6e5040da" /><Relationship Type="http://schemas.openxmlformats.org/officeDocument/2006/relationships/slide" Target="/ppt/slides/slide26.xml" Id="R973b2c9abf74483e" /><Relationship Type="http://schemas.openxmlformats.org/officeDocument/2006/relationships/slide" Target="/ppt/slides/slide27.xml" Id="R16aca6e2ec584856" /><Relationship Type="http://schemas.openxmlformats.org/officeDocument/2006/relationships/slide" Target="/ppt/slides/slide28.xml" Id="Reedfa3a64f0843bd" /><Relationship Type="http://schemas.openxmlformats.org/officeDocument/2006/relationships/slide" Target="/ppt/slides/slide29.xml" Id="R9c146890bc8f44cc" /><Relationship Type="http://schemas.openxmlformats.org/officeDocument/2006/relationships/slide" Target="/ppt/slides/slide30.xml" Id="Rdbbcd4621fc042b9" /><Relationship Type="http://schemas.openxmlformats.org/officeDocument/2006/relationships/slide" Target="/ppt/slides/slide31.xml" Id="R223741cd19934a43" /><Relationship Type="http://schemas.openxmlformats.org/officeDocument/2006/relationships/slide" Target="/ppt/slides/slide32.xml" Id="R57e7525a7f6e4b95" /><Relationship Type="http://schemas.openxmlformats.org/officeDocument/2006/relationships/slide" Target="/ppt/slides/slide33.xml" Id="Ree618c7b123a4bf6" /><Relationship Type="http://schemas.openxmlformats.org/officeDocument/2006/relationships/slide" Target="/ppt/slides/slide34.xml" Id="R702ccca508f8410b" /><Relationship Type="http://schemas.openxmlformats.org/officeDocument/2006/relationships/slide" Target="/ppt/slides/slide35.xml" Id="Re8dca2deff32439a" /><Relationship Type="http://schemas.openxmlformats.org/officeDocument/2006/relationships/slide" Target="/ppt/slides/slide36.xml" Id="R51ee55f30c7c478c" /><Relationship Type="http://schemas.openxmlformats.org/officeDocument/2006/relationships/slide" Target="/ppt/slides/slide37.xml" Id="R06fcc24c6ed446c8" /><Relationship Type="http://schemas.openxmlformats.org/officeDocument/2006/relationships/slide" Target="/ppt/slides/slide38.xml" Id="R6be5279154c245da" /><Relationship Type="http://schemas.openxmlformats.org/officeDocument/2006/relationships/slide" Target="/ppt/slides/slide39.xml" Id="R43fd6e67d8924aa8" /><Relationship Type="http://schemas.openxmlformats.org/officeDocument/2006/relationships/slide" Target="/ppt/slides/slide40.xml" Id="R937c7350ac3445b7" /><Relationship Type="http://schemas.openxmlformats.org/officeDocument/2006/relationships/slide" Target="/ppt/slides/slide41.xml" Id="R5cd60137f7324c21" /><Relationship Type="http://schemas.openxmlformats.org/officeDocument/2006/relationships/slide" Target="/ppt/slides/slide42.xml" Id="Re55e48a358ff4b38" /><Relationship Type="http://schemas.openxmlformats.org/officeDocument/2006/relationships/slide" Target="/ppt/slides/slide43.xml" Id="R4eb140ee3e554876" /><Relationship Type="http://schemas.openxmlformats.org/officeDocument/2006/relationships/slide" Target="/ppt/slides/slide44.xml" Id="R6425459972cf4305" /><Relationship Type="http://schemas.openxmlformats.org/officeDocument/2006/relationships/slide" Target="/ppt/slides/slide45.xml" Id="Rc4e9234092fe44e4" /><Relationship Type="http://schemas.openxmlformats.org/officeDocument/2006/relationships/slide" Target="/ppt/slides/slide46.xml" Id="Ra1492c558b8746d6" /><Relationship Type="http://schemas.openxmlformats.org/officeDocument/2006/relationships/slide" Target="/ppt/slides/slide47.xml" Id="Rd470582f90f544c3" /><Relationship Type="http://schemas.openxmlformats.org/officeDocument/2006/relationships/slide" Target="/ppt/slides/slide48.xml" Id="R59a41d546f0343e6" /><Relationship Type="http://schemas.openxmlformats.org/officeDocument/2006/relationships/slide" Target="/ppt/slides/slide49.xml" Id="Rd492a3fbae28445e" /><Relationship Type="http://schemas.openxmlformats.org/officeDocument/2006/relationships/slide" Target="/ppt/slides/slide50.xml" Id="Rbcdc82414a5d4858" /><Relationship Type="http://schemas.openxmlformats.org/officeDocument/2006/relationships/slide" Target="/ppt/slides/slide51.xml" Id="R03b06429f9ae4616" /><Relationship Type="http://schemas.openxmlformats.org/officeDocument/2006/relationships/slide" Target="/ppt/slides/slide52.xml" Id="R917e217bfd744f92" /><Relationship Type="http://schemas.openxmlformats.org/officeDocument/2006/relationships/slide" Target="/ppt/slides/slide53.xml" Id="R71423a87c4e14df2" /><Relationship Type="http://schemas.openxmlformats.org/officeDocument/2006/relationships/slide" Target="/ppt/slides/slide54.xml" Id="R1daf8ee094454ec3" /><Relationship Type="http://schemas.openxmlformats.org/officeDocument/2006/relationships/slide" Target="/ppt/slides/slide55.xml" Id="Rab863b44748d41dd" /><Relationship Type="http://schemas.openxmlformats.org/officeDocument/2006/relationships/slide" Target="/ppt/slides/slide56.xml" Id="R7229e5823e974b91" /><Relationship Type="http://schemas.openxmlformats.org/officeDocument/2006/relationships/slide" Target="/ppt/slides/slide57.xml" Id="R73e8f51fcaf349fe" /><Relationship Type="http://schemas.openxmlformats.org/officeDocument/2006/relationships/slide" Target="/ppt/slides/slide58.xml" Id="R675b60de966447c4" /><Relationship Type="http://schemas.openxmlformats.org/officeDocument/2006/relationships/slide" Target="/ppt/slides/slide59.xml" Id="R6b960065255d4203" /><Relationship Type="http://schemas.openxmlformats.org/officeDocument/2006/relationships/slide" Target="/ppt/slides/slide60.xml" Id="R895b4f7da2bb463c" /><Relationship Type="http://schemas.openxmlformats.org/officeDocument/2006/relationships/slide" Target="/ppt/slides/slide61.xml" Id="R6e462eff1dd241a9" /><Relationship Type="http://schemas.openxmlformats.org/officeDocument/2006/relationships/slide" Target="/ppt/slides/slide62.xml" Id="R7ff73ab9bd994bc7" /><Relationship Type="http://schemas.openxmlformats.org/officeDocument/2006/relationships/slide" Target="/ppt/slides/slide63.xml" Id="Rb9ad47c36db8441f" /><Relationship Type="http://schemas.openxmlformats.org/officeDocument/2006/relationships/slide" Target="/ppt/slides/slide64.xml" Id="Rc8aa810f9def4b0b" /><Relationship Type="http://schemas.openxmlformats.org/officeDocument/2006/relationships/slide" Target="/ppt/slides/slide65.xml" Id="Reb4acea74f1a4372" /><Relationship Type="http://schemas.openxmlformats.org/officeDocument/2006/relationships/slide" Target="/ppt/slides/slide66.xml" Id="R40123efe90da4a4c" /><Relationship Type="http://schemas.openxmlformats.org/officeDocument/2006/relationships/slide" Target="/ppt/slides/slide67.xml" Id="R05b94fb592d740aa" /><Relationship Type="http://schemas.openxmlformats.org/officeDocument/2006/relationships/slide" Target="/ppt/slides/slide68.xml" Id="R592e6a781a474dee" /><Relationship Type="http://schemas.openxmlformats.org/officeDocument/2006/relationships/slide" Target="/ppt/slides/slide69.xml" Id="R8c3b22b072e54f5e" /><Relationship Type="http://schemas.openxmlformats.org/officeDocument/2006/relationships/slide" Target="/ppt/slides/slide70.xml" Id="Rb2d3ee0a207f4423" /><Relationship Type="http://schemas.openxmlformats.org/officeDocument/2006/relationships/slide" Target="/ppt/slides/slide71.xml" Id="Rd2c8312c56324036" /><Relationship Type="http://schemas.openxmlformats.org/officeDocument/2006/relationships/slide" Target="/ppt/slides/slide72.xml" Id="Rd8aa3a0612584c9b" /><Relationship Type="http://schemas.openxmlformats.org/officeDocument/2006/relationships/slide" Target="/ppt/slides/slide73.xml" Id="Radf027d1ce6f41da" /><Relationship Type="http://schemas.openxmlformats.org/officeDocument/2006/relationships/slide" Target="/ppt/slides/slide74.xml" Id="R67821feffcbf47c7" /><Relationship Type="http://schemas.openxmlformats.org/officeDocument/2006/relationships/slide" Target="/ppt/slides/slide75.xml" Id="R1fa80434d2ce4c58" /><Relationship Type="http://schemas.openxmlformats.org/officeDocument/2006/relationships/slide" Target="/ppt/slides/slide76.xml" Id="Rd91a4bef498e4f11" /><Relationship Type="http://schemas.openxmlformats.org/officeDocument/2006/relationships/slide" Target="/ppt/slides/slide77.xml" Id="R3ea8d714ef1c4547" /><Relationship Type="http://schemas.openxmlformats.org/officeDocument/2006/relationships/slide" Target="/ppt/slides/slide78.xml" Id="R3daacdddb7cd40b6" /><Relationship Type="http://schemas.openxmlformats.org/officeDocument/2006/relationships/slide" Target="/ppt/slides/slide79.xml" Id="R14133daea76645de" /><Relationship Type="http://schemas.openxmlformats.org/officeDocument/2006/relationships/slide" Target="/ppt/slides/slide80.xml" Id="R3b642344129648d7" /><Relationship Type="http://schemas.openxmlformats.org/officeDocument/2006/relationships/slide" Target="/ppt/slides/slide81.xml" Id="R350021e54a5c4697" /><Relationship Type="http://schemas.openxmlformats.org/officeDocument/2006/relationships/slide" Target="/ppt/slides/slide82.xml" Id="R8a1b04370bb94265" /><Relationship Type="http://schemas.openxmlformats.org/officeDocument/2006/relationships/slide" Target="/ppt/slides/slide83.xml" Id="R579ec8db07124061" /><Relationship Type="http://schemas.openxmlformats.org/officeDocument/2006/relationships/slide" Target="/ppt/slides/slide84.xml" Id="Rf3c636f309bc4c16" /><Relationship Type="http://schemas.openxmlformats.org/officeDocument/2006/relationships/slide" Target="/ppt/slides/slide85.xml" Id="Rf39d4c4c56d048ab" /><Relationship Type="http://schemas.openxmlformats.org/officeDocument/2006/relationships/slide" Target="/ppt/slides/slide86.xml" Id="Re0884ce29f624a5c" /><Relationship Type="http://schemas.openxmlformats.org/officeDocument/2006/relationships/slide" Target="/ppt/slides/slide87.xml" Id="R1a1f5bd9c1394e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b37b9ac80f4c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7d90c03db449b" /><Relationship Type="http://schemas.openxmlformats.org/officeDocument/2006/relationships/notesMaster" Target="/ppt/notesMasters/notesMaster1.xml" Id="R1cd5599d04a545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3446717a5143c6" /><Relationship Type="http://schemas.openxmlformats.org/officeDocument/2006/relationships/notesMaster" Target="/ppt/notesMasters/notesMaster1.xml" Id="R054ea524a9b54d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86a8ec8c4e4757" /><Relationship Type="http://schemas.openxmlformats.org/officeDocument/2006/relationships/notesMaster" Target="/ppt/notesMasters/notesMaster1.xml" Id="R7c5b959feccc4f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b3d17336e4a37" /><Relationship Type="http://schemas.openxmlformats.org/officeDocument/2006/relationships/notesMaster" Target="/ppt/notesMasters/notesMaster1.xml" Id="R81e69922b5174c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c4e9b74d994c7d" /><Relationship Type="http://schemas.openxmlformats.org/officeDocument/2006/relationships/notesMaster" Target="/ppt/notesMasters/notesMaster1.xml" Id="Rba4b628937c248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4198c0659d49c5" /><Relationship Type="http://schemas.openxmlformats.org/officeDocument/2006/relationships/notesMaster" Target="/ppt/notesMasters/notesMaster1.xml" Id="R66e2a8d1b4304c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48b3ed356d48d3" /><Relationship Type="http://schemas.openxmlformats.org/officeDocument/2006/relationships/notesMaster" Target="/ppt/notesMasters/notesMaster1.xml" Id="R410bb851274a43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84daf9ca5c4913" /><Relationship Type="http://schemas.openxmlformats.org/officeDocument/2006/relationships/notesMaster" Target="/ppt/notesMasters/notesMaster1.xml" Id="Rcd52f722e1584e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231b24febc41aa" /><Relationship Type="http://schemas.openxmlformats.org/officeDocument/2006/relationships/notesMaster" Target="/ppt/notesMasters/notesMaster1.xml" Id="Rcd351d703cd245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04eb50d2444f38" /><Relationship Type="http://schemas.openxmlformats.org/officeDocument/2006/relationships/notesMaster" Target="/ppt/notesMasters/notesMaster1.xml" Id="R46ff595e62f44d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bc2243128c4c5a" /><Relationship Type="http://schemas.openxmlformats.org/officeDocument/2006/relationships/notesMaster" Target="/ppt/notesMasters/notesMaster1.xml" Id="Rcc7cd6a8ef7447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11c8fb13864b03" /><Relationship Type="http://schemas.openxmlformats.org/officeDocument/2006/relationships/notesMaster" Target="/ppt/notesMasters/notesMaster1.xml" Id="Rc6bdb2f25ba949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ebfc2154ae47cd" /><Relationship Type="http://schemas.openxmlformats.org/officeDocument/2006/relationships/notesMaster" Target="/ppt/notesMasters/notesMaster1.xml" Id="Ra89ca58b025b46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30c6d07e63434b" /><Relationship Type="http://schemas.openxmlformats.org/officeDocument/2006/relationships/notesMaster" Target="/ppt/notesMasters/notesMaster1.xml" Id="R8a0455b7f43d40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3d3fbc91ab4e4a" /><Relationship Type="http://schemas.openxmlformats.org/officeDocument/2006/relationships/notesMaster" Target="/ppt/notesMasters/notesMaster1.xml" Id="R666fae18a8834c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af37e679474897" /><Relationship Type="http://schemas.openxmlformats.org/officeDocument/2006/relationships/notesMaster" Target="/ppt/notesMasters/notesMaster1.xml" Id="Ra116c4d5f0d34f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31ae8e24ed45c5" /><Relationship Type="http://schemas.openxmlformats.org/officeDocument/2006/relationships/notesMaster" Target="/ppt/notesMasters/notesMaster1.xml" Id="R16eb5919891b40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f2b3a047654f68" /><Relationship Type="http://schemas.openxmlformats.org/officeDocument/2006/relationships/notesMaster" Target="/ppt/notesMasters/notesMaster1.xml" Id="R1f49affbb8e742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5309f23ab147a3" /><Relationship Type="http://schemas.openxmlformats.org/officeDocument/2006/relationships/notesMaster" Target="/ppt/notesMasters/notesMaster1.xml" Id="Rdd8e17975bfa4b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f32242aaa84685" /><Relationship Type="http://schemas.openxmlformats.org/officeDocument/2006/relationships/notesMaster" Target="/ppt/notesMasters/notesMaster1.xml" Id="R1e2bf4ad86d947b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d6545192ed74096" /><Relationship Type="http://schemas.openxmlformats.org/officeDocument/2006/relationships/notesMaster" Target="/ppt/notesMasters/notesMaster1.xml" Id="R1df6f03d2cf046d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3cfc4be70a042a2" /><Relationship Type="http://schemas.openxmlformats.org/officeDocument/2006/relationships/notesMaster" Target="/ppt/notesMasters/notesMaster1.xml" Id="R87bc2aa631cd47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f42956f2c44e58" /><Relationship Type="http://schemas.openxmlformats.org/officeDocument/2006/relationships/notesMaster" Target="/ppt/notesMasters/notesMaster1.xml" Id="R70a4654da273436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a169268a31c43de" /><Relationship Type="http://schemas.openxmlformats.org/officeDocument/2006/relationships/notesMaster" Target="/ppt/notesMasters/notesMaster1.xml" Id="Re8b460c83ae74f9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da2c057ef0345b8" /><Relationship Type="http://schemas.openxmlformats.org/officeDocument/2006/relationships/notesMaster" Target="/ppt/notesMasters/notesMaster1.xml" Id="Rb2b4c7490f3d41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ce98e99079a4cdb" /><Relationship Type="http://schemas.openxmlformats.org/officeDocument/2006/relationships/notesMaster" Target="/ppt/notesMasters/notesMaster1.xml" Id="R73b3432426494c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f48e08cd8a448c3" /><Relationship Type="http://schemas.openxmlformats.org/officeDocument/2006/relationships/notesMaster" Target="/ppt/notesMasters/notesMaster1.xml" Id="R5d5052e5e01f4c8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de29f97a3574c5b" /><Relationship Type="http://schemas.openxmlformats.org/officeDocument/2006/relationships/notesMaster" Target="/ppt/notesMasters/notesMaster1.xml" Id="R1741a323477a4d0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560a0d6f8504933" /><Relationship Type="http://schemas.openxmlformats.org/officeDocument/2006/relationships/notesMaster" Target="/ppt/notesMasters/notesMaster1.xml" Id="R12d662cfddf64cc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85e1af0ee0f4c6b" /><Relationship Type="http://schemas.openxmlformats.org/officeDocument/2006/relationships/notesMaster" Target="/ppt/notesMasters/notesMaster1.xml" Id="Rf7ddc0a0150b46a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e59957eb3594acf" /><Relationship Type="http://schemas.openxmlformats.org/officeDocument/2006/relationships/notesMaster" Target="/ppt/notesMasters/notesMaster1.xml" Id="Rd047c6d4a93c4b6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b5e35067d7f48a2" /><Relationship Type="http://schemas.openxmlformats.org/officeDocument/2006/relationships/notesMaster" Target="/ppt/notesMasters/notesMaster1.xml" Id="R62b5288c5ddf4a3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f6c4796757b4bae" /><Relationship Type="http://schemas.openxmlformats.org/officeDocument/2006/relationships/notesMaster" Target="/ppt/notesMasters/notesMaster1.xml" Id="Ra2624a92ce4e4d9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fb89869a05f4a8b" /><Relationship Type="http://schemas.openxmlformats.org/officeDocument/2006/relationships/notesMaster" Target="/ppt/notesMasters/notesMaster1.xml" Id="R80b296d094b2406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447c409056d47e1" /><Relationship Type="http://schemas.openxmlformats.org/officeDocument/2006/relationships/notesMaster" Target="/ppt/notesMasters/notesMaster1.xml" Id="R9aacdf940eff408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967be6b5a274471" /><Relationship Type="http://schemas.openxmlformats.org/officeDocument/2006/relationships/notesMaster" Target="/ppt/notesMasters/notesMaster1.xml" Id="Rf0d7e56cad6e4d8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cd7c1fb5fc44671" /><Relationship Type="http://schemas.openxmlformats.org/officeDocument/2006/relationships/notesMaster" Target="/ppt/notesMasters/notesMaster1.xml" Id="Re33b14d05280478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8f3ade1779e4f55" /><Relationship Type="http://schemas.openxmlformats.org/officeDocument/2006/relationships/notesMaster" Target="/ppt/notesMasters/notesMaster1.xml" Id="R30236da015294e6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ce388c2913b4bc8" /><Relationship Type="http://schemas.openxmlformats.org/officeDocument/2006/relationships/notesMaster" Target="/ppt/notesMasters/notesMaster1.xml" Id="R5c83c9e94d484fc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253b7adfa5f46f9" /><Relationship Type="http://schemas.openxmlformats.org/officeDocument/2006/relationships/notesMaster" Target="/ppt/notesMasters/notesMaster1.xml" Id="R0954b410a4674f0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c6d261bf02e4c3c" /><Relationship Type="http://schemas.openxmlformats.org/officeDocument/2006/relationships/notesMaster" Target="/ppt/notesMasters/notesMaster1.xml" Id="Rb3d5fac0c6ea4f0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a3e6a6cfd3b4641" /><Relationship Type="http://schemas.openxmlformats.org/officeDocument/2006/relationships/notesMaster" Target="/ppt/notesMasters/notesMaster1.xml" Id="R14d3b211486e41c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4ed91100da34516" /><Relationship Type="http://schemas.openxmlformats.org/officeDocument/2006/relationships/notesMaster" Target="/ppt/notesMasters/notesMaster1.xml" Id="Rb0ed8bdb3403484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5326c16c1e14ca7" /><Relationship Type="http://schemas.openxmlformats.org/officeDocument/2006/relationships/notesMaster" Target="/ppt/notesMasters/notesMaster1.xml" Id="R1c08a653efd741e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6ec1fde9e444166" /><Relationship Type="http://schemas.openxmlformats.org/officeDocument/2006/relationships/notesMaster" Target="/ppt/notesMasters/notesMaster1.xml" Id="R4a180ba129974a8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a99a1e483324c50" /><Relationship Type="http://schemas.openxmlformats.org/officeDocument/2006/relationships/notesMaster" Target="/ppt/notesMasters/notesMaster1.xml" Id="Ra7c6875b80e3466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29b25856e36431d" /><Relationship Type="http://schemas.openxmlformats.org/officeDocument/2006/relationships/notesMaster" Target="/ppt/notesMasters/notesMaster1.xml" Id="Rc611dc07589444f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b14f81c823f45be" /><Relationship Type="http://schemas.openxmlformats.org/officeDocument/2006/relationships/notesMaster" Target="/ppt/notesMasters/notesMaster1.xml" Id="R1fa3bd3e2ec244e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c9211cce6374ab9" /><Relationship Type="http://schemas.openxmlformats.org/officeDocument/2006/relationships/notesMaster" Target="/ppt/notesMasters/notesMaster1.xml" Id="R085155ad84b74a1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d6a9ed880174647" /><Relationship Type="http://schemas.openxmlformats.org/officeDocument/2006/relationships/notesMaster" Target="/ppt/notesMasters/notesMaster1.xml" Id="R4520ccc3b63d45a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a367b6e6a674a03" /><Relationship Type="http://schemas.openxmlformats.org/officeDocument/2006/relationships/notesMaster" Target="/ppt/notesMasters/notesMaster1.xml" Id="R2067875a03a4482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0d748cede8049dc" /><Relationship Type="http://schemas.openxmlformats.org/officeDocument/2006/relationships/notesMaster" Target="/ppt/notesMasters/notesMaster1.xml" Id="R05ec7f4d55dc442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49890bdd2bc4e49" /><Relationship Type="http://schemas.openxmlformats.org/officeDocument/2006/relationships/notesMaster" Target="/ppt/notesMasters/notesMaster1.xml" Id="R79de10b9d95e4cf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29be9700ee34852" /><Relationship Type="http://schemas.openxmlformats.org/officeDocument/2006/relationships/notesMaster" Target="/ppt/notesMasters/notesMaster1.xml" Id="R8436d5102b1b405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cb8a9f413bc4ac4" /><Relationship Type="http://schemas.openxmlformats.org/officeDocument/2006/relationships/notesMaster" Target="/ppt/notesMasters/notesMaster1.xml" Id="Rfe1f7386557f422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8a18cc937e44f1b" /><Relationship Type="http://schemas.openxmlformats.org/officeDocument/2006/relationships/notesMaster" Target="/ppt/notesMasters/notesMaster1.xml" Id="R5ab81c7ef7e140c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1210bb3b22f4429" /><Relationship Type="http://schemas.openxmlformats.org/officeDocument/2006/relationships/notesMaster" Target="/ppt/notesMasters/notesMaster1.xml" Id="R45bf794aa21c47b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8d1e5b562a243f3" /><Relationship Type="http://schemas.openxmlformats.org/officeDocument/2006/relationships/notesMaster" Target="/ppt/notesMasters/notesMaster1.xml" Id="R97b728ed0274440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8b76d456eba483e" /><Relationship Type="http://schemas.openxmlformats.org/officeDocument/2006/relationships/notesMaster" Target="/ppt/notesMasters/notesMaster1.xml" Id="R4059700b5bdb474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e4cc8d0109043fe" /><Relationship Type="http://schemas.openxmlformats.org/officeDocument/2006/relationships/notesMaster" Target="/ppt/notesMasters/notesMaster1.xml" Id="R1cb712b3722847bd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3f507ccaef441a2" /><Relationship Type="http://schemas.openxmlformats.org/officeDocument/2006/relationships/notesMaster" Target="/ppt/notesMasters/notesMaster1.xml" Id="Rbffc7b788f2d457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064fc5d41914d89" /><Relationship Type="http://schemas.openxmlformats.org/officeDocument/2006/relationships/notesMaster" Target="/ppt/notesMasters/notesMaster1.xml" Id="R32e065999d6c4a9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755efac741a4a1b" /><Relationship Type="http://schemas.openxmlformats.org/officeDocument/2006/relationships/notesMaster" Target="/ppt/notesMasters/notesMaster1.xml" Id="R3c48776515b54aa9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5d4c3cdcf9e84304" /><Relationship Type="http://schemas.openxmlformats.org/officeDocument/2006/relationships/notesMaster" Target="/ppt/notesMasters/notesMaster1.xml" Id="R2ac4a793cd644e05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4b562dc72f1649a7" /><Relationship Type="http://schemas.openxmlformats.org/officeDocument/2006/relationships/notesMaster" Target="/ppt/notesMasters/notesMaster1.xml" Id="Ra9d43fecf105477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4fdfaf055ac4f11" /><Relationship Type="http://schemas.openxmlformats.org/officeDocument/2006/relationships/notesMaster" Target="/ppt/notesMasters/notesMaster1.xml" Id="R47958429f4f54bbb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fadf5a7ae5547bd" /><Relationship Type="http://schemas.openxmlformats.org/officeDocument/2006/relationships/notesMaster" Target="/ppt/notesMasters/notesMaster1.xml" Id="Rd788ddc267a0438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6c1014038f8d4faf" /><Relationship Type="http://schemas.openxmlformats.org/officeDocument/2006/relationships/notesMaster" Target="/ppt/notesMasters/notesMaster1.xml" Id="R92edbe3b3dce41d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cbbc6726867e4bbd" /><Relationship Type="http://schemas.openxmlformats.org/officeDocument/2006/relationships/notesMaster" Target="/ppt/notesMasters/notesMaster1.xml" Id="R037803dda3a5471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aee418cbb024d72" /><Relationship Type="http://schemas.openxmlformats.org/officeDocument/2006/relationships/notesMaster" Target="/ppt/notesMasters/notesMaster1.xml" Id="R7134ce8fa5cb477a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9c04378caec84b2d" /><Relationship Type="http://schemas.openxmlformats.org/officeDocument/2006/relationships/notesMaster" Target="/ppt/notesMasters/notesMaster1.xml" Id="R4982bf4b943a42f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880ac16f84d64335" /><Relationship Type="http://schemas.openxmlformats.org/officeDocument/2006/relationships/notesMaster" Target="/ppt/notesMasters/notesMaster1.xml" Id="Rd766b52f5ba44a38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ffca1e5c3b6c4f3c" /><Relationship Type="http://schemas.openxmlformats.org/officeDocument/2006/relationships/notesMaster" Target="/ppt/notesMasters/notesMaster1.xml" Id="R829340fd17644aa7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af0e425f34d49f7" /><Relationship Type="http://schemas.openxmlformats.org/officeDocument/2006/relationships/notesMaster" Target="/ppt/notesMasters/notesMaster1.xml" Id="Re695726a465b48ed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f6c0450adf34ac9" /><Relationship Type="http://schemas.openxmlformats.org/officeDocument/2006/relationships/notesMaster" Target="/ppt/notesMasters/notesMaster1.xml" Id="R254f32df56d44443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7f51bf2914d54a04" /><Relationship Type="http://schemas.openxmlformats.org/officeDocument/2006/relationships/notesMaster" Target="/ppt/notesMasters/notesMaster1.xml" Id="R0598b63fd4d441c9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77e571a0af5148ba" /><Relationship Type="http://schemas.openxmlformats.org/officeDocument/2006/relationships/notesMaster" Target="/ppt/notesMasters/notesMaster1.xml" Id="R697ab3f9306c4be4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1454a853c98c4e66" /><Relationship Type="http://schemas.openxmlformats.org/officeDocument/2006/relationships/notesMaster" Target="/ppt/notesMasters/notesMaster1.xml" Id="R40c527abb1934563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f8d2bf3d6efe40a2" /><Relationship Type="http://schemas.openxmlformats.org/officeDocument/2006/relationships/notesMaster" Target="/ppt/notesMasters/notesMaster1.xml" Id="Rc561c77b927a4542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f12e634774854680" /><Relationship Type="http://schemas.openxmlformats.org/officeDocument/2006/relationships/notesMaster" Target="/ppt/notesMasters/notesMaster1.xml" Id="R1e9ab8abafd24d8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9260aa38b54143bd" /><Relationship Type="http://schemas.openxmlformats.org/officeDocument/2006/relationships/notesMaster" Target="/ppt/notesMasters/notesMaster1.xml" Id="Rfe12db9f0211419d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16d462de5e8048be" /><Relationship Type="http://schemas.openxmlformats.org/officeDocument/2006/relationships/notesMaster" Target="/ppt/notesMasters/notesMaster1.xml" Id="R2f659097a36f4c7f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b4a6c811b51c40e0" /><Relationship Type="http://schemas.openxmlformats.org/officeDocument/2006/relationships/notesMaster" Target="/ppt/notesMasters/notesMaster1.xml" Id="R9e805f2d13454c39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88917134f4f444a3" /><Relationship Type="http://schemas.openxmlformats.org/officeDocument/2006/relationships/notesMaster" Target="/ppt/notesMasters/notesMaster1.xml" Id="R6527a46d184b4013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7d4b5c763d184cba" /><Relationship Type="http://schemas.openxmlformats.org/officeDocument/2006/relationships/notesMaster" Target="/ppt/notesMasters/notesMaster1.xml" Id="R1c795a846e674a8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3ed843334ef4faf" /><Relationship Type="http://schemas.openxmlformats.org/officeDocument/2006/relationships/notesMaster" Target="/ppt/notesMasters/notesMaster1.xml" Id="Rc5908dcdad0645dc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62322d3aee6c46d1" /><Relationship Type="http://schemas.openxmlformats.org/officeDocument/2006/relationships/notesMaster" Target="/ppt/notesMasters/notesMaster1.xml" Id="R5b65dabf4e294c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오프닝 2분. 오늘은 도구 나열이 아니라 5일 동안 이어질 제품의 첫 번째 작동 단위를 만든다고 선언한다.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학습자에게 본인의 반복 업무 한 가지를 떠올리게 한다. 최종 산출물은 시연 가능한 repo와 관측 가능한 실행 기록이다.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HWP 원본의 학습 목표와 6개 모듈을 먼저 존중해 설명한다. 이후 실습 운영 공백을 왜 보강했는지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매일 별도 미니 산출물이 있지만 저장소와 state schema는 누적된다고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 교육일의 점심 12–13시와 다르다는 점을 두 번 강조한다. 13–14시 실습 후 바로 점심이다.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완료 조건을 먼저 보여주고, 환경이 느린 학습자에게 fallback이 있다는 안도감을 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직무 나열보다 제품 문제 → 운영 통제 → 교육 경험의 순서로 소개한다.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학습자 배경을 손들기로 확인한 뒤 재직자/구직자 예시를 번갈아 사용하겠다고 안내한다.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실습에서 강사가 먼저 3–5분 시연한 뒤 학습자가 같은 화면을 재현한다. 빨리 끝난 학습자에게는 대기 대신 확장 과제를 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회의와 코드 리뷰가 다른 문제처럼 보이지만, 입력 → 구조화 → 검증 → 승인 → 기록이라는 동일한 제어 구조를 가진다고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단계가 이후 어느 날 구현되는지 짚는다. 외부 쓰기는 Human 뒤에만 존재한다.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학습자가 같은 기술 스택을 쓰되 문제 정의와 가치 증명의 언어가 달라진다고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구간 목표: LLM, workflow, agent를 구분하고 언제 Agent가 필요한지 판별한다.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LLM을 의인화하지 않는다. 언어 변환 능력과 시스템 실행 능력을 분리한다.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자동화를 Agent로 만들 필요가 없다고 강조한다. 한 번의 정규식이나 SQL이 더 낫다면 그것을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 window가 무한한 기억이 아님을 설명한다. repo 전체를 무작정 넣는 대신 검색·선택·요약하는 harness가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프롬프트에서 주의를 주는 것만으로는 충분하지 않다. downstream validator와 human approval을 소개한다.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동일한 transcript에 막연한 프롬프트와 계약형 프롬프트를 차례로 적용해 출력 차이를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6분 개인 작성, 3분 짝 교환, 3분 전체 공유. 모델 계정이 없으면 사람이 예상 출력을 작성해도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학습자가 자신의 업무 예시를 LLM / workflow / agent로 분류하게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구간 목표: tool schema, registry, validator, executor, observation의 역할을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loop를 칠판에 다시 그리게 한다. 최대 step, timeout, 비용, human stop을 종료 조건으로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함수 호출 기능이 모델에게 Python 실행 권한을 자동으로 주는 것이 아님을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delete_file 같은 광범위 도구 대신 read_public_text 같은 최소 권한 도구를 설계한다.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도구의 이름과 인자에서 side effect가 드러나게 한다. 외부 쓰기는 Day 4까지 실제로 실행하지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src/day1_agent.py를 VS Code에서 열고 schema와 registry 위치를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 경로보다 validation 순서를 소리 내 읽는다. production에서는 구체적 예외부터 잡고 stack trace를 관측 도구에 남긴다.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재시도하면 해결되는 transient failure와 같은 요청을 반복하면 더 위험한 permanent/policy failure를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재직자는 본인 업무, 구직자는 회의록 또는 PR review를 사용한다. 실제 자격증명·회사 데이터는 사용하지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정답을 바로 말하지 않고 1분 개인 정리, 2분 짝 설명, 전체 공유 순서로 진행한다.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구간 목표: 공개 한국어 자료를 선택하고 K-Work Copilot의 사용자·입력·출력·위험을 정의한다.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데이터도 무조건 자유 사용 가능한 것은 아니다. 각 사이트의 이용 조건과 신청 절차를 확인한다고 안내한다.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화면에서 자료 유형과 신청 절차의 위치를 안내한다. 즉석 다운로드를 수업 성공 조건으로 두지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https://kli.korean.go.kr/m/main/requestMain.do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데이터의 구조를 학습 재료로 쓰되 정치적 입장 평가가 아니라 정보 추출 품질을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data/meeting_sample_ko.txt를 함께 연다. 학습자가 Action Item과 정책 문장을 색으로 구분해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문제의 핵심을 ‘요약이 귀찮다’가 아니라 누락, 근거, 책임, 외부 반영 위험으로 확장한다.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여정을 팀별 canvas에 옮긴다. 외부 쓰기 행동과 승인 지점을 빨간색으로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schema가 있으면 LLM provider를 바꿔도 downstream이 유지된다고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팀별로 자신에게 맞는 성공 지표 한 개와 안전 지표 한 개를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10분 작성, 5분 짝 리뷰, 5분 발표 2팀. 빨리 끝난 팀은 실패 입력 세 건을 추가한다.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질문 중 하나라도 답이 없으면 구현 전에 canvas를 수정한다.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구간 목표: 표준 repo를 열고 Python, VS Code, Git, Ollama의 readiness gate를 통과한다.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필수 경로는 로컬 무료 실행이며 계정별 유료 도구는 강사 데모 또는 선택 확장이라고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https://www.langchain.com/pricing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환경 문제를 학습자 개인의 실패로 만들지 않는다. 시작 전에 lane을 선택하고 중간에 바꿔도 산출물이 이어지게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https://research.google.com/colaboratory/faq.html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파일 탐색기에서 실제 폴더를 펼치고 각 파일을 클릭한다. 강의자가 경로를 읽으면 학습자가 같은 파일을 연다.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하단 interpreter와 notebook 우측 상단 kernel이 같은 환경인지 확인하게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Windows와 macOS/Linux 명령을 분리해 보여준다. 이미 환경이 있는 학습자는 재생성하지 않고 버전만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Ollama 실패가 Day 1 전체 실패가 아님을 명확히 한다. 필수 gate와 선택 gate를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다운로드 버튼을 보여주되 수업 중 대규모 모델 탐색을 하지 않는다. 모델 라이선스와 저장 공간을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https://ollama.com/blog/tool-support</a:t>
            </a:r>
          </a:p>
          <a:p xmlns:a="http://schemas.openxmlformats.org/drawingml/2006/main">
            <a:r>
              <a:t>- https://huggingface.co/Qwen/Qwen3-4B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로컬 프로그램을 동시에 켜지 않는다. 한 개를 주 실행하고 나머지는 대체 경로로만 소개한다.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https://jan.ai/docs/api-server</a:t>
            </a:r>
          </a:p>
          <a:p xmlns:a="http://schemas.openxmlformats.org/drawingml/2006/main">
            <a:r>
              <a:t>- https://research.google.com/colaboratory/faq.html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Codex가 앱·플랜에 따라 사용 가능량이 다를 수 있음을 알린다. 강사 데모는 repo 읽기 → 계획 → 수정 → 테스트 → diff 순서로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Claude 웹 Free와 Claude Code의 플랜 경계를 혼동하지 않게 공식 가격표 기준으로 설명한다. 실습 필수 조건으로 두지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https://code.claude.com/docs/en/terminal-guide</a:t>
            </a:r>
          </a:p>
          <a:p xmlns:a="http://schemas.openxmlformats.org/drawingml/2006/main">
            <a:r>
              <a:t>- https://www.anthropic.com/pricing?subjects=claude&amp;type=product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작성한 코드도 증거 없이 완료로 인정하지 않는다. 반복 지시는 AGENTS.md/CLAUDE.md/README/test로 옮긴다.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Codex 또는 Claude Code 화면으로 테스트 하나를 추가한다. 자동 변경 전후 git diff를 반드시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점심 전 13–14 실습을 위해 환경이 막힌 사람을 Recovery 좌석 또는 Colab lane으로 이동시킨다.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구간 목표: 노트북을 Run All하고 9개 테스트를 통과시킨 뒤 Git checkpoint를 만든다.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../../etc/passwd 예시로 단순 문자열 prefix 검사의 위험을 설명한다. 실제 파일 내용은 출력하지 않고 정책 차단만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오류 코드는 사용자 메시지, 모델 재계획, 모니터링 집계가 공유하는 계약이라고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materials/day1/01_agent_foundation.ipynb를 열고 셀 단위로 실행한다. 오류가 난 학생은 셀 번호와 전체 오류를 공유한다.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실패 셀이 빨간 traceback으로 중단되지 않고 공통 result envelope를 반환하는지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터미널에서 python -m pytest -q를 실행한다. 첫 실패만 해결하고 다시 전체를 실행한다.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이미 user work가 있는 저장소라면 섞어 stage하지 않는다. 교육용 새 repo에서만 예시 명령을 그대로 실행한다.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14:00에 정확히 점심을 시작한다. 오후 15:00 재개를 화면과 말로 공지한다.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점심 중 강사는 설치 지원을 최소화하고 오후 시작 전에 Ollama 성공/대체 lane 표를 업데이트한다.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구간 목표: Ollama 선택 호출을 실행하고 provider 실패를 정상적인 result로 처리한다.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Ollama가 없는 학습자도 contract와 error handling을 학습하도록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선택 실습 셀을 실행한다. Ollama 미설치 시 3초 안에 대체 경로 메시지가 나오는지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10분 이상 무작정 재설치하지 않는다. 오류 유형을 정하고 fallback으로 학습 목표를 유지한다.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Day 2에 Pydantic/LangChain structured output으로 교체할 예정이라고 예고한다.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Ollama 성공 여부로 점수를 나누지 않는다. 공통 contract와 fallback 설명을 평가한다.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정답을 바로 말하지 않고 1분 개인 정리, 2분 짝 설명, 전체 공유 순서로 진행한다.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구간 목표: 하나의 호출이 아니라 여러 step의 상태 변화와 중단 조건을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메시지 history 전체가 state는 아니다. 다음 node가 필요한 최소 정보를 구조화한다.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 코멘트나 메일 전송은 retry만 넣으면 중복 사고가 난다. side effect 전에 idempotency key가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승인 화면에는 원문 evidence, 초안, 변경되는 외부 대상, 위험 flag가 함께 보여야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모델을 실행하지 않아도 human approval UX와 필요한 정보가 무엇인지 체험할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정답을 바로 말하지 않고 1분 개인 정리, 2분 짝 설명, 전체 공유 순서로 진행한다.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구간 목표: 오늘 만든 loop가 이후 프레임워크와 PBL 제품으로 어떻게 확장되는지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라이브러리를 많이 쓰는 것이 목표가 아니다. 각 도구를 책임에 맞는 위치에 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interrupt 이전 side effect는 재실행될 수 있으므로 idempotent하게 만들거나 interrupt 뒤로 옮긴다.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trace 화면 예시를 보여주고 데이터 비식별 원칙을 다시 확인한다. Developer 무료 포함량과 초과 과금 가능성을 계정에서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https://www.langchain.com/pricing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trace를 많이 남기는 것보다 질문에 답할 필드를 남긴다. 교육 계정에는 공개 샘플만 전송한다.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Meet의 전사·노트 기능은 계정/플랜/관리자 설정에 따라 다르므로 무료 필수 경로로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2–5일차는 일반 일정 09–12, 점심 12–13, 13–18로 운영한다. 각 시간의 상세 내용은 통합 MD를 참고한다.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모델의 화려한 답보다 실패 안전성과 재현성이 더 높은 비중을 갖는다고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수거한 답변에서 다음 날 첫 10분 복습 주제를 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마지막으로 2–5일차 일반 점심 12–13시를 공지한다. 질문은 환경 오류와 개념 질문으로 나누어 받는다.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2e4605af24d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509269c15244af" /><Relationship Type="http://schemas.openxmlformats.org/officeDocument/2006/relationships/slideLayout" Target="/ppt/slideLayouts/slideLayout1.xml" Id="R4679be4d380646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79be4d380646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6f48afbc042d6" /><Relationship Type="http://schemas.openxmlformats.org/officeDocument/2006/relationships/notesSlide" Target="/ppt/notesSlides/notesSlide1.xml" Id="R11dbcc4046c047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332f9ed2a476e" /><Relationship Type="http://schemas.openxmlformats.org/officeDocument/2006/relationships/notesSlide" Target="/ppt/notesSlides/notesSlide2.xml" Id="Rca115ef94703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e7b3135ba4816" /><Relationship Type="http://schemas.openxmlformats.org/officeDocument/2006/relationships/notesSlide" Target="/ppt/notesSlides/notesSlide3.xml" Id="R162011869d8042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7d7377c8744cd" /><Relationship Type="http://schemas.openxmlformats.org/officeDocument/2006/relationships/notesSlide" Target="/ppt/notesSlides/notesSlide4.xml" Id="R26cf0313f4e243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217ea68ab4810" /><Relationship Type="http://schemas.openxmlformats.org/officeDocument/2006/relationships/notesSlide" Target="/ppt/notesSlides/notesSlide5.xml" Id="R503c5d66fdc942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8d7c52f4f403b" /><Relationship Type="http://schemas.openxmlformats.org/officeDocument/2006/relationships/notesSlide" Target="/ppt/notesSlides/notesSlide6.xml" Id="R0126a582f79641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868ab7ba445d6" /><Relationship Type="http://schemas.openxmlformats.org/officeDocument/2006/relationships/notesSlide" Target="/ppt/notesSlides/notesSlide7.xml" Id="R7e42d0bbb30d49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c3d84241d4371" /><Relationship Type="http://schemas.openxmlformats.org/officeDocument/2006/relationships/notesSlide" Target="/ppt/notesSlides/notesSlide8.xml" Id="Rddab3d10c40443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50b0351554eb8" /><Relationship Type="http://schemas.openxmlformats.org/officeDocument/2006/relationships/notesSlide" Target="/ppt/notesSlides/notesSlide9.xml" Id="R101e88ffa7d043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3ec9c32864d7f" /><Relationship Type="http://schemas.openxmlformats.org/officeDocument/2006/relationships/notesSlide" Target="/ppt/notesSlides/notesSlide10.xml" Id="R257c4e611ceb4e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79bf94e9b4641" /><Relationship Type="http://schemas.openxmlformats.org/officeDocument/2006/relationships/notesSlide" Target="/ppt/notesSlides/notesSlide11.xml" Id="R74213f16a1f24f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79194e5a34abe" /><Relationship Type="http://schemas.openxmlformats.org/officeDocument/2006/relationships/notesSlide" Target="/ppt/notesSlides/notesSlide12.xml" Id="R0e79660a6f954f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f5f5f8243414f" /><Relationship Type="http://schemas.openxmlformats.org/officeDocument/2006/relationships/notesSlide" Target="/ppt/notesSlides/notesSlide13.xml" Id="Re7384a54770349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1777a88c04918" /><Relationship Type="http://schemas.openxmlformats.org/officeDocument/2006/relationships/notesSlide" Target="/ppt/notesSlides/notesSlide14.xml" Id="R33b405a40a8443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5c537d9c444f5" /><Relationship Type="http://schemas.openxmlformats.org/officeDocument/2006/relationships/notesSlide" Target="/ppt/notesSlides/notesSlide15.xml" Id="R127fe8499f8946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3a5c5e0274d54" /><Relationship Type="http://schemas.openxmlformats.org/officeDocument/2006/relationships/notesSlide" Target="/ppt/notesSlides/notesSlide16.xml" Id="R9b133a735ed341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14e8eac7a498a" /><Relationship Type="http://schemas.openxmlformats.org/officeDocument/2006/relationships/notesSlide" Target="/ppt/notesSlides/notesSlide17.xml" Id="Rd0f6a034866943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9fc72f0064797" /><Relationship Type="http://schemas.openxmlformats.org/officeDocument/2006/relationships/notesSlide" Target="/ppt/notesSlides/notesSlide18.xml" Id="R0fd9b19d1e4447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98f0bbf534b8d" /><Relationship Type="http://schemas.openxmlformats.org/officeDocument/2006/relationships/notesSlide" Target="/ppt/notesSlides/notesSlide19.xml" Id="Raa501da8eb274f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3efe0c2614927" /><Relationship Type="http://schemas.openxmlformats.org/officeDocument/2006/relationships/notesSlide" Target="/ppt/notesSlides/notesSlide20.xml" Id="R0ad2e6ecacf04c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8c23994844627" /><Relationship Type="http://schemas.openxmlformats.org/officeDocument/2006/relationships/notesSlide" Target="/ppt/notesSlides/notesSlide21.xml" Id="R777bc832718b442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d1890e1ad447e" /><Relationship Type="http://schemas.openxmlformats.org/officeDocument/2006/relationships/notesSlide" Target="/ppt/notesSlides/notesSlide22.xml" Id="Rdb1b1bcf64b149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8e4e7036747b8" /><Relationship Type="http://schemas.openxmlformats.org/officeDocument/2006/relationships/notesSlide" Target="/ppt/notesSlides/notesSlide23.xml" Id="R5fe38092a0d94f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e1ea2510f4683" /><Relationship Type="http://schemas.openxmlformats.org/officeDocument/2006/relationships/notesSlide" Target="/ppt/notesSlides/notesSlide24.xml" Id="R73db96e2f9e640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cd7b4558c4cff" /><Relationship Type="http://schemas.openxmlformats.org/officeDocument/2006/relationships/notesSlide" Target="/ppt/notesSlides/notesSlide25.xml" Id="R5cc3ce383b88417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dd5618e47437d" /><Relationship Type="http://schemas.openxmlformats.org/officeDocument/2006/relationships/notesSlide" Target="/ppt/notesSlides/notesSlide26.xml" Id="R403459c65c3e48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de201dd9149a4" /><Relationship Type="http://schemas.openxmlformats.org/officeDocument/2006/relationships/notesSlide" Target="/ppt/notesSlides/notesSlide27.xml" Id="R7e9d645b277842d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0af98552e4e3e" /><Relationship Type="http://schemas.openxmlformats.org/officeDocument/2006/relationships/notesSlide" Target="/ppt/notesSlides/notesSlide28.xml" Id="R757ada1c6585437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373e0f763479d" /><Relationship Type="http://schemas.openxmlformats.org/officeDocument/2006/relationships/notesSlide" Target="/ppt/notesSlides/notesSlide29.xml" Id="Ra1d14a1e0816494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06916a0394741" /><Relationship Type="http://schemas.openxmlformats.org/officeDocument/2006/relationships/notesSlide" Target="/ppt/notesSlides/notesSlide30.xml" Id="R73338e28d20c4f6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0e51e93dc4c52" /><Relationship Type="http://schemas.openxmlformats.org/officeDocument/2006/relationships/notesSlide" Target="/ppt/notesSlides/notesSlide31.xml" Id="Rbbd8667c5e7b418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94c8c32e940cb" /><Relationship Type="http://schemas.openxmlformats.org/officeDocument/2006/relationships/notesSlide" Target="/ppt/notesSlides/notesSlide32.xml" Id="Read32789e553498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7a44d7c23487e" /><Relationship Type="http://schemas.openxmlformats.org/officeDocument/2006/relationships/image" Target="/ppt/media/image.jpeg" Id="R20187d5998e047f1" /><Relationship Type="http://schemas.openxmlformats.org/officeDocument/2006/relationships/notesSlide" Target="/ppt/notesSlides/notesSlide33.xml" Id="R1bbca52661a24f8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8a3d8194c4b17" /><Relationship Type="http://schemas.openxmlformats.org/officeDocument/2006/relationships/image" Target="/ppt/media/image2.jpeg" Id="R5316bb1ccceb42b5" /><Relationship Type="http://schemas.openxmlformats.org/officeDocument/2006/relationships/notesSlide" Target="/ppt/notesSlides/notesSlide34.xml" Id="Rcca7b3c8c465476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4a63541134027" /><Relationship Type="http://schemas.openxmlformats.org/officeDocument/2006/relationships/notesSlide" Target="/ppt/notesSlides/notesSlide35.xml" Id="R7e079fa30aae4a6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7cac07c214c18" /><Relationship Type="http://schemas.openxmlformats.org/officeDocument/2006/relationships/notesSlide" Target="/ppt/notesSlides/notesSlide36.xml" Id="R0d9ee1ed0a924a9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eca47a17743cb" /><Relationship Type="http://schemas.openxmlformats.org/officeDocument/2006/relationships/notesSlide" Target="/ppt/notesSlides/notesSlide37.xml" Id="R9e074b29b96e475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1ae917e1f48b0" /><Relationship Type="http://schemas.openxmlformats.org/officeDocument/2006/relationships/notesSlide" Target="/ppt/notesSlides/notesSlide38.xml" Id="R74dd8256d78a440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0d63a8ed34322" /><Relationship Type="http://schemas.openxmlformats.org/officeDocument/2006/relationships/notesSlide" Target="/ppt/notesSlides/notesSlide39.xml" Id="R0938a59f4c0c47c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4217e7c614873" /><Relationship Type="http://schemas.openxmlformats.org/officeDocument/2006/relationships/notesSlide" Target="/ppt/notesSlides/notesSlide40.xml" Id="Rc0170c12f6b2472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34fd3f7134d60" /><Relationship Type="http://schemas.openxmlformats.org/officeDocument/2006/relationships/notesSlide" Target="/ppt/notesSlides/notesSlide41.xml" Id="Rf895761214d3410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4a59376c54281" /><Relationship Type="http://schemas.openxmlformats.org/officeDocument/2006/relationships/notesSlide" Target="/ppt/notesSlides/notesSlide42.xml" Id="Re9d53b14dd8944f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9e3a8e3f34f20" /><Relationship Type="http://schemas.openxmlformats.org/officeDocument/2006/relationships/notesSlide" Target="/ppt/notesSlides/notesSlide43.xml" Id="R3ac12819d08f4e4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a142001d444d6" /><Relationship Type="http://schemas.openxmlformats.org/officeDocument/2006/relationships/notesSlide" Target="/ppt/notesSlides/notesSlide44.xml" Id="Rb48d09cceda7485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534e81a314181" /><Relationship Type="http://schemas.openxmlformats.org/officeDocument/2006/relationships/notesSlide" Target="/ppt/notesSlides/notesSlide45.xml" Id="R2934d3ce742d4a2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8f726b14f43da" /><Relationship Type="http://schemas.openxmlformats.org/officeDocument/2006/relationships/image" Target="/ppt/media/image3.jpeg" Id="R78a47a7df07b4592" /><Relationship Type="http://schemas.openxmlformats.org/officeDocument/2006/relationships/notesSlide" Target="/ppt/notesSlides/notesSlide46.xml" Id="Rbb8ad2d466e746f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5bf47298a44fa" /><Relationship Type="http://schemas.openxmlformats.org/officeDocument/2006/relationships/notesSlide" Target="/ppt/notesSlides/notesSlide47.xml" Id="R954ce2ca10d4439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4a1df0bde42f7" /><Relationship Type="http://schemas.openxmlformats.org/officeDocument/2006/relationships/notesSlide" Target="/ppt/notesSlides/notesSlide48.xml" Id="R6a90b78666354ea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930770ef14f80" /><Relationship Type="http://schemas.openxmlformats.org/officeDocument/2006/relationships/image" Target="/ppt/media/image4.jpeg" Id="R0b28d2522f944547" /><Relationship Type="http://schemas.openxmlformats.org/officeDocument/2006/relationships/notesSlide" Target="/ppt/notesSlides/notesSlide49.xml" Id="R240aab979ca64d6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8d1b2139546cc" /><Relationship Type="http://schemas.openxmlformats.org/officeDocument/2006/relationships/notesSlide" Target="/ppt/notesSlides/notesSlide50.xml" Id="R865bdc85365d4f9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640b3cafd4960" /><Relationship Type="http://schemas.openxmlformats.org/officeDocument/2006/relationships/image" Target="/ppt/media/image5.jpeg" Id="Rd6eeed9a1acd48d0" /><Relationship Type="http://schemas.openxmlformats.org/officeDocument/2006/relationships/notesSlide" Target="/ppt/notesSlides/notesSlide51.xml" Id="R407cd17377c94c4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4eb9840cd4fe5" /><Relationship Type="http://schemas.openxmlformats.org/officeDocument/2006/relationships/image" Target="/ppt/media/image6.jpeg" Id="R4abd0d63f21845a0" /><Relationship Type="http://schemas.openxmlformats.org/officeDocument/2006/relationships/notesSlide" Target="/ppt/notesSlides/notesSlide52.xml" Id="Rcf6040c791fe42f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9b3636cef490f" /><Relationship Type="http://schemas.openxmlformats.org/officeDocument/2006/relationships/notesSlide" Target="/ppt/notesSlides/notesSlide53.xml" Id="R1530241b113048e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5a40f0e9e4a9c" /><Relationship Type="http://schemas.openxmlformats.org/officeDocument/2006/relationships/notesSlide" Target="/ppt/notesSlides/notesSlide54.xml" Id="R4487f3d2a7d64d1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48155ae924fad" /><Relationship Type="http://schemas.openxmlformats.org/officeDocument/2006/relationships/notesSlide" Target="/ppt/notesSlides/notesSlide55.xml" Id="Rec5850abff084df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16fd559374838" /><Relationship Type="http://schemas.openxmlformats.org/officeDocument/2006/relationships/notesSlide" Target="/ppt/notesSlides/notesSlide56.xml" Id="R7b71b16aab79494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7979d28384156" /><Relationship Type="http://schemas.openxmlformats.org/officeDocument/2006/relationships/notesSlide" Target="/ppt/notesSlides/notesSlide57.xml" Id="Rbe4284bc24e2410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29f8d18684b39" /><Relationship Type="http://schemas.openxmlformats.org/officeDocument/2006/relationships/notesSlide" Target="/ppt/notesSlides/notesSlide58.xml" Id="Rf90f90f96d0a44c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708fabd754fd9" /><Relationship Type="http://schemas.openxmlformats.org/officeDocument/2006/relationships/notesSlide" Target="/ppt/notesSlides/notesSlide59.xml" Id="Rb07d1457370c499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5af2314024bce" /><Relationship Type="http://schemas.openxmlformats.org/officeDocument/2006/relationships/notesSlide" Target="/ppt/notesSlides/notesSlide60.xml" Id="Rd90a2d25438146c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68afcc7f7414d" /><Relationship Type="http://schemas.openxmlformats.org/officeDocument/2006/relationships/notesSlide" Target="/ppt/notesSlides/notesSlide61.xml" Id="R1b986baada23472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1b0c2c0914504" /><Relationship Type="http://schemas.openxmlformats.org/officeDocument/2006/relationships/notesSlide" Target="/ppt/notesSlides/notesSlide62.xml" Id="Raa42793c3039485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befcf74a640fa" /><Relationship Type="http://schemas.openxmlformats.org/officeDocument/2006/relationships/notesSlide" Target="/ppt/notesSlides/notesSlide63.xml" Id="Red710f4846d8415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1cd0760844ff4" /><Relationship Type="http://schemas.openxmlformats.org/officeDocument/2006/relationships/notesSlide" Target="/ppt/notesSlides/notesSlide64.xml" Id="R381c6b2a08294c7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1d9315c6e48c1" /><Relationship Type="http://schemas.openxmlformats.org/officeDocument/2006/relationships/notesSlide" Target="/ppt/notesSlides/notesSlide65.xml" Id="R295af60afef34a2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cf7324b2649a5" /><Relationship Type="http://schemas.openxmlformats.org/officeDocument/2006/relationships/notesSlide" Target="/ppt/notesSlides/notesSlide66.xml" Id="R3e41d886a0b640d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a09f5eeb34e29" /><Relationship Type="http://schemas.openxmlformats.org/officeDocument/2006/relationships/notesSlide" Target="/ppt/notesSlides/notesSlide67.xml" Id="R1beaa8a4a5cb42b0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7f33f27a64554" /><Relationship Type="http://schemas.openxmlformats.org/officeDocument/2006/relationships/notesSlide" Target="/ppt/notesSlides/notesSlide68.xml" Id="R59379c9234434e24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173b036524f33" /><Relationship Type="http://schemas.openxmlformats.org/officeDocument/2006/relationships/notesSlide" Target="/ppt/notesSlides/notesSlide69.xml" Id="R07d36f165db24635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07adc16a945d8" /><Relationship Type="http://schemas.openxmlformats.org/officeDocument/2006/relationships/notesSlide" Target="/ppt/notesSlides/notesSlide70.xml" Id="Rbce870abd897498c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580c7e87e4fba" /><Relationship Type="http://schemas.openxmlformats.org/officeDocument/2006/relationships/notesSlide" Target="/ppt/notesSlides/notesSlide71.xml" Id="R8cacd5e0828a433d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88b763d6c4c63" /><Relationship Type="http://schemas.openxmlformats.org/officeDocument/2006/relationships/notesSlide" Target="/ppt/notesSlides/notesSlide72.xml" Id="R0dfe498ff62e4bf0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4960caedd4a43" /><Relationship Type="http://schemas.openxmlformats.org/officeDocument/2006/relationships/notesSlide" Target="/ppt/notesSlides/notesSlide73.xml" Id="Rf8c0d51ee3ee4dba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f8c9c184b4bc3" /><Relationship Type="http://schemas.openxmlformats.org/officeDocument/2006/relationships/notesSlide" Target="/ppt/notesSlides/notesSlide74.xml" Id="R58d33369f1be4d93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b567cb3d148c4" /><Relationship Type="http://schemas.openxmlformats.org/officeDocument/2006/relationships/notesSlide" Target="/ppt/notesSlides/notesSlide75.xml" Id="R8736eba6882b4068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f6a4e49d24761" /><Relationship Type="http://schemas.openxmlformats.org/officeDocument/2006/relationships/notesSlide" Target="/ppt/notesSlides/notesSlide76.xml" Id="Rfd76b6b33e344446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f4a80f04245f9" /><Relationship Type="http://schemas.openxmlformats.org/officeDocument/2006/relationships/notesSlide" Target="/ppt/notesSlides/notesSlide77.xml" Id="R284dea5601fd4d53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06307ab7d42c0" /><Relationship Type="http://schemas.openxmlformats.org/officeDocument/2006/relationships/notesSlide" Target="/ppt/notesSlides/notesSlide78.xml" Id="Rd359b295d8424ff3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0bcb00c3249c7" /><Relationship Type="http://schemas.openxmlformats.org/officeDocument/2006/relationships/notesSlide" Target="/ppt/notesSlides/notesSlide79.xml" Id="Rb37384c00d9944a1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3d403a3d047bd" /><Relationship Type="http://schemas.openxmlformats.org/officeDocument/2006/relationships/notesSlide" Target="/ppt/notesSlides/notesSlide80.xml" Id="Rd09507101f1c49fa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1ecb451e24b5b" /><Relationship Type="http://schemas.openxmlformats.org/officeDocument/2006/relationships/image" Target="/ppt/media/image7.jpeg" Id="R7b4407c2cf9d4b56" /><Relationship Type="http://schemas.openxmlformats.org/officeDocument/2006/relationships/notesSlide" Target="/ppt/notesSlides/notesSlide81.xml" Id="Rb4f222eea4414a6e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15cba7ba74e4c" /><Relationship Type="http://schemas.openxmlformats.org/officeDocument/2006/relationships/notesSlide" Target="/ppt/notesSlides/notesSlide82.xml" Id="R7bc95b73ba664312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4161d9a714114" /><Relationship Type="http://schemas.openxmlformats.org/officeDocument/2006/relationships/notesSlide" Target="/ppt/notesSlides/notesSlide83.xml" Id="Rff4f38d6073d45a8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c9c69ba744254" /><Relationship Type="http://schemas.openxmlformats.org/officeDocument/2006/relationships/notesSlide" Target="/ppt/notesSlides/notesSlide84.xml" Id="Rc5576641fb894905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af96f93534b4f" /><Relationship Type="http://schemas.openxmlformats.org/officeDocument/2006/relationships/notesSlide" Target="/ppt/notesSlides/notesSlide85.xml" Id="R2014420986984e31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b8133182745c3" /><Relationship Type="http://schemas.openxmlformats.org/officeDocument/2006/relationships/notesSlide" Target="/ppt/notesSlides/notesSlide86.xml" Id="R75ea1d4686c04ca6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5946c3ea74289" /><Relationship Type="http://schemas.openxmlformats.org/officeDocument/2006/relationships/notesSlide" Target="/ppt/notesSlides/notesSlide87.xml" Id="R9f0ad014e2884d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C8D07-2B30-4F34-A008-C93D3945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DA96A-9721-48FA-8746-BCF7A5F5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8BD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8BDF8"/>
                </a:solidFill>
                <a:latin typeface="Arial Unicode MS"/>
                <a:ea typeface="Arial Unicode MS"/>
                <a:cs typeface="Arial Unicode MS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A53B1-144B-4F1C-BE3A-32F48702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9906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LLM Agent &amp;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57334-FA9C-4DCE-A29A-906B9E66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코드 리뷰 · 회의 기록 · 검증 가능한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F0C3D-988E-406F-93F7-BEB10A57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5A303-1A61-44A9-9364-917C2DC9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94A3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94A3B8"/>
                </a:solidFill>
                <a:latin typeface="Arial Unicode MS"/>
                <a:ea typeface="Arial Unicode MS"/>
                <a:cs typeface="Arial Unicode MS"/>
              </a:rPr>
              <a:t>2026.08.23 SUN  |  09:00–18:00  |  Lunch 14:00–15:00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94A3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94A3B8"/>
                </a:solidFill>
                <a:latin typeface="Arial Unicode MS"/>
                <a:ea typeface="Arial Unicode MS"/>
                <a:cs typeface="Arial Unicode MS"/>
              </a:rPr>
              <a:t>강의 + 실습 · Day 1 of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C7AA7-F79A-420B-B860-1221A0B9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768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38BD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8BDF8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</p:spTree>
    <p:extLst>
      <p:ext uri="{BB962C8B-B14F-4D97-AF65-F5344CB8AC3E}">
        <p14:creationId xmlns:p14="http://schemas.microsoft.com/office/powerpoint/2010/main" val="1245569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1DE04-B833-4F54-9498-A58DA193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DDD1F-4002-4C97-8A4F-9CBA6592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40시간 뒤, 무엇이 남아야 할까?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62986-AE94-4A1A-A779-59C70664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395BD-7C9D-4F24-AED7-6A042FF1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83A05-54C8-49A7-AD85-F018A21D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50BD1-775B-4210-8C2D-E0E2B750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73B55-95C0-4FB1-B407-50234F45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143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451F0-C00E-46BE-923B-5E638D5D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‘AI를 써봤다’가 아니라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‘검증 가능한 업무 Agent를 운영했다’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9D405-DCB5-4249-A9F8-B8DCDDEF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음성·문서·코드 입력을 받아 초안을 만들고, 사람의 승인 뒤에만 외부 시스템에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467867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9EE89D-588A-44A4-94A9-DB7DD3E6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5CA69-E1A4-4062-9E2B-B713BAB1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원본 40H를 실행 가능한 과정으로 바꾸기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E6C3E-654C-4F4F-82CD-7ABAC602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ECA82-3635-460E-9BD2-8C924881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F4353-F02F-48B9-A540-3FABFD62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F0906-AB92-4B9C-AB0F-0A6E8DC5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A901D-C3A7-4F55-A61D-A5096EF8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원본이 제시한 방향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D7840-A4F0-4ED3-B4BE-EB72E45B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이번 재설계의 보강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85C4C-79B9-448B-BFCF-A5CE1461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DCC02-F99C-41AC-9492-5C4EB7E9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BDA57-D312-4C8D-82D3-82C7AB0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Agent와 Tool Calling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B0E60-ABB3-4694-95A0-DF38D6B4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E2CCD-4E96-487E-BF1E-532E3B9D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코드 리뷰·GitHub 자동화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74932-1212-40B9-8ED3-0162626E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B344E-AB47-4787-8F46-BB88315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STT 회의록·문서화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E4794-A60E-488C-A911-8D8671E6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7DC54-BE4E-401E-8335-E0FC18D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LangChain·LangGraph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8260E-814D-40B0-B49B-36F7FEDA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AA6CC-81E9-44D3-A0F0-693458A2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예외 처리·휴먼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B6178-C193-4FC1-B6EC-E9A502AF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DEDCC-7CDE-4899-A096-A9DEFD01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무료·저사양 대체 경로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E0000-9F3B-40E1-8F4B-F63AE012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BC8E3-7743-45AE-B7A1-EAF1ACD9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1시간 단위 산출물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5EF21-563F-48E3-BE6F-761D281D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095C83-F79F-4746-931B-BAE4A2B2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한국어 공개 데이터 PBL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F337C-0EE9-432D-B70F-676CA905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8DBF01-A5FB-4F3F-849F-23324B8C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LangSmith 관측·평가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441830-DB7E-4C4F-8AB5-463B86D8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95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FCA36-0E09-486A-93D5-C2B1C5B8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196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PPT·ipynb·Git 증거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82918-4A29-4B1B-B8C4-E5DE4A91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원본의 6개 모듈·총 40시간은 유지하고, 실행·평가·복구 설계를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1219125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194D74-E3BC-4DD2-81D4-33A3D15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8DFA8-7EA1-4BBD-8BEB-390B77E6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5일은 하나의 제품을 완성하는 순서다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F8657-2063-49FC-99F8-85FCC5DB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8FB6C-3BF2-42A3-AFBB-56DE978E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63168-92EE-4728-9EDA-4544BC62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D68B5-53DC-42E5-8408-55747565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E9920-5F6F-40E6-8D5F-39F3FC26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4180A-8E07-431A-B40C-596D64DA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일차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CF765-59CE-477D-8ACE-2D50DCD1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954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03F0F-DA01-45C1-92CC-E7F269CE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0975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핵심 질문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6E7A2-E760-4E23-9944-1D5C39DE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95450"/>
            <a:ext cx="573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7C313-89E6-4800-A0A8-CA9E51A9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누적 산출물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C4654-07B2-4617-B9A2-EC224645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43C58-93E1-4FDE-98CB-254553CB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97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5D788-7B90-47F2-B330-27C2EBBD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907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1A071-D878-437A-9C0B-2EC647C3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86000"/>
            <a:ext cx="3733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Agent가 안전하게 도구를 쓰려면?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10C46-890B-4DBE-8806-90A1B29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90750"/>
            <a:ext cx="573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1975A-83E1-47E3-A6AE-66C3E36B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로컬 환경 · Safe Tool Loop · Git checkpoint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27566-57CC-425F-B1C6-091F3AC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6DAC8-35B0-43FB-8B65-2FF04DFB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97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DAY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A6A39-6C90-44B6-B850-C5D01EC2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575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5C892-E447-4865-97F9-412BC3D2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52750"/>
            <a:ext cx="3733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한국어 회의를 어떻게 기록으로 바꿀까?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FBB75-E2AB-439E-A369-E607B594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57500"/>
            <a:ext cx="573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3CDDDB-4EA5-4AF4-BF65-3C54E371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faster-whisper · 요약 · Action Item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F222F-F2FE-4CB1-BC85-41B6C5D7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B99C7B-7E9C-433E-B1F1-CD287061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97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DAY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F5FA9C-A297-400F-B1DD-0DE419B7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242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5EA456-E3C5-446E-B67F-768403C1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19500"/>
            <a:ext cx="3733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코드 변경을 어떻게 근거 있게 리뷰할까?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BEB08D-E9A3-4CE6-8517-E06171F1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24250"/>
            <a:ext cx="573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F5095D-F041-47AA-BF96-273CF143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19500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Diff parser · 구조화 리뷰 · LangChain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64FA1D-DC3E-4006-8015-D56B2A35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86BCE9-4852-4C32-92C2-E0BB3FE8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97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DAY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8AF3BF-5DAB-4DAE-B0A9-D313E11C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910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1D3996-BE0F-49DA-B099-436FE842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86250"/>
            <a:ext cx="3733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외부 시스템에 언제 써도 될까?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EAEC30-E467-4140-B62B-FEE2B3C5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91000"/>
            <a:ext cx="573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DBFF8D-604A-4A18-A6FA-A1B39F39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86250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GitHub API · 승인 · 예외·재시도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5E5BB7-63C9-42C9-BCC5-6F120CF2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4582F3-6C4C-40E6-9186-D1CDA84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97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DAY 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0E2EF9-23BA-4B22-96D9-F7F46FFC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577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0AAFC3-5FBD-47CA-BD89-46D8BC83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53000"/>
            <a:ext cx="3733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전체 흐름을 어떻게 관측·평가할까?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BBF306-FC31-4CC3-BA5B-85B9EFA1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57750"/>
            <a:ext cx="573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A08109-8EF1-47C5-88CC-91652DEE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53000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LangGraph · LangSmith · PBL 발표</a:t>
            </a:r>
          </a:p>
        </p:txBody>
      </p:sp>
    </p:spTree>
    <p:extLst>
      <p:ext uri="{BB962C8B-B14F-4D97-AF65-F5344CB8AC3E}">
        <p14:creationId xmlns:p14="http://schemas.microsoft.com/office/powerpoint/2010/main" val="16439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F6BF007-1B6C-4B43-A091-523F5C17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C75FC-02EB-4DAD-BA1B-9C2E6073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8/23(일)만 점심이 14:00–15:00입니다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E3140-FC9B-4D33-B446-30292179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FD7A3-0244-45F0-866F-20C1B841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C6840-8861-4E43-AA5E-CC6025E1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F4461-E14F-42E1-B4D3-35CD99B8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8E0E5-DA41-4261-89AE-F201C5F4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546C5-A072-4799-890A-C8789A2B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06F8C-52B5-4014-90DC-AFE0F9B4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9545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3F68A-17F7-4901-A34A-932C496A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0975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구간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4DF4E-9516-4683-B2F1-CC66DEF5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95450"/>
            <a:ext cx="6115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2D8F9-E2F5-4331-AC03-B27C293A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09750"/>
            <a:ext cx="584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손에 남는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A3D56-3D11-4C2C-93EA-71708A82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B45FF-051D-4FAA-A78D-24DAB269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09–10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99B33-22E2-4B06-A9C4-F080CCA9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F07D3-F224-4F4B-A8C8-9374BFF1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86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LLM →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DCF2B-AAE5-4B61-B8FA-9849D6D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11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85315-52D4-43BD-845B-045A48B9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8600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Agent 판단 기준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F16EF-3FA5-4974-9956-B7D51D93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5D50F-9FF1-43E2-9D37-EB4948E6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10–11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B005F-A3D6-4AA9-974E-96917804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289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A25C7-2DD8-4CE2-B30B-9ECBE3F2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Tool Calling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0E1A6-8B27-497E-8C34-827240D9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611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6C4F0-3398-40F4-B18C-8F4A2C20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2415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schema·권한·오류 정책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12A5E-AC21-4EC7-8553-777DE7EB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7C205E-0149-4FE7-BFE9-94913EDC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CCF940-995F-496A-83CC-5776B557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6705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90E46B-98DA-4D28-B8DA-F81D44F3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623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PBL 문제 정의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456B1F-929D-4D6F-9CCB-F930515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67050"/>
            <a:ext cx="611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5957B3-E1B8-4F24-A205-CAA3ED46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6230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K-Work Copilot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762EC4-3E19-4B08-B525-343BAADA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14BC5-ACCF-4F80-824D-9243D29E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12250F-735B-449C-8490-A9D8C568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052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E5E9AF-89B7-4AFC-B15F-C9F9DD1E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004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무료 환경·Harness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E63DA2-E74F-407A-9BBB-3F1E0BD2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05200"/>
            <a:ext cx="611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072187-A45D-4D7B-9FE8-2906B14C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repo·VS Code·Ollama 점검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2BA697-A555-48A3-B317-7E84C249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146470-FC04-4C2A-A14B-23DDE8C8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AE9525-08C4-4061-8DC9-B191C62F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4335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92A6AF-C13A-4493-9AA8-4C16A606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386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Safe Tool Loop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FB50B3-506D-40C4-9B43-D57819DE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43350"/>
            <a:ext cx="611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2D9AD9-4DE7-4171-B936-69787525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3860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실행·테스트·Git commit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D5E1A0-53F2-4AD5-8052-C7F24B59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897D4A-955B-493B-B1BA-07620C5F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14–15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BBFD0E-0D2F-4A08-8E4D-93B4CD7D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213DBB-4BD9-4DBA-87E3-BC91083A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767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점심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B80180-065B-4F57-B081-BF8B4E2D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81500"/>
            <a:ext cx="611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C50F41-6B6F-478E-A88B-3647AE57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오후 모델 설치/대체 경로 점검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35DD00-081D-426B-9B8B-2110E3C9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E8A47E-91C0-4D2B-AF7B-F9CA808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15–16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7719A0-991D-4FA9-8D63-BF43A3A7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1965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A803FF-49D5-41E3-A77E-42751BD4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149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로컬 LLM 연결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BCE659-6D9D-4A33-82A9-02858E22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19650"/>
            <a:ext cx="611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F3FDC2-414C-4300-BB27-549EA745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1490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provider adapter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F30A1B-37C7-4DCA-9B43-274BC55D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1B5FEA-D235-4C68-8812-95AD2503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16–17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5D5825-EC71-4664-8EC6-13E98554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578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C60E20-C6CE-493A-8AF0-B30A4822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530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Agent loop 완성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525945-60F2-4374-83CF-3CE5AEA0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257800"/>
            <a:ext cx="611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77C0ED-64C7-4B07-BBDA-06B58FAD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5305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재시도·중복 방지·승인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EC21FC-7A18-4085-9CB4-92B5C088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B7DDF6-5F76-4A0D-989C-F8E10F4A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C32498-E35B-41B7-9106-8629DAAD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9595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CBE80F-E57E-42B5-A3D1-9B88734E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912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통합·회고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05F0E30-1D01-4D28-A7AA-0EFD69C9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695950"/>
            <a:ext cx="611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6C801C-261B-458C-92D5-4F80451C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9120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LangGraph/LangSmith/STT 연결 지도</a:t>
            </a:r>
          </a:p>
        </p:txBody>
      </p:sp>
    </p:spTree>
    <p:extLst>
      <p:ext uri="{BB962C8B-B14F-4D97-AF65-F5344CB8AC3E}">
        <p14:creationId xmlns:p14="http://schemas.microsoft.com/office/powerpoint/2010/main" val="1679707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AE8FE-B1A5-4B61-8FA1-1B668491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79EBD-3941-4545-A0CF-73E3601D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오늘의 Definition of Done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C05AD-2076-406F-B1EB-DC174830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BFB8F-B7C9-42AD-B95E-91A9A36A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CE322-FD6F-4082-B065-EF9D65B2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0F6EB-CF81-4864-9E19-53CB6B0E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48BA2-6DB3-4783-A85D-59D160EB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3FA1D-4D9A-4AB2-A2A9-B5E04CE5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011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노트북을 처음부터 끝까지 실행한다.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4BC52-E531-4815-897A-BED81B33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6CC80-261A-4C3B-B3A7-B03D63B3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1011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허용 도구와 인자 schema를 설명한다.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EE4C6-DB53-43D8-8C9D-F4D9BCC0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673E6-6D9F-4299-8E8B-F6A7D8B3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011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정상 1건 + 실패 4건을 재현한다.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3D74C-D58C-42B2-8F26-BF360021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A2529-A735-4A58-9454-0DCB9E7B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011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테스트 9개가 통과한 화면을 남긴다.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A6048-C7B1-4ADF-8E4D-5DFC1C83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2D145-FD2F-4E5B-94DC-47D65457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011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의미 있는 Git commit 한 건을 만든다.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B73DA-2668-4B62-8502-F5D40AF3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C8B0B-6100-4825-99C6-2DD4F264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Ollama가 없어도 필수 실습은 완료할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98545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0FC330-1B87-468E-8E25-E215CC8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FDB70-584D-4673-89A0-E39CAAA3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강사 소개 · 제품과 교육의 교차점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96F7E-2D8E-442B-A498-93F05CC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4E47C-7909-4857-ADDB-AFADF89D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7D5CA-F454-4EB0-8391-5103E42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2999D-99FA-4A38-9946-40507780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6E043-B346-476E-A956-148AD9FC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현재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CD187-F3B4-4777-98DC-968CBEA2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교육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F3B2E-3CEF-4565-9785-195A1413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7F3FF-F888-4E33-8319-845B8AAB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A5BEB-89CC-4551-87CC-BA1F0A2B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무신사 Agentic AI Side 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852C2-07AD-41D4-8505-2E46716F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36E89-D05D-4A18-B57B-B7830440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쇼핑탐색·상품상세정보 Agent AID Chat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6BB1F-7FD0-4F8D-AEBB-5692430B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15F23-7E28-4B3A-80A4-E64962AB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Voice Agent · AI 해설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4057E-246F-4AE4-99B2-3FE84FA4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4C771-6142-4FB0-A7C3-225751D9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SEO/GEO · 모두의AI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91C3A-5244-4104-96DA-1C2B4A46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3DFDA-BEC0-48CC-9CC2-2B0C14F5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서울시립대·아주대학교 AI 겸임교수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D424F-A23C-4003-9BEE-30BCF40C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9D31D-69E0-4038-940A-936573CC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Data Analysis · 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DF12F-A9EE-4FF3-8849-795C18B1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B54AB-B6BB-4773-B122-F459C10A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MLOps · LLMOps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FBC7E-9589-4738-8A0C-9CA322F1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F2A05-316F-425D-A573-BE981F9F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제품 의사결정과 운영 통제를 함께 강의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57AAD-AF4F-457F-9766-A38A91E7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좋은 Agent는 좋은 모델보다 좋은 운영 경계를 먼저 필요로 합니다.</a:t>
            </a:r>
          </a:p>
        </p:txBody>
      </p:sp>
    </p:spTree>
    <p:extLst>
      <p:ext uri="{BB962C8B-B14F-4D97-AF65-F5344CB8AC3E}">
        <p14:creationId xmlns:p14="http://schemas.microsoft.com/office/powerpoint/2010/main" val="2015667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79ABF-2B76-4B14-B544-EC100F45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6A5EF-DD91-4DBB-A24E-884D9984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강의 이력 · 서로 다른 현장의 공통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6507F-88AC-4F53-8913-F8EAD4F1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F564B-D0AC-4517-BE8B-9434775D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AF83E-F471-49D8-8F54-2EB42F2E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2470B-3956-47F0-83A7-8F735E68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2F6F1-47E8-4BB5-8322-8CCFE22E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2EE2C-23A3-4936-897C-4396BDEA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KT·Kakao 등 기업 AX: Agent, Prompt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FC627-8814-4374-BCD3-96D39DCB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BA25A-1865-4B3F-BCB8-952DA7C1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학교 대상 연구 AX: 재현성·근거·연구 흐름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DDE91-AF0F-488D-A37C-8A43CF72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1BCC1-A39A-461B-B471-DFFB3DD3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재직자 대상 AI Native: 시간 절감·보안·도입 조건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5BFB1-92C5-4B85-9D4D-AFDF69CB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623D3-9820-447A-9F3F-16E8F260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취업 준비생 대상 AI Native: repo·테스트·설명 가능한 포트폴리오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4884D-9B36-4AF9-900C-E9E892F3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37C0D-56A9-44A3-B45C-6CBED93B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오늘은 ‘어떤 모델?’보다 ‘어떤 증거와 승인?’을 더 자주 묻습니다.</a:t>
            </a:r>
          </a:p>
        </p:txBody>
      </p:sp>
    </p:spTree>
    <p:extLst>
      <p:ext uri="{BB962C8B-B14F-4D97-AF65-F5344CB8AC3E}">
        <p14:creationId xmlns:p14="http://schemas.microsoft.com/office/powerpoint/2010/main" val="17893856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AB6159-D93F-48EA-85DE-183A55B2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71312-25BC-43BF-81CC-472FB5AA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수업 운영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4BCDB-9F4F-47D4-B730-EA107E52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63BFD-14D4-4448-92ED-AE445D91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7854F-5200-4EDC-A503-C4A7EEDA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6C97C-022B-48A6-BE64-F588B5C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11BD7-7EAA-4CA4-A474-18EF4765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8C993-3D9E-483E-B54C-A4EB3F3E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66167-3273-43C9-9DDE-33DFF7C0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377DE-125C-4C57-9E4B-397B8695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CFCFA-761E-47E5-B46C-00358F41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7248A-839B-4571-A21E-2922BF21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E8449-F0BF-4F1D-BDFE-AAFFA126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강사 화면으로 전체 흐름을 본다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18E6D-108A-41C9-B219-28F9F737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B5A54-BC4E-4159-8EE1-78222E5C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34DFE-1998-4BAA-B130-C23300C0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EFB24-B52D-409F-ADAE-2207F2C7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동일한 최소 단위를 따라 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137FF-26FC-4C7F-9FE9-DF33C05D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3A091-042D-4F90-B7AC-EDD065BB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0A521-8CBE-4A54-BB19-4B8D51EE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BREAK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0F3CE-355F-4002-B76E-53E87EA4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실패를 의도적으로 만든다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5E7F3-B417-4CA1-913B-1C6CB680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BF438-36DD-4B36-8288-E32B4464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B0A53-62CE-4972-AD64-888CE7B6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896B4F-C429-448B-B1C6-CC940E94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테스트·trace·diff로 증명한다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B1F3BF-B655-48DE-84CC-E69B4AAE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빨리 끝난 사람은 Extension으로, 막힌 사람은 Recovery lane으로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6971969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8B179-2524-4C36-9B5D-DEB3E12B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97186-8539-4FFA-878F-9FBD8F00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우리의 PBL 제품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4EBBE-9254-426C-81A9-35ED162A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4C51E-7A27-4DB8-B7E2-D0210B36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C5B4D-DB08-4B32-BA53-BBBB9D87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6B44B-A720-4247-B128-A6DDC615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17ADE-239F-48E3-9E85-7C27F563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143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E6C05-758F-4EF9-B637-1168BDF1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K-Work Copilot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B4C09-B8CB-4576-96F0-F7286FB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한국어 회의와 코드 변경을 ‘검토 가능한 업무 기록’으로 바꾸는 Agent</a:t>
            </a:r>
          </a:p>
        </p:txBody>
      </p:sp>
    </p:spTree>
    <p:extLst>
      <p:ext uri="{BB962C8B-B14F-4D97-AF65-F5344CB8AC3E}">
        <p14:creationId xmlns:p14="http://schemas.microsoft.com/office/powerpoint/2010/main" val="1887620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DEAD45-672A-48F9-AE7B-F145383C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C46BF-B59B-4143-AB18-1FB651FD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최종 제품의 end-to-end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CECA7-037C-4522-9B04-04B8CA76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8F06D-825D-4327-8A0C-90B8E731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8270F-00EF-4B82-83DA-719A51C4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FAD93-8108-40DA-BDD8-65294441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A0AA2-78E0-4B15-9A5D-2C0B7844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B0836-D468-4C55-9F2D-B87E8B46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015AC-B14B-4B77-8339-0FBAED38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E9082-DEB5-4C3A-8415-0D1F479A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1CB1D-0A6B-4C91-9615-D8AE0C69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5A71F-6980-4AA6-9706-78D153DE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4052C-77B8-4C1C-8BBF-B17C5B19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75ED3-994F-43C9-A2A0-DC649AF9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음성 · transcript · git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D10F0-1C6E-4652-980C-70CAFB58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8083F-658A-43ED-85E4-FE13C2AF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B2517-BB14-432E-A1A4-35105075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DRAFT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2853D-7EBA-473B-9929-0798BB30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STT · 요약 · 코드 리뷰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38C77-6551-4911-B395-7F72BC1D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0C01B-FC2C-465D-BDE9-619DEC49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00CA1-FBFA-431B-B7B2-F00D9B6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E9BDE-4B77-4D0A-9270-562B3A47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schema · 정책 · 근거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A841C-2D6F-4B58-BCAB-5868ADC9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1897A-F427-45DC-ACF9-3F866DB1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2BCE5-3197-4BBD-8B8E-A90B09DE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HUMAN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6F04F-A962-4D6A-B30C-FF4B4296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승인 · 수정 · 거절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A46CF-6EAD-44B6-9018-B1A2022E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44258A-B106-462F-8F28-0B0A43B8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4808B-ED74-4F56-AAEF-99EBFB44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WRITE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D99B26-99AD-4795-B4EA-534DE5E0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MD · Issue · PR comment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41FAD6-345B-4CEA-AEE8-71E55022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LangSmith는 흐름 옆에서 모든 실행과 평가를 관측합니다.</a:t>
            </a:r>
          </a:p>
        </p:txBody>
      </p:sp>
    </p:spTree>
    <p:extLst>
      <p:ext uri="{BB962C8B-B14F-4D97-AF65-F5344CB8AC3E}">
        <p14:creationId xmlns:p14="http://schemas.microsoft.com/office/powerpoint/2010/main" val="7287270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FCF7B2-1D50-44FB-B601-FE77A270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8655B-11E5-4633-9EEE-D23DCC02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같은 제품, 다른 발표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EB9DA-D59F-4059-8423-DF5392BE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A4FD7-F44D-4BCC-B9A0-A25D6A2C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BA892-DBEB-43A7-A0CA-0E64559B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43268-686B-464E-8164-EC69883C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6AD6C-DD56-40D3-B5A6-0BC34AEB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재직자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881BC-16E5-4230-95FC-4EC9435C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구직자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2801F-E74B-45E6-B286-A0498B4C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F5C00-08B0-4C23-8F75-AF474761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ADC33-0B06-4319-B32C-7FC1E02F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공개 가능한 업무를 추상화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51441-D5E0-48AE-BDA9-80C29657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C6D00-A0C9-497D-BADE-7679D37F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절감 시간·통제점 제안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6BBFE-DEF7-4552-9346-77046A71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B80A7-D757-4F07-9C80-B951F8F7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보안·권한·감사추적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344D7-E5E3-418C-ACEC-C159BBEF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7F631-E11E-473A-A29C-69129B18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현업 PoC 승인 요청 형식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BFD6C-5831-49C6-8C9A-F7A53BBD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98D05-76D4-4D4D-BE6C-C60F781D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한국어 공개 데이터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4FBB0-2571-477A-92E1-70B72A1C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E9638-1BE2-4B8E-BAAC-944F00F8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README·테스트·Git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76256-C383-4743-A8A2-CF804102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29F38-8589-42F9-B7E0-05EA6B03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데모 화면·아키텍처 설명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73FC3B-813A-4308-A0E9-774E084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DBD72-2542-44A9-9782-727D52BC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포트폴리오 기술 발표 형식</a:t>
            </a:r>
          </a:p>
        </p:txBody>
      </p:sp>
    </p:spTree>
    <p:extLst>
      <p:ext uri="{BB962C8B-B14F-4D97-AF65-F5344CB8AC3E}">
        <p14:creationId xmlns:p14="http://schemas.microsoft.com/office/powerpoint/2010/main" val="1898129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E7003-EF9D-4215-9494-5F0049BF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E29CA-1A66-421A-A95C-B8BE7563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8BD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8BDF8"/>
                </a:solidFill>
                <a:latin typeface="Arial Unicode MS"/>
                <a:ea typeface="Arial Unicode MS"/>
                <a:cs typeface="Arial Unicode MS"/>
              </a:rPr>
              <a:t>09:00–10:00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EE5AE-6A48-481C-8FC1-D66F7E07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9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LLM에서 Agent로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6B5F9-FC36-4196-AAEA-89C5BCC4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생성 능력과 행동 권한을 분리해 이해합니다.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541C2-0F5E-4180-8D77-41931F85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이 구간의 산출물을 먼저 확인하고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7597155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954EA-B314-4C79-8A32-0D555A0C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15F2B-0B4D-45B3-9B19-1681500C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LLM이 잘하는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3E87C-E9B3-4466-BB19-2A7B6206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299EF-C607-4CC1-80FD-A405DFA3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E0BBB-FD34-414C-94E7-A447C0AD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09–10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AA9C3-BE9C-45A3-BEB9-08E4FD26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80809-D4DC-4298-BB70-3FFCFDFE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143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1D7CE-BD22-4F5D-B416-F607B274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다음 토큰을 생성해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패턴을 변환하는 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2A6B6-D040-478A-B33F-EADE29AD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요약·분류·초안·추출은 강하지만, 최신 사실·권한·실행 성공은 별도 시스템이 보장해야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20593905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394C2-21A0-425D-8DB9-E9D8CE30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9F72A-AC50-4DDC-8B76-BF3D044A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LLM 호출과 Agent 실행은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45DEB-158B-434E-9315-2620D313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32B1F-2A3C-4226-8B03-4639EF09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43863-4BFC-47BF-AFAD-D8D1D0EC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09–10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E4D14-F4F3-44CF-9114-2154AAD7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B231D-D11C-4F5B-A212-C653EE3C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1회 호출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E63FB-586D-49C2-8627-C20C2D2B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Agent /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5B70F-FC9D-465E-91CB-F86938EE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C09A5-467E-47B2-A37B-5CE6EB4B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A96A5-F66B-4B8F-BD0D-DDAD4675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입력 → 생성 →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0514C-9E79-4DA5-B97E-17F92CFB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69739-0621-4570-AE81-00F74192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행동 권한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E59C6-FA24-4234-83A2-3F8D7BA5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0B25A-D81C-4A28-8CC4-8528886E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오류가 텍스트 안에 숨기 쉬움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BB8EC-2319-43C2-8048-88E4B177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E17FD-4128-449B-B3A1-7DA2108E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짧고 결정론적 업무에 적합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B536A-03B6-459D-9971-D2977E54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DB37B-AD10-427F-99AA-AAC833B4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상태 → 판단 → 도구 → 관찰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21432-FA08-4CD9-9B81-DA30D9B9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78B6F-CE22-4DF2-91BB-77529A00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허용된 행동만 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9B66D-3FFE-43CD-9F43-AC3A4A69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E6A9D-F03B-4A8B-B85E-DE822E6E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오류 코드·재시도·중단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6B8745-4A25-4897-8E6E-356EF0F1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39BF3-C114-4C5B-A7A2-BE3D96A1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다단계·외부 시스템 업무에 적합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F3FC6-E809-47D4-93CA-A91246D9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Agent = LLM + 도구 + 상태 + 제어 + 관측</a:t>
            </a:r>
          </a:p>
        </p:txBody>
      </p:sp>
    </p:spTree>
    <p:extLst>
      <p:ext uri="{BB962C8B-B14F-4D97-AF65-F5344CB8AC3E}">
        <p14:creationId xmlns:p14="http://schemas.microsoft.com/office/powerpoint/2010/main" val="4750406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DCD40-77D9-4A0D-82A4-5D2C2F05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B4846-D279-4BFA-8A54-55B2A907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Context는 기억이 아니라 입력 예산이다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A7AFE-BDD0-4677-840D-127BAC45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A2025-55DB-4007-8582-ABF79F14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0F96B-9F5B-48FD-9131-B40E865E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09–10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19A8B-152C-4577-B8E4-E3D23B50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0E5E0-C303-4AD0-9C63-86BF4B87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9BBAC-74ED-41B6-842B-041C069E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0115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System: 역할·정책·금지 행동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C324D-E56C-46AB-9014-AA50025A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5C7CE-F9B0-450A-9493-7D239BBD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10115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User: 현재 요청과 목표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E0693-23B6-499F-B37C-884325F7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37DA5-00C1-4457-89C0-4835E8C3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0115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Repository/Data: 실제 작업 근거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C45B4-EBA7-4642-87CC-BD0B2519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0277B-BDF0-4CCC-9529-E2AA787C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10115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Tool result: 실행 후 관찰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7B08E-E0EC-4DD5-B037-61D3E752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47F2D-9819-43A3-83F9-34CD0460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10115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History: 필요한 상태만 요약해 유지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9A572-55FF-458C-AD11-CE530752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77DDA-33E2-4605-873F-770DC746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긴 문맥보다 관련 문맥·최신 문맥·검증 가능한 문맥이 중요합니다.</a:t>
            </a:r>
          </a:p>
        </p:txBody>
      </p:sp>
    </p:spTree>
    <p:extLst>
      <p:ext uri="{BB962C8B-B14F-4D97-AF65-F5344CB8AC3E}">
        <p14:creationId xmlns:p14="http://schemas.microsoft.com/office/powerpoint/2010/main" val="1888299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D7B11-B82D-4117-9C94-04116755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9FDED-B96D-4E7B-8933-20BECE30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Hallucination을 ‘말투’로 잡지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7FC5F-9F2A-444F-9825-78EF0951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42DEA-81FB-410E-872B-29C972F0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32C0F-499A-4015-8D24-A0B0398F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09–10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629A1-DBED-4D22-8B75-4BE45F11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4BB50-5F58-455A-A45A-5E5D0E9E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55E45-C844-4E25-ABF1-0922EF6B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사실에는 evidence 필드를 요구한다.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1D361-CB05-4033-A0AA-E2578DF0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678FF-A3C2-46A9-8184-1915A578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JSON schema로 필수 필드를 검증한다.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472AC-B8C1-42B4-B0FA-87EF9B92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506E7-F2FA-4F00-B008-BBC72AE5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모르면 `unknown`으로 반환할 수 있게 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7F7F5-AD84-4EE4-B57E-F5869D80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CAF59-AF9B-4D30-8122-FA538B0F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낮은 confidence는 자동 발행하지 않는다.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7CA31-CB9A-4619-9290-9070789C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313C8-B738-4E30-84D7-FA32A21B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정답 fixture·rubric·사람 feedback으로 평가한다.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06CFC-10CF-4948-BD80-A88D7966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0A70F-47FC-4C7F-B3EE-A6F6D2D2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‘정확하게 답해’보다 실패를 탐지하는 구조가 강합니다.</a:t>
            </a:r>
          </a:p>
        </p:txBody>
      </p:sp>
    </p:spTree>
    <p:extLst>
      <p:ext uri="{BB962C8B-B14F-4D97-AF65-F5344CB8AC3E}">
        <p14:creationId xmlns:p14="http://schemas.microsoft.com/office/powerpoint/2010/main" val="8045083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F984F-BFB1-4062-A0C9-1FB11B7F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77B99-C835-45FF-BFD0-FACBA625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요청을 계약처럼 쓰는 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EEDB7-34D6-4798-B343-63F56601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4B211-6EDF-41DC-9EF2-613BB11B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0039F-0249-4BD0-A886-8BB066E9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09–10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D4AAE-3A03-4BEC-866B-8BF005E3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4D099-D5CB-4613-AC81-1C5E0B70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31B4E-65E8-45F2-BB07-428FFB66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역할과 목표를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4CDBD-BCA1-42AD-8226-457C9CA1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B49F2-22AB-4515-9DA1-F85D8E9C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입력의 신뢰 경계 명시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40D91-24E1-497A-B50A-647E9CAE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B4D30-C637-4591-A015-EA6F83E7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금지보다 fallback 정의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B683F-E106-401F-B4F4-B31A8DAB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78B0F-C7A2-433B-9D1C-F814D1C2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완료 조건을 기계 검증 가능하게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6D179-283A-4693-AEC0-1312CD0F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93020-B768-428B-8F2F-6399405E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역할: 공개 회의록 정리 보조자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목표: 결정사항과 Action Item 추출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입력: 제공된 transcript만 사용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제약: 모르면 null, 근거 문장 필수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완료: JSON schema + 승인 필요 표시</a:t>
            </a:r>
          </a:p>
        </p:txBody>
      </p:sp>
    </p:spTree>
    <p:extLst>
      <p:ext uri="{BB962C8B-B14F-4D97-AF65-F5344CB8AC3E}">
        <p14:creationId xmlns:p14="http://schemas.microsoft.com/office/powerpoint/2010/main" val="19820817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D4DD6-B179-4D85-872F-70AB64FA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8F28F-02EC-4717-A46D-65BAF1C2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실습 1 · 프롬프트 두 개를 비교한다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493ED-8220-4B94-81F0-EA157798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16229-E27D-4B0C-8586-BF94C91C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B6465-ACCD-480A-BD44-893E9F45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09–10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73850-C2B8-4785-9F39-74E41033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F86CE-6F62-4E77-B3F3-7859B58F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00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29943-FB24-424C-960E-2D4BAA8B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7AF73-0D2E-4305-9247-78A69508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rPr>
              <a:t>개인 → 짝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73FBD-DB43-4F95-942F-788A0249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막히면 먼저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오류 코드를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15058-A138-4BE4-9FCC-DBB3774F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621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440A8-4260-4BB9-BC9F-4D948F44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430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샘플 회의문에서 질문 하나를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E5BC4-4E6B-4E27-A22D-486A791C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860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6FA55-9C2A-4CE0-975E-D4BB0EEC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66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자유형 프롬프트로 답을 작성한다.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74954-D983-4599-BB64-FB359763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C6523-EBAF-4F8A-91D1-4386FBC5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908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역할·입력·제약·완료 조건을 추가한다.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6D88F-A876-4845-B2E2-0B3E54DE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338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B1802-736A-4A14-90A0-2E9223EE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147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두 출력의 근거·누락·검증 가능성을 비교한다.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7D085-6AB4-4E06-8144-5791CC0A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05400"/>
            <a:ext cx="8115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8913B-C836-4B0C-A775-E4754638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38750"/>
            <a:ext cx="765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비교표 1개 + 더 안전한 프롬프트 1개</a:t>
            </a:r>
          </a:p>
        </p:txBody>
      </p:sp>
    </p:spTree>
    <p:extLst>
      <p:ext uri="{BB962C8B-B14F-4D97-AF65-F5344CB8AC3E}">
        <p14:creationId xmlns:p14="http://schemas.microsoft.com/office/powerpoint/2010/main" val="339959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651EB-39D3-4E31-BD8B-C6E66240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5AE72-E463-45D1-AFC3-6E780D61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09시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32F11-6BF1-4263-BB89-49CD4F9F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470FE-EBAC-4F3D-A60A-E72E4A07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183F0-4D41-47C2-B038-37764B92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09–10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AB194-53A5-4AC8-8075-1C49F5B0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CE222-43BC-4226-BB22-32ECC155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7BE21-2537-4861-95C1-C24AFF34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33FAB-16B7-4C81-AFE2-56075C6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D8F4F-F772-445E-B38B-92CD44FB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LLM 1회 호출이면 충분한 업무는?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24FB4-2801-4627-B29C-68BF51BA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D6B14-352E-4FFC-8F26-C6F40AF6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BC565-D1C5-437E-AF9E-87743180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Agent가 필요한 순간은?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168E0-C09B-4779-93D7-D46C69EC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82764-5E18-486E-A5DF-DBF22849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FDE92-4453-4E95-A9A8-C56FAC37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근거 없는 출력은 어디서 차단할까?</a:t>
            </a:r>
          </a:p>
        </p:txBody>
      </p:sp>
    </p:spTree>
    <p:extLst>
      <p:ext uri="{BB962C8B-B14F-4D97-AF65-F5344CB8AC3E}">
        <p14:creationId xmlns:p14="http://schemas.microsoft.com/office/powerpoint/2010/main" val="6687236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D8007-0D07-4B02-AF08-A7504F3D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46910-B9F4-4FF8-8D6D-E3414A56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10:00–11:00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F124F-05C1-40AA-8379-1D6C0D1C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9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Tool Calling의 해부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2280A-D0FE-445D-81EB-9240C490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Schema는 설명서가 아니라 행동 권한의 경계입니다.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9440E-E0EF-4B54-BB7B-887A2F7B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이 구간의 산출물을 먼저 확인하고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19004320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90C06E-34CB-4312-A966-9B767B79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817BE-DE0D-4F1F-B7DB-4C43C902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Agent control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9B8B7-F201-4DCD-BCC7-97614EE9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33692-378A-45AF-AE50-2430E08B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ED7C8-89B4-40BF-95D1-1A20B458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10–11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51411-D253-41A3-ACD0-E14646A9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B304C-8FA5-4BBB-B038-8FC884D8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85E21-A9E2-4B5C-BBC8-4472D829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0BF12-94C4-4ABC-A2FB-D061FA82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C194E-3B6B-4D42-84AE-36411C5C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EA070-E779-4D1E-95E5-AB8B6C14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7A666-0723-486B-BF90-3F7FC548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21310-8B6B-46CB-B738-85D5B9BD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68020-AB2A-4AC9-ACB7-CAA4CEBC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사용자 목표와 현재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E6727-8C58-4E74-A3B5-4FA5E9D4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2E97C-1796-4DB8-BB46-01D4FD23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9781D-F46D-4E86-AC72-44A1A3C5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BAB9D-81BD-4125-AD70-5B235752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모델이 다음 행동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983F1-0994-41C8-9274-3D9AD016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42EE2F-51BA-42CC-91B6-817B2F24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474AB-B5C7-4999-A819-6561F533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D2BD1-6A78-48C1-98A6-CA975EB7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정책·schema·권한 검사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AF5A7-2AE6-4A37-81FB-F8E9D089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1B075-AED8-441A-9399-D184EAFC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6A23A1-D403-4DA8-9E24-73190864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EXECUTE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01DBB9-6AA5-4CCA-ACE7-66A00AA4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허용된 함수만 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FFDE9B-A3A7-4034-858F-D8860A3A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4C3A8B-EA74-43EE-96FA-BCD43DBB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831FC6-6F28-4407-83C0-A5E3E7CF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OBSERVE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E03179-5320-4AEB-98E7-4ED767C8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결과·오류를 state에 기록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257B9E-222B-4703-B814-F14D3F07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종료 조건이 없으면 loop가 아니라 runaway automation입니다.</a:t>
            </a:r>
          </a:p>
        </p:txBody>
      </p:sp>
    </p:spTree>
    <p:extLst>
      <p:ext uri="{BB962C8B-B14F-4D97-AF65-F5344CB8AC3E}">
        <p14:creationId xmlns:p14="http://schemas.microsoft.com/office/powerpoint/2010/main" val="6259504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555CF-F60D-4BBB-AF15-9551BD37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19866-E81F-4EFA-A587-3EFB0A01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Tool Calling의 실제 통신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CB2CE-D158-4C15-B7A4-AE875876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2F989-747E-4FFB-985F-612F4485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42BBB-6335-48C0-88D9-F037BD94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10–11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783C0-54EA-4B72-AAE1-2BB0F854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A40B0-84F5-4444-B4CB-BF35C86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E851D-77AC-4284-AE44-3F1B96A9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D373E-49AD-47EC-9BD9-5220E5B3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F9C61-E731-449F-826A-96048A4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3E1C6-5E76-410F-8108-D61520F1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D4C0A-5E50-4E36-8C31-328FD03B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98CBF-0FA2-4237-9B4C-E6C0358C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이름·설명·인자 타입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2951E-47E5-4ACA-BDC1-868CA91B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73121-86F6-4573-8AA5-FB81E6E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099E5-FB2C-47B2-9EB4-5CE3AD3F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PROPOSAL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7DE89-1209-4A05-8D51-9749916D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모델이 JSON 호출 제안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C1B40-CAB4-49C9-BC90-F141B9C5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F46B2-9B01-406F-AA2E-8AC22E4B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E6955-D025-4F87-9766-2A38DB93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07B81-B654-4E68-B712-B6C5A39B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코드가 허용 여부 판정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50CA8-C0CB-4914-8ED5-A62B839D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AE5E0-D2A1-4E41-B989-DDB8CC6C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59EBF-D4EF-4914-AADA-6A903800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E4A1D9-81AA-454E-AF77-58535FF9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성공·오류 envelope 반환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80EA03-E1AC-4A58-898D-ECE0EA3C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모델은 호출을 ‘제안’하고, executor가 실제 함수를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810318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F3D3D-26EE-48A4-87DC-CEBCD4A2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8AF4C-3980-4921-990D-8067D147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좋은 schema가 답해야 하는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F95DF-8958-4202-BE96-C730E4B4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50366-7734-4D4F-B14D-EE9EB5F2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55611-1FB8-4A45-A6CE-D991C836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10–11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46ADE-76BA-444B-BC16-0E2CE2EE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16575-F5A0-483A-BDFF-F4944472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DD435-CE46-4A3D-A5C4-510F9E07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0115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도구 이름은 행동을 오해하지 않게 구체적인가?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C306B-9DC3-4D56-8432-4FB05CAE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9C701-A5EF-4C0A-8240-194E8668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10115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description에 언제 쓰지 말아야 하는가도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9F0E0-2371-4F9C-81B6-9CECDA08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BE612-71EC-4379-A298-DA0F0F72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0115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필수·선택 인자와 타입이 분리되어 있는가?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493CC-FFB0-4AD0-8627-52AFACD7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EA3FF-AEB5-45B8-BEC1-9B6B79ED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0115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enum·길이·형식·허용 경로를 제한했는가?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83297-0C77-4CA6-94AA-F985C0CD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C4291-FA35-4B59-BB34-115C413D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0115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성공과 실패가 같은 envelope로 돌아오는가?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C804E-38EA-4FCF-8A08-B0F359F9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085BA-3F72-497B-93C3-1C5F8F69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도구가 넓을수록 모델이 똑똑해지는 것이 아니라 사고 범위가 넓어집니다.</a:t>
            </a:r>
          </a:p>
        </p:txBody>
      </p:sp>
    </p:spTree>
    <p:extLst>
      <p:ext uri="{BB962C8B-B14F-4D97-AF65-F5344CB8AC3E}">
        <p14:creationId xmlns:p14="http://schemas.microsoft.com/office/powerpoint/2010/main" val="8535188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86854A-C796-4B21-BBA8-23A53B1E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82578-8E0E-44B6-8BB8-DB227888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최소 권한으로 도구를 쪼갠다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9E6AA-2525-480E-BF1F-A94B8BDC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BB46C-136A-4EF8-B67D-62F5CAD3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DB823-AF3C-4574-9DE1-1B4FE245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10–11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4208C-DA40-403D-BE0C-A550946C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B1F31-BC38-4318-B3D3-68836A47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위험한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4E34C-AA66-4F32-A14E-07D06579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교육용 안전 도구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E1726-1898-46DD-A4C8-07813D04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17EC3-CC64-49E3-808A-3C99D0B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851EE-E4C0-42BE-A892-1FB30942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run_shell(command)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F2659-1166-415F-9DD1-BCBA1BB1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27F3F-D5F9-4020-A635-A4E6301C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write_any_file(path, body)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CECD7-1997-40E9-87A7-C594237E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2AEE7-5B51-446A-A85B-2F580A2A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post_comment(text)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DD0BD-AF39-4C5A-B588-0302F0D4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27DF6-5C8C-4D12-B628-15E71924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send_email(to, body)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808A4-F8D1-43DA-98D4-8C590D58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25398-F27B-4E41-AB42-E471F47B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read_public_text(relative_path)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D12F7-F5F5-4FDD-8589-1ACBAD51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B624E-7F95-423F-B7D9-8E333A06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save_draft_markdown(name, body)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7CE422-2D7B-45CD-BD64-4B02233B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B5B85-50A0-48C3-A4DA-A050E4E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propose_pr_comment(diff, body)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AC1FC-0104-4EA8-B6B1-85369931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9ADFA-D23A-4950-A959-D030D1F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queue_email_draft(recipient_id, body)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BE52C-41D4-41E9-848E-18642067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읽기·초안·외부 쓰기를 서로 다른 권한으로 취급합니다.</a:t>
            </a:r>
          </a:p>
        </p:txBody>
      </p:sp>
    </p:spTree>
    <p:extLst>
      <p:ext uri="{BB962C8B-B14F-4D97-AF65-F5344CB8AC3E}">
        <p14:creationId xmlns:p14="http://schemas.microsoft.com/office/powerpoint/2010/main" val="9488668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CA846-BE5F-459C-A14E-142AB65C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0B7E4-5AB0-4F4E-89E5-7DC2BC1C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Tool schema와 registry를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4DC8E-2A34-4048-B578-0129C4B2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EB9BD-C3D8-4896-83D3-93ED0D8E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5FB11-F198-4EB1-A986-D4946740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10–11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E9FDE-7F8E-47D8-88D4-82398024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D806D-2E1A-4FED-BEBD-785BC67C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64DC3-417E-4954-B700-4D86B346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schema: 모델이 보는 계약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0E7E3-5E99-49CB-B359-885BED76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4D751-BC9D-4212-B784-E0904016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registry: 코드가 실행하는 함수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380A1-C40E-46E9-ADDE-6B87197B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AFCD2-9654-4BDF-A3C3-F4CE5A79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분리하면 설명과 권한을 각각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FBF08-BB70-49D5-85AC-E77E918B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6DC14-7F74-4190-A786-5791FBD2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테스트는 registry의 허용 범위를 고정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D4154-0CEF-4D63-8862-FC9C6549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98570-2693-435C-99EA-5C2EA84B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"description": "workspace의 공개 텍스트",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TOOL_REGISTRY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"read_public_text": read_public_text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683534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A7825-701F-44C9-8FF2-FD9B279C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FF42C-FE24-4EC5-A5BE-1832C19A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Executor가 검증한 뒤 실행한다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CAF4F-EE1D-48C9-B8F9-6F863E90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216EB-E303-4803-8B4B-CA293C0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4D4BB-D99C-42AB-8CAA-038A5C35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10–11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87AE8-30F2-45F8-8365-AD28F857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F421A-8FAF-4738-8055-777BC561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39ED0-EA4C-41D0-A16E-32487503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모델 출력은 신뢰하지 않음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08FCD-DD53-451E-AA1F-55CC505B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4B982-FA84-4A59-9F6F-37159841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예외를 공통 오류 코드로 변환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FA940-B7A9-4B1F-B60D-D0EF92A9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42C83-3669-4AA0-BD1A-88AB5D31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전체 stack trace는 log에만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2D52C-4A04-4A57-BA93-7DBDB5AD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B49F3-666A-457F-9E37-4B696082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호출 ID로 중복 실행 방지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FAE6D-29F2-4C7C-BEF2-157EE7DD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BDC27-263C-4A9E-A908-5ACD9445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def execute(name, arguments):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validate_name(name)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validate_arguments(arguments)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validate_policy(name, arguments)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    data = registry[name](**arguments)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    return ok(data)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except Exception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    return normalized_error(exc)</a:t>
            </a:r>
          </a:p>
        </p:txBody>
      </p:sp>
    </p:spTree>
    <p:extLst>
      <p:ext uri="{BB962C8B-B14F-4D97-AF65-F5344CB8AC3E}">
        <p14:creationId xmlns:p14="http://schemas.microsoft.com/office/powerpoint/2010/main" val="15507413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31FB75-E12F-4273-A8D5-22D8C09D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539DE-4ACF-4170-8437-6AA6833A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예외는 재시도 여부로 분류한다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961B1-4FE0-45EA-B684-A8324F34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AFED2-667F-46B0-81DD-0B352286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CAFB1-693C-4DAE-963D-EA52506A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10–11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575AB-101F-4677-BC9B-6611BB58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693B7-C283-4886-A845-A3FB6A58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48672-7FB3-4D85-A7E5-92EADBCF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오류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48417-4C15-4E41-8B06-B2D5C3B4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A6444-A00F-4FAF-8DF9-E9C2966A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097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자동 재시도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3536E-4FE2-44B3-B8B3-31FF2702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954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E88FC-AE1F-4B69-B8C9-E3DFAE99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097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휴먼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EA0ED-F2D5-453F-8A03-0DC67DC7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516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54FE5-253A-4168-A10C-D4AE8024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처리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24F9B-CBF9-46D7-BC19-DD8738D3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E3221-FB01-498C-8D00-CDA5687E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Schema 오류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169C1-5113-41EB-9BE3-AED0973F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83BC0-83F4-45AB-A4FF-30D1F33C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1회 재계획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EF9EC-4A6C-4EB0-BE6D-1EB4534A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0A49B-1873-4DA0-A1D5-86D98354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반복 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670C0-98E1-45AD-B4F2-F0B4A72E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5162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81D2C-A750-4F63-9AF9-7AB8DE04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489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validation message 반환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543CE-7259-4E1F-9EFE-B476B53A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6230F-A06D-4A3B-BCD8-335ACF4C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Timeout / 429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76B31-A247-4356-A020-819CE154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194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820D6-DF4C-404A-A822-936F7AB0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146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2–3회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7F8A25-78D3-4ED4-A86B-27728D8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CF2D01-A65E-4C46-B784-54777E29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계속 실패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9F225-7E46-4EE4-B44B-B18235C3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5162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C5B29-CC65-4421-8E15-31778803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89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backoff + retry_after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B4A94-3459-4C44-8A63-0E68C9FA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751556-4551-4782-A51F-6055C98B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파일 없음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C7585F-A939-44B4-8578-E6467648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480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4404D1-8128-46B8-902C-ECFC1406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433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아니오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44B33C-CFBE-480D-9B3F-667B0B64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80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638C4C-794F-4ED4-BF48-1FDB765C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433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필요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85A060-11EB-47BE-B8D2-52BA39F6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5162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EA9311-914C-440F-9202-0D2B1024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489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입력 다시 선택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6D47A0-8D28-496E-8587-35D9F3CD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E44AE4-82AB-412B-906A-D1DEF2E4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정책 위반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5DFA02-B2B0-49C2-BC64-858F723A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767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2E8685-4153-499C-98C1-79666FF8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719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아니오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D14825-3756-40C0-913C-CF85F2B7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D49115-4F31-410B-B02A-906C99B7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필수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62890B-2C6D-4E93-8BC2-119B6382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6700"/>
            <a:ext cx="5162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43078A-6F9A-4DA5-A269-905CEC44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489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차단 근거 기록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7D42AE-9E60-4545-8FA5-115FF88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4A1D3F-7F3C-4E2F-98C6-F98FF3C7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외부 쓰기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DB31F9-8191-4969-849F-22B1B8E4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053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2F9D02-4E1C-47C2-B0C1-61D71F24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006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아니오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C2660F-1696-480F-ADB3-BB9D574D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053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239FE9-C9EF-4876-9B36-E3CE1808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006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실행 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A8299F-8D60-4507-BCB7-47512389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62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E06F9A-7EC5-4A2E-9F4A-91C5B72E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89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approve / edit / reject</a:t>
            </a:r>
          </a:p>
        </p:txBody>
      </p:sp>
    </p:spTree>
    <p:extLst>
      <p:ext uri="{BB962C8B-B14F-4D97-AF65-F5344CB8AC3E}">
        <p14:creationId xmlns:p14="http://schemas.microsoft.com/office/powerpoint/2010/main" val="1457902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29CB5-0ABF-4C8B-B110-DEAA8159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2D00-B2F5-46F3-A973-73C6BAB0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실습 2 · 업무를 안전한 도구로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91E6D-F223-4B5B-91FC-C555F151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73CD6-F005-4FCD-B236-1371A81A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D0C04-C0DF-4CB9-8BAA-94FBEA42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10–11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D4691-CE1C-449C-A97E-FC57F438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8A3F6-57AF-4951-8CF2-24213F94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00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CB97C-7EC5-4BA4-8A80-D37A9CE7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15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3E4E6-6A6D-405E-9B9A-A2CF52F1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rPr>
              <a:t>개인 → 짝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881C5-E717-4CD6-95B2-AD53438B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막히면 먼저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오류 코드를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ACDEA-B3F6-4B3E-AC81-B2F9521E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621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29666-3318-4267-A2E4-BF20F8CE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430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자동화할 업무 행동 하나를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0C700-B0AB-4CBA-AC8E-24A22E9D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860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7C925-7F59-4967-AC00-25D860C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66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읽기·초안·외부 쓰기로 분해한다.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BFA80-D31E-46A7-A774-C14DA3C9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EEDAE-1DF7-43A7-81DB-25DF1A52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908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각 도구의 이름·필수 인자·금지 조건을 쓴다.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98248-E69F-4CB9-8C87-13A190AC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338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6CB14-3D27-425E-9C53-338A8499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147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짝이 권한 과다와 모호한 인자를 공격적으로 찾는다.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7C09D-15A6-45C1-B003-D1682728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05400"/>
            <a:ext cx="8115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16500-8D00-40B3-9138-7425E021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38750"/>
            <a:ext cx="765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Tool spec 3개 + 차단해야 할 호출 2개</a:t>
            </a:r>
          </a:p>
        </p:txBody>
      </p:sp>
    </p:spTree>
    <p:extLst>
      <p:ext uri="{BB962C8B-B14F-4D97-AF65-F5344CB8AC3E}">
        <p14:creationId xmlns:p14="http://schemas.microsoft.com/office/powerpoint/2010/main" val="1765646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AB898-F0FD-4758-BCEB-24D56924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F215D-ACC3-4658-811F-F7F3B691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10시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12728-E093-40BC-8A4E-14363FB0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74604-8956-4A8A-A2B3-DEE54BCC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37C76-785A-4F98-B879-6B0E2B19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10–11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9118B-2A9B-4ECF-A320-E4CCCEB9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E6C9E-E747-4808-9506-B052C665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4F545-DC7F-486A-9883-F5CD2019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52532-EE93-46E4-AD04-4D607E29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3A6D2-C8D1-47DC-94D1-6E39E642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모델과 executor 중 누가 권한을 결정하는가?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C0695-6001-42CB-A784-6A4E7A31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D04DF-199B-40E8-9743-138EE454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F9FB8-A66C-48EF-B0DF-2EE52C4B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재시도하면 안 되는 오류는?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6104F-247C-4C2B-A251-14DCE139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4C64F-6400-4FF3-87FB-38F7AB8A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9FFA7-ECDD-4DE1-BDC8-9DF9CED9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외부 쓰기 직전 필요한 제어는?</a:t>
            </a:r>
          </a:p>
        </p:txBody>
      </p:sp>
    </p:spTree>
    <p:extLst>
      <p:ext uri="{BB962C8B-B14F-4D97-AF65-F5344CB8AC3E}">
        <p14:creationId xmlns:p14="http://schemas.microsoft.com/office/powerpoint/2010/main" val="19347033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C05C8-1980-48BD-9ACA-5707BB48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8110F-626E-47F7-809D-7B452AB0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11:00–12:00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98C53-754F-4E4A-BB04-1AC8E4CD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9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한국어 PBL 문제 정의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D9603-FDDC-4078-A726-3504D2E4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실제처럼 보이는 데이터보다 출처·권리·비식별이 먼저입니다.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DC7E5-E31A-430C-9924-DE94B600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이 구간의 산출물을 먼저 확인하고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12017327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DA61C-64E7-4CF9-9883-1027C41E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9AF4E-8202-4F1C-AA01-8D0A7316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교육 데이터의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32ED1-27A0-49E6-958F-626C0CF0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2808E-6850-4991-9137-1FE57F24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70774-0E0B-4943-B5DA-365A91E1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4992A-D1FF-4AF5-B29E-3BBEFBF0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70F2F-E1C4-4ACD-96AE-7526CB94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49BBF-65FA-4EEB-A541-9C890C34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출처와 이용 조건을 설명할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E638E-FD6C-4102-A089-9C67F3F4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7FA91-C7AF-43B6-9CE8-DC6C98C9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개인정보·민감정보가 없거나 비식별되었다.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94E79-0FC2-435E-87AB-7E4EAE23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707F6-8B1D-4F49-A8BB-6B3A586B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정답 근거를 원문에서 찾을 수 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5286B-C8C1-467B-A5BE-F64B999A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F9907-2234-489C-AAEC-77427394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짧은 샘플과 확장 샘플이 함께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615EE-3125-4D0F-91F2-FF56974E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90619-3F85-47B8-85F1-72549DBF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오류·무음·모호한 담당자 같은 실패가 포함된다.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90EC1-66A1-417F-A3A0-DC75DB25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A1ED5-2FDC-4B26-A1C0-8091014F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회사 회의·고객 문의·비공개 repo는 수업 계정에 올리지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0268943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8FDAE-1D95-4A17-9131-01865AD9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OFFICIAL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FA6B6-7BCB-4414-8C95-AD48562E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국립국어원 모두의 말뭉치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A4F28-529C-4884-A9E7-FE19645C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3507E-8D50-4736-A6E3-E8D2DC58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1423B-D1EE-47FF-B290-42357524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7F6A9-1938-49EE-8D40-1A1816A6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503F2-4FA9-4AFA-899D-BD121D8B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71E3F-B368-437D-A1C6-1E05563C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일상 대화 음성 등 한국어 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30A0B-3317-49F6-95E9-B72ABE9A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4C526-061D-4EE9-AD06-E794594D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신청·승인·이용 조건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A0197-8B17-4F39-B484-44B0320E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20B2C-E74B-408B-A322-9559CFDB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수업은 사전 준비 샘플을 기본 사용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EF3F1-5698-445C-BBD5-A3ACB916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961CB-40D0-4B76-9C0B-B9753081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원문 근거 기반 평가 dataset 후보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92BDC-0D0F-4A97-8EDB-25F7CEF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19250"/>
            <a:ext cx="67818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87d5998e047f1"/>
          <a:stretch xmlns:a="http://schemas.openxmlformats.org/drawingml/2006/main"/>
        </p:blipFill>
        <p:spPr>
          <a:xfrm xmlns:a="http://schemas.openxmlformats.org/drawingml/2006/main">
            <a:off x="4942298" y="1733550"/>
            <a:ext cx="6498404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74DF0-167F-4828-B791-24183CDA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655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공식 화면 · 모두의 말뭉치 자료 신청</a:t>
            </a:r>
          </a:p>
        </p:txBody>
      </p:sp>
    </p:spTree>
    <p:extLst>
      <p:ext uri="{BB962C8B-B14F-4D97-AF65-F5344CB8AC3E}">
        <p14:creationId xmlns:p14="http://schemas.microsoft.com/office/powerpoint/2010/main" val="2295321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439BF-7D45-4F6C-9114-0305D210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OFFICIAL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4507C-8375-4162-A77B-D69169AC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국회도서관 발언 빅데이터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11A4D-76C5-4300-A619-CD579626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A9018-1BD5-4397-AA63-EBC93060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3ADFB-1684-44CD-ABD4-889074F8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F4842-57E2-4107-A827-3E62D7B7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B49EF-3F24-4E09-A89B-46428076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9B2EC-9BBE-4175-A1C4-7909E08D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한국어 발언·회의형 텍스트 사례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644A2-A9BF-4F44-92B0-35B6A387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2F449-E892-482F-BA45-C095F593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화자·시점·주제 구조 실습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416C8-DF7D-441B-8E69-71192F9E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974EA-6C92-4A57-8C4D-BD34593D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요약·결정·쟁점 추출 dataset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A7532-8FF8-4103-A98A-0757D5D2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9F76B-D51F-44D1-BFA2-D9B6C3D5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정치적 내용의 사실 판단은 수업 범위 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DF0B5-EF67-44C8-AAEF-8560F864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19250"/>
            <a:ext cx="67818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6bb1ccceb42b5"/>
          <a:stretch xmlns:a="http://schemas.openxmlformats.org/drawingml/2006/main"/>
        </p:blipFill>
        <p:spPr>
          <a:xfrm xmlns:a="http://schemas.openxmlformats.org/drawingml/2006/main">
            <a:off x="4940300" y="1733550"/>
            <a:ext cx="6502400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20FFB-382B-471D-A03F-9D61CB1F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655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공식 화면 · 국회 발언 빅데이터</a:t>
            </a:r>
          </a:p>
        </p:txBody>
      </p:sp>
    </p:spTree>
    <p:extLst>
      <p:ext uri="{BB962C8B-B14F-4D97-AF65-F5344CB8AC3E}">
        <p14:creationId xmlns:p14="http://schemas.microsoft.com/office/powerpoint/2010/main" val="773718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6B726-C732-4C04-AF78-EF95E918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A4D20-C575-4259-8208-5F55E50F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오늘의 교육용 회의 샘플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C6EA3-174B-4E5A-985C-47353940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AACB4-8F40-4744-BAD0-42681BB0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FD4A5-A31B-4122-BE48-8CF91B10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3D157-DFB3-482A-BD1E-BF83CC01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342FD-6A87-4409-9055-D3E3773E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6B372-E215-4884-9496-37206B34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화자와 타임스탬프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4BBB3-BF47-4C51-BAFE-00E09BEF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31A81-E93E-4694-88E6-2302CD7E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담당자·마감일의 명시적 근거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C77EC-BE71-4AB0-90F6-D1E35083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13B21-96D7-4A7A-A933-1EEB0BDA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자동화 범위와 제외 조건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6BC31-125C-4D02-9BBE-3EA0273C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366EA-F14F-4189-B6DA-FBA6F28E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Human Approval 조건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ED331-93BC-48FA-A711-EB190392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FDC8F-0380-449F-A045-8892A8D4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[00:30] 서연: 제가 8월 27일까지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공개 FAQ 30건을 비식별 샘플로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정리하겠습니다.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[00:55] 민지: 정확도 85% 미만이거나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근거 문장이 없으면 반드시 사람이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승인하도록 합시다.</a:t>
            </a:r>
          </a:p>
        </p:txBody>
      </p:sp>
    </p:spTree>
    <p:extLst>
      <p:ext uri="{BB962C8B-B14F-4D97-AF65-F5344CB8AC3E}">
        <p14:creationId xmlns:p14="http://schemas.microsoft.com/office/powerpoint/2010/main" val="83281701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3171D-B272-49CF-BBAC-B171EC04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57AB9-8403-469F-B1DE-61FEFF21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EA972-9A4C-41AB-B537-8A659263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39F45-9586-4848-84B5-D018C310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FC100-60D9-454E-ADEC-1FA14202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41C49-9ECE-46C9-8213-2600032B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41A7A-BEB0-409E-98A6-134CF4A4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143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51B07-4DD4-4A7A-BD3F-CD658E7A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흩어진 회의·코드 정보를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검토 가능한 업무 기록으로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15FED-B89B-4092-AE75-88904504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자동화가 초안을 만들되, 위험한 행동은 사람이 확인하고 전 과정은 추적 가능해야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6865234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CA611-00B9-40EF-AF44-EDBB3D37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DCF2F-710E-4BAE-953F-DF5A7B98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사용자 여정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12D33-AC8C-4BAE-A009-A3F8C64A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90778-AEC4-4AAE-960A-DF41361C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0576B-413F-4DCD-8F43-E212CEBC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F3580-9FBB-48D0-BAB4-40539D0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D78C1-FB67-41FB-B7A3-8ED99C42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4397E-A313-41EC-8376-571F4EEE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FD042-D4DE-4792-9607-8F1970E1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56BF3-F7C2-41FF-B9C7-FDF4174F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EA71B-C106-4936-837D-FDE22F8F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979DE-7F9D-46A3-97CC-D84A1201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F95DD-9CDF-4482-A26A-AD974CCD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65662-0275-4B20-B812-57612C66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음성·텍스트·diff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D3E12-7699-4490-BC70-0E2481D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F6D84-D80C-4628-9B0D-4157A824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EA9A0-7FC4-4084-8EB1-D17938C1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구조화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4DAEC-9CE2-4E19-8FF2-8466B88F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요약·결정·Action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E7988-4F45-47A4-A109-3AA8A407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D53A1-3847-4B58-A80B-2A8204AF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D1327-6EEF-4BA7-ABF8-25151435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AAFBB-8791-4482-BD5C-943815A2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근거·schema·score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1915C6-5F23-45D7-8358-844B9B0E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50819-3CE9-43BF-B888-C4FB8F7C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F49F64-3F9A-4F16-BE36-C79D9FCC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승인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582B8-6BFC-4ACC-A410-B6D29952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사람이 수정·거절 가능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27C250-8894-4C7D-A195-453411C5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72C88-E65E-4601-98C0-0C7C36E6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5B5E8-A1BF-48A0-AC55-F8AA7977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기록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2F38B5-17F7-4A15-9901-BA3173BF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Markdown·GitHub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FEFDF3-D7CE-4541-9799-BC5F4A39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각 단계는 성공 결과뿐 아니라 실패 status도 반환합니다.</a:t>
            </a:r>
          </a:p>
        </p:txBody>
      </p:sp>
    </p:spTree>
    <p:extLst>
      <p:ext uri="{BB962C8B-B14F-4D97-AF65-F5344CB8AC3E}">
        <p14:creationId xmlns:p14="http://schemas.microsoft.com/office/powerpoint/2010/main" val="13700458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60B76-63B0-471C-B652-74FC5279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42811-D227-43D7-A54F-754E15B0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글이 아니라 출력 계약을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73107-EA1E-4BF7-A2AD-B7A51A78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B51B7-7F96-40D0-9D23-BDB79E9E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24B2B-7F5B-4023-B68B-CD8EE43A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974A4-C93F-4E79-8CFB-2AB37F21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796AC-2D67-4235-BE30-1F8AF073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05B7C-DFC3-4610-A3D0-09608251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필수 필드와 null 정책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3DBB2-44B3-4AC0-8916-4D4E4AFA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C7C74-ED50-450F-92D8-A7D7601B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원문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DCF2A-16E0-4D6C-80A5-93B2332C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7BD3E-2A84-4FEB-ADDD-7D6D0B58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0–1 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4D91C-A307-4B51-8806-AC35A732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54E6D-BEE2-4CCA-8C0E-24F2CCE3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승인 필요 여부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C88E4-F64D-4BE9-A1FF-AB3E4DBB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44283-61B2-451C-B49C-CBC96468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후속 시스템이 파싱 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DB0AF-A109-4790-A421-A3380917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28296-E0E3-465C-8EBF-7BD0770D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"summary": "...",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"decisions": [{"text":"...","evidence":"..."}],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"action_items": [{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"task":"...", "owner":"...",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"due_date":"YYYY-MM-DD|null",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"evidence":"...", "confidence":0.0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}],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"requires_human_approval":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954744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572EA-1E8B-4768-827D-F52E9E02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78843-8024-4B24-BAFE-6A7883FF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트랙별 성공 지표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21C00-C8CB-481A-9288-A0042AB2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84374-08BF-4089-A88B-3DBB6801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73B79-1A77-489C-9C83-EF36B565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18F1A-C852-4C98-8A0B-F965A7EF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A5C2C-7A3D-4676-B6D4-C0315FD1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재직자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3FCBE-1A80-4702-B514-CEC964FA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구직자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144BB-73BD-4952-873B-A58CC474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FC468-B0E7-4774-A8C4-BB1121FB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86790-3BDA-4060-ABE2-931C338A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주당 절감 가능 시간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2EA17-1647-453A-8158-386C5E73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0A9B8-C04C-422C-B0FA-651708C6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누락·오발행 위험 감소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08084-A550-420C-88FE-1EB9D1C9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B098F-3CFA-4126-B07D-28A96E98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권한·감사 로그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2A226-9E71-4F34-8474-368F5FCB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0B1C9-AC64-4D34-BD96-1963A3E8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기존 프로세스 접점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AB629-AAAA-40D5-BCF0-6A619D2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E7FB3-E2B6-4692-93BF-1BECB57F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Run All 재현성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9052A-F2DA-4E97-BA78-CE37E5C1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1D700-CC17-42E7-89B4-FA11E6E5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테스트·예외 코드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6CA34-1E6C-4EE5-9CEF-CAEE3C55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5D988-829D-4B55-904E-B438468A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README·아키텍처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62063-5A9B-4D4C-A3AA-7E23C9EB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64EB3-9C8C-4839-AB96-131751C8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Git diff 설명 능력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5464B2-34DC-429F-AE4F-B9D60EA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모델 점수 하나로 제품 가치를 설명하지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2389925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11C63-9BD8-4164-A2E0-0FC061F4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34A28-4448-494C-92B7-37716160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실습 3 · PBL 캔버스를 채운다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697E8-E559-4888-85B6-7F610CE7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BC3B4-6417-4B87-94EE-FB7F9CC7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CADAC-92DE-4A62-B3C3-4DFEC184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8E73F-1C52-4D27-A354-E95950E6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81387-8CE9-4D69-B3B0-DAC76A23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00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9E300-013D-443D-9413-2B86382E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BAF8D-8477-4CD9-B5C9-68C97C95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rPr>
              <a:t>개인 → 짝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3D565-534B-4698-A308-A71664AA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막히면 먼저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오류 코드를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07F93-F2AF-4873-A148-B187366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621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7E2DD-EA22-45E5-AC18-2CE85E2B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430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사용자와 반복 업무를 한 문장으로 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E0A6B-A12B-4E06-BFEE-6DA59A77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860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DE9CE-3D3B-4553-80D4-B98733A0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66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공개·합성 입력과 금지 데이터를 나눈다.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FC4F7-DA74-4FE6-A844-DA9BAA17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5FE21-4BC2-4D33-9BFB-BB84805B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908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구조화 출력 필드를 5개 이상 정한다.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1B3C3-0F3E-4A0A-961C-7DB7DAD2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338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56CD6-5657-496B-9456-0907C1C2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147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외부 쓰기 행동과 Human Approval 위치를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51E20-23CC-4B13-B3EC-8BDF58B6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05400"/>
            <a:ext cx="8115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869E3-C8F9-4C45-98E2-2BA3AAD3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38750"/>
            <a:ext cx="765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1페이지 canvas + 60초 문제 정의</a:t>
            </a:r>
          </a:p>
        </p:txBody>
      </p:sp>
    </p:spTree>
    <p:extLst>
      <p:ext uri="{BB962C8B-B14F-4D97-AF65-F5344CB8AC3E}">
        <p14:creationId xmlns:p14="http://schemas.microsoft.com/office/powerpoint/2010/main" val="95674768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92194-4168-4CC6-903C-63564C1A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BA613-E4E6-437C-B9A3-87CA605E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11시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25C61-71C4-46F1-9ABC-BB9F021F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E470B-37A0-4276-BBCF-220A9A9B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CED01-D9F2-4909-9ABB-4EDF9CD1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483D9-3AA4-462B-9A07-114C4095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E6323-3767-4001-8F05-A89AB217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1B18B-A6D0-4551-A7AF-0D076A74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9D176-D184-48FD-AC43-B46019FE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88A94-F805-445C-8A66-FE822DCE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우리 입력은 공개·비식별인가?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5909F-4F2E-43E8-BB2B-BE80AD79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CD0E2-B294-44AD-BF6E-733AFCBA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930EB-5554-4C54-9129-A23C4F96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결과의 근거를 어디서 찾는가?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E1DBF-4A13-473C-9CF6-143FC3BA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A78DB-7B03-40E6-92E6-381F8FFD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82D96-EBE5-4A00-88BA-8A55CE79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누가 언제 승인하거나 거절하는가?</a:t>
            </a:r>
          </a:p>
        </p:txBody>
      </p:sp>
    </p:spTree>
    <p:extLst>
      <p:ext uri="{BB962C8B-B14F-4D97-AF65-F5344CB8AC3E}">
        <p14:creationId xmlns:p14="http://schemas.microsoft.com/office/powerpoint/2010/main" val="112634352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5CFFC-9398-4586-B6A4-42A4D59F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34E5B-FE05-4F22-A8E2-994496D4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12:00–13:00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878E0-1DEF-4E30-AD73-14FBB0DF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9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무료 환경과 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4B884-3ECD-40BF-8AEA-0C059D2B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설치 성공이 아니라 복구 가능한 개발 환경을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031E0-E6FA-47F9-A4F1-2D461D2C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이 구간의 산출물을 먼저 확인하고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41206445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59D6F3-A22A-45FC-8524-C3CA1B44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DF252-E217-4459-BAE6-8E22F00A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무료 우선 표준 스택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F83C9-ADAB-4A39-8081-339E442F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4AF4B-8FE1-42A9-8139-61C2DFDC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33275-61CE-4918-9641-C3FD8F35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EB08B-C7F9-4569-A580-BB4C225A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F61F0-9238-4E0C-95F3-D710F94C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071ED-CD1F-438A-B48A-60E4A40E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D0DB3-2CB0-4D3C-B6B2-D8FE7F85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14D3E-D796-4A8F-9D0F-C2640F9E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0975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기본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1D406-FB4D-4E48-8A05-58FCF4AC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95450"/>
            <a:ext cx="592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BA26E-50CA-4613-A967-987A164A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097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수업 역할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1D0C5-639D-4322-BD6D-B5BCA4AD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12699-E2A3-48AC-A1B1-7C019936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Editor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06489-2762-4EE4-AE75-9C9EC809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90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1FC34-974E-4C93-B2BF-79B6DCBA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860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VS Code + Jupyter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DCBD1-3301-4845-BE81-B003CB39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90750"/>
            <a:ext cx="5924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658D9-C4B7-4A38-BED4-8A2D2440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86000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코드·노트북·Git·Debug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96527-4999-4232-8BDD-A2FFD068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08018-3C31-459D-8016-5D4F6E16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Runtime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DFCC6-6577-4039-A2FC-3EB7156A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051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39BCAA-65C4-4C00-9DD6-7A4394D4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003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Python 3.11/3.12 + venv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3BF1D-7C49-4405-9399-E6545751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05100"/>
            <a:ext cx="5924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BDE04-EE26-401B-A7A0-513061C0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0350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재현 가능한 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D8FB3-F944-4D31-9F70-93436C76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E801B-6824-4CE7-9CAE-9A87EAF7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0EB06-3702-4770-88B6-448433EB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194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E72661-0658-4C28-8EEB-79DB1A19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Ollama + Qwen3 4B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CCAD86-D36B-4818-8E9E-BEF17D21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19450"/>
            <a:ext cx="5924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F0BD0-E808-4ED8-8170-D4219E88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14700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로컬 생성·tool 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41C5AC-52C8-4934-93AC-64D4948B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A94C25-B66D-4A36-B701-53E4C3EB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STT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2C9DCF-56A7-4841-B9A7-7F79EEAC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25480-6FB6-4318-84B3-7C4026C3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290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faster-whisper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C9F2C6-37A4-48D9-8829-51E61B9D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33800"/>
            <a:ext cx="5924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CC0547-7EC0-42A7-B10D-8D50D8BC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29050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한국어 전사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89BE8A-2548-4CF1-90FC-B737010F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91A21C-15D8-4238-8283-0B4BDF9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4DA357-514C-459E-922D-9D2F20B4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481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DE0EF2-3675-41F4-8E64-40849950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434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LangChain + LangGraph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B19DB5-CBC7-41EB-B62D-C51EA36F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48150"/>
            <a:ext cx="5924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077FA4-EDD1-4525-80CB-0E96EC94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43400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조합·상태·중단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1ED4B0-102D-4BE6-BA50-59D33D96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2D1980-3BE1-412A-B462-34C67779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Observe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090913-81A8-4C3C-9020-7C6275F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625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9AC7D7-A2AF-40AE-BD1E-DD5FD2B2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577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LangSmith Developer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E12A5B-777E-4D6E-B3FF-3B27EAA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62500"/>
            <a:ext cx="5924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7401A9-68A5-4AF3-B096-BA996024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57750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trace·feedback·eval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DAED41-31BA-4085-8FDA-B019B34A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942182-B4E5-40E6-8501-FB1C058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A2D114-A1AA-4EC7-8C5F-EE2DF9A2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768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F66040-86C6-4A54-BFF1-5D643DC0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721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Git + GitHub Free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B6BA6A-490F-466C-8A14-6CF76312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76850"/>
            <a:ext cx="5924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1A4392-31C9-4A4E-AC5F-5BF8933F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72100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diff·PR·portfolio</a:t>
            </a:r>
          </a:p>
        </p:txBody>
      </p:sp>
    </p:spTree>
    <p:extLst>
      <p:ext uri="{BB962C8B-B14F-4D97-AF65-F5344CB8AC3E}">
        <p14:creationId xmlns:p14="http://schemas.microsoft.com/office/powerpoint/2010/main" val="162045067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92D042-5C07-45F8-990F-2DD1A51E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86926-9B80-4A87-9B40-D0945A35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PC 사양에 따라 Lane을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93D07-641A-4E43-93B0-00663B81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E4F93-5D22-463E-A4CC-5D20F21D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7B1FD-23C9-4E2E-AD84-CF2563A1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49C0F-F636-486D-B51D-F8D8C301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188EA-727D-46E4-B366-B3E006A1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0140C-3138-4362-BC6F-819F5B9C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환경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3E3CB-EAC3-42F2-A0DC-B15BBE29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954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202FC-C08F-4E51-8948-8CD3B9E8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실행 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9F228-C702-423F-9423-49D90C2C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95450"/>
            <a:ext cx="4591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A887A-3504-4310-A67F-8D47821A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수업 중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BA6D3-4C02-43B9-A9D9-89190F5E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6210D-1939-476C-AFC1-E59FA749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RAM 16GB+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0F553-D953-47D0-AF70-7FB9656A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18283-CECC-4AFF-95AD-20F72CB7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86000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Qwen3 4B + Whisper small/turbo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80B88-CDD4-4593-BF17-6CB33CC7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4591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8DE53-9F59-4096-834D-7F7EB402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324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전체 로컬 실습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AC46A-D319-44E4-888B-B064C474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2381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E80FC-47D9-4272-B79B-B67FF237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RAM 8GB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60D4B-7C21-4565-9BA5-ED501509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71775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B03B0-9DC1-45B7-8805-6411BA97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67025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1.7–4B Q4 + Whisper base/int8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BB4E8A-B005-43C0-99E1-8CD06D0C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71775"/>
            <a:ext cx="4591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B007D-88ED-4645-8F50-C5E9586E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67025"/>
            <a:ext cx="4324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짧은 입력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9BA3B-981D-4E17-8029-FA2C323D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381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2BFFDB-BA0A-4F78-9886-84C4FCC9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GPU 없음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8D795-8469-4486-86EF-E00CBDA3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5280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6FA434-E13B-4262-BE33-07C7C520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48050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CPU int8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05A207-612E-478B-ACB1-CD7E3AEE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4591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6D67F1-33AF-43A8-AB75-570F9F70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48050"/>
            <a:ext cx="4324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처리 중 설명·검토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DE839F-424E-4E2B-872E-BD69BF46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2381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96DFA4-3751-4347-93CB-9CD9C3F5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설치 권한 없음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C8CE14-014F-4AAF-8925-7275A7F4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33825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400C59-440B-4AC8-B59C-3E22E7FD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29075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Colab + transcript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DF5705-93F8-4D99-BC3E-2CC6C9BB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33825"/>
            <a:ext cx="4591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75BA10-791F-4AA0-BD32-A4AE82A8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29075"/>
            <a:ext cx="4324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framework 실습 유지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F97A90-7BD7-42C3-AC6A-8B40A94B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381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011D33-0926-46A3-9082-1575DEFD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다운로드 차단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056526-6A96-43C9-9224-BC4F5514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1485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4F5CFE-7A47-471F-B79D-C6279ADA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10100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mock adapter + fixture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738888-691F-4D4A-A2DE-E1032C41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4591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D612C8-3402-439F-90F9-0D77B2F4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10100"/>
            <a:ext cx="4324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동일 contract 유지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DA14D8-16CD-415A-BBA4-566C4CD1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381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E2BC18-DE6F-4E09-9EE1-3F65B398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보안 PC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413C53-B1F4-429B-B5AE-562923D3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95875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747902-2017-4413-80C8-68F66438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91125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LangSmith off + JSONL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FE55D4-2EAA-4798-B1EA-1B0DC9CC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95875"/>
            <a:ext cx="4591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4EE03A-232B-4754-A62C-40BDF065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91125"/>
            <a:ext cx="4324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개인 PC에서 trace 재현</a:t>
            </a:r>
          </a:p>
        </p:txBody>
      </p:sp>
    </p:spTree>
    <p:extLst>
      <p:ext uri="{BB962C8B-B14F-4D97-AF65-F5344CB8AC3E}">
        <p14:creationId xmlns:p14="http://schemas.microsoft.com/office/powerpoint/2010/main" val="13200281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59C64-F903-4CAB-944F-51C38F9E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21EB0-7046-4EB9-8490-12376BCC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저장소는 학습의 지도다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EDF17-259F-4D95-9270-A50ECB8F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06ABA-8159-472E-8B6D-0351BA37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7CD4F-1F12-4A4C-B7E7-A69C6B9E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D50C3-D22B-49F9-B9E8-53964530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9D3CF-F5D1-4F70-AEE7-0DD3486D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7CA62-E57D-49FE-A79A-B87EE7FE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data는 공개·합성만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AE0BA-AF77-4329-9A7A-25BF45AE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F765A-7108-4861-A959-E497D352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src는 재사용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35384-9985-4172-B274-858DA84B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BD4E9-DB48-4DD2-93F7-60D6CE4A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notebook은 단계형 tutorial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6FA33-857F-4DC6-9DB1-8F5289B5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1D16A-7802-4F73-B91C-03B6C517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tests는 완료 증거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35F56-C68C-48A5-A3EC-83AA0FA9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E1451-7DF2-4132-8A0C-E13DCF60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.env는 commit 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92218-0200-4589-A28A-248ABFD9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CD992-8025-4B41-BCA7-597D9125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llm-agent-and-workflow-automation/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├── data/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│   └── meeting_sample_ko.txt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├── materials/day1/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│   └── 01_agent_foundation.ipynb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├── src/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│   └── day1_agent.py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├── tests/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│   └── test_day1_agent.py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├── .env.example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└── requirements-day1.txt</a:t>
            </a:r>
          </a:p>
        </p:txBody>
      </p:sp>
    </p:spTree>
    <p:extLst>
      <p:ext uri="{BB962C8B-B14F-4D97-AF65-F5344CB8AC3E}">
        <p14:creationId xmlns:p14="http://schemas.microsoft.com/office/powerpoint/2010/main" val="173761766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9D2F1-557A-4542-88E7-4EAFD923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OFFICIAL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A6789-3793-475A-9186-C1384A0B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VS Code에서 Python 환경을 확인한다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A01FC-5783-4886-9873-87733B27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C9896-1247-4F0F-A3E4-43FFA439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ED785-6090-4288-A947-2FB4A704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73533-519F-4138-9B10-41598F5B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A2FCF-837F-4A77-8661-241686DC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C0BD8-FDA6-4B15-A308-1A1D328F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폴더를 통째로 연다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DF997-A25D-491A-B2BA-FAF4A4BA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A21F6-051A-49DA-AC37-4CFFBEFF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Python interpreter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A206D-3AC7-4F1B-BE4C-7746E33E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D59BE-9D50-4E0D-8E8F-2B7BA648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Notebook kernel도 같은 환경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18F59-1F26-4FE9-83C0-598357A7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9504B-3AEE-4053-A767-5A74C5AA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터미널에서 버전 재확인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5C8CB-CB22-45ED-9D29-252DA387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19250"/>
            <a:ext cx="67818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47a7df07b4592"/>
          <a:stretch xmlns:a="http://schemas.openxmlformats.org/drawingml/2006/main"/>
        </p:blipFill>
        <p:spPr>
          <a:xfrm xmlns:a="http://schemas.openxmlformats.org/drawingml/2006/main">
            <a:off x="4942298" y="1733550"/>
            <a:ext cx="6498404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BDCEB-B9E9-4EBA-A4AE-1F84C684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655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공식 화면 · VS Code Python tutorial</a:t>
            </a:r>
          </a:p>
        </p:txBody>
      </p:sp>
    </p:spTree>
    <p:extLst>
      <p:ext uri="{BB962C8B-B14F-4D97-AF65-F5344CB8AC3E}">
        <p14:creationId xmlns:p14="http://schemas.microsoft.com/office/powerpoint/2010/main" val="78094146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C8DDB-3187-4AA0-94A7-639ABDCA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5BEEB-612F-4FD1-8B5E-E14BAC13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환경 생성 · 그대로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FB93A-C2C7-4F6B-B873-FDC02DA8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CB202-D50D-4B38-B746-E242DC1B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120A0-B813-42E8-A64E-2531C3DF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A19F8-A3DB-4553-9944-992A64AD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920A0-891E-49C0-BC1A-DF18F605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B6987-E407-408F-96B2-CF0070F3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한 줄씩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4980B-9A18-4045-879F-87293F87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34899-3785-4020-B6D6-458A5455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프롬프트 앞 (.venv)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6569C-ED0B-47AF-92FD-39821F7A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8F188-2145-429F-91D6-4C91A4EA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오류 전체 문장을 복사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6D16A-F888-4A50-B2DD-2BB6D9E8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45FFD-B92F-48BE-86E8-169A9B4A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설치 후 새 터미널 재확인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7B793-4059-4E96-B005-6F434D52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99011-2733-4D7D-9C01-6069D0E5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source .venv/bin/activate       # macOS/Linux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.venv\Scripts\activate        # Windows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python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git --version</a:t>
            </a:r>
          </a:p>
        </p:txBody>
      </p:sp>
    </p:spTree>
    <p:extLst>
      <p:ext uri="{BB962C8B-B14F-4D97-AF65-F5344CB8AC3E}">
        <p14:creationId xmlns:p14="http://schemas.microsoft.com/office/powerpoint/2010/main" val="148100969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CE557D-46B1-401B-9992-D72B07AA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630EB-47E4-4FBD-96FE-6E75CF8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Readiness gate · 다음 단계로 가도 되는가?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9F0E1-F05F-413D-9A78-907DD2E4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D445F-7E75-48FD-93EB-A54C366A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56AAA-EDBD-45AC-B83E-5D9DA6FA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7CE67-AA82-4FD1-9F8B-C467CD9A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A8C3A-CDB5-4391-8113-C6CB11D0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AECD5-323D-4C18-A1BE-646C83AF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BA5EA-4A8B-45BA-A18E-2E911391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352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FBD69-DE4E-49B5-AAAF-AAD9F9C9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097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성공 예시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F205C-ED48-42AE-BC09-CC58648D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525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2B724-7287-4DD0-8BC4-9D0DE394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실패 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53823-99DD-43F0-8032-95B17D41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3AFA6-8851-4E12-87DD-EC927EB8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AFDD1-1E4E-40CD-B581-1A5F1BA3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A74B7-E209-4E23-AE59-DE282204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3.11 또는 3.12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5E259-FDE0-4DA6-B0D7-27A23F26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25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F5CD0-4D60-4619-879F-CEDDC2C2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interpreter 재선택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9A409-B9D0-4452-ADBB-891123EC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730C2-66C5-40AE-86D3-916B388C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Notebook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0E4C9-6127-476B-B4EF-E8642D17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BE360-424E-40D1-BBA6-7FD80184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718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첫 셀에 ROOT 출력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A56B1-3FBD-4B5A-8212-E023E888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525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C2087-48D3-4D76-BA5B-52850302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프로젝트 루트에서 열기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479B0-D44B-4B92-9713-CCF1AD8D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C1EE7D-ED69-43F9-89AF-9249CC1C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FE583E-0777-4F2B-9746-74EA83B1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6235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990F0-7FDA-4438-AC80-FCCEA6C3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576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 passed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266FA6-5774-42FA-A535-8E70D94E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525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D0B2A3-BC46-4560-8C81-22312F8B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5760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첫 오류부터 해결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94543-B82E-41F6-9F54-A4AE8AE0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727C5-CCC4-47DD-B063-1E95CFF5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C619C5-13F3-477F-ADFA-38030109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25113-6B4A-4B22-BDB0-40156F8A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434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status 출력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A1B3D7-0DB5-4A5E-9560-16563DB2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525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50C228-19D7-4C51-8C02-FB18E132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설치 또는 PATH 확인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C4063C-0C94-4B45-ACF1-D78C4532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F20CF1-3036-4782-A6CC-499C0575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Ollama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06B7ED-E6D9-433E-A903-01AA84F8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3395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26A14E-E10F-4866-89C3-9141A26F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292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선택: tags 응답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F00B2D-E8A5-43AD-8B7B-4512F94E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33950"/>
            <a:ext cx="525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2EB9C0-0CA8-4615-939B-F8B76C1A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mock lane으로 계속</a:t>
            </a:r>
          </a:p>
        </p:txBody>
      </p:sp>
    </p:spTree>
    <p:extLst>
      <p:ext uri="{BB962C8B-B14F-4D97-AF65-F5344CB8AC3E}">
        <p14:creationId xmlns:p14="http://schemas.microsoft.com/office/powerpoint/2010/main" val="5763761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EB76A-00D6-4DD9-ABC1-5D5E0D9E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OFFICIAL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5BF0F-98A9-4FAE-8FAB-1E7B40AB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Ollama · 로컬 모델 실행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26B55-09B2-4A70-AC88-84835C78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E8699-9734-4F04-A0BB-4DF8FD6F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2CB78-9786-4154-AE2F-66047C5D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F2ACD-055D-4EE1-AF22-2D40ACEA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3DEB5-AC93-4238-ADB3-7EAFACD6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D2B99-F6F1-4EAB-91B5-B02FD63F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설치 후 로컬 서버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759B5-DD0F-4C00-924A-C12F235F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550C9-E4DA-43B2-99EF-64DA47BE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모델은 한 개만 먼저 받기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BA2D9-53B0-402F-AED6-1370B013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8AAE1-4290-4506-A1E3-DC24446F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수업 기본: qwen3:4b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CF54F-5955-431E-A916-29D1393A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0AB31-E5E9-45C2-9C08-D10BAA64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메모리 부족이면 더 작은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44D54-C28C-411E-AA65-126490B8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19250"/>
            <a:ext cx="67818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8d2522f944547"/>
          <a:stretch xmlns:a="http://schemas.openxmlformats.org/drawingml/2006/main"/>
        </p:blipFill>
        <p:spPr>
          <a:xfrm xmlns:a="http://schemas.openxmlformats.org/drawingml/2006/main">
            <a:off x="4942298" y="1733550"/>
            <a:ext cx="6498404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D519E-5425-4748-84B9-3EB1A99D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655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공식 화면 · Ollama download</a:t>
            </a:r>
          </a:p>
        </p:txBody>
      </p:sp>
    </p:spTree>
    <p:extLst>
      <p:ext uri="{BB962C8B-B14F-4D97-AF65-F5344CB8AC3E}">
        <p14:creationId xmlns:p14="http://schemas.microsoft.com/office/powerpoint/2010/main" val="164509732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3FE2CE-E2DB-4BAE-8915-00D149B6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FB8ED-2DEB-4C68-ADF0-D1AD6E91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외부 무료 로컬 프로그램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1B166-8787-4918-932E-21DF19D3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54ED7-B73B-4756-AD1A-5668B54C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ED045-2ABE-4641-BB12-1B4C5FCB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0C315-DE55-4336-A35F-A64CCC9C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124CD-7515-4CD7-966D-BA6F04CF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6BABD-D755-43DE-B95A-706BFD00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도구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58D72-EC99-4458-A036-A0889842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9545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F7263-DBF7-428A-BF7C-B1D1B460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0975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강점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ECF0B-323C-41DC-92A0-412D8B01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954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636EF-964E-46FA-B880-59C658CD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09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추천 대상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50B4A-79AE-453B-93F3-104D1263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95450"/>
            <a:ext cx="3257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9F7C0-806B-4CE0-96B7-405C4B8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주의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61D88-FD24-4FFE-8F91-650C9FE9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5464F-CFAF-4E41-99AD-0DBDCC8D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Ollama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A654D-4403-4D60-A1B8-309300AB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9B21A-F312-4E35-819F-D6592E5F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86000"/>
            <a:ext cx="306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CLI·API·tool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65A47-AF03-4E66-BEA4-A5B76EF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C2A37-4203-4BA0-99AB-61E94D88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86000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개발 실습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1F5E8-2BF5-4D8C-8010-4BACD22C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325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3430C-64C7-4620-A984-63E348E5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포트·RAM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EDFFC-7F1C-43E4-999D-D055D3B0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ACA05-5014-4A29-B5C2-C3B22A75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LM Studio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6A8B2-8DE6-4A9F-AFD4-D38C1741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7180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485257-C858-4645-AE0C-4671157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67050"/>
            <a:ext cx="306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GUI·모델 탐색·서버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5C2F21-C104-4909-8B2A-951B5A39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718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AF104D-6AAB-43BE-81FF-9D81926A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67050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터미널 초보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DEA63D-438A-4599-80EF-39E80E66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325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FF8D0B-CF02-4CD8-997C-825D123F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동시에 1개 서버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DAB0BA-D9FF-4645-8992-91BD9D47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3A1255-B8F6-4632-93C3-B3C45DB4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Jan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27FCAE-8B7E-4220-969B-966012BE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2AC127-4C6E-4924-B1CF-6E3ADDAE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48100"/>
            <a:ext cx="306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로컬 우선 GUI·API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8DCA64-544E-4408-BCA0-26EFD0BB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528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F705F6-F2F2-483F-AD8F-B100F058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48100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provider 비교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F369C5-3940-4399-9524-86526722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325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3828B2-10DB-4410-87BA-CF2A698A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810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기본 포트 확인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E8511E-F624-449F-959F-F9615C33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0891EC-1DB4-46BB-A6B6-C186A280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Colab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F68E45-5881-49C0-B0D4-F3A1899D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3390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FBE7CC-9B7C-4B0D-AC46-F3606723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306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설치 어려움 우회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AFC9B4-A854-4432-9545-848B3F06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339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E9E30B-6BAD-41F2-A7B8-42E83401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29150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저사양·권한 제한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287F3D-450B-4C14-942F-D57AB9ED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325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A843AD-F155-4487-9D5F-6C963C92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무료 한도 변동</a:t>
            </a:r>
          </a:p>
        </p:txBody>
      </p:sp>
    </p:spTree>
    <p:extLst>
      <p:ext uri="{BB962C8B-B14F-4D97-AF65-F5344CB8AC3E}">
        <p14:creationId xmlns:p14="http://schemas.microsoft.com/office/powerpoint/2010/main" val="130502204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39D34-5A7C-4761-8AB1-85E668C0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OFFICIAL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E6C4A-17D7-4024-98B6-D3A66F7F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Codex · repo 문맥에서 일하는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43CDB-FDD0-4795-94FF-8AB5E86A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FE8F6-45A1-485B-B444-534E4D8F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5883A-0559-459D-8E64-37242A51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9667A-E647-434D-88AB-944A103F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6DFAE-4276-4E04-880D-84842A5F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C9006-FACE-4F53-A7EA-F8728D8E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저장소 파일·명령과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57A53-5927-47C6-87E0-1DAB8682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30D1D-7DEE-4C00-88F6-67D58D30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작은 변경 + 검증 명령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4280E-F5B4-4C4B-B090-F81EBF7C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40EDF-35EF-4FB7-9D33-FFC47CBA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diff와 테스트를 사람이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BBB7A-37A7-4D44-A520-98166E44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4FCA4-D350-4922-900D-5ABC6F46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학생 필수 무료 경로는 아님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7AC5B-7C80-48F8-9A73-3F670CCA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19250"/>
            <a:ext cx="67818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eed9a1acd48d0"/>
          <a:stretch xmlns:a="http://schemas.openxmlformats.org/drawingml/2006/main"/>
        </p:blipFill>
        <p:spPr>
          <a:xfrm xmlns:a="http://schemas.openxmlformats.org/drawingml/2006/main">
            <a:off x="4940300" y="1733550"/>
            <a:ext cx="6502400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7FA6A-4AC5-4411-9E94-604FBF77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655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공식 화면 · Codex CLI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7169296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5B2DD-1DC3-4228-92E5-EB9BFBBF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OFFICIAL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86365-E4CA-438F-BCC8-81E16507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Claude Code · 같은 harness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68F19-6ED4-4ED9-9AE1-2FFC9621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2EE3B-16B4-4BDB-B8A5-1E12A56D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76F01-1120-4BF2-8866-04AB036E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E63F9-21B5-4A0C-8EFB-8967408C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2B495-1DF8-464A-BBE0-AD294A28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52717-3035-4A25-9741-D1D31C4E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터미널에서 repo와 도구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A1713-6A54-4792-A9B8-B28F6585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0CCFE-E434-40E1-AB52-A5B92076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CLAUDE.md 등 지속 문맥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91BAB-61B2-4DDB-BA6F-463B200E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784E7-B19A-49A1-B141-3BBC815A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권한과 명령을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A6003-3CC7-4B81-B904-39BCE709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E6388-5E04-4CF6-A36E-2478C3FB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Free 웹과 Code 접근을 구분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A8E78-425B-4530-B775-D77B2992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19250"/>
            <a:ext cx="67818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d0d63f21845a0"/>
          <a:stretch xmlns:a="http://schemas.openxmlformats.org/drawingml/2006/main"/>
        </p:blipFill>
        <p:spPr>
          <a:xfrm xmlns:a="http://schemas.openxmlformats.org/drawingml/2006/main">
            <a:off x="4942298" y="1733550"/>
            <a:ext cx="6498404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70002-C95E-4FEF-8C59-C3182CD6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655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공식 화면 · Claude Code terminal guide</a:t>
            </a:r>
          </a:p>
        </p:txBody>
      </p:sp>
    </p:spTree>
    <p:extLst>
      <p:ext uri="{BB962C8B-B14F-4D97-AF65-F5344CB8AC3E}">
        <p14:creationId xmlns:p14="http://schemas.microsoft.com/office/powerpoint/2010/main" val="210334248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17BF9A-1E39-4A30-8E0C-19407C56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726AD-C2C8-43A2-965F-2B16D112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Harness Engineering의 작업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0E1DB-F8B0-4D56-BBFF-50AEDC7A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824DA-BB01-4500-955C-1A1B4967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AD200-233F-49D3-BB9E-DF1B4EB3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050E2-B80B-4A2A-AC97-4E3BA552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2C93B-7152-45DE-86E7-EB272120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B25D8-076F-445F-8479-83A66A4C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E88AA-0D1D-46D1-B389-30B74688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16410-A6F0-4DB3-B2E6-4F902A72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0E89C-8C64-4B94-837B-3C14BE4A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99DB8-866B-4FDC-83C3-1772463D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CB0D8-5071-424E-BEE9-DE7B6DCF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SPEC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D303A-63D3-4046-825C-4D5C3D5D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완료 조건·금지 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C9C46-27A3-4F29-973C-DE934D96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97ACE-8C1D-4EC1-B550-25BF0B12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FD737-853E-4A58-B19A-A55C8E67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EBD84-79A6-4821-8AC1-8BE65C5F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관련 파일·현재 오류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0B6C9-9BD3-460E-BB6E-E14DF143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221ED-6335-470F-AEBC-F2E49D1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0803A-D0C8-4529-B8FF-69E7C873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A7175-E3E5-43A9-8A20-8480B197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작은 수정 단위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A2ADB-7A70-4E71-83F6-723AB3BB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817EE-98A1-4026-A785-504D7F87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640A20-0323-49CF-A6B9-63B68392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57303-12CC-43BA-964D-6D9B89CA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test·lint·실행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31230F-D02B-4795-81A4-4140042F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1160BE-120F-42CC-96DB-AAE39907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0F1C2-D9B6-455E-A325-E18924F0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E356C-0596-4D9F-AC3A-BD41AD03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diff·권한·복구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17FD70-4FC5-4838-BE9D-31A74F9E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좋은 prompt를 repo 규칙·script·test로 승격합니다.</a:t>
            </a:r>
          </a:p>
        </p:txBody>
      </p:sp>
    </p:spTree>
    <p:extLst>
      <p:ext uri="{BB962C8B-B14F-4D97-AF65-F5344CB8AC3E}">
        <p14:creationId xmlns:p14="http://schemas.microsoft.com/office/powerpoint/2010/main" val="23999950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0B0AA-8ADE-409C-AEE8-E9DE2224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5BD03-10ED-42C9-9C50-6F04699D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강사 라이브 데모 프롬프트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1AF04-2351-4329-9A6D-D2DDF864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C8C95-E842-4A9C-B64B-F44E408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3B3D8-36A2-445A-A496-70CF208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1A85A-F31E-44BB-877A-231CB950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9C1FD-3781-4D48-9987-6329A85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B379B-7296-4BFC-9380-7F9D3CA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한 번에 결과 하나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8F129-5012-40BA-97AD-58B7ED44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53BAC-F7C5-49A4-8372-98520E09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관련 파일을 명시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139BE-4C5B-4BAC-834C-93D1F387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C61A4-5B93-4B25-AFB4-6A3AB6F9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금지·완료 조건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641F2-C530-40EB-9EDE-642DD850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A5583-96D2-40E7-A09F-58CED3DD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검증 명령 요구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8845F-2338-446B-80F5-ECC5CD52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B8DCD-8709-4BBB-B4FF-686396FF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목표: 미등록 도구 호출 테스트를 추가한다.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현재: src/day1_agent.py, tests/test_day1_agent.py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제약: 표준 라이브러리만, 기존 동작 유지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완료: pytest 통과 + 변경 diff 설명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1) 관련 파일을 먼저 읽는다.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2) 최소 변경을 한다.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3) 테스트를 실행한다.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4) 실패하면 원인과 복구를 보고한다.</a:t>
            </a:r>
          </a:p>
        </p:txBody>
      </p:sp>
    </p:spTree>
    <p:extLst>
      <p:ext uri="{BB962C8B-B14F-4D97-AF65-F5344CB8AC3E}">
        <p14:creationId xmlns:p14="http://schemas.microsoft.com/office/powerpoint/2010/main" val="112897084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5F278-D9DB-47B3-A4DA-5F08D49D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D5615-68DA-4910-9103-293F4EF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12시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FAF9E-CC61-4DB5-BBE7-3E44C098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36611-F329-48A5-BA20-E90A1B6E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05D0A-6BC2-41CD-9DDA-884DAE66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12–13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C9657-598C-4BA3-B3C1-0ED900CA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EE092-07EE-4C70-8309-59250265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FF574-83F1-4B4B-9439-177CD1F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C98D4-640D-43DD-BABD-04F6D110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0AE6F-15ED-4848-8CC2-BA62A794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내 PC의 실행 Lane은 무엇인가?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58BF8-0E48-4C5A-8D26-02F84E5C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B6FD2-E24B-48CE-B198-61B2AD98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A4151-F094-47D2-9887-64E90115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필수 gate와 선택 gate는?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48866-E2B2-4534-A11C-10BC8BE4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DD75B-0DF3-431E-8B59-E1572117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56042-22C8-4CE3-8E97-A778687E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AI가 ‘완료’라고 말한 뒤 무엇을 볼까?</a:t>
            </a:r>
          </a:p>
        </p:txBody>
      </p:sp>
    </p:spTree>
    <p:extLst>
      <p:ext uri="{BB962C8B-B14F-4D97-AF65-F5344CB8AC3E}">
        <p14:creationId xmlns:p14="http://schemas.microsoft.com/office/powerpoint/2010/main" val="167572668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78DBD-EA9D-4EED-B366-A8B1DB2D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22F3E-83D4-4F44-915F-69A8074D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13:00–14:00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E061E-BFAB-4DC1-99F2-92287515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9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Safe Tool Loop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D8AFC-4A8D-4617-ADCE-9E00C0AF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정상 결과보다 실패를 다루는 코드가 Agent를 운영 가능하게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F4465-E02A-42BF-8672-BAD0D762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이 구간의 산출물을 먼저 확인하고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10500846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A933D-6BCF-4B87-B20F-0403F1F1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3853D-5690-4EC8-823D-073D699E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읽기 도구는 workspace 밖을 거절한다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3A95F-A9F2-458E-90A9-D5333EAD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0BE7C-85AC-4387-9FF3-06621F0A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0A989-F10B-4F0C-A192-E5B0859D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8F430-CBF0-4865-AA5D-CBF02E1F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1F056-DA2E-462A-A9ED-727A14FA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02043-E43E-45BB-A3CC-DDA2EA90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resolve 후 부모 관계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442E8-96D5-484F-B7E1-9D3ADD95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21209-580C-412E-B531-4F87A766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확장자 allowlist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841A1-663F-4DD1-B9C3-6C46F8E5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27BCF-0945-4C0C-AE73-82C9D709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UTF-8 공개 텍스트만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D2EC5-50EF-437E-8397-570F44C9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3D8CC-E75B-4BAD-A6A1-26E4019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범용 file tool을 만들지 않음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A0DF6-326A-4F0D-8913-A41ACFBA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E5A0C-8C29-4E30-BED8-6C8D29F1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candidate = (root / path).resolve()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    "workspace 밖의 파일은 읽을 수 없습니다."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if candidate.suffix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raise ToolValidationError("허용 형식 아님")</a:t>
            </a:r>
          </a:p>
        </p:txBody>
      </p:sp>
    </p:spTree>
    <p:extLst>
      <p:ext uri="{BB962C8B-B14F-4D97-AF65-F5344CB8AC3E}">
        <p14:creationId xmlns:p14="http://schemas.microsoft.com/office/powerpoint/2010/main" val="50749669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67EEFD-1059-451F-AD58-6A2EAAD3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A18A8-87CD-4E58-8E8A-01E47B7C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파일 오류와 정책 위반은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C8A7F-AC28-431A-8AF8-C699348E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F2E1B-9148-4E7A-A633-EC013F88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ED2CF-242D-48B1-BB9D-B8BB216E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BA89E-E9ED-4334-B8FF-8596DF58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2105F-B5A3-4CD1-9185-5BC3090A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NOT_FOUND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B2F9D-406D-4B44-ABE4-85B78F60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C2626"/>
                </a:solidFill>
                <a:latin typeface="Arial Unicode MS"/>
                <a:ea typeface="Arial Unicode MS"/>
                <a:cs typeface="Arial Unicode MS"/>
              </a:rPr>
              <a:t>POLICY_BLOCKED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ACB49-BB24-4BF2-97D7-F4691983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272A4-B813-49FD-8672-2E8BE4CF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AB1C8-B914-4CD4-B80B-70A5B3F4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허용된 위치·형식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CE994-E0DC-4AEA-9CF7-5CE00146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92705-83E5-4893-8803-971EDF72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대상 파일만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7E26C-CBED-48A2-83D5-C6DA7E9D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D193B-5AE1-4631-9F17-8D8C4F80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사용자에게 다시 선택 요청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CFD0A-A842-4F47-914F-9B869FF1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B6D0F-EC16-4000-909C-F9B5E95D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자동 재시도는 보통 무의미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1BCF9-C7FA-4D8A-B294-4C4B5E31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235B1-A0BB-4273-87CE-C7BDB584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workspace 이탈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0B8F1-3100-4577-BEB0-6DB14E76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BBC47-CF40-4E71-A9FA-699C57A9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허용하지 않은 형식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7A75E-4D61-4ED5-B464-3B51F0C0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5A6F9-FDE6-41E5-83ED-33DDAE9E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실행 자체를 금지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08764C-3673-421D-8862-5C4E5C52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E5E9B-9053-4ACE-B3EE-B5AAC51A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감사 로그·휴먼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D6D8F1-D7F1-4C70-9ABA-7360E401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같은 ‘실패’여도 다음 행동은 달라야 합니다.</a:t>
            </a:r>
          </a:p>
        </p:txBody>
      </p:sp>
    </p:spTree>
    <p:extLst>
      <p:ext uri="{BB962C8B-B14F-4D97-AF65-F5344CB8AC3E}">
        <p14:creationId xmlns:p14="http://schemas.microsoft.com/office/powerpoint/2010/main" val="66554278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366A2B-1611-4BF2-8944-086A9F5F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857E3-6827-43CF-ADEC-42A3E1F0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노트북 따라하기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EAC11-EFB5-4950-A2F3-A46498DD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873F1-DA34-423E-A791-678680E7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C6FA6-4C43-4FE4-BDFE-B0CBCBB9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53D53-CC09-4233-BF7B-341C3220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A3D4A-2218-45B7-A979-D2DDB926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FCD83-A5B5-4867-A606-D59CA22D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25B38-97EF-484D-BD5A-4385662B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6EE5B-3FCF-4460-9B1F-54E53870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CDFF6-220F-4E40-8F5B-059C6F6F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0061E-2A6B-4A93-86C6-3E19290F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72E2A-1E37-495B-BEA0-44F75F35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ROOT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D4863-3BCD-4C0E-8FF9-F23A603A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Python·OS·프로젝트 경로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52001-7EAE-4EF0-9C5D-4CDEE307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2BB5F-F1BC-423B-9263-C5A482C6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68C4E-DE72-4046-AC90-7C70EA65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ABD95-50F4-4E7E-9D1F-2ACD7093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한국어 회의 샘플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B0DFE-A079-4947-87F5-FE4C7C4D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4E37A-CFA9-474E-A410-BFE9C548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B2A25-29AE-4536-9AF1-3F290C2D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4287B-2F3C-4992-B458-E2DED074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schema·registry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515BF-571F-4CF3-93BC-EE23D665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F27EBA-C251-44D3-872D-83124485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9EAAAF-EF03-42CC-BAE0-5CA9A4FD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FAIL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05AB25-2633-4DB2-A91E-E8EBF561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의도적 오류 4건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414CE6-309F-4EE2-8BCB-AEB493D6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4D0C00-DC3E-40E1-84D8-D4FAE00B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DBD07-F255-45A0-8FB3-5650CCFD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PROVE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C0397-2080-4FE0-B378-7A090DFF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9 tests + Git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0587EC-B3F0-4722-8B59-E4B9CD62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각 셀의 출력이 다음 셀의 가정과 일치하는지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5227091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3D76B-C109-4F47-8551-38B23B0F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F3872-5A61-46F7-A3AF-8C269ABB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실습 4 · 실패를 일부러 실행한다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99D49-B64D-48F9-A692-5E371052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34424-E0D4-426D-809E-85C32732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E670D-9BED-4A2D-BE50-B1D0BFA2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31B19-BDC5-49E1-839E-5DE8B8A2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ECD9D-9C87-4C3C-BFFE-7DD0982A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00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7B494-8EA1-4E19-8203-441CA24F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7487A-51EB-4995-B948-B863CF90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rPr>
              <a:t>개인 → 짝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9DF7D-4451-4769-8C32-49900BA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막히면 먼저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오류 코드를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9F856-ACA4-4BAB-A65C-199C02D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621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AF48B-9121-41B5-8C2A-C052CF07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430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노트북의 정상 read 호출을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7AFC2-66BD-478E-8C17-F1EFFB6A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860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44324-6B1C-4B0B-BDA9-4F58E77D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66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미등록 도구와 누락 인자를 호출한다.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C3474-4D1B-4CD4-89C3-0724827A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A3707-6E60-43DC-B3A7-4885601A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908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경로 이탈과 파일 없음 결과를 비교한다.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10351-8BAA-456D-9D9E-FCA62CB4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338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F2A37-F684-4219-9C1A-8C47E03D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147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두 번째 동일 호출의 cached 값을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1BE8E-5869-41BD-85BE-DBF0E5F3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05400"/>
            <a:ext cx="8115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A25F4-2F84-4FE6-8FE2-8F2B3619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38750"/>
            <a:ext cx="765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오류 코드 4개 + cached=True 화면</a:t>
            </a:r>
          </a:p>
        </p:txBody>
      </p:sp>
    </p:spTree>
    <p:extLst>
      <p:ext uri="{BB962C8B-B14F-4D97-AF65-F5344CB8AC3E}">
        <p14:creationId xmlns:p14="http://schemas.microsoft.com/office/powerpoint/2010/main" val="63068676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DF53A-B8E6-4E29-B271-5B1D837F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7F8B2-769C-4989-9A2C-E2159CDD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9개 테스트가 정책을 고정한다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CFC0D-40FB-42D5-A624-374FC4BC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D30AE-CB7C-4CAB-A6F4-048D7467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3D466-7FDE-428C-9AB8-18E4E02E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3C9D3-158C-472E-A632-0EE3271C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86B11-674A-4293-9896-E7F9FC78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8B019-DA1E-4A49-9D57-101049BA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정상 1건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BEEB7-BA5A-43EF-9E95-3FF99D37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FB83D-8BC9-4822-B1C0-509829BC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validation 3건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80E0E-53AD-4719-BF58-AE988B79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90F37-7AF3-47E4-90BD-9B621C2B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보안·중복 2건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080EA-65B0-4230-9524-F0F71B63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DFDD6-A7D3-45BD-A6CB-873014AD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근거·HITL 3건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62151-1ADF-4F48-B060-70E32D37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FEBDF-6351-428E-BA42-DAF640DF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test_read_public_text_success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test_unknown_tool_is_blocked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test_missing_argument_is_normalized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test_extra_argument_is_blocked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test_path_traversal_is_blocked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test_duplicate_call_uses_cache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test_action_markers_keep_evidence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test_agent_marks_failure_for_human_review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test_summary_fixture_requires_approval</a:t>
            </a:r>
          </a:p>
        </p:txBody>
      </p:sp>
    </p:spTree>
    <p:extLst>
      <p:ext uri="{BB962C8B-B14F-4D97-AF65-F5344CB8AC3E}">
        <p14:creationId xmlns:p14="http://schemas.microsoft.com/office/powerpoint/2010/main" val="58983557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F5CDB-6814-489A-BD1C-21B0FBD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65E94-CB44-435E-8110-88CA0F93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Git checkpoint · 복구 가능한 속도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B4034-9E43-4BDF-AF1C-452F0559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0832E-1773-4F77-8846-FD8028AA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24C43-3869-4D1A-B86D-5E5F08BD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507D2-9EB8-45A2-BA30-6B48BDAD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CAF66-C350-44F4-B4CB-028D6F77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406CB-DDE6-4BED-B280-712DB82C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status로 범위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90673-6C3B-4DE0-8F8C-C6E65AB5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84019-073F-47CA-A394-64D8FD56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diff를 읽고 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04C10-E7FA-4AFE-A07B-730C7B8C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8BF79-52A5-4F47-821C-9217FF00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의미 있는 메시지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F9DD2-C999-4BBC-ABB1-7389ACDC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AE4D0-35B2-4460-9A7F-7D8F15BE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secret·.env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CF34B-74A5-4C93-AE1E-49CCA8DE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52D1E-9391-49B2-B79C-8B5B5EE4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commit은 복구 지점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AB3FD-6067-41E6-B088-05869BD6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FF0D0-3A61-490B-8566-339BCF90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git status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git diff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git add src/day1_agent.py tests/test_day1_agent.py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data/meeting_sample_ko.txt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materials/day1/01_agent_foundation.ipynb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git commit -m "feat: add safe day1 tool loop"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git log --oneline -5</a:t>
            </a:r>
          </a:p>
        </p:txBody>
      </p:sp>
    </p:spTree>
    <p:extLst>
      <p:ext uri="{BB962C8B-B14F-4D97-AF65-F5344CB8AC3E}">
        <p14:creationId xmlns:p14="http://schemas.microsoft.com/office/powerpoint/2010/main" val="30650884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CA230-40CC-4A9C-A350-24A0C2DA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A9174-F449-49CC-8BA5-2EBD6BB2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점심 전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DEBFE-C368-442E-9725-7C162CDB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40BAF-5125-4558-B509-07558665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735ED-EE0E-4DEE-AEB7-3354EDB5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1DCF8-E34C-40A3-B721-228DDC96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2181E-CA65-4EE6-A27E-E5FC101C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셋 중 하나라도 아니오라면 오후 첫 10분에 Recovery lane을 선택합니다.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62DFA-7A93-45AA-998D-C67DEB79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CFF9C-21B1-44D6-8666-A16A2820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2ABD3-75F7-4344-9760-CB7FA15F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노트북 Run All이 끝났는가?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0C900-21C3-4C06-9296-1B5BDAEE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A9029-9151-47B0-A3C5-58361448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8EFCF-C16C-4900-8E7A-92420A04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 tests가 통과했는가?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E8F44-C189-4454-A972-FDEFBF52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B312B-B116-401A-9B05-A18C2483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6A209-A0F4-4301-BF51-8F24C252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내 commit의 diff를 설명할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27658758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742A2-17FA-4AF7-9EE2-A94E4DAB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E229A-34C3-4B34-A7D2-9B1B7FF9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14:00–15:00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0A3FB-578B-434A-8143-6F0E7D40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9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LUNCH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74678-B1DC-4D9F-A8A4-722D54A0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오늘만 점심이 14:00–15:00입니다. 14:55까지 자리로 돌아옵니다.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BAEAE-B430-4E5E-AD28-C8903826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이 구간의 산출물을 먼저 확인하고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115752820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3008A-6E2A-42A9-A6FD-C2F1E9DF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2312F-AF5B-4263-A94E-358D772E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8BD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8BDF8"/>
                </a:solidFill>
                <a:latin typeface="Arial Unicode MS"/>
                <a:ea typeface="Arial Unicode MS"/>
                <a:cs typeface="Arial Unicode MS"/>
              </a:rPr>
              <a:t>15:00–16:00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6CAC7-170E-403B-843B-38613988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9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로컬 LLM Adapter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6B943-91D1-4DB4-81D5-B856EFE8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모델이 없어도 계약은 유지되고, 모델이 바뀌어도 코드는 흔들리지 않게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46183-DE0C-4FEE-BCA5-904BD86A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이 구간의 산출물을 먼저 확인하고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129869880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65098-3359-43E5-B812-17439A45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6A53C-A187-4B2E-A73E-4D74A6E7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Provider adapter가 감추는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FFF3C-BB72-413F-8D8A-D2E99B3D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20DD7-FE97-4A28-827F-D39352F6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6B844-1174-40C1-B9EE-D58DEE88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15–16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5BAED-BB2D-4ADD-8C2F-B4682C2F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0BB7F-4147-41A5-97A1-E11232F0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0E1B7-8A31-44E7-868E-3B9D706A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7FC20-8796-4900-99A1-18FD16AF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17E98-571D-4655-A92E-F47A043B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A7EFF-54E8-4884-8C8D-5D01C90C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DC2B8-1195-4F73-83CB-40F9F239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3BCE5-E64F-445D-BEF9-3AE4372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동일 prompt·schema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5DB67-CAEB-42DF-BA0F-95D8195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DE8A0-A9A8-4BB4-9A76-D615003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78C36-6751-4ADE-BA93-ED34EF96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ADAPTER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A8496-DD2A-4DC6-9157-59BBCA0A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URL·auth·payload 변환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F5FB8-3F90-413D-AAC3-080A3166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A46A4-9770-4BC4-9CA0-340C2298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171CB-3083-4AC9-9B08-4505C904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PROVIDER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928F8-8773-4A76-8A55-46C30E92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Ollama·cloud·mock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B4E6A-D221-4B4C-B5A9-A2982D26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71700"/>
            <a:ext cx="2586038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E238C3-5B7C-4A72-8691-4E345F6B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F6B26-2E16-4FCC-90E8-729DFC4B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838450"/>
            <a:ext cx="22050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8CF90-7E02-4679-8929-E94340C8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3390900"/>
            <a:ext cx="22050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공통 success/error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934E0-AAF1-4372-942D-AC83CA7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학생 필수 경로는 mock + fixture, 확장 경로는 Ollama입니다.</a:t>
            </a:r>
          </a:p>
        </p:txBody>
      </p:sp>
    </p:spTree>
    <p:extLst>
      <p:ext uri="{BB962C8B-B14F-4D97-AF65-F5344CB8AC3E}">
        <p14:creationId xmlns:p14="http://schemas.microsoft.com/office/powerpoint/2010/main" val="211658622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233DA-C72D-4C6C-BEA3-35FE372F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4E6F0-6F27-4EC4-AAC0-D1B9715B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표준 라이브러리로 Ollama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DF696-43BD-4A7E-88C4-FCF73A4D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10F51-D37A-49D6-983B-A500ECD6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9A4D6-440E-4100-B0CA-BDCE4E32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15–16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1B96A-AA07-4125-A3B4-81CD2193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46816-D3E7-4AB0-9963-788A983F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809B7-D579-4824-8F08-1B899EBD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API key 없음 · localhost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9DD77-A2B4-4E62-8F1F-EA761A28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5E9CB-FF08-489A-9E85-4988AC2D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timeout 필수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D9E7C-448A-47CE-A8DD-55ADAB7C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4A2F8-45C0-4BEE-96D5-3CEDD0ED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stream=False로 첫 실습 단순화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CE6C9-72AE-4264-B054-F711B1AE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A940C-CB4F-4675-BDB2-6029E949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연결 실패도 예상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24CD2-AC5C-4AAC-AB22-39E25F3A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CF186-D50A-4161-8771-31C82658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POST http://localhost:11434/api/generate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return {"ok": True, "data": response}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except URLError: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        "error_code": "OLLAMA_UNAVAILABLE"}</a:t>
            </a:r>
          </a:p>
        </p:txBody>
      </p:sp>
    </p:spTree>
    <p:extLst>
      <p:ext uri="{BB962C8B-B14F-4D97-AF65-F5344CB8AC3E}">
        <p14:creationId xmlns:p14="http://schemas.microsoft.com/office/powerpoint/2010/main" val="152554926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4EFDF5-316D-432D-9F3A-CD382EEB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20CC0-3CA0-4145-90ED-7B68D0DA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로컬 모델 실패를 빨리 분류한다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5D38B-4DE3-4DD2-BD26-4509974E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EE69E-830C-435E-9873-333E096E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952E5-C741-488B-BF7D-C598AA67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15–16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30989-FBE0-4328-88F3-6EA11405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3FCE2-B59A-44D6-90F2-73F206CC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3063B-E437-45FD-ACA5-BE910547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증상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2BD62-4B75-4840-885C-4CC5AA88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954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21F51-C01C-4C60-8E4D-528A26BF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가능 원인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4D0AC-F678-4C34-9DB0-B0858846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954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084C8-E033-4521-B817-97D1A0C0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097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10C71-EE38-4C5E-8D98-B09BC2E2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3733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C6CBE-0010-48BF-81EF-11E5A4F7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대체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01A03-478A-45D4-91C9-FA18A17E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8CB59-718B-45A5-8089-85BF6371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Connection refused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171A1-7DC9-45A2-BC35-298440DA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0C76F-0E7B-457A-9E8E-D819640B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860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서버 미실행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7118A-A61F-41FC-B1CC-5E98A5B9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907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A8E98-61A1-4239-90C5-B6C8C24A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860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ollama 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26A08-B323-4BFF-B74F-26A609EC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3733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55F75-C39A-4C9A-9640-C0F596B8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8600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mock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47B9A-3DB2-41A7-8A28-34FC962A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44242-60D1-45AE-B731-76946D39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model not found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AB7A2-D822-431B-A400-E5AC7B44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1940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7254DC-1E7D-4D67-B7FF-BCB1E067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146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모델 미다운로드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158709-A86D-401C-9E7C-FE694C05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194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FAF4F-3DE9-4642-8876-C6C2921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146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ollama pull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977FF-04CC-4E52-A981-BD3C3072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3733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4E474F-E93F-4FDA-8791-86241D23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더 작은 모델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4A6902-1EFB-4280-B42F-9B84CEF3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F3F847-3C6E-460E-9D1A-D7422141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매우 느림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E23F63-3EE1-43EB-B0B8-7BA11C49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FB45E0-289F-4A55-966D-A1A0DA68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433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CPU·메모리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713BC4-D8B9-4F56-BF63-A2046BD2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480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9F8939-DC25-4E8C-969D-5E9DEF93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433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ollama 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4E2900-64AD-4326-B6EE-B6AF318B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3733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959CD1-3AF0-4524-AF8D-D680D91C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4330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짧은 입력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558374-0B2F-49F8-BE3B-4CBC302A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AFC855-D28E-440B-A697-200AD7F8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JSON 깨짐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DE93F8-4DE4-4B5F-8CCC-1079DBDE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7670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394A86-983A-4B53-B50C-CAFE32C5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719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작은 모델·prompt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951FD1-D7CB-4958-AB3B-A5074170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767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C35934-33C5-4825-BD0F-77C8A593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719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raw response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1EA207-0FA2-4E48-9A21-07161651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76700"/>
            <a:ext cx="3733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B14F17-CFD8-482D-AB3C-471C9AE3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validator+repair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64029F-540B-4980-A934-1EF09C03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DF952A-1B70-49E3-8016-A1A420F8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반복 출력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02F0DA-0495-4F31-A326-1A911630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0535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0E17B6-D421-43B8-A6B7-EA32B9CD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006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context·sampling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F9CF3A-1BDE-406A-9337-5D355EF5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053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EF9CB0-C49E-4756-BF30-850EE73E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006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입력 길이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6DDD0B-8426-409A-8E12-61E1A1F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05350"/>
            <a:ext cx="3733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AB00C1-9522-4CAE-9710-14C3425B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0060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chunk·stop</a:t>
            </a:r>
          </a:p>
        </p:txBody>
      </p:sp>
    </p:spTree>
    <p:extLst>
      <p:ext uri="{BB962C8B-B14F-4D97-AF65-F5344CB8AC3E}">
        <p14:creationId xmlns:p14="http://schemas.microsoft.com/office/powerpoint/2010/main" val="734940189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F58EF-9E9D-475A-8071-FFE150C3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FAA3A-7A7F-4A65-92C5-0B829555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구조화 출력은 validator가 완성한다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975DC-2E98-4CFF-976E-BF8C88F6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E419A-4136-4D68-9C49-2EE16F63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AB469-55C7-4CB8-9A5E-7435977E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15–16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F71DC-33EE-4DC0-951E-B2F4D9A4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8DC00-769F-4913-BE16-0B3C41F1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897FD-D37D-4A3E-986C-79D9112B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생성 → parse → validate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E923F-1871-4F66-B070-3FB2653C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42DDA-EDAE-4221-B01C-5CE6AEFE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근거 누락 검사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889E4-0414-48D7-9257-D04BC0EA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EEEDE-2CC4-4F02-BE9C-3EC83E59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confidence는 정책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54847-E81C-4E02-87D9-D661EEA4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5B699-F1E9-434A-8659-C221D943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자동 발행 상태가 아님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8A624-C43E-4D91-9C44-79442B0D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1E97F-E9C0-42FE-AF79-19DCFA9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draft = model(prompt)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parsed = parse_json(draft)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validated = MeetingResult(**parsed)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if missing_evidence(validated):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return NEEDS_REVIEW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if validated.confidence &lt; 0.85: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  return NEEDS_REVIEW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return DRAFT_READY</a:t>
            </a:r>
          </a:p>
        </p:txBody>
      </p:sp>
    </p:spTree>
    <p:extLst>
      <p:ext uri="{BB962C8B-B14F-4D97-AF65-F5344CB8AC3E}">
        <p14:creationId xmlns:p14="http://schemas.microsoft.com/office/powerpoint/2010/main" val="41719957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EC8FB-9286-4DF4-A09D-FB09BE6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6E57E-3DAC-4942-80A9-56AE849E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실습 5 · Ollama 또는 Mock으로 같은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2267A-8F19-4351-8317-BE9A3B72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7166F-7954-41D6-B275-9F0D5875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DBF0F-95BE-42F8-BFB4-702B4BFE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15–16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6D2AD-890B-4AAC-9D78-7484D9C1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D18FA-0A76-4E07-BC6C-7BDCEAD0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00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56FEC-D65F-4AB9-BDCA-7AB0CE4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36265-B483-4C53-A207-A910388A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rPr>
              <a:t>개인 → 짝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5F943-C85A-4EB1-A899-56C1A04C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막히면 먼저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오류 코드를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CBB37-143E-4CCE-9F81-560D11AB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621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855F0-BEDE-4A1E-8BE7-79EBB794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430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선택 셀에서 로컬 호출을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833EA-A950-4374-A997-4AE99615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860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C8BC8-2D10-47AC-8E31-BBCB4CAF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66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성공이면 response, 실패면 error_code를 기록한다.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9F33B-F376-4365-9417-6906A4A1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B6F70-1415-48B3-9163-D74994CE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908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MeetingResult fixture의 필수 필드를 확인한다.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8670C-9C19-423F-A34C-D03B25C3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338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AD78B-50CA-4540-96ED-F7293001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147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provider를 바꿔도 downstream이 유지되는 이유를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56A6B-B985-46D1-A6F6-0F7D6173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05400"/>
            <a:ext cx="8115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433B4-44E0-4B67-915A-328E8DA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38750"/>
            <a:ext cx="765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성공/실패 result 1개 + contract 설명 2문장</a:t>
            </a:r>
          </a:p>
        </p:txBody>
      </p:sp>
    </p:spTree>
    <p:extLst>
      <p:ext uri="{BB962C8B-B14F-4D97-AF65-F5344CB8AC3E}">
        <p14:creationId xmlns:p14="http://schemas.microsoft.com/office/powerpoint/2010/main" val="173283626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C07B5-50AA-42F3-94C0-1F5920E5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0213E-E627-4202-8DA0-74842B27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15시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54064-A776-40F3-A41F-810371C9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D519E-793E-4FAF-8C74-5C83F5E5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7D5B6-19FB-404A-BB4C-644BDEC7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15–16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AD85D-A0D3-4131-8A92-6DFB689C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59F5F-F6A8-4423-A056-A9FAE65F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0AA21-B963-4C60-B279-00747AE9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87C59-7F1B-42D9-A04E-85AC340C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552DA-E91B-4B52-825B-048737FA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Provider adapter가 필요한 이유는?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3BE20-EED3-4C9E-8DAA-F5543F3D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52C26-0E75-4AFF-9CE9-75590BBD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9B279-88FC-4573-B205-D0637B73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연결 실패를 traceback 대신 무엇으로 반환했나?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761CA-BA34-441B-815C-A01BB3E7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B1C57-1DFB-472C-B5A5-CB6F71C4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DEE7F-A8CB-4B37-9AFE-41741A85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구조화 출력 검증은 누가 하는가?</a:t>
            </a:r>
          </a:p>
        </p:txBody>
      </p:sp>
    </p:spTree>
    <p:extLst>
      <p:ext uri="{BB962C8B-B14F-4D97-AF65-F5344CB8AC3E}">
        <p14:creationId xmlns:p14="http://schemas.microsoft.com/office/powerpoint/2010/main" val="64723934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D34AF-21C7-4622-A4E0-3F9F1303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5337A-5830-4DF2-B4F1-A2981CC5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16:00–17:00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2117A-66D6-48FA-B758-036D1499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9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Agent Loop의 제어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91405-97B5-473B-B9C8-88E2BC9F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재시도·중복 방지·Human Approval을 state에 넣습니다.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C97B0-40F5-4114-A863-3880F104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이 구간의 산출물을 먼저 확인하고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4981056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3716E-79DC-464A-846F-F6D1E1C2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23611-CB5E-4F54-8A2F-9B79CF70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State는 다음 행동의 근거다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01294-F861-43BB-840B-52BFF6AD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25789-4318-4C23-B345-2C72BE8D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C990C-E9F5-4721-B504-BA6070AE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16–17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9F44C-F7FF-41AB-B30F-58231C3C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65C88-54B0-4404-BA3F-51298EE3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65872-39DD-4314-AE49-46B7B6DB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요청 식별자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5EE6F-E987-45EC-88A7-66251F5D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18D87-320D-4050-AACE-9A528885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현재 step과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91861-A0CA-4E53-B0BD-4D12DBEC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F4817-B0E5-424B-A840-EE1D4D75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중간 산출물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EFE70-E5D4-4C10-A8E1-25E3F917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A36A9-DFCF-4065-8453-E3E680EB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오류·재시도 횟수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5B1C2-AC4F-4235-BB8C-8583AC34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4C488-A153-4C93-9D92-CC2F3D19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사람의 승인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3D800-7B84-4202-89A1-2812205B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6294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704F2-99C0-4064-AD74-037C9863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1150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state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"request_id": "...",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"step": 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"input": {...},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"draft": {...},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"errors": [],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"retry_count": 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"approval":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  "status": "NEEDS_REVIEW"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E5E7EB"/>
                </a:solidFill>
                <a:latin typeface="Arial Unicode MS"/>
                <a:ea typeface="Arial Unicode MS"/>
                <a:cs typeface="Arial Unicode M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253775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9AF40-E6EE-44A1-ABDC-ED1CF5A0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BAD16-DB82-481E-A5BB-1C9969AE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Retry와 Idempotency는 한 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6CFFF-05F4-4DAC-B962-9AFCF9CF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8F62D-AFAC-4A5D-8581-B7478BF8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7D45C-0A06-4CE9-ADB1-6B81CCC9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16–17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24582-835E-4732-84EB-19BC6309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D6209-4928-4DDB-863B-3E862451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97706"/>
                </a:solidFill>
                <a:latin typeface="Arial Unicode MS"/>
                <a:ea typeface="Arial Unicode MS"/>
                <a:cs typeface="Arial Unicode MS"/>
              </a:rPr>
              <a:t>Retry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5316C-B8E6-4738-840F-D64CF84A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Idempotency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BC8DB-8B3D-4EDE-ABD6-36245E38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55E9A-89E6-4B98-BE03-D4D2E4DC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9BBE4-EF3D-4493-8573-D02EF8DF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일시적 실패에만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6D230-F8E1-48D5-BCB3-E542BC5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CBC47-103A-4391-80A6-EDAA016C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최대 횟수·backoff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3FFF5-6678-424B-BC30-242DC8F6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734A7-AACC-442C-8F9E-A3AF1BDE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동일 입력을 다시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42B04-B44D-4C48-9E77-6E362485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84086-3B31-4583-8EEA-D6C10ED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계속 실패하면 중단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A1858-1B18-4E4A-9954-1BD1F211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0B983-B4BC-4FC6-87AF-F7F391E6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call_id/request_id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EDA8E-1F40-419C-9E23-97B531F8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3F7CC-7B56-4EF6-825C-2F9A30C2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같은 외부 쓰기 중복 방지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67E0C-6888-4CF5-BBB4-F618652D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5331F-877E-4D20-80C3-576A99CC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성공 결과 cache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F4F06-BEB6-49DE-9E94-A2FEB64E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B2122-1681-4842-A9E5-EE06870F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승인 후 재개에도 동일 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F88FE8-DB4C-4483-9156-4EAE0B35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재시도 전에 ‘두 번 실행되어도 안전한가?’를 묻습니다.</a:t>
            </a:r>
          </a:p>
        </p:txBody>
      </p:sp>
    </p:spTree>
    <p:extLst>
      <p:ext uri="{BB962C8B-B14F-4D97-AF65-F5344CB8AC3E}">
        <p14:creationId xmlns:p14="http://schemas.microsoft.com/office/powerpoint/2010/main" val="105312243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3D002-A4B2-49A1-83C9-F72D3B40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CE3BF-AD84-454F-8999-2930FD5B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Human-in-the-loop의 세 가지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AA0E7-9626-4D25-927C-E1A8F9B6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2F43C-31E7-44AD-B37B-00C95F4C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37CC9-9F3C-4933-8AAE-092530C5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16–17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BF18C-7520-4F8C-8F03-8F8066EC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15B90-0AA8-4B1D-B2C4-6C95D4B9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A15F2-8FA2-47EE-9001-4B3FAFB2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B748E-48EC-4136-A860-D42CC954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3505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40B53-CE2B-4E03-BBFF-52DCDD10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CB60A-8F41-4C5B-9840-CA60072C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312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APPROVE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B230A-F5D0-482B-9447-1F072FF2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현재 초안으로 진행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55B00-C865-41DF-8D67-437DA72C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3505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C44D7-5555-4F2E-A612-F282AF1E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36304-A884-41A9-8F98-95FEB78B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38450"/>
            <a:ext cx="312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EDIT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72D65-6381-46FA-8EE9-01195A99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수정된 payload로 진행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62C74-E6F0-49F8-82FF-55FE2CC6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3505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367A7-B851-4333-9DA6-31A03565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7F1A5-E174-41D6-84F6-F377C61E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38450"/>
            <a:ext cx="312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AA0C6-DB14-4CB2-B790-742EA01C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이유와 함께 종료·재계획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BB9E5-66DA-4DE3-9EBE-7B1DD9C8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승인은 버튼이 아니라 누가·언제·무엇을 봤는지 남기는 event입니다.</a:t>
            </a:r>
          </a:p>
        </p:txBody>
      </p:sp>
    </p:spTree>
    <p:extLst>
      <p:ext uri="{BB962C8B-B14F-4D97-AF65-F5344CB8AC3E}">
        <p14:creationId xmlns:p14="http://schemas.microsoft.com/office/powerpoint/2010/main" val="146684821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2239E5-F780-4CE5-B919-64020E65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B27EF-A104-414D-A8F6-70385BB5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실습 6 · Human Reviewer 역할극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A0DB4-892D-4E4B-AD59-4B59684C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6FABC-B806-4159-AA05-4E1DA323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AF06B-3596-4F6A-AFB6-BC3D7F69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16–17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7EBBF-5A71-4F2A-AD2A-30F03A33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179ED-48D5-4184-9899-0F40033B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00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6BA8C-2DE5-48BE-8FFB-F09CC0FE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18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4AD8D-ECE8-41B6-BF2C-AE334F02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DBEAFE"/>
                </a:solidFill>
                <a:latin typeface="Arial Unicode MS"/>
                <a:ea typeface="Arial Unicode MS"/>
                <a:cs typeface="Arial Unicode MS"/>
              </a:rPr>
              <a:t>개인 → 짝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2CFDC-BCCD-4960-85A2-CC5EFC11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막히면 먼저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오류 코드를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1CB7E-E79A-4AE6-AFFE-74CA8F35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621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3A4AF-E800-42E7-96FD-25D63FFD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430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A는 Agent, B는 Reviewer 역할을 맡는다.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A9B2E-D5C4-4B71-AB0A-92F6B29D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860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FAA77-00D3-4E3E-9B24-D1A3472D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66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초안과 원문 evidence를 나란히 본다.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2E758-97B0-4B02-99B3-AB1F3E13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38548-6904-4EB1-81B4-89CEB48B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908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승인·수정·거절 중 하나와 이유를 남긴다.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761C3-7806-4854-ADA3-A923992C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338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81530-6A04-452D-9C35-7BD90497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147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역할을 바꾸고 낮은 confidence 사례를 반복한다.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E6780-FFC2-446E-86AB-75BD0F9E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05400"/>
            <a:ext cx="8115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1940B-C400-468F-A2B4-9336A1F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38750"/>
            <a:ext cx="765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65F46"/>
                </a:solidFill>
                <a:latin typeface="Arial Unicode MS"/>
                <a:ea typeface="Arial Unicode MS"/>
                <a:cs typeface="Arial Unicode MS"/>
              </a:rPr>
              <a:t>완료 증거  |  review event 2건 + 거절 사유 1개</a:t>
            </a:r>
          </a:p>
        </p:txBody>
      </p:sp>
    </p:spTree>
    <p:extLst>
      <p:ext uri="{BB962C8B-B14F-4D97-AF65-F5344CB8AC3E}">
        <p14:creationId xmlns:p14="http://schemas.microsoft.com/office/powerpoint/2010/main" val="765446536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9D4F6-C059-4E40-84B7-821439BE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AEF38-0687-4E48-B4DC-95541564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16시 체크포인트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3B3D1-84E3-4875-B9D4-EBD9FD19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BFE45-B622-4EFD-BF6C-A279EA6B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26F84-75BD-4C3C-8255-9B391499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16–17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8B90F-E3D4-441A-9311-E463ABA3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9277A-6699-44D8-BD37-0205BBAA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5ABED-F12D-4BCF-A880-E700A87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E4129-9793-4F13-BEE4-9BCAE012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63471-D48E-4D69-AC09-6FA3A9C2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State와 chat history는 어떻게 다른가?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49850-123B-4EBF-9B49-7588A125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553D7-0086-480D-9965-3A931EB2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E264D-DD57-4718-9655-1D5FCBE5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Retry 전에 확인할 것은?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8EF21-9213-4FF6-B9CF-46519D1A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2F794-4FF4-487B-AC1D-99F5562B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AAC8E-3F17-4E84-AC5C-7EA844F9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승인 event에 어떤 증거가 남아야 하나?</a:t>
            </a:r>
          </a:p>
        </p:txBody>
      </p:sp>
    </p:spTree>
    <p:extLst>
      <p:ext uri="{BB962C8B-B14F-4D97-AF65-F5344CB8AC3E}">
        <p14:creationId xmlns:p14="http://schemas.microsoft.com/office/powerpoint/2010/main" val="1370839381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498E8-FBA2-4381-AC95-2B81CA73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F5F4F-472E-442E-8B8F-35DC88DD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17:00–18:00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E9662-E86C-44C6-A6B8-BEF156BE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9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40H 전체로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BD7E2-9B70-4110-846E-528BCD5B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CBD5E1"/>
                </a:solidFill>
                <a:latin typeface="Arial Unicode MS"/>
                <a:ea typeface="Arial Unicode MS"/>
                <a:cs typeface="Arial Unicode MS"/>
              </a:rPr>
              <a:t>LangChain · LangGraph · LangSmith · STT의 자리를 정확히 구분합니다.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4DD9F-2BE2-49A1-BE1C-03FBAAEE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이 구간의 산출물을 먼저 확인하고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81788047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B72D5A-DE9C-4101-9EF7-A5CE74E2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F9761-3391-424B-8327-018873CD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세 프레임워크의 역할을 섞지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B7113-9721-4EB0-BCA7-F88F6973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D74F7-A896-45C0-8220-CB897E9E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AD984-C970-44CA-9A10-DFC152F6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16F99-D928-45C5-8FD2-AD98BB58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DB1AD-E8AA-4473-9216-15EA7622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ECF5E-0E8C-4013-933C-40AAF6C8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도구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50D45-57E5-4BD6-B9E3-AAD55841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954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B467F-CF99-4DCD-8CF3-45172DBE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주 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433EE-A72E-4087-950B-4EC2A868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516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372CB-2EE1-497D-9413-D6036509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우리 프로젝트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9985F-608D-4089-A987-BA8E3637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384D2-1B52-46CF-BBF2-2690D6CC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828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1499C-9B73-48A6-89C0-68DBB7EA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90750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2F3BF-3FF4-4874-8131-5EED7812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3448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model·prompt·tool 조합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DC59A-1D35-496D-A1C6-1B5F65CC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516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5B5E9-E695-4C95-B19F-90444D74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4895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structured output·tool binding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8615A-769E-4DDD-B9C9-C92747E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8EB692-5A1E-4F63-9F08-4AB6ACF5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828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LangGraph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7ABE7-8DCA-47C7-B6AE-310ABDCC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57550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ECBA0-CA52-469D-AA9F-7D4E7A77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52800"/>
            <a:ext cx="3448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state·branch·checkpoint·interrupt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20652-BAE7-424E-A86A-49ED2CC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516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E8160B-E180-4403-8AFA-1A6E3AA7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4895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retry·HITL·재개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6FE95-E8D0-4A1E-967A-3D982806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94E0B-7DEB-41C1-A66A-063CF965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828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LangSmith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1CB8C9-C134-4236-BA2B-C6197DAE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24350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5B7706-1E58-4BF9-95E8-E54D75A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19600"/>
            <a:ext cx="3448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trace·dataset·evaluation·feedback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966148-0CCB-42E4-99A7-73F62940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516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2E0666-7C28-4E3E-8B53-DDF38D5D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19600"/>
            <a:ext cx="4895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node 관측·품질 회귀</a:t>
            </a:r>
          </a:p>
        </p:txBody>
      </p:sp>
    </p:spTree>
    <p:extLst>
      <p:ext uri="{BB962C8B-B14F-4D97-AF65-F5344CB8AC3E}">
        <p14:creationId xmlns:p14="http://schemas.microsoft.com/office/powerpoint/2010/main" val="158594342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4E7D8E-CE8E-45A4-8099-3D49A022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C991E-A40B-4EA4-A4D0-DA2ED96A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LangGraph에서 Human Approval이 멈추는 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9D179-F3F9-48A8-9F93-F27E30D1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54400-3A63-4E45-987E-3C991750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04283-E2A2-46E5-BC15-EB067C98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AC796-602C-4456-87A7-39469F23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AD617-BACA-4C32-8F7D-A7C15F55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5F02D-B390-432D-A842-1CD1AEDA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F90AD-7519-4CD1-B9F7-AE696E29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5FAE6-590B-4851-90F4-1EF54949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952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0639B-41DF-4953-92A4-0E67B788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0E1D1-A483-4962-BD35-C3272355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F24BA-29DB-410B-9D34-BE3B52E6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TRANSCRIBE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DDB61-6972-4B3D-8AD4-23C9A8F6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음성 → transcript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3C135-F9B8-4F05-A38A-60331C32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B9FEA-07DE-4707-9855-68EC0192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FB19A-A5ED-49D8-B3DB-E8A77637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SUMMARIZE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96C37-50EC-4793-B97A-116918CB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구조화 초안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E79A1-F62C-41B4-964B-18B290FC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86E13-80FA-487E-85CE-F4AAD432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13244-EDEA-496E-8611-47488702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7BD5B-A404-48F4-9A4A-E6A2EB34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근거·schema·risk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55723-4462-4AE5-BABD-8940E1BA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D6140-5AE2-4B2A-A5E7-3354BEA1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0075B1-5A3D-4AF3-81BE-68B81E16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INTERRUPT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6D8CE-EA23-46C4-B774-0DC2CB03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approve/edit/reject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74D38-3BEA-4413-8FFE-201E3AF0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2171700"/>
            <a:ext cx="203454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5E72DA-414C-45AD-9C47-B9E5FBB9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A354A-F832-4417-B016-D206D8DD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838450"/>
            <a:ext cx="16535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PUBLISH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7311BB-3113-495D-ABC7-C40945CA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3390900"/>
            <a:ext cx="16535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승인된 결과만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597414-1FED-4162-958C-CCF83C4E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Checkpointer + thread_id가 있어야 같은 실행을 안전하게 재개합니다.</a:t>
            </a:r>
          </a:p>
        </p:txBody>
      </p:sp>
    </p:spTree>
    <p:extLst>
      <p:ext uri="{BB962C8B-B14F-4D97-AF65-F5344CB8AC3E}">
        <p14:creationId xmlns:p14="http://schemas.microsoft.com/office/powerpoint/2010/main" val="517153825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231F0-8723-4DC9-B101-5D211A19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OFFICIAL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41AA4-2538-4426-A000-C189E7BB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LangSmith 관측 항목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CE1EA-DEC2-4B47-8D6F-636C8E82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E7D45-FA03-45A3-B065-06D39CB9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DB5E0-ECF8-4B6C-ABC7-6300EEAD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9CAB3-B157-434C-AA19-B875DCD8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8F9EF-A326-4D97-A225-9AE07B31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EC1F9-AB19-4DFB-B8AE-C00841B3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node별 input/output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93195-BB39-45B7-A31B-CF63AAC1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6BE97-D415-4DAC-93EE-8719FA3C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latency·token·error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0DD12-4E94-46F6-A64F-6F3AE32C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84351-76B8-4D39-AF24-996C4B96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prompt·model·dataset 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7AD35-F0C3-49BE-83C6-0143A0BD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12C06-5C57-4977-9800-2FBA3E80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사람의 approve/edit/reject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3C6D2-0384-4958-AF91-CCC862BF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19250"/>
            <a:ext cx="67818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407c2cf9d4b56"/>
          <a:stretch xmlns:a="http://schemas.openxmlformats.org/drawingml/2006/main"/>
        </p:blipFill>
        <p:spPr>
          <a:xfrm xmlns:a="http://schemas.openxmlformats.org/drawingml/2006/main">
            <a:off x="4942298" y="1733550"/>
            <a:ext cx="6498404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D965D-4E8E-41E6-8A84-5074433D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655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공식 화면 · LangSmith observability</a:t>
            </a:r>
          </a:p>
        </p:txBody>
      </p:sp>
    </p:spTree>
    <p:extLst>
      <p:ext uri="{BB962C8B-B14F-4D97-AF65-F5344CB8AC3E}">
        <p14:creationId xmlns:p14="http://schemas.microsoft.com/office/powerpoint/2010/main" val="381090287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D05B0E-C041-44B1-82A8-341EFA0F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AAAC3-E5F8-496E-92C6-FE29225A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LangSmith 모니터링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6D5BF-FCAB-4C72-9CEB-E3C441FE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30032-A86A-4EA4-BCB6-F3374049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B44A1-2CB5-4487-B532-5919CB04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222F0-079F-41FB-B2AC-6E2A9FB8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4A33F-B44A-4AC1-9EF1-9A616C06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724F4-69C7-48D9-AA5B-2E6B5D92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관측 대상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A3495-B0FD-4AD2-B83F-9EE886B1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81C57-2C49-4D93-B8E1-CCD41B74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0975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필드·지표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A88E4-444D-48A1-97DC-B5BFFF08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516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FCA32-C2F2-4BA1-A948-E66F1DD4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알림/판정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BD4D0-6AE6-4720-9761-58158862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14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3012B-7286-40E6-906D-AB28C0EF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447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CF5A6-E7EF-4317-BC65-FDAD9914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90750"/>
            <a:ext cx="4095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62E82-3344-4B7B-925B-6E1BE289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86000"/>
            <a:ext cx="3829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duration·language·empty ratio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C1B9E-C9CD-488D-AC31-21C20716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5162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92CD2-10D3-497B-8077-D2A7F661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4895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무음/전사 실패 →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990DB-A2AD-4CB8-B00D-85A35123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714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A71F9-9A95-4941-817E-AC7976E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447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25C33-78EC-4A94-AFCA-794B28C9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33675"/>
            <a:ext cx="4095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D9C5A-7B86-4DF7-8AE5-EB0A82DA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28925"/>
            <a:ext cx="3829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schema pass·evidence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E2D2D-673C-4676-8C89-A7A9B064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33675"/>
            <a:ext cx="5162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3AFCE1-1EDA-4226-942E-F3002C9D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28925"/>
            <a:ext cx="4895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파싱 2회 실패 → stop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182D0-8177-4AFA-A71A-1FC71E25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714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D33E7-F656-4EE0-8F74-1A1105A7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447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Tool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0A6627-24A3-4C82-A98D-56C8A9CF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76600"/>
            <a:ext cx="4095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26120-7FD1-4D0B-AEF4-9039EE8F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3829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name·latency·error_code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AC7790-CAA5-4FDF-AF68-1530C37A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5162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BE4F33-30F0-4217-9458-BF9A611F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4895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policy blocked → no retry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6B6BF9-8F13-4D5B-9D9C-7963B982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714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7833BC-AFA1-4524-8E3E-FF2796A2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447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Graph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383CDB-DD98-454E-A0E5-849E63C5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19525"/>
            <a:ext cx="4095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8B4113-BC57-411C-ABB1-79BAC0F2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14775"/>
            <a:ext cx="3829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node·retry·status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CDF7BB-4FCC-49E5-BAAE-429D8392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9525"/>
            <a:ext cx="5162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6A36D4-10FD-4910-BC83-17CDFDD8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14775"/>
            <a:ext cx="4895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max step → terminate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FDFE24-80C3-4C61-B842-7CB3DA53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714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28BC32-B5D0-489A-9C18-4A922BEB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447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Human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E56D8D-5B18-4261-B6E6-4093D1BA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62450"/>
            <a:ext cx="4095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A26A43-DBCB-45D6-8D1B-EBE664CD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3829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decision·edit distance·reason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67135A-B3C2-4857-AD1E-64E7DEDC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5162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51D18C-C261-46C8-B563-AA2FC245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4895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반복 수정 → dataset 추가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2A029B-B463-40FE-B114-312FB30B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714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F16617-D907-4FA6-8FF1-B674D030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447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Release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7524CC-09FF-4026-B859-6A447408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05375"/>
            <a:ext cx="4095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C642E6-4C7A-41AD-91E2-8E858CAA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00625"/>
            <a:ext cx="3829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dataset score·failure rate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3937E3-1226-44A0-8525-6796DFAD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05375"/>
            <a:ext cx="5162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15F8E6-6713-43F6-AF19-5C86F6AB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00625"/>
            <a:ext cx="4895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baseline 하락 → 배포 보류</a:t>
            </a:r>
          </a:p>
        </p:txBody>
      </p:sp>
    </p:spTree>
    <p:extLst>
      <p:ext uri="{BB962C8B-B14F-4D97-AF65-F5344CB8AC3E}">
        <p14:creationId xmlns:p14="http://schemas.microsoft.com/office/powerpoint/2010/main" val="609390936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16E5DB-E88B-427C-BCFE-8AF21959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5B368-BA43-4A66-AC5C-94C17CA6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STT는 현대적 환경과 로컬 원리를 함께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F1994-F14A-4DD1-8360-671CDFAF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94490-84CD-4B87-BC0D-A15C707A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3B153-A62A-4083-9E2A-5E31D41E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2436C-2F2B-45A4-A2B0-8C93ED1B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896A5-39B2-4E0C-94E4-7A154C3F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실무의 managed 경험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8B0EE-47B0-4B59-8D5F-DEBB0421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59669"/>
                </a:solidFill>
                <a:latin typeface="Arial Unicode MS"/>
                <a:ea typeface="Arial Unicode MS"/>
                <a:cs typeface="Arial Unicode MS"/>
              </a:rPr>
              <a:t>수업의 local 최소 실습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45B40-32ED-48B5-9D9B-B3DB692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1CA64-A051-407A-BDBD-4702A394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BA08F-45C0-4DD7-94BE-CE6BAA29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Google Meet 등에서 전사·요약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152D6-A110-4CFC-B7D2-6A4FFCAB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85E37-0822-4E29-9E86-74CE94BD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회의 도구 안에서 빠른 활용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F5801-E69C-40F8-BD94-2F678DBC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30051-E641-4234-B170-159CE047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계정·구독·관리자 설정 의존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2F00B-A7E2-41AD-9B63-74AE8F8A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373D6-2E4E-4496-9BE1-E7F59CA8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원문·권한·보존 정책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0065D-4F72-4EED-84DE-0A34C59C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C5F4D-78C5-4089-9CB2-46A6B14F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faster-whisper/whisper.cpp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B0016-BBE4-4A34-9DE2-992F4398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44935-155A-40FD-A981-76385DCD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2–3분 공개·합성 음성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C3BB5-DF93-4DFE-AD12-46C875A3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32FCEC-BC05-4832-A9B9-BB15226D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chunk·timestamp·무음 예외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02795-B643-4B91-9E08-06C669DA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20786-8F71-4600-AF32-AE888834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전사→요약 contract 이해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3DB2F5-ED15-4DAE-91DC-7F29BDDF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‘이미 되는 기능’을 다시 만드는 대신, 통합·검증·통제 원리를 배웁니다.</a:t>
            </a:r>
          </a:p>
        </p:txBody>
      </p:sp>
    </p:spTree>
    <p:extLst>
      <p:ext uri="{BB962C8B-B14F-4D97-AF65-F5344CB8AC3E}">
        <p14:creationId xmlns:p14="http://schemas.microsoft.com/office/powerpoint/2010/main" val="298813766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9CE5D5-DF5D-43C1-87A8-916AC55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FA0DB-2834-4E5E-B70F-87E32374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남은 32시간 · 1시간마다 누적되는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2B8AB-5BAD-4809-B1A3-63178FE2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066E4-CC5C-4257-A31B-4F97B19D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10161-2018-4828-BF15-3B360005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BB4C2-6E00-4CE3-B50B-4C38AB1C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0421E-97F4-4F6D-B1C0-F069EE57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D9D97-ED3D-4607-B872-3FFF64BF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737FE-59A6-474D-ADFB-D5FDE5BF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954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ABA2A-99C4-4D11-8F07-0A666673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09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시간대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46F1D-6545-48AE-A1D4-3A1B11CE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716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4D700-538B-4986-9B82-7871A975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689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핵심 산출물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4893B-C93A-4CE0-AB79-8A1770AD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952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994AD-74EB-49BE-8D84-3DD46703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DCE6B-35E0-4D2E-A5FA-7DE039CF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A9712-6868-404A-B508-06D89DB8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259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09–12 / 13–18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2BC9A-1AF6-4CC8-8D9C-5A9FF940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71628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403B0-99AA-40A9-8E24-A4E0FD61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6896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faster-whisper · chunk · 회의 schema · 문서화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F5B5A-2F9A-4CBA-9359-60BDDCF0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952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897FE-CBAC-46FB-B58A-53BEC12E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23134-E790-4302-A465-4B13BB6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81325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20EF3-3AFA-42FD-8AC3-BC996022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76575"/>
            <a:ext cx="259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09–12 / 13–18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EDF65-DEBF-484B-9B0F-9959EAD2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81325"/>
            <a:ext cx="71628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1163A-AC85-45CD-AC5B-141F061C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76575"/>
            <a:ext cx="6896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Tool binding · diff parser · LangChain 코드 리뷰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606020-76EA-4A13-8A69-1448DE54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952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B376C-CB29-4E57-ACD4-7C1F9C33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CA8CDF-5976-4E46-A667-2D2D9EE3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719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33BE59-D455-4B74-956B-7CC0AA6C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67150"/>
            <a:ext cx="259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09–12 / 13–18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E37FCB-4AFC-4A95-A7DA-B9FCFAB5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71900"/>
            <a:ext cx="71628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7015E4-F972-4D86-B55B-9CDB167C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67150"/>
            <a:ext cx="6896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GitHub API · PR comment · 승인·재시도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3D73CB-9F7A-43A5-9FA3-43937ECD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952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B1DE3F-0288-4654-AD2B-B7B51FFD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614029-CF4B-44D3-A81F-762B5E5E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62475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6279F4-15C3-4A41-8C70-CA36DD9E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259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09–12 / 13–18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149D31-614F-41D5-A004-E9BF6380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71628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AD1EC8-A547-47A3-A204-7F4EC116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7725"/>
            <a:ext cx="6896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LangGraph 통합 · LangSmith eval · 발표</a:t>
            </a:r>
          </a:p>
        </p:txBody>
      </p:sp>
    </p:spTree>
    <p:extLst>
      <p:ext uri="{BB962C8B-B14F-4D97-AF65-F5344CB8AC3E}">
        <p14:creationId xmlns:p14="http://schemas.microsoft.com/office/powerpoint/2010/main" val="1193285348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8A80A8-1F0E-4574-B91B-C150E30A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AD119-B67B-469F-8264-778AF576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평가는 결과·안전·설명을 함께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7F62A-116A-480F-9FE8-756517DE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3AFE4-9342-4FFE-A394-D2B4E11E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890BA-0B97-4C5D-B519-25EE9CFE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E212E-32D5-4CBF-A4D7-B3E36484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56632-53A7-40D4-B2E9-B6C2206C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D88EA-0D9B-4C45-A397-F5589CAE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영역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BB2C5-F8A9-47DC-9721-0DB62A84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954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F9C05-6F9D-4B0A-A80D-C165A514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비중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910F1-93C0-454F-A334-8296E451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95450"/>
            <a:ext cx="7067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C4601-21E1-4F94-90E4-81B40B64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증거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F5103-F6D0-4755-B03B-373EC902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AF0DA-E7C6-4418-9645-5A37B3AE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14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기능 완성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687E2-6BF6-4213-A2AE-22F128CE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1524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FDD47-8B63-4336-BCB7-8BC18677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86000"/>
            <a:ext cx="125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30%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CAC77-CB65-43C3-9B7E-32D94E77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70675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9D8D4-2CF8-4587-BA43-121A751D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6800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Run All·demo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3192A-E82C-477B-8BC9-88E755AE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B8F8E-4EE8-412B-8716-7CFCCACD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114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예외·HITL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2FC99-7257-4F2B-BDA0-BE94840A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28925"/>
            <a:ext cx="1524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6932D-0751-4FEF-A406-E29BFFD8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24175"/>
            <a:ext cx="125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25%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2C98F-9B6C-452D-A8CA-FE8F4D2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28925"/>
            <a:ext cx="70675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CAFD8-CF4D-48B0-86BA-E224FF09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24175"/>
            <a:ext cx="6800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failure test·approval event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8E72AF-60FE-4BDF-8D4A-00810E3C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B4ECD7-8F3D-4F63-919A-F21756BE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114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관측·평가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C27F9E-4931-416A-9629-8D11AD58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67100"/>
            <a:ext cx="1524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49223-DADF-4274-9B28-C80A7D83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125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20%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6B3D59-7B01-4041-9990-0D4176F5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70675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4C19D7-92BF-4756-B405-1A59C968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62350"/>
            <a:ext cx="6800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LangSmith trace·dataset score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43FA0E-AC91-449B-B918-9C1146D3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96325F-7558-4B77-8271-2DF8A907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2114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코드·재현성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331CFE-1043-47B1-9F54-5D88C40A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05275"/>
            <a:ext cx="1524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A1CFDB-BC98-453A-961C-C9E4EB8B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00525"/>
            <a:ext cx="125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472FC2-CFA1-45B4-B3B3-7F07605D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05275"/>
            <a:ext cx="70675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B1AB93-8BAB-4370-9509-BD35BA0F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00525"/>
            <a:ext cx="6800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tests·README·Git history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A21E52-9E9C-4601-9C4C-F8DE6C20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7B7E2A-9539-44E4-B678-4CB7D6EC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114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문제·발표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CCDAF1-4563-413D-BDD5-8F31012D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43450"/>
            <a:ext cx="1524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3BE1F7-4A9B-4C01-84C6-46F73817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38700"/>
            <a:ext cx="125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1E7235-EC31-4081-BBDA-96155CAC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43450"/>
            <a:ext cx="70675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253F22-B8B8-445F-B41B-A994A056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38700"/>
            <a:ext cx="6800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PBL 가치·제한·다음 실험</a:t>
            </a:r>
          </a:p>
        </p:txBody>
      </p:sp>
    </p:spTree>
    <p:extLst>
      <p:ext uri="{BB962C8B-B14F-4D97-AF65-F5344CB8AC3E}">
        <p14:creationId xmlns:p14="http://schemas.microsoft.com/office/powerpoint/2010/main" val="540822509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A1BCC-646C-4CBD-BC47-5282C96D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7948-6DFA-4FA9-BEB5-4519AF17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Exit Ticket · 제출 전 3문장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CF17C-14B5-4247-BDD5-6F451F2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FE8AD-0F9A-41D1-B84F-B0D036C6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937AF-1AE5-49B5-B9A3-0707B5A5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EE91B-FDA2-4DEE-8A0B-16F1D384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F3DE6-4ADC-448A-AB82-43A24D49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개인 작성 3분 → 짝 설명 3분 → 전체 공유 4분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60E0D-71F0-4483-B0AF-1D6E8788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58806-5920-4FA9-B55C-E3F90DE3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2DC6F-3886-4B81-AF81-DD7C6915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LLM과 Agent의 차이는 ______이다.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42D5E-3107-4346-B3E0-1D445513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7BED0-0396-4686-9941-79A9F7DE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5B5F3-D9AA-44E8-BDE8-BF4105DB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Tool Calling에서 먼저 검증할 것은 ______이다.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0C0EC-9B0A-46CD-9876-D4BC67C0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9BEBF-96B3-40A6-B9B9-08243D3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3722C-C1C7-4708-B05D-32445246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외부 쓰기 전에 Human Approval이 필요한 이유는 ______이다.</a:t>
            </a:r>
          </a:p>
        </p:txBody>
      </p:sp>
    </p:spTree>
    <p:extLst>
      <p:ext uri="{BB962C8B-B14F-4D97-AF65-F5344CB8AC3E}">
        <p14:creationId xmlns:p14="http://schemas.microsoft.com/office/powerpoint/2010/main" val="1318088530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C30F1-A2DD-43B5-BB3D-F1F4FD15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DAY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CCDEE-A056-4FFB-AFE0-F923F54C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내일 시작 전에 준비할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BF1CD-E17F-43F7-B923-FC9B328F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2C3D3-5957-461C-B7A7-4EAD5F60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LLM Agent &amp; 업무자동화 · 8/23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B354A-ABBD-477A-A79F-3A79AF3E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CDC62-3216-4D4D-855A-88197A26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472"/>
                </a:solidFill>
                <a:latin typeface="Arial Unicode MS"/>
                <a:ea typeface="Arial Unicode MS"/>
                <a:cs typeface="Arial Unicode MS"/>
              </a:rPr>
              <a:t>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A1EB2-D2A8-4F1A-88B3-D95556A0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9D80A-8D31-4AAE-BC74-9BD66635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011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오늘 notebook을 다시 Run All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5E062-BBF6-487A-B133-1CD80075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B90C7-4A73-477E-8027-06C65DCC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1011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`python -m pytest -q`의 9 passed를 확인한다.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17EBC-7E83-4ADA-A4E7-DED57C1E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C6F1B-6028-4792-B61F-47B0847D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011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Git commit과 diff를 한 문장으로 설명한다.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832B2-4391-4465-949E-6DDF0866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F72DE-D4CF-4C38-BC8C-FEA40CC7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011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Ollama는 선택: 모델 한 개만 준비한다.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8E0C6-6824-408F-96F0-8B889DB0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5647A-BC86-4810-9D7E-9FC6069D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011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회사 데이터·API key·.env는 가져오지 않는다.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EF140-4CD9-4546-94AE-46F010E3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D0CEA-7CEF-4033-89F0-19C943C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내일: 오디오 metadata → faster-whisper → 회의 schema → Action Item</a:t>
            </a:r>
          </a:p>
        </p:txBody>
      </p:sp>
    </p:spTree>
    <p:extLst>
      <p:ext uri="{BB962C8B-B14F-4D97-AF65-F5344CB8AC3E}">
        <p14:creationId xmlns:p14="http://schemas.microsoft.com/office/powerpoint/2010/main" val="2128944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2026-08-22T05:31:43.7720000Z</dcterms:created>
  <dcterms:modified xsi:type="dcterms:W3CDTF">2026-08-22T05:31:43.7720000Z</dcterms:modified>
</coreProperties>
</file>