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4862ccab248b6" /><Relationship Type="http://schemas.openxmlformats.org/officeDocument/2006/relationships/extended-properties" Target="/docProps/app.xml" Id="R92e52c03534e40bf" /><Relationship Type="http://schemas.openxmlformats.org/officeDocument/2006/relationships/officeDocument" Target="/ppt/presentation.xml" Id="R419a306141a4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61a32c27547f7"/>
  </p:sldMasterIdLst>
  <p:notesMasterIdLst>
    <p:notesMasterId xmlns:r="http://schemas.openxmlformats.org/officeDocument/2006/relationships" r:id="R5e1f73c7eefe4057"/>
  </p:notesMasterIdLst>
  <p:sldIdLst>
    <p:sldId xmlns:r="http://schemas.openxmlformats.org/officeDocument/2006/relationships" id="256" r:id="R74229d29882546b6"/>
    <p:sldId xmlns:r="http://schemas.openxmlformats.org/officeDocument/2006/relationships" id="257" r:id="Rd66fc345f2104e15"/>
    <p:sldId xmlns:r="http://schemas.openxmlformats.org/officeDocument/2006/relationships" id="258" r:id="Rf5f10623f72448ee"/>
    <p:sldId xmlns:r="http://schemas.openxmlformats.org/officeDocument/2006/relationships" id="259" r:id="R59f0f41e2c534ae5"/>
    <p:sldId xmlns:r="http://schemas.openxmlformats.org/officeDocument/2006/relationships" id="260" r:id="Rab42daaf67004b39"/>
    <p:sldId xmlns:r="http://schemas.openxmlformats.org/officeDocument/2006/relationships" id="261" r:id="R61ef4491d2844fb9"/>
    <p:sldId xmlns:r="http://schemas.openxmlformats.org/officeDocument/2006/relationships" id="262" r:id="Re28d725036e6438f"/>
    <p:sldId xmlns:r="http://schemas.openxmlformats.org/officeDocument/2006/relationships" id="263" r:id="Rf5d0a98a41d24be5"/>
    <p:sldId xmlns:r="http://schemas.openxmlformats.org/officeDocument/2006/relationships" id="264" r:id="R4a1facf091074d6a"/>
    <p:sldId xmlns:r="http://schemas.openxmlformats.org/officeDocument/2006/relationships" id="265" r:id="R170d92faf51749a8"/>
    <p:sldId xmlns:r="http://schemas.openxmlformats.org/officeDocument/2006/relationships" id="266" r:id="Rd6996105ee084d9f"/>
    <p:sldId xmlns:r="http://schemas.openxmlformats.org/officeDocument/2006/relationships" id="267" r:id="R52fa1d637f7148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5231c0a47c4949" /><Relationship Type="http://schemas.openxmlformats.org/officeDocument/2006/relationships/slideMaster" Target="/ppt/slideMasters/slideMaster1.xml" Id="R17b61a32c27547f7" /><Relationship Type="http://schemas.openxmlformats.org/officeDocument/2006/relationships/notesMaster" Target="/ppt/notesMasters/notesMaster1.xml" Id="R5e1f73c7eefe4057" /><Relationship Type="http://schemas.openxmlformats.org/officeDocument/2006/relationships/presProps" Target="/ppt/presProps.xml" Id="Rf75aa43647e04bcc" /><Relationship Type="http://schemas.openxmlformats.org/officeDocument/2006/relationships/tableStyles" Target="/ppt/tableStyles.xml" Id="R8c3da354e48145aa" /><Relationship Type="http://schemas.openxmlformats.org/officeDocument/2006/relationships/slide" Target="/ppt/slides/slide1.xml" Id="R74229d29882546b6" /><Relationship Type="http://schemas.openxmlformats.org/officeDocument/2006/relationships/slide" Target="/ppt/slides/slide2.xml" Id="Rd66fc345f2104e15" /><Relationship Type="http://schemas.openxmlformats.org/officeDocument/2006/relationships/slide" Target="/ppt/slides/slide3.xml" Id="Rf5f10623f72448ee" /><Relationship Type="http://schemas.openxmlformats.org/officeDocument/2006/relationships/slide" Target="/ppt/slides/slide4.xml" Id="R59f0f41e2c534ae5" /><Relationship Type="http://schemas.openxmlformats.org/officeDocument/2006/relationships/slide" Target="/ppt/slides/slide5.xml" Id="Rab42daaf67004b39" /><Relationship Type="http://schemas.openxmlformats.org/officeDocument/2006/relationships/slide" Target="/ppt/slides/slide6.xml" Id="R61ef4491d2844fb9" /><Relationship Type="http://schemas.openxmlformats.org/officeDocument/2006/relationships/slide" Target="/ppt/slides/slide7.xml" Id="Re28d725036e6438f" /><Relationship Type="http://schemas.openxmlformats.org/officeDocument/2006/relationships/slide" Target="/ppt/slides/slide8.xml" Id="Rf5d0a98a41d24be5" /><Relationship Type="http://schemas.openxmlformats.org/officeDocument/2006/relationships/slide" Target="/ppt/slides/slide9.xml" Id="R4a1facf091074d6a" /><Relationship Type="http://schemas.openxmlformats.org/officeDocument/2006/relationships/slide" Target="/ppt/slides/slide10.xml" Id="R170d92faf51749a8" /><Relationship Type="http://schemas.openxmlformats.org/officeDocument/2006/relationships/slide" Target="/ppt/slides/slide11.xml" Id="Rd6996105ee084d9f" /><Relationship Type="http://schemas.openxmlformats.org/officeDocument/2006/relationships/slide" Target="/ppt/slides/slide12.xml" Id="R52fa1d637f71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afdd1e21d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6566d48e04107" /><Relationship Type="http://schemas.openxmlformats.org/officeDocument/2006/relationships/notesMaster" Target="/ppt/notesMasters/notesMaster1.xml" Id="R3453eebc913e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35b39ab8a04f8e" /><Relationship Type="http://schemas.openxmlformats.org/officeDocument/2006/relationships/notesMaster" Target="/ppt/notesMasters/notesMaster1.xml" Id="R5c1241eab4b14c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76948e85d4d0e" /><Relationship Type="http://schemas.openxmlformats.org/officeDocument/2006/relationships/notesMaster" Target="/ppt/notesMasters/notesMaster1.xml" Id="R272954c32cc344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3f8aca9674cce" /><Relationship Type="http://schemas.openxmlformats.org/officeDocument/2006/relationships/notesMaster" Target="/ppt/notesMasters/notesMaster1.xml" Id="R3dd85584f44e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92c227cc14eaa" /><Relationship Type="http://schemas.openxmlformats.org/officeDocument/2006/relationships/notesMaster" Target="/ppt/notesMasters/notesMaster1.xml" Id="Rbcf23f3ffaeb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f55f0de798404d" /><Relationship Type="http://schemas.openxmlformats.org/officeDocument/2006/relationships/notesMaster" Target="/ppt/notesMasters/notesMaster1.xml" Id="R753d85d54f9647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d4e4ff0f834c03" /><Relationship Type="http://schemas.openxmlformats.org/officeDocument/2006/relationships/notesMaster" Target="/ppt/notesMasters/notesMaster1.xml" Id="R73b4fc22f7b94c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5600306d37461d" /><Relationship Type="http://schemas.openxmlformats.org/officeDocument/2006/relationships/notesMaster" Target="/ppt/notesMasters/notesMaster1.xml" Id="R43341032ae6c4b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0ac3bae230429c" /><Relationship Type="http://schemas.openxmlformats.org/officeDocument/2006/relationships/notesMaster" Target="/ppt/notesMasters/notesMaster1.xml" Id="R6a5c8fa67f18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a9ef6fc7034db5" /><Relationship Type="http://schemas.openxmlformats.org/officeDocument/2006/relationships/notesMaster" Target="/ppt/notesMasters/notesMaster1.xml" Id="R11ecf8eec23f4e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516ddd5c3487e" /><Relationship Type="http://schemas.openxmlformats.org/officeDocument/2006/relationships/notesMaster" Target="/ppt/notesMasters/notesMaster1.xml" Id="R8ed9c54aabeb4c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328db369f4ab7" /><Relationship Type="http://schemas.openxmlformats.org/officeDocument/2006/relationships/notesMaster" Target="/ppt/notesMasters/notesMaster1.xml" Id="R5e2ef470069748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01 · Minimal cover. Use one title, one rule, one identity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02 · Section divider. Navy is allowed only as a secondary dark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03 · Definition before first use of an unfamiliar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04 · One claim and one short support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05 · Four editorial rows instead of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06 · Flat horizontal process with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07 · Tutorial roadmap before actual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08 · Untinted screenshot with step number and exact visual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09 · Black code field with a single blue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10 · Exercise with a visible artifact and recovery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11 · Failure is black; the recovery decision is blue.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12 · Checkpoint with three explanation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539e316d8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e480c65234789" /><Relationship Type="http://schemas.openxmlformats.org/officeDocument/2006/relationships/slideLayout" Target="/ppt/slideLayouts/slideLayout1.xml" Id="R038df7c624c7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df7c624c7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c3b9fd944117" /><Relationship Type="http://schemas.openxmlformats.org/officeDocument/2006/relationships/notesSlide" Target="/ppt/notesSlides/notesSlide1.xml" Id="R527fac30eeca44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b410374624cb4" /><Relationship Type="http://schemas.openxmlformats.org/officeDocument/2006/relationships/notesSlide" Target="/ppt/notesSlides/notesSlide2.xml" Id="R1d4e38fa366e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519e523a04abf" /><Relationship Type="http://schemas.openxmlformats.org/officeDocument/2006/relationships/notesSlide" Target="/ppt/notesSlides/notesSlide3.xml" Id="R2f9259462d24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39abe1dde4d0e" /><Relationship Type="http://schemas.openxmlformats.org/officeDocument/2006/relationships/notesSlide" Target="/ppt/notesSlides/notesSlide4.xml" Id="R7438be34b44d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f0e029df47b0" /><Relationship Type="http://schemas.openxmlformats.org/officeDocument/2006/relationships/notesSlide" Target="/ppt/notesSlides/notesSlide5.xml" Id="Re1df88f8529c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445d9c3f14e09" /><Relationship Type="http://schemas.openxmlformats.org/officeDocument/2006/relationships/notesSlide" Target="/ppt/notesSlides/notesSlide6.xml" Id="R265ffde4fc294c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5dcbf4c7c43fb" /><Relationship Type="http://schemas.openxmlformats.org/officeDocument/2006/relationships/notesSlide" Target="/ppt/notesSlides/notesSlide7.xml" Id="R432972a05e254e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4d2ef90da4c67" /><Relationship Type="http://schemas.openxmlformats.org/officeDocument/2006/relationships/notesSlide" Target="/ppt/notesSlides/notesSlide8.xml" Id="Ra13721141bab43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e64de8a1d4dee" /><Relationship Type="http://schemas.openxmlformats.org/officeDocument/2006/relationships/notesSlide" Target="/ppt/notesSlides/notesSlide9.xml" Id="R32ff709701d141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a995aeab14b77" /><Relationship Type="http://schemas.openxmlformats.org/officeDocument/2006/relationships/notesSlide" Target="/ppt/notesSlides/notesSlide10.xml" Id="R0bab828cbe1246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10f044a0343d4" /><Relationship Type="http://schemas.openxmlformats.org/officeDocument/2006/relationships/notesSlide" Target="/ppt/notesSlides/notesSlide11.xml" Id="Ra1a155ac23d346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eb1060a4a413f" /><Relationship Type="http://schemas.openxmlformats.org/officeDocument/2006/relationships/notesSlide" Target="/ppt/notesSlides/notesSlide12.xml" Id="Ref423419d18340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D3A80-0DB7-441D-ACB1-49ECBF4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8188-93BA-4C63-96A4-1783DB2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59ABD-5B70-48F5-B6B4-0D9731BD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1028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0EC51-C25E-4AA2-ADE4-9BEF6963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1DB2B-9AE8-4EEA-BCBC-1072AEE5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AC0DE-9CA3-4CDB-BBEA-E8D1357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COVER · BLACK / WHITE / BLUE</a:t>
            </a:r>
          </a:p>
        </p:txBody>
      </p:sp>
    </p:spTree>
    <p:extLst>
      <p:ext uri="{BB962C8B-B14F-4D97-AF65-F5344CB8AC3E}">
        <p14:creationId xmlns:p14="http://schemas.microsoft.com/office/powerpoint/2010/main" val="966348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B04F0-2FFF-4036-B423-3315B0A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9677-6212-467F-BD89-D988FB2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SECTION 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6BDF8-6657-4419-8CD5-B0EA262A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이 시간에 학습자가 손에 남길 결과를 한 문장으로 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3D9C1-BE81-4CE9-B339-DBCCA78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6162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836F7-B0BE-44F9-9654-AC0B4FD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BEGINNER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6758B-0702-4BF5-BD30-DA788A8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— 목표를 받아 도구를 선택하는 실행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43B52-5061-405E-92C2-7E2EB896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7744F-1853-4943-BBD8-19B815B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AFC35-EE3F-43BF-B6B2-90215181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C053-74CA-4B72-AC3B-E9812AC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9C420-A2E2-420B-A82B-5A094AC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한 줄 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4C924-E5A8-4272-8366-20EC1D6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답만 만드는 것이 아니라, 상태를 보고 필요한 행동을 고르고 결과를 확인하는 구조입니다.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ABD98-A983-4A1C-AA8D-D9B4680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57116-36FB-4F32-9015-7442F53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CCA21-06A8-4F4A-91CB-B5413C4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자동화는 답변보다 파일 읽기, 승인, 기록, 실패 복구가 더 중요하기 때문입니다.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263ED-EDDA-41A7-AFC6-3064368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A9943-59AB-4AEB-A09E-27CFF8E5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회의록을 읽고 → Action Item을 구조화하고 → 사람이 승인하면 → 문서에 기록</a:t>
            </a:r>
          </a:p>
        </p:txBody>
      </p:sp>
    </p:spTree>
    <p:extLst>
      <p:ext uri="{BB962C8B-B14F-4D97-AF65-F5344CB8AC3E}">
        <p14:creationId xmlns:p14="http://schemas.microsoft.com/office/powerpoint/2010/main" val="901128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E7832-6F90-4862-95E4-7455982C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54E9-40A1-4A73-B893-1D28C993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좋은 Agent의 첫 기준은 정확도가 아니라 통제 가능성입니다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9CAA-138A-4AD4-8ECD-86AD084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B5B44-40B9-467E-9AFB-530FA1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7EE03-F0FC-4240-9542-876660E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6E40-F599-4F2D-BE5E-C6D9F26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0391C-9603-4A28-B127-677E296B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88D7E-54B4-4308-AA7D-3F5E3706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962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실패해도 안전하게 멈추고, 사람이 확인한 뒤, 같은 지점에서 다시 시작할 수 있어야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0CC9E-802A-4CAC-9800-98CF297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허용 도구 · 입력 Schema · Timeout · Retry · Human Approval · Trace</a:t>
            </a:r>
          </a:p>
        </p:txBody>
      </p:sp>
    </p:spTree>
    <p:extLst>
      <p:ext uri="{BB962C8B-B14F-4D97-AF65-F5344CB8AC3E}">
        <p14:creationId xmlns:p14="http://schemas.microsoft.com/office/powerpoint/2010/main" val="452034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BBDE0-0A4E-47F3-8EAC-5738F68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B2629-7324-434F-87C5-90891DFA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네 가지만 구분하면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997DF-E0B3-4847-8BB3-7D3E5F9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F4FA2-D6D2-4F60-BCED-0571FC7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95B9C-7A01-4443-9784-B5793170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03C5B-4FEF-4881-8A28-5320294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7EF3C-B4EC-412E-BD30-78FC4646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40575-7466-40E2-AEF5-6CF1A076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46551-0F84-4C3E-B4BE-64CC2B47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Agent가 받는 원문·파일·요청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84909-6741-412C-BE83-D801376A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33596-5F07-4E14-959D-DEA94785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E249E-2A56-4EE2-ACFD-8710DBD2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모델이나 도구가 수행하는 한 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62881-80F6-4D46-BE46-173FB31A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6454D-D8A4-4230-894F-24BF8418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559E4-84B5-4458-832F-7B7A10D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구조화된 결과와 상태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F4B09-4250-4623-91AE-7A1034F8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A047B-EFC2-407A-A5FC-7DB37C8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FE996-4F3B-4E21-A067-30EBAE9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결과가 맞는지 확인할 근거</a:t>
            </a:r>
          </a:p>
        </p:txBody>
      </p:sp>
    </p:spTree>
    <p:extLst>
      <p:ext uri="{BB962C8B-B14F-4D97-AF65-F5344CB8AC3E}">
        <p14:creationId xmlns:p14="http://schemas.microsoft.com/office/powerpoint/2010/main" val="850577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504D7-74F4-4556-8416-F7C1312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E5C8F-95E8-4F45-8238-1D93BEC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작업은 네 단계로 작게 쪼갭니다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4E0EF-18CA-41FD-BBFF-FA49ABE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BE57F-03AF-4808-8325-A5DB060F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9D489-E49E-4391-8DD9-291B63B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33250-085B-4EEE-9C3D-A97415C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59680-40D5-4799-AC4F-20D9020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293CE-4958-4FAD-8AE4-40A8A9B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333A6-4CAE-4074-839B-F4CC47A9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16112-B38E-476F-A3B4-CBB6AC2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40CE9-AD86-42B3-B9ED-A01B30D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46ACB-66A6-4D0A-8392-D57888BB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7995E-669C-4A96-88D4-15E5A9E5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DD81-00C6-4EAF-B3F3-7E98DD5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A9924-BDB3-414D-A4D7-6B27E0A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106EA-CF6D-46DC-9CED-F6F1FAD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E500C-DC87-4549-8DD3-3553721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C9F1E-B6FB-4185-8B13-A1A545C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28841-B410-4E45-86E9-566B7F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00852-C1A1-42F3-97DB-D54BAE5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09BCA-7087-4AB6-8BC6-9FF785A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9D19C-B6F1-4B9E-85E6-4A911C68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증거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A360C-F3B6-4DBF-BB66-02A25021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단계로 넘어가기 전에 성공 신호 한 줄을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733354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E934F-BEA8-40EC-B6F7-2F70C119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EB373-4610-4F8B-AB6F-920A8901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화면부터 성공 화면까지 같은 순서로 따라갑니다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1E707-D8A7-4B9E-BF6D-B5611260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17EA-4CD8-4657-8487-66E58475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56629-E5DF-4085-A338-E093056D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9F4A4-DE29-43C5-8146-534F80E7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6D2B3-5EE1-4167-A70A-97D594F3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BDFB1-B2BF-4393-9CA0-7B862F84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72DE4-C2A4-4A11-8DED-A59040C7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76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다운로드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4134A-DF1A-4D52-A137-D0B4FC7A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다음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CD3E5-70D0-4789-955F-4FF0C742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EDAE3-FE7A-4A4F-8199-133A9319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AC541-090A-469D-9E4C-4E8F88D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19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설치·권한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4F5F1-38DF-4642-9166-4E3BA8D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193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다음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A1151-6475-440D-BDAE-8D2259D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0824F-69A1-434B-A6F5-8FECD24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9B9DC-F634-4201-83ED-D7FFE13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623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Code에서 Interpreter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43688-95B6-4B75-803F-D99562A5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다음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164C9-8C4A-4581-A100-1E0F4DF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52E6C-F4EC-46CA-8779-CED51A3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F74EF-089C-44E1-9ECE-18E88FE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052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726A8-A535-401D-850E-B39CF0C6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다음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28D35-149F-44C7-97AF-496BC0F1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9B2E9-1AB9-4131-B680-B1FAEA5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EC81D-12C5-427E-B589-8FF9C6B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문구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18417-CB70-4FB7-9616-47C079F3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</a:t>
            </a:r>
          </a:p>
        </p:txBody>
      </p:sp>
    </p:spTree>
    <p:extLst>
      <p:ext uri="{BB962C8B-B14F-4D97-AF65-F5344CB8AC3E}">
        <p14:creationId xmlns:p14="http://schemas.microsoft.com/office/powerpoint/2010/main" val="1110486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DECAA-8B77-41B6-B18F-12671CA7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STEP 03 /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2DE68-6283-4FD3-B80A-91BAA18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Code에서 프로젝트의 Python을 선택합니다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AF000-F64F-47E3-95FB-49538F60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23A67-AB26-4BF3-9E60-A1BB887C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588F1-4FAB-4A3B-99BA-53A3DBE9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7B73-BE8D-4941-8D9A-A261FF03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50DCC-AFAE-4FD1-B1D0-FC4EAD3F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72E8D-DB65-41C4-9E27-5A9FFF2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467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1. 상태 표시줄의 Python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2. Select Interpreter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3. .venv 경로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4. 새 Terminal 재시작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E27F6-0235-486E-A6EA-EC0CF15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71056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C62BF-0FF3-4AE6-BFE6-447074F8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6153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ACTUAL SCREENSHOT AREA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16:9 OR WIDE CROP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88888"/>
                </a:solidFill>
                <a:latin typeface="Apple SD Gothic Neo"/>
                <a:ea typeface="Apple SD Gothic Neo"/>
                <a:cs typeface="Apple SD Gothic Neo"/>
              </a:rPr>
              <a:t>NO COLOR OVERLAY</a:t>
            </a:r>
          </a:p>
        </p:txBody>
      </p:sp>
    </p:spTree>
    <p:extLst>
      <p:ext uri="{BB962C8B-B14F-4D97-AF65-F5344CB8AC3E}">
        <p14:creationId xmlns:p14="http://schemas.microsoft.com/office/powerpoint/2010/main" val="1844807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66105-C418-49B8-8E39-25335B2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30A20-ECA6-4A31-B27C-71540F87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명령은 복사보다 성공 신호를 함께 읽어야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C4CEB-910E-4FD7-B5A9-6F95662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E2600-7030-4DCF-8606-272CAFB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277B-2557-43A6-B8AD-A1A6A2A5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D0A71-89D1-4773-ACB9-7BC14D3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15EEA-BEE8-4A16-A704-207E904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읽는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B1D10-8B03-4D7E-B936-7E0261A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① 실행 위치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② 명령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③ 예상 출력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④ 실패 시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C88F7-5F33-4CE1-8262-731A486F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71056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782D1-7135-4887-ADBE-165BBF58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571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9FA82-71D5-41E9-A33D-2EFF2B30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......... [100%]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9 passed in 0.02s</a:t>
            </a:r>
          </a:p>
        </p:txBody>
      </p:sp>
    </p:spTree>
    <p:extLst>
      <p:ext uri="{BB962C8B-B14F-4D97-AF65-F5344CB8AC3E}">
        <p14:creationId xmlns:p14="http://schemas.microsoft.com/office/powerpoint/2010/main" val="1773120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8E5FB-C785-456D-B286-40B2194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766A3-DA59-4570-86DF-3378C97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실습은 단계와 완료 증거가 같은 화면에 있어야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91172-9E3F-47F6-BAE7-7A16CF4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A1D16-5C30-47C6-B53B-2BB41C5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B3BCD-BB6B-464F-8FA2-0105FD9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BEF7-58C0-4A01-BBB2-9170D9D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E295-0B81-4B68-B3A7-DA58C02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2CA34-27D2-40D1-9AE2-1E546891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FE8ED-99A6-4C60-A622-2E3647D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95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8B905-287B-4508-A32A-9FA4582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80983-F553-4690-BE73-73F72FB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56F8-CA68-489A-A2E4-D29C668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B0681-B907-4302-824B-54016DE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명령을 한 줄씩 실행한다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2F2E0-224B-4A20-805C-20C2F3C0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397D3-3BF4-413A-9F66-268029F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19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75175-4D05-4D28-B96B-66E42AA4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오류만 읽는다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01EF5-259E-4025-9584-E6D1ECEF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00072-DC3C-4B93-A053-209D5FDB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92112-A774-4034-9563-3CF25153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화면을 저장한다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71CE2-B209-4B40-A248-36ECD37A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5A336-5D22-4461-9B44-667A17EB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7962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A7349-2193-4F8E-8D3B-10F5B9DC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24450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pytest 9 passed 화면</a:t>
            </a:r>
          </a:p>
        </p:txBody>
      </p:sp>
    </p:spTree>
    <p:extLst>
      <p:ext uri="{BB962C8B-B14F-4D97-AF65-F5344CB8AC3E}">
        <p14:creationId xmlns:p14="http://schemas.microsoft.com/office/powerpoint/2010/main" val="1280564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09338-7924-4255-B290-D4237607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/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2BD5A-E944-4820-8247-643B441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오류는 숨기지 않고 분류한 뒤 다음 행동을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2AD2D-68EA-42B6-A6CC-AC625A6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19FB1-F801-4176-BCF0-EF8B222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2DABB-602E-45CB-B2C5-542627DE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9BE73-F2B8-42F4-B661-0DE21D6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3651C-693E-408A-81D9-8BB84118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21B8F-B1C4-49C4-B32B-F65A5E3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BDB53-7B0E-449D-B9A8-0BA3CEE4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4C1AD-6859-4366-93A8-6BA6886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설치를 계속 반복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전체를 한꺼번에 읽음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명령을 무제한 재시도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여부를 느낌으로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19C7-5FF5-4D36-A833-F0BE9296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오류 한 줄을 분류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OS·버전·경로 확인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재시도 횟수 고정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파일·테스트로 완료 확인</a:t>
            </a:r>
          </a:p>
        </p:txBody>
      </p:sp>
    </p:spTree>
    <p:extLst>
      <p:ext uri="{BB962C8B-B14F-4D97-AF65-F5344CB8AC3E}">
        <p14:creationId xmlns:p14="http://schemas.microsoft.com/office/powerpoint/2010/main" val="1625367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085A9-CDDF-48B8-A0BB-42BB217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5B3DF-3334-4DDA-8AE3-4CCC15B9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단계로 넘어가기 전에 세 가지를 설명합니다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A3FAF-4D8C-4949-9608-8EA4ECD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F36AB-7298-4722-BA24-50CF3471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PPT DESIGN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DE9B5-37A0-436D-8C45-B634ABE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LECTURE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11ECC-EC96-445B-8CBE-039B3CE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B3BEB-2815-47AF-9DFB-2BC14E7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7CDC5-300E-48F7-8F67-A8BB0DB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방금 실행한 입력과 출력은 무엇인가?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6511D-51A6-4B27-8A90-81F273D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6D95A-EEA5-47C2-A43E-C79D36D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D0916-148A-4D40-B5EF-18F532B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성공을 증명하는 화면·파일·테스트는 무엇인가?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7CED2-5F46-41B0-9343-E858B18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BC82F-490C-40CB-BEA2-9CAC136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A2E65-BE34-4174-8FAB-42CC869A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오류가 나면 어디에서 다시 시작하는가?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17BD8-1A15-4E93-ADE5-F2A13AD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9672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2026-08-22T06:32:35.7080000Z</dcterms:created>
  <dcterms:modified xsi:type="dcterms:W3CDTF">2026-08-22T06:32:35.7080000Z</dcterms:modified>
</coreProperties>
</file>